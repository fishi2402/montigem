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03" r:id="rId1"/>
    <p:sldMasterId id="2147483934" r:id="rId2"/>
  </p:sldMasterIdLst>
  <p:notesMasterIdLst>
    <p:notesMasterId r:id="rId12"/>
  </p:notesMasterIdLst>
  <p:handoutMasterIdLst>
    <p:handoutMasterId r:id="rId13"/>
  </p:handoutMasterIdLst>
  <p:sldIdLst>
    <p:sldId id="396" r:id="rId3"/>
    <p:sldId id="305" r:id="rId4"/>
    <p:sldId id="2147376236" r:id="rId5"/>
    <p:sldId id="2147376237" r:id="rId6"/>
    <p:sldId id="310" r:id="rId7"/>
    <p:sldId id="2147376231" r:id="rId8"/>
    <p:sldId id="2147376238" r:id="rId9"/>
    <p:sldId id="2147376232" r:id="rId10"/>
    <p:sldId id="2147376233" r:id="rId11"/>
  </p:sldIdLst>
  <p:sldSz cx="12192000" cy="6858000"/>
  <p:notesSz cx="6797675" cy="9926638"/>
  <p:custDataLst>
    <p:tags r:id="rId14"/>
  </p:custDataLst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ing" id="{310A5F1A-0976-42F7-BDDC-465CDDD9AA6D}">
          <p14:sldIdLst>
            <p14:sldId id="396"/>
            <p14:sldId id="305"/>
            <p14:sldId id="2147376236"/>
            <p14:sldId id="2147376237"/>
            <p14:sldId id="310"/>
            <p14:sldId id="2147376231"/>
            <p14:sldId id="2147376238"/>
            <p14:sldId id="2147376232"/>
            <p14:sldId id="214737623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 Schmalzing" initials="DS" lastIdx="1" clrIdx="0">
    <p:extLst>
      <p:ext uri="{19B8F6BF-5375-455C-9EA6-DF929625EA0E}">
        <p15:presenceInfo xmlns:p15="http://schemas.microsoft.com/office/powerpoint/2012/main" userId="David Schmalzi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49F"/>
    <a:srgbClr val="FFFFFF"/>
    <a:srgbClr val="CC001E"/>
    <a:srgbClr val="009999"/>
    <a:srgbClr val="071ECC"/>
    <a:srgbClr val="1E07CC"/>
    <a:srgbClr val="FF00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BBEFF3-CC19-4AC9-BDDD-82D207C7C35E}" v="176" dt="2023-10-30T12:23:29.2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52" autoAdjust="0"/>
    <p:restoredTop sz="92645" autoAdjust="0"/>
  </p:normalViewPr>
  <p:slideViewPr>
    <p:cSldViewPr snapToGrid="0">
      <p:cViewPr>
        <p:scale>
          <a:sx n="75" d="100"/>
          <a:sy n="75" d="100"/>
        </p:scale>
        <p:origin x="1022" y="10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2525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lte Heithoff" userId="92960225c14ac204" providerId="LiveId" clId="{E0BBEFF3-CC19-4AC9-BDDD-82D207C7C35E}"/>
    <pc:docChg chg="undo redo custSel addSld delSld modSld sldOrd modSection">
      <pc:chgData name="Malte Heithoff" userId="92960225c14ac204" providerId="LiveId" clId="{E0BBEFF3-CC19-4AC9-BDDD-82D207C7C35E}" dt="2023-10-30T12:23:37.859" v="1344" actId="20577"/>
      <pc:docMkLst>
        <pc:docMk/>
      </pc:docMkLst>
      <pc:sldChg chg="addSp delSp modSp add mod">
        <pc:chgData name="Malte Heithoff" userId="92960225c14ac204" providerId="LiveId" clId="{E0BBEFF3-CC19-4AC9-BDDD-82D207C7C35E}" dt="2023-10-30T12:21:23.812" v="1233" actId="20577"/>
        <pc:sldMkLst>
          <pc:docMk/>
          <pc:sldMk cId="1107447613" sldId="310"/>
        </pc:sldMkLst>
        <pc:spChg chg="add mod">
          <ac:chgData name="Malte Heithoff" userId="92960225c14ac204" providerId="LiveId" clId="{E0BBEFF3-CC19-4AC9-BDDD-82D207C7C35E}" dt="2023-10-30T11:34:52.599" v="328" actId="20577"/>
          <ac:spMkLst>
            <pc:docMk/>
            <pc:sldMk cId="1107447613" sldId="310"/>
            <ac:spMk id="2" creationId="{613EB7B1-7430-36AF-4E6F-3B631DF293A9}"/>
          </ac:spMkLst>
        </pc:spChg>
        <pc:spChg chg="mod">
          <ac:chgData name="Malte Heithoff" userId="92960225c14ac204" providerId="LiveId" clId="{E0BBEFF3-CC19-4AC9-BDDD-82D207C7C35E}" dt="2023-10-30T11:31:41.727" v="318" actId="20577"/>
          <ac:spMkLst>
            <pc:docMk/>
            <pc:sldMk cId="1107447613" sldId="310"/>
            <ac:spMk id="3" creationId="{9066F73B-7FFD-AA6B-520B-D7CE68965066}"/>
          </ac:spMkLst>
        </pc:spChg>
        <pc:spChg chg="mod topLvl">
          <ac:chgData name="Malte Heithoff" userId="92960225c14ac204" providerId="LiveId" clId="{E0BBEFF3-CC19-4AC9-BDDD-82D207C7C35E}" dt="2023-10-30T11:52:16.949" v="667" actId="164"/>
          <ac:spMkLst>
            <pc:docMk/>
            <pc:sldMk cId="1107447613" sldId="310"/>
            <ac:spMk id="6" creationId="{738BCFEA-E1EA-99C7-CDB4-D0E4EC123689}"/>
          </ac:spMkLst>
        </pc:spChg>
        <pc:spChg chg="mod topLvl">
          <ac:chgData name="Malte Heithoff" userId="92960225c14ac204" providerId="LiveId" clId="{E0BBEFF3-CC19-4AC9-BDDD-82D207C7C35E}" dt="2023-10-30T11:52:16.949" v="667" actId="164"/>
          <ac:spMkLst>
            <pc:docMk/>
            <pc:sldMk cId="1107447613" sldId="310"/>
            <ac:spMk id="8" creationId="{E86FB0F4-6437-C074-10A9-8AFE1DBA6F06}"/>
          </ac:spMkLst>
        </pc:spChg>
        <pc:spChg chg="add del mod">
          <ac:chgData name="Malte Heithoff" userId="92960225c14ac204" providerId="LiveId" clId="{E0BBEFF3-CC19-4AC9-BDDD-82D207C7C35E}" dt="2023-10-30T11:35:43.602" v="333"/>
          <ac:spMkLst>
            <pc:docMk/>
            <pc:sldMk cId="1107447613" sldId="310"/>
            <ac:spMk id="10" creationId="{5506B44B-7679-0BF6-0B94-AFB3E74DC5C5}"/>
          </ac:spMkLst>
        </pc:spChg>
        <pc:spChg chg="mod">
          <ac:chgData name="Malte Heithoff" userId="92960225c14ac204" providerId="LiveId" clId="{E0BBEFF3-CC19-4AC9-BDDD-82D207C7C35E}" dt="2023-10-30T12:09:05.556" v="957" actId="790"/>
          <ac:spMkLst>
            <pc:docMk/>
            <pc:sldMk cId="1107447613" sldId="310"/>
            <ac:spMk id="13" creationId="{71909902-00E5-B8BB-8C30-F391C162C6F2}"/>
          </ac:spMkLst>
        </pc:spChg>
        <pc:spChg chg="mod">
          <ac:chgData name="Malte Heithoff" userId="92960225c14ac204" providerId="LiveId" clId="{E0BBEFF3-CC19-4AC9-BDDD-82D207C7C35E}" dt="2023-10-30T12:09:05.556" v="957" actId="790"/>
          <ac:spMkLst>
            <pc:docMk/>
            <pc:sldMk cId="1107447613" sldId="310"/>
            <ac:spMk id="14" creationId="{49935D48-C897-1EEC-0787-020268F51839}"/>
          </ac:spMkLst>
        </pc:spChg>
        <pc:spChg chg="add del mod">
          <ac:chgData name="Malte Heithoff" userId="92960225c14ac204" providerId="LiveId" clId="{E0BBEFF3-CC19-4AC9-BDDD-82D207C7C35E}" dt="2023-10-30T11:37:35.456" v="413" actId="478"/>
          <ac:spMkLst>
            <pc:docMk/>
            <pc:sldMk cId="1107447613" sldId="310"/>
            <ac:spMk id="15" creationId="{0F63E57E-EE56-7A39-E2F6-9BDCF3FCE9E6}"/>
          </ac:spMkLst>
        </pc:spChg>
        <pc:spChg chg="add mod">
          <ac:chgData name="Malte Heithoff" userId="92960225c14ac204" providerId="LiveId" clId="{E0BBEFF3-CC19-4AC9-BDDD-82D207C7C35E}" dt="2023-10-30T11:38:34.586" v="454" actId="1076"/>
          <ac:spMkLst>
            <pc:docMk/>
            <pc:sldMk cId="1107447613" sldId="310"/>
            <ac:spMk id="16" creationId="{A528B237-6005-6A10-C164-A5EE806104D5}"/>
          </ac:spMkLst>
        </pc:spChg>
        <pc:spChg chg="add mod">
          <ac:chgData name="Malte Heithoff" userId="92960225c14ac204" providerId="LiveId" clId="{E0BBEFF3-CC19-4AC9-BDDD-82D207C7C35E}" dt="2023-10-30T11:38:56.368" v="465" actId="1076"/>
          <ac:spMkLst>
            <pc:docMk/>
            <pc:sldMk cId="1107447613" sldId="310"/>
            <ac:spMk id="17" creationId="{6A28862B-ACF8-2857-881E-13AB96E76909}"/>
          </ac:spMkLst>
        </pc:spChg>
        <pc:spChg chg="add mod">
          <ac:chgData name="Malte Heithoff" userId="92960225c14ac204" providerId="LiveId" clId="{E0BBEFF3-CC19-4AC9-BDDD-82D207C7C35E}" dt="2023-10-30T11:38:49.455" v="462" actId="1076"/>
          <ac:spMkLst>
            <pc:docMk/>
            <pc:sldMk cId="1107447613" sldId="310"/>
            <ac:spMk id="18" creationId="{5BBCA4C7-F3BD-F883-8F54-7E45D9884471}"/>
          </ac:spMkLst>
        </pc:spChg>
        <pc:spChg chg="add mod">
          <ac:chgData name="Malte Heithoff" userId="92960225c14ac204" providerId="LiveId" clId="{E0BBEFF3-CC19-4AC9-BDDD-82D207C7C35E}" dt="2023-10-30T11:38:52.243" v="464" actId="1076"/>
          <ac:spMkLst>
            <pc:docMk/>
            <pc:sldMk cId="1107447613" sldId="310"/>
            <ac:spMk id="19" creationId="{CC8DECB8-3E7F-8AB8-9596-BDBDB73CAF75}"/>
          </ac:spMkLst>
        </pc:spChg>
        <pc:spChg chg="add mod">
          <ac:chgData name="Malte Heithoff" userId="92960225c14ac204" providerId="LiveId" clId="{E0BBEFF3-CC19-4AC9-BDDD-82D207C7C35E}" dt="2023-10-30T11:46:33.169" v="536" actId="1035"/>
          <ac:spMkLst>
            <pc:docMk/>
            <pc:sldMk cId="1107447613" sldId="310"/>
            <ac:spMk id="20" creationId="{AC91D182-D705-2398-CB97-7ACF6725003F}"/>
          </ac:spMkLst>
        </pc:spChg>
        <pc:spChg chg="add">
          <ac:chgData name="Malte Heithoff" userId="92960225c14ac204" providerId="LiveId" clId="{E0BBEFF3-CC19-4AC9-BDDD-82D207C7C35E}" dt="2023-10-30T11:39:14.611" v="467" actId="11529"/>
          <ac:spMkLst>
            <pc:docMk/>
            <pc:sldMk cId="1107447613" sldId="310"/>
            <ac:spMk id="25" creationId="{7BE0ECD7-9DEE-CF8A-E096-7A24D1AAB12C}"/>
          </ac:spMkLst>
        </pc:spChg>
        <pc:spChg chg="add">
          <ac:chgData name="Malte Heithoff" userId="92960225c14ac204" providerId="LiveId" clId="{E0BBEFF3-CC19-4AC9-BDDD-82D207C7C35E}" dt="2023-10-30T11:39:21.285" v="468" actId="11529"/>
          <ac:spMkLst>
            <pc:docMk/>
            <pc:sldMk cId="1107447613" sldId="310"/>
            <ac:spMk id="26" creationId="{FDF91A8C-7E54-4456-9113-DB007F7DEA1C}"/>
          </ac:spMkLst>
        </pc:spChg>
        <pc:spChg chg="add">
          <ac:chgData name="Malte Heithoff" userId="92960225c14ac204" providerId="LiveId" clId="{E0BBEFF3-CC19-4AC9-BDDD-82D207C7C35E}" dt="2023-10-30T11:39:27.252" v="469" actId="11529"/>
          <ac:spMkLst>
            <pc:docMk/>
            <pc:sldMk cId="1107447613" sldId="310"/>
            <ac:spMk id="27" creationId="{0744F670-239B-4317-A1BA-871A080B0B4A}"/>
          </ac:spMkLst>
        </pc:spChg>
        <pc:spChg chg="add">
          <ac:chgData name="Malte Heithoff" userId="92960225c14ac204" providerId="LiveId" clId="{E0BBEFF3-CC19-4AC9-BDDD-82D207C7C35E}" dt="2023-10-30T11:39:34.445" v="470" actId="11529"/>
          <ac:spMkLst>
            <pc:docMk/>
            <pc:sldMk cId="1107447613" sldId="310"/>
            <ac:spMk id="28" creationId="{94A6E433-0ACF-1CA4-86C4-23B4B8F58029}"/>
          </ac:spMkLst>
        </pc:spChg>
        <pc:spChg chg="add">
          <ac:chgData name="Malte Heithoff" userId="92960225c14ac204" providerId="LiveId" clId="{E0BBEFF3-CC19-4AC9-BDDD-82D207C7C35E}" dt="2023-10-30T11:39:38.327" v="471" actId="11529"/>
          <ac:spMkLst>
            <pc:docMk/>
            <pc:sldMk cId="1107447613" sldId="310"/>
            <ac:spMk id="30" creationId="{2C6D928F-AFBC-277E-E31B-70DC50179272}"/>
          </ac:spMkLst>
        </pc:spChg>
        <pc:spChg chg="add">
          <ac:chgData name="Malte Heithoff" userId="92960225c14ac204" providerId="LiveId" clId="{E0BBEFF3-CC19-4AC9-BDDD-82D207C7C35E}" dt="2023-10-30T11:39:42.855" v="472" actId="11529"/>
          <ac:spMkLst>
            <pc:docMk/>
            <pc:sldMk cId="1107447613" sldId="310"/>
            <ac:spMk id="33" creationId="{02F10A9B-800D-1858-FBE6-FE560D65E860}"/>
          </ac:spMkLst>
        </pc:spChg>
        <pc:spChg chg="add mod">
          <ac:chgData name="Malte Heithoff" userId="92960225c14ac204" providerId="LiveId" clId="{E0BBEFF3-CC19-4AC9-BDDD-82D207C7C35E}" dt="2023-10-30T11:39:56.322" v="478" actId="1037"/>
          <ac:spMkLst>
            <pc:docMk/>
            <pc:sldMk cId="1107447613" sldId="310"/>
            <ac:spMk id="34" creationId="{FAD98A37-9C0D-3C88-BF02-A20E1C1DEB42}"/>
          </ac:spMkLst>
        </pc:spChg>
        <pc:spChg chg="mod">
          <ac:chgData name="Malte Heithoff" userId="92960225c14ac204" providerId="LiveId" clId="{E0BBEFF3-CC19-4AC9-BDDD-82D207C7C35E}" dt="2023-10-30T12:09:05.556" v="957" actId="790"/>
          <ac:spMkLst>
            <pc:docMk/>
            <pc:sldMk cId="1107447613" sldId="310"/>
            <ac:spMk id="37" creationId="{32B97C8F-AF10-E82F-0235-1197AC813D6E}"/>
          </ac:spMkLst>
        </pc:spChg>
        <pc:spChg chg="mod">
          <ac:chgData name="Malte Heithoff" userId="92960225c14ac204" providerId="LiveId" clId="{E0BBEFF3-CC19-4AC9-BDDD-82D207C7C35E}" dt="2023-10-30T12:09:05.556" v="957" actId="790"/>
          <ac:spMkLst>
            <pc:docMk/>
            <pc:sldMk cId="1107447613" sldId="310"/>
            <ac:spMk id="39" creationId="{44AA518A-7EAA-25DD-3B50-D97AD44FE8E1}"/>
          </ac:spMkLst>
        </pc:spChg>
        <pc:spChg chg="mod">
          <ac:chgData name="Malte Heithoff" userId="92960225c14ac204" providerId="LiveId" clId="{E0BBEFF3-CC19-4AC9-BDDD-82D207C7C35E}" dt="2023-10-30T12:09:05.556" v="957" actId="790"/>
          <ac:spMkLst>
            <pc:docMk/>
            <pc:sldMk cId="1107447613" sldId="310"/>
            <ac:spMk id="41" creationId="{988FC40F-5956-E8A9-0D32-C0A7A977A31C}"/>
          </ac:spMkLst>
        </pc:spChg>
        <pc:spChg chg="mod">
          <ac:chgData name="Malte Heithoff" userId="92960225c14ac204" providerId="LiveId" clId="{E0BBEFF3-CC19-4AC9-BDDD-82D207C7C35E}" dt="2023-10-30T12:09:05.556" v="957" actId="790"/>
          <ac:spMkLst>
            <pc:docMk/>
            <pc:sldMk cId="1107447613" sldId="310"/>
            <ac:spMk id="42" creationId="{8EE2197B-7E09-E980-2DE6-D1C3F732D794}"/>
          </ac:spMkLst>
        </pc:spChg>
        <pc:spChg chg="mod">
          <ac:chgData name="Malte Heithoff" userId="92960225c14ac204" providerId="LiveId" clId="{E0BBEFF3-CC19-4AC9-BDDD-82D207C7C35E}" dt="2023-10-30T11:45:34.795" v="509"/>
          <ac:spMkLst>
            <pc:docMk/>
            <pc:sldMk cId="1107447613" sldId="310"/>
            <ac:spMk id="45" creationId="{26CEB5DE-2BCE-4655-B5CF-4C6D9D5E8BC3}"/>
          </ac:spMkLst>
        </pc:spChg>
        <pc:spChg chg="mod">
          <ac:chgData name="Malte Heithoff" userId="92960225c14ac204" providerId="LiveId" clId="{E0BBEFF3-CC19-4AC9-BDDD-82D207C7C35E}" dt="2023-10-30T11:45:34.795" v="509"/>
          <ac:spMkLst>
            <pc:docMk/>
            <pc:sldMk cId="1107447613" sldId="310"/>
            <ac:spMk id="46" creationId="{AF02EF23-1789-4E65-3A9D-CACDAD1236EB}"/>
          </ac:spMkLst>
        </pc:spChg>
        <pc:spChg chg="mod">
          <ac:chgData name="Malte Heithoff" userId="92960225c14ac204" providerId="LiveId" clId="{E0BBEFF3-CC19-4AC9-BDDD-82D207C7C35E}" dt="2023-10-30T11:45:34.795" v="509"/>
          <ac:spMkLst>
            <pc:docMk/>
            <pc:sldMk cId="1107447613" sldId="310"/>
            <ac:spMk id="47" creationId="{394BE3D2-4C9F-5825-1823-2530533A49AF}"/>
          </ac:spMkLst>
        </pc:spChg>
        <pc:spChg chg="mod">
          <ac:chgData name="Malte Heithoff" userId="92960225c14ac204" providerId="LiveId" clId="{E0BBEFF3-CC19-4AC9-BDDD-82D207C7C35E}" dt="2023-10-30T11:45:34.795" v="509"/>
          <ac:spMkLst>
            <pc:docMk/>
            <pc:sldMk cId="1107447613" sldId="310"/>
            <ac:spMk id="48" creationId="{E5DB831A-07FA-7EE1-A2CA-7445EBB1B36E}"/>
          </ac:spMkLst>
        </pc:spChg>
        <pc:spChg chg="mod">
          <ac:chgData name="Malte Heithoff" userId="92960225c14ac204" providerId="LiveId" clId="{E0BBEFF3-CC19-4AC9-BDDD-82D207C7C35E}" dt="2023-10-30T11:45:34.795" v="509"/>
          <ac:spMkLst>
            <pc:docMk/>
            <pc:sldMk cId="1107447613" sldId="310"/>
            <ac:spMk id="49" creationId="{859C57A0-407C-F9BA-34DB-64069E14ED98}"/>
          </ac:spMkLst>
        </pc:spChg>
        <pc:spChg chg="mod">
          <ac:chgData name="Malte Heithoff" userId="92960225c14ac204" providerId="LiveId" clId="{E0BBEFF3-CC19-4AC9-BDDD-82D207C7C35E}" dt="2023-10-30T11:45:34.795" v="509"/>
          <ac:spMkLst>
            <pc:docMk/>
            <pc:sldMk cId="1107447613" sldId="310"/>
            <ac:spMk id="50" creationId="{D836F615-401C-BD10-D8E6-6A52EB5579C6}"/>
          </ac:spMkLst>
        </pc:spChg>
        <pc:spChg chg="mod">
          <ac:chgData name="Malte Heithoff" userId="92960225c14ac204" providerId="LiveId" clId="{E0BBEFF3-CC19-4AC9-BDDD-82D207C7C35E}" dt="2023-10-30T11:45:34.795" v="509"/>
          <ac:spMkLst>
            <pc:docMk/>
            <pc:sldMk cId="1107447613" sldId="310"/>
            <ac:spMk id="51" creationId="{77453594-8FC7-D2FF-30B3-707811E1492B}"/>
          </ac:spMkLst>
        </pc:spChg>
        <pc:spChg chg="mod">
          <ac:chgData name="Malte Heithoff" userId="92960225c14ac204" providerId="LiveId" clId="{E0BBEFF3-CC19-4AC9-BDDD-82D207C7C35E}" dt="2023-10-30T12:11:57.846" v="1008" actId="1076"/>
          <ac:spMkLst>
            <pc:docMk/>
            <pc:sldMk cId="1107447613" sldId="310"/>
            <ac:spMk id="52" creationId="{2689F7A2-0FDA-A390-6393-280C7A521964}"/>
          </ac:spMkLst>
        </pc:spChg>
        <pc:spChg chg="mod">
          <ac:chgData name="Malte Heithoff" userId="92960225c14ac204" providerId="LiveId" clId="{E0BBEFF3-CC19-4AC9-BDDD-82D207C7C35E}" dt="2023-10-30T12:09:05.556" v="957" actId="790"/>
          <ac:spMkLst>
            <pc:docMk/>
            <pc:sldMk cId="1107447613" sldId="310"/>
            <ac:spMk id="55" creationId="{8BC3BE7C-2977-2E09-9943-43F11837ACE1}"/>
          </ac:spMkLst>
        </pc:spChg>
        <pc:spChg chg="mod">
          <ac:chgData name="Malte Heithoff" userId="92960225c14ac204" providerId="LiveId" clId="{E0BBEFF3-CC19-4AC9-BDDD-82D207C7C35E}" dt="2023-10-30T12:09:05.556" v="957" actId="790"/>
          <ac:spMkLst>
            <pc:docMk/>
            <pc:sldMk cId="1107447613" sldId="310"/>
            <ac:spMk id="56" creationId="{5B81D1D9-7A76-4BE6-090A-CDB1B45EA091}"/>
          </ac:spMkLst>
        </pc:spChg>
        <pc:spChg chg="mod">
          <ac:chgData name="Malte Heithoff" userId="92960225c14ac204" providerId="LiveId" clId="{E0BBEFF3-CC19-4AC9-BDDD-82D207C7C35E}" dt="2023-10-30T12:09:05.556" v="957" actId="790"/>
          <ac:spMkLst>
            <pc:docMk/>
            <pc:sldMk cId="1107447613" sldId="310"/>
            <ac:spMk id="58" creationId="{161440B1-D4DD-2F9A-C8BF-375E6A21C9E6}"/>
          </ac:spMkLst>
        </pc:spChg>
        <pc:spChg chg="mod">
          <ac:chgData name="Malte Heithoff" userId="92960225c14ac204" providerId="LiveId" clId="{E0BBEFF3-CC19-4AC9-BDDD-82D207C7C35E}" dt="2023-10-30T12:09:05.556" v="957" actId="790"/>
          <ac:spMkLst>
            <pc:docMk/>
            <pc:sldMk cId="1107447613" sldId="310"/>
            <ac:spMk id="61" creationId="{20D6EF9E-1374-A531-D6E0-E9C0B264091E}"/>
          </ac:spMkLst>
        </pc:spChg>
        <pc:spChg chg="add mod">
          <ac:chgData name="Malte Heithoff" userId="92960225c14ac204" providerId="LiveId" clId="{E0BBEFF3-CC19-4AC9-BDDD-82D207C7C35E}" dt="2023-10-30T12:11:57.846" v="1008" actId="1076"/>
          <ac:spMkLst>
            <pc:docMk/>
            <pc:sldMk cId="1107447613" sldId="310"/>
            <ac:spMk id="62" creationId="{D7A6F448-9D9E-1524-F37B-7CB81E7ADD0E}"/>
          </ac:spMkLst>
        </pc:spChg>
        <pc:spChg chg="add mod">
          <ac:chgData name="Malte Heithoff" userId="92960225c14ac204" providerId="LiveId" clId="{E0BBEFF3-CC19-4AC9-BDDD-82D207C7C35E}" dt="2023-10-30T12:11:57.846" v="1008" actId="1076"/>
          <ac:spMkLst>
            <pc:docMk/>
            <pc:sldMk cId="1107447613" sldId="310"/>
            <ac:spMk id="63" creationId="{6183F128-4D14-6180-160B-C1A057A435B8}"/>
          </ac:spMkLst>
        </pc:spChg>
        <pc:spChg chg="del">
          <ac:chgData name="Malte Heithoff" userId="92960225c14ac204" providerId="LiveId" clId="{E0BBEFF3-CC19-4AC9-BDDD-82D207C7C35E}" dt="2023-10-30T11:34:42.868" v="323" actId="478"/>
          <ac:spMkLst>
            <pc:docMk/>
            <pc:sldMk cId="1107447613" sldId="310"/>
            <ac:spMk id="81" creationId="{3DEB1AFC-E782-BA9D-160F-2BAEC2357849}"/>
          </ac:spMkLst>
        </pc:spChg>
        <pc:spChg chg="del">
          <ac:chgData name="Malte Heithoff" userId="92960225c14ac204" providerId="LiveId" clId="{E0BBEFF3-CC19-4AC9-BDDD-82D207C7C35E}" dt="2023-10-30T11:34:42.868" v="323" actId="478"/>
          <ac:spMkLst>
            <pc:docMk/>
            <pc:sldMk cId="1107447613" sldId="310"/>
            <ac:spMk id="82" creationId="{E1562696-899E-DA1E-15BB-C836DA76FC44}"/>
          </ac:spMkLst>
        </pc:spChg>
        <pc:spChg chg="del">
          <ac:chgData name="Malte Heithoff" userId="92960225c14ac204" providerId="LiveId" clId="{E0BBEFF3-CC19-4AC9-BDDD-82D207C7C35E}" dt="2023-10-30T11:34:42.868" v="323" actId="478"/>
          <ac:spMkLst>
            <pc:docMk/>
            <pc:sldMk cId="1107447613" sldId="310"/>
            <ac:spMk id="83" creationId="{D79CDA66-BF39-B691-10D1-E8FE46616C32}"/>
          </ac:spMkLst>
        </pc:spChg>
        <pc:spChg chg="del">
          <ac:chgData name="Malte Heithoff" userId="92960225c14ac204" providerId="LiveId" clId="{E0BBEFF3-CC19-4AC9-BDDD-82D207C7C35E}" dt="2023-10-30T11:34:42.868" v="323" actId="478"/>
          <ac:spMkLst>
            <pc:docMk/>
            <pc:sldMk cId="1107447613" sldId="310"/>
            <ac:spMk id="84" creationId="{DE6F52E4-2445-CF2C-479B-8E46596998AD}"/>
          </ac:spMkLst>
        </pc:spChg>
        <pc:spChg chg="mod">
          <ac:chgData name="Malte Heithoff" userId="92960225c14ac204" providerId="LiveId" clId="{E0BBEFF3-CC19-4AC9-BDDD-82D207C7C35E}" dt="2023-10-30T12:09:05.556" v="957" actId="790"/>
          <ac:spMkLst>
            <pc:docMk/>
            <pc:sldMk cId="1107447613" sldId="310"/>
            <ac:spMk id="85" creationId="{3D1B46D2-744B-09F6-BB62-76FC9A78EFC1}"/>
          </ac:spMkLst>
        </pc:spChg>
        <pc:spChg chg="mod">
          <ac:chgData name="Malte Heithoff" userId="92960225c14ac204" providerId="LiveId" clId="{E0BBEFF3-CC19-4AC9-BDDD-82D207C7C35E}" dt="2023-10-30T12:09:05.556" v="957" actId="790"/>
          <ac:spMkLst>
            <pc:docMk/>
            <pc:sldMk cId="1107447613" sldId="310"/>
            <ac:spMk id="86" creationId="{201AAF89-4F58-21C8-4D1C-66BFCFC68AAB}"/>
          </ac:spMkLst>
        </pc:spChg>
        <pc:spChg chg="del">
          <ac:chgData name="Malte Heithoff" userId="92960225c14ac204" providerId="LiveId" clId="{E0BBEFF3-CC19-4AC9-BDDD-82D207C7C35E}" dt="2023-10-30T11:34:42.868" v="323" actId="478"/>
          <ac:spMkLst>
            <pc:docMk/>
            <pc:sldMk cId="1107447613" sldId="310"/>
            <ac:spMk id="87" creationId="{E95502A0-21C8-2624-25BB-CEDF659216C0}"/>
          </ac:spMkLst>
        </pc:spChg>
        <pc:spChg chg="del">
          <ac:chgData name="Malte Heithoff" userId="92960225c14ac204" providerId="LiveId" clId="{E0BBEFF3-CC19-4AC9-BDDD-82D207C7C35E}" dt="2023-10-30T11:34:42.868" v="323" actId="478"/>
          <ac:spMkLst>
            <pc:docMk/>
            <pc:sldMk cId="1107447613" sldId="310"/>
            <ac:spMk id="89" creationId="{4214B837-41E9-2A98-92FF-4B7614E84340}"/>
          </ac:spMkLst>
        </pc:spChg>
        <pc:spChg chg="del">
          <ac:chgData name="Malte Heithoff" userId="92960225c14ac204" providerId="LiveId" clId="{E0BBEFF3-CC19-4AC9-BDDD-82D207C7C35E}" dt="2023-10-30T11:34:42.868" v="323" actId="478"/>
          <ac:spMkLst>
            <pc:docMk/>
            <pc:sldMk cId="1107447613" sldId="310"/>
            <ac:spMk id="90" creationId="{A3AA3684-DF23-42D5-6B96-CCCB98073367}"/>
          </ac:spMkLst>
        </pc:spChg>
        <pc:spChg chg="del">
          <ac:chgData name="Malte Heithoff" userId="92960225c14ac204" providerId="LiveId" clId="{E0BBEFF3-CC19-4AC9-BDDD-82D207C7C35E}" dt="2023-10-30T11:34:42.868" v="323" actId="478"/>
          <ac:spMkLst>
            <pc:docMk/>
            <pc:sldMk cId="1107447613" sldId="310"/>
            <ac:spMk id="91" creationId="{5C7D2959-2A7C-1786-92BE-660DB04ABBE1}"/>
          </ac:spMkLst>
        </pc:spChg>
        <pc:spChg chg="mod">
          <ac:chgData name="Malte Heithoff" userId="92960225c14ac204" providerId="LiveId" clId="{E0BBEFF3-CC19-4AC9-BDDD-82D207C7C35E}" dt="2023-10-30T11:50:22.869" v="621"/>
          <ac:spMkLst>
            <pc:docMk/>
            <pc:sldMk cId="1107447613" sldId="310"/>
            <ac:spMk id="95" creationId="{67A08043-01D8-CE78-D4EE-6C734A9EBFF4}"/>
          </ac:spMkLst>
        </pc:spChg>
        <pc:spChg chg="del">
          <ac:chgData name="Malte Heithoff" userId="92960225c14ac204" providerId="LiveId" clId="{E0BBEFF3-CC19-4AC9-BDDD-82D207C7C35E}" dt="2023-10-30T11:34:42.868" v="323" actId="478"/>
          <ac:spMkLst>
            <pc:docMk/>
            <pc:sldMk cId="1107447613" sldId="310"/>
            <ac:spMk id="97" creationId="{5A2EE727-EC8A-3A8C-428C-BB2D8DA517C5}"/>
          </ac:spMkLst>
        </pc:spChg>
        <pc:spChg chg="mod">
          <ac:chgData name="Malte Heithoff" userId="92960225c14ac204" providerId="LiveId" clId="{E0BBEFF3-CC19-4AC9-BDDD-82D207C7C35E}" dt="2023-10-30T11:50:22.869" v="621"/>
          <ac:spMkLst>
            <pc:docMk/>
            <pc:sldMk cId="1107447613" sldId="310"/>
            <ac:spMk id="104" creationId="{350E6068-0B2C-364A-FC59-074AF1E59789}"/>
          </ac:spMkLst>
        </pc:spChg>
        <pc:spChg chg="mod">
          <ac:chgData name="Malte Heithoff" userId="92960225c14ac204" providerId="LiveId" clId="{E0BBEFF3-CC19-4AC9-BDDD-82D207C7C35E}" dt="2023-10-30T11:50:22.870" v="623"/>
          <ac:spMkLst>
            <pc:docMk/>
            <pc:sldMk cId="1107447613" sldId="310"/>
            <ac:spMk id="106" creationId="{F06B9CB9-CE3D-EC08-8F1F-D534F92C2EAE}"/>
          </ac:spMkLst>
        </pc:spChg>
        <pc:spChg chg="mod">
          <ac:chgData name="Malte Heithoff" userId="92960225c14ac204" providerId="LiveId" clId="{E0BBEFF3-CC19-4AC9-BDDD-82D207C7C35E}" dt="2023-10-30T11:50:22.870" v="623"/>
          <ac:spMkLst>
            <pc:docMk/>
            <pc:sldMk cId="1107447613" sldId="310"/>
            <ac:spMk id="108" creationId="{55E2C20F-E0C2-C967-1C85-5465ECFEA7AF}"/>
          </ac:spMkLst>
        </pc:spChg>
        <pc:spChg chg="mod">
          <ac:chgData name="Malte Heithoff" userId="92960225c14ac204" providerId="LiveId" clId="{E0BBEFF3-CC19-4AC9-BDDD-82D207C7C35E}" dt="2023-10-30T11:49:34.282" v="608"/>
          <ac:spMkLst>
            <pc:docMk/>
            <pc:sldMk cId="1107447613" sldId="310"/>
            <ac:spMk id="110" creationId="{D44B1439-C48A-C16D-AA39-09DE0718B1FE}"/>
          </ac:spMkLst>
        </pc:spChg>
        <pc:spChg chg="mod">
          <ac:chgData name="Malte Heithoff" userId="92960225c14ac204" providerId="LiveId" clId="{E0BBEFF3-CC19-4AC9-BDDD-82D207C7C35E}" dt="2023-10-30T11:49:34.282" v="608"/>
          <ac:spMkLst>
            <pc:docMk/>
            <pc:sldMk cId="1107447613" sldId="310"/>
            <ac:spMk id="111" creationId="{40E03B1D-5C20-3925-18F9-8B49C4F17C14}"/>
          </ac:spMkLst>
        </pc:spChg>
        <pc:spChg chg="add mod">
          <ac:chgData name="Malte Heithoff" userId="92960225c14ac204" providerId="LiveId" clId="{E0BBEFF3-CC19-4AC9-BDDD-82D207C7C35E}" dt="2023-10-30T12:11:57.846" v="1008" actId="1076"/>
          <ac:spMkLst>
            <pc:docMk/>
            <pc:sldMk cId="1107447613" sldId="310"/>
            <ac:spMk id="112" creationId="{79557560-8DDB-52F3-B01C-D7D167F6D7E7}"/>
          </ac:spMkLst>
        </pc:spChg>
        <pc:spChg chg="add mod">
          <ac:chgData name="Malte Heithoff" userId="92960225c14ac204" providerId="LiveId" clId="{E0BBEFF3-CC19-4AC9-BDDD-82D207C7C35E}" dt="2023-10-30T12:11:57.846" v="1008" actId="1076"/>
          <ac:spMkLst>
            <pc:docMk/>
            <pc:sldMk cId="1107447613" sldId="310"/>
            <ac:spMk id="113" creationId="{8525D9EE-F364-38BC-B2EA-04EE8EAC1546}"/>
          </ac:spMkLst>
        </pc:spChg>
        <pc:spChg chg="add mod">
          <ac:chgData name="Malte Heithoff" userId="92960225c14ac204" providerId="LiveId" clId="{E0BBEFF3-CC19-4AC9-BDDD-82D207C7C35E}" dt="2023-10-30T12:11:57.846" v="1008" actId="1076"/>
          <ac:spMkLst>
            <pc:docMk/>
            <pc:sldMk cId="1107447613" sldId="310"/>
            <ac:spMk id="116" creationId="{975D31BD-C6D4-9144-2659-384C39F3C7A6}"/>
          </ac:spMkLst>
        </pc:spChg>
        <pc:spChg chg="del">
          <ac:chgData name="Malte Heithoff" userId="92960225c14ac204" providerId="LiveId" clId="{E0BBEFF3-CC19-4AC9-BDDD-82D207C7C35E}" dt="2023-10-30T11:34:42.868" v="323" actId="478"/>
          <ac:spMkLst>
            <pc:docMk/>
            <pc:sldMk cId="1107447613" sldId="310"/>
            <ac:spMk id="119" creationId="{0E82683B-FF46-01C3-B5A4-C9E19E1049AE}"/>
          </ac:spMkLst>
        </pc:spChg>
        <pc:spChg chg="del">
          <ac:chgData name="Malte Heithoff" userId="92960225c14ac204" providerId="LiveId" clId="{E0BBEFF3-CC19-4AC9-BDDD-82D207C7C35E}" dt="2023-10-30T11:34:42.868" v="323" actId="478"/>
          <ac:spMkLst>
            <pc:docMk/>
            <pc:sldMk cId="1107447613" sldId="310"/>
            <ac:spMk id="123" creationId="{9C407764-F9AD-30BC-1ED1-E1DD464163E9}"/>
          </ac:spMkLst>
        </pc:spChg>
        <pc:spChg chg="del">
          <ac:chgData name="Malte Heithoff" userId="92960225c14ac204" providerId="LiveId" clId="{E0BBEFF3-CC19-4AC9-BDDD-82D207C7C35E}" dt="2023-10-30T11:34:42.868" v="323" actId="478"/>
          <ac:spMkLst>
            <pc:docMk/>
            <pc:sldMk cId="1107447613" sldId="310"/>
            <ac:spMk id="125" creationId="{F02D4B31-FEC0-89A0-AA0E-55CAF185FF1A}"/>
          </ac:spMkLst>
        </pc:spChg>
        <pc:spChg chg="del">
          <ac:chgData name="Malte Heithoff" userId="92960225c14ac204" providerId="LiveId" clId="{E0BBEFF3-CC19-4AC9-BDDD-82D207C7C35E}" dt="2023-10-30T11:34:42.868" v="323" actId="478"/>
          <ac:spMkLst>
            <pc:docMk/>
            <pc:sldMk cId="1107447613" sldId="310"/>
            <ac:spMk id="126" creationId="{74F0F544-2C4E-4F0F-D4CE-F896DDDD3722}"/>
          </ac:spMkLst>
        </pc:spChg>
        <pc:spChg chg="add mod">
          <ac:chgData name="Malte Heithoff" userId="92960225c14ac204" providerId="LiveId" clId="{E0BBEFF3-CC19-4AC9-BDDD-82D207C7C35E}" dt="2023-10-30T11:52:46.120" v="671" actId="2085"/>
          <ac:spMkLst>
            <pc:docMk/>
            <pc:sldMk cId="1107447613" sldId="310"/>
            <ac:spMk id="131" creationId="{567D4C3C-4663-9A63-6C73-9B9105A6B3D8}"/>
          </ac:spMkLst>
        </pc:spChg>
        <pc:spChg chg="add mod">
          <ac:chgData name="Malte Heithoff" userId="92960225c14ac204" providerId="LiveId" clId="{E0BBEFF3-CC19-4AC9-BDDD-82D207C7C35E}" dt="2023-10-30T11:52:46.120" v="671" actId="2085"/>
          <ac:spMkLst>
            <pc:docMk/>
            <pc:sldMk cId="1107447613" sldId="310"/>
            <ac:spMk id="132" creationId="{C7521A57-45D7-3E12-56EF-0F4FE0DBC2AB}"/>
          </ac:spMkLst>
        </pc:spChg>
        <pc:spChg chg="add mod">
          <ac:chgData name="Malte Heithoff" userId="92960225c14ac204" providerId="LiveId" clId="{E0BBEFF3-CC19-4AC9-BDDD-82D207C7C35E}" dt="2023-10-30T11:53:07.714" v="674" actId="164"/>
          <ac:spMkLst>
            <pc:docMk/>
            <pc:sldMk cId="1107447613" sldId="310"/>
            <ac:spMk id="137" creationId="{ABE49EFC-81D8-D982-F78E-7A018A7AB266}"/>
          </ac:spMkLst>
        </pc:spChg>
        <pc:spChg chg="add mod">
          <ac:chgData name="Malte Heithoff" userId="92960225c14ac204" providerId="LiveId" clId="{E0BBEFF3-CC19-4AC9-BDDD-82D207C7C35E}" dt="2023-10-30T11:53:07.714" v="674" actId="164"/>
          <ac:spMkLst>
            <pc:docMk/>
            <pc:sldMk cId="1107447613" sldId="310"/>
            <ac:spMk id="138" creationId="{D703DE3D-155E-9F5D-B5B7-3D60EB1E3CC3}"/>
          </ac:spMkLst>
        </pc:spChg>
        <pc:spChg chg="del">
          <ac:chgData name="Malte Heithoff" userId="92960225c14ac204" providerId="LiveId" clId="{E0BBEFF3-CC19-4AC9-BDDD-82D207C7C35E}" dt="2023-10-30T11:34:42.868" v="323" actId="478"/>
          <ac:spMkLst>
            <pc:docMk/>
            <pc:sldMk cId="1107447613" sldId="310"/>
            <ac:spMk id="141" creationId="{1A23279C-D17F-E6BA-3DAD-8428E80CC846}"/>
          </ac:spMkLst>
        </pc:spChg>
        <pc:spChg chg="add del mod">
          <ac:chgData name="Malte Heithoff" userId="92960225c14ac204" providerId="LiveId" clId="{E0BBEFF3-CC19-4AC9-BDDD-82D207C7C35E}" dt="2023-10-30T11:53:27.473" v="679"/>
          <ac:spMkLst>
            <pc:docMk/>
            <pc:sldMk cId="1107447613" sldId="310"/>
            <ac:spMk id="142" creationId="{033E93F7-8BC7-3A44-4022-46838C575A23}"/>
          </ac:spMkLst>
        </pc:spChg>
        <pc:spChg chg="add del mod">
          <ac:chgData name="Malte Heithoff" userId="92960225c14ac204" providerId="LiveId" clId="{E0BBEFF3-CC19-4AC9-BDDD-82D207C7C35E}" dt="2023-10-30T11:53:27.473" v="679"/>
          <ac:spMkLst>
            <pc:docMk/>
            <pc:sldMk cId="1107447613" sldId="310"/>
            <ac:spMk id="143" creationId="{42C358F5-9513-F18C-E374-A3F18724EEFC}"/>
          </ac:spMkLst>
        </pc:spChg>
        <pc:spChg chg="add mod">
          <ac:chgData name="Malte Heithoff" userId="92960225c14ac204" providerId="LiveId" clId="{E0BBEFF3-CC19-4AC9-BDDD-82D207C7C35E}" dt="2023-10-30T11:53:39.344" v="691" actId="164"/>
          <ac:spMkLst>
            <pc:docMk/>
            <pc:sldMk cId="1107447613" sldId="310"/>
            <ac:spMk id="144" creationId="{F7E17A83-0DDC-AC98-F18A-4D0CB306E2A1}"/>
          </ac:spMkLst>
        </pc:spChg>
        <pc:spChg chg="add mod">
          <ac:chgData name="Malte Heithoff" userId="92960225c14ac204" providerId="LiveId" clId="{E0BBEFF3-CC19-4AC9-BDDD-82D207C7C35E}" dt="2023-10-30T11:53:39.344" v="691" actId="164"/>
          <ac:spMkLst>
            <pc:docMk/>
            <pc:sldMk cId="1107447613" sldId="310"/>
            <ac:spMk id="145" creationId="{AAE33E52-6855-0101-FC2A-09874165A4BA}"/>
          </ac:spMkLst>
        </pc:spChg>
        <pc:spChg chg="del">
          <ac:chgData name="Malte Heithoff" userId="92960225c14ac204" providerId="LiveId" clId="{E0BBEFF3-CC19-4AC9-BDDD-82D207C7C35E}" dt="2023-10-30T11:34:42.868" v="323" actId="478"/>
          <ac:spMkLst>
            <pc:docMk/>
            <pc:sldMk cId="1107447613" sldId="310"/>
            <ac:spMk id="147" creationId="{A1F2360C-8229-DDAA-1A22-A4CD981C3C78}"/>
          </ac:spMkLst>
        </pc:spChg>
        <pc:spChg chg="mod">
          <ac:chgData name="Malte Heithoff" userId="92960225c14ac204" providerId="LiveId" clId="{E0BBEFF3-CC19-4AC9-BDDD-82D207C7C35E}" dt="2023-10-30T12:11:57.846" v="1008" actId="1076"/>
          <ac:spMkLst>
            <pc:docMk/>
            <pc:sldMk cId="1107447613" sldId="310"/>
            <ac:spMk id="148" creationId="{62AA2151-551F-78E9-2306-9F1DA2667EEF}"/>
          </ac:spMkLst>
        </pc:spChg>
        <pc:spChg chg="mod">
          <ac:chgData name="Malte Heithoff" userId="92960225c14ac204" providerId="LiveId" clId="{E0BBEFF3-CC19-4AC9-BDDD-82D207C7C35E}" dt="2023-10-30T12:09:05.556" v="957" actId="790"/>
          <ac:spMkLst>
            <pc:docMk/>
            <pc:sldMk cId="1107447613" sldId="310"/>
            <ac:spMk id="166" creationId="{6EC36D36-21D0-11C5-8EF1-B7AB6AEF89B9}"/>
          </ac:spMkLst>
        </pc:spChg>
        <pc:spChg chg="mod">
          <ac:chgData name="Malte Heithoff" userId="92960225c14ac204" providerId="LiveId" clId="{E0BBEFF3-CC19-4AC9-BDDD-82D207C7C35E}" dt="2023-10-30T12:09:05.556" v="957" actId="790"/>
          <ac:spMkLst>
            <pc:docMk/>
            <pc:sldMk cId="1107447613" sldId="310"/>
            <ac:spMk id="167" creationId="{3BFF7DE9-47D5-59FA-7F0A-2953C4158BE7}"/>
          </ac:spMkLst>
        </pc:spChg>
        <pc:spChg chg="mod">
          <ac:chgData name="Malte Heithoff" userId="92960225c14ac204" providerId="LiveId" clId="{E0BBEFF3-CC19-4AC9-BDDD-82D207C7C35E}" dt="2023-10-30T12:09:05.556" v="957" actId="790"/>
          <ac:spMkLst>
            <pc:docMk/>
            <pc:sldMk cId="1107447613" sldId="310"/>
            <ac:spMk id="170" creationId="{68BC0225-279A-FFD3-7542-3B2FD70E2E1D}"/>
          </ac:spMkLst>
        </pc:spChg>
        <pc:spChg chg="mod">
          <ac:chgData name="Malte Heithoff" userId="92960225c14ac204" providerId="LiveId" clId="{E0BBEFF3-CC19-4AC9-BDDD-82D207C7C35E}" dt="2023-10-30T12:09:05.556" v="957" actId="790"/>
          <ac:spMkLst>
            <pc:docMk/>
            <pc:sldMk cId="1107447613" sldId="310"/>
            <ac:spMk id="171" creationId="{F1BD2686-9B38-18D6-FAD2-A59FB71B8227}"/>
          </ac:spMkLst>
        </pc:spChg>
        <pc:spChg chg="mod">
          <ac:chgData name="Malte Heithoff" userId="92960225c14ac204" providerId="LiveId" clId="{E0BBEFF3-CC19-4AC9-BDDD-82D207C7C35E}" dt="2023-10-30T11:48:52.658" v="600" actId="20577"/>
          <ac:spMkLst>
            <pc:docMk/>
            <pc:sldMk cId="1107447613" sldId="310"/>
            <ac:spMk id="172" creationId="{AFF1DC53-6A21-34BE-6CCE-8570B2523C2B}"/>
          </ac:spMkLst>
        </pc:spChg>
        <pc:spChg chg="add mod">
          <ac:chgData name="Malte Heithoff" userId="92960225c14ac204" providerId="LiveId" clId="{E0BBEFF3-CC19-4AC9-BDDD-82D207C7C35E}" dt="2023-10-30T11:58:48.052" v="771" actId="164"/>
          <ac:spMkLst>
            <pc:docMk/>
            <pc:sldMk cId="1107447613" sldId="310"/>
            <ac:spMk id="179" creationId="{25EB1EB3-F1D2-3E21-7626-C77800D73D16}"/>
          </ac:spMkLst>
        </pc:spChg>
        <pc:spChg chg="add mod">
          <ac:chgData name="Malte Heithoff" userId="92960225c14ac204" providerId="LiveId" clId="{E0BBEFF3-CC19-4AC9-BDDD-82D207C7C35E}" dt="2023-10-30T11:58:48.052" v="771" actId="164"/>
          <ac:spMkLst>
            <pc:docMk/>
            <pc:sldMk cId="1107447613" sldId="310"/>
            <ac:spMk id="180" creationId="{F16A9641-F661-D760-32B9-3D76DAED6406}"/>
          </ac:spMkLst>
        </pc:spChg>
        <pc:spChg chg="add mod">
          <ac:chgData name="Malte Heithoff" userId="92960225c14ac204" providerId="LiveId" clId="{E0BBEFF3-CC19-4AC9-BDDD-82D207C7C35E}" dt="2023-10-30T11:59:33.433" v="782" actId="164"/>
          <ac:spMkLst>
            <pc:docMk/>
            <pc:sldMk cId="1107447613" sldId="310"/>
            <ac:spMk id="188" creationId="{751A8AF0-6D88-8AA2-9557-6F2C06181FD2}"/>
          </ac:spMkLst>
        </pc:spChg>
        <pc:spChg chg="add mod">
          <ac:chgData name="Malte Heithoff" userId="92960225c14ac204" providerId="LiveId" clId="{E0BBEFF3-CC19-4AC9-BDDD-82D207C7C35E}" dt="2023-10-30T11:59:33.433" v="782" actId="164"/>
          <ac:spMkLst>
            <pc:docMk/>
            <pc:sldMk cId="1107447613" sldId="310"/>
            <ac:spMk id="189" creationId="{C529B839-E1E6-86F3-72B1-725D09F1F701}"/>
          </ac:spMkLst>
        </pc:spChg>
        <pc:spChg chg="add mod">
          <ac:chgData name="Malte Heithoff" userId="92960225c14ac204" providerId="LiveId" clId="{E0BBEFF3-CC19-4AC9-BDDD-82D207C7C35E}" dt="2023-10-30T11:59:28.383" v="781" actId="164"/>
          <ac:spMkLst>
            <pc:docMk/>
            <pc:sldMk cId="1107447613" sldId="310"/>
            <ac:spMk id="190" creationId="{F0841523-3F5E-499F-4D5E-3D69DD08FD1E}"/>
          </ac:spMkLst>
        </pc:spChg>
        <pc:spChg chg="add mod">
          <ac:chgData name="Malte Heithoff" userId="92960225c14ac204" providerId="LiveId" clId="{E0BBEFF3-CC19-4AC9-BDDD-82D207C7C35E}" dt="2023-10-30T11:59:28.383" v="781" actId="164"/>
          <ac:spMkLst>
            <pc:docMk/>
            <pc:sldMk cId="1107447613" sldId="310"/>
            <ac:spMk id="191" creationId="{42B68009-12D3-D64E-592C-B50D3D0D208D}"/>
          </ac:spMkLst>
        </pc:spChg>
        <pc:spChg chg="add mod">
          <ac:chgData name="Malte Heithoff" userId="92960225c14ac204" providerId="LiveId" clId="{E0BBEFF3-CC19-4AC9-BDDD-82D207C7C35E}" dt="2023-10-30T11:59:21.621" v="780" actId="164"/>
          <ac:spMkLst>
            <pc:docMk/>
            <pc:sldMk cId="1107447613" sldId="310"/>
            <ac:spMk id="192" creationId="{3EA62541-70E6-FBD3-A233-888ACC989D22}"/>
          </ac:spMkLst>
        </pc:spChg>
        <pc:spChg chg="add mod">
          <ac:chgData name="Malte Heithoff" userId="92960225c14ac204" providerId="LiveId" clId="{E0BBEFF3-CC19-4AC9-BDDD-82D207C7C35E}" dt="2023-10-30T11:59:21.621" v="780" actId="164"/>
          <ac:spMkLst>
            <pc:docMk/>
            <pc:sldMk cId="1107447613" sldId="310"/>
            <ac:spMk id="193" creationId="{5F7735DC-C626-ECCC-5A51-82D68265E528}"/>
          </ac:spMkLst>
        </pc:spChg>
        <pc:spChg chg="add mod">
          <ac:chgData name="Malte Heithoff" userId="92960225c14ac204" providerId="LiveId" clId="{E0BBEFF3-CC19-4AC9-BDDD-82D207C7C35E}" dt="2023-10-30T11:59:49.968" v="789" actId="164"/>
          <ac:spMkLst>
            <pc:docMk/>
            <pc:sldMk cId="1107447613" sldId="310"/>
            <ac:spMk id="205" creationId="{61CE9758-D116-2D87-7BF9-6B5ECD0DCE74}"/>
          </ac:spMkLst>
        </pc:spChg>
        <pc:spChg chg="add mod">
          <ac:chgData name="Malte Heithoff" userId="92960225c14ac204" providerId="LiveId" clId="{E0BBEFF3-CC19-4AC9-BDDD-82D207C7C35E}" dt="2023-10-30T11:59:49.968" v="789" actId="164"/>
          <ac:spMkLst>
            <pc:docMk/>
            <pc:sldMk cId="1107447613" sldId="310"/>
            <ac:spMk id="207" creationId="{B71CFD19-390F-B74C-FE16-71557AFA19DC}"/>
          </ac:spMkLst>
        </pc:spChg>
        <pc:spChg chg="mod ord">
          <ac:chgData name="Malte Heithoff" userId="92960225c14ac204" providerId="LiveId" clId="{E0BBEFF3-CC19-4AC9-BDDD-82D207C7C35E}" dt="2023-10-30T12:11:57.846" v="1008" actId="1076"/>
          <ac:spMkLst>
            <pc:docMk/>
            <pc:sldMk cId="1107447613" sldId="310"/>
            <ac:spMk id="224" creationId="{FBE7F8F2-3CDB-F794-90D3-C3115C22EF53}"/>
          </ac:spMkLst>
        </pc:spChg>
        <pc:spChg chg="mod ord">
          <ac:chgData name="Malte Heithoff" userId="92960225c14ac204" providerId="LiveId" clId="{E0BBEFF3-CC19-4AC9-BDDD-82D207C7C35E}" dt="2023-10-30T12:11:57.846" v="1008" actId="1076"/>
          <ac:spMkLst>
            <pc:docMk/>
            <pc:sldMk cId="1107447613" sldId="310"/>
            <ac:spMk id="225" creationId="{BD408BDA-0891-B4A7-5E61-FF58BBA96045}"/>
          </ac:spMkLst>
        </pc:spChg>
        <pc:spChg chg="add mod">
          <ac:chgData name="Malte Heithoff" userId="92960225c14ac204" providerId="LiveId" clId="{E0BBEFF3-CC19-4AC9-BDDD-82D207C7C35E}" dt="2023-10-30T12:09:05.556" v="957" actId="790"/>
          <ac:spMkLst>
            <pc:docMk/>
            <pc:sldMk cId="1107447613" sldId="310"/>
            <ac:spMk id="231" creationId="{14760B5C-AEEC-E7B1-AAF3-55548731E975}"/>
          </ac:spMkLst>
        </pc:spChg>
        <pc:spChg chg="add mod">
          <ac:chgData name="Malte Heithoff" userId="92960225c14ac204" providerId="LiveId" clId="{E0BBEFF3-CC19-4AC9-BDDD-82D207C7C35E}" dt="2023-10-30T12:09:05.556" v="957" actId="790"/>
          <ac:spMkLst>
            <pc:docMk/>
            <pc:sldMk cId="1107447613" sldId="310"/>
            <ac:spMk id="232" creationId="{B0C4DCEA-5EC0-D7CF-928D-A4558A3B0168}"/>
          </ac:spMkLst>
        </pc:spChg>
        <pc:spChg chg="add del mod">
          <ac:chgData name="Malte Heithoff" userId="92960225c14ac204" providerId="LiveId" clId="{E0BBEFF3-CC19-4AC9-BDDD-82D207C7C35E}" dt="2023-10-30T12:02:50.631" v="855"/>
          <ac:spMkLst>
            <pc:docMk/>
            <pc:sldMk cId="1107447613" sldId="310"/>
            <ac:spMk id="233" creationId="{412B1982-FB9F-FAEF-3CF8-27B82478A54A}"/>
          </ac:spMkLst>
        </pc:spChg>
        <pc:spChg chg="add del mod">
          <ac:chgData name="Malte Heithoff" userId="92960225c14ac204" providerId="LiveId" clId="{E0BBEFF3-CC19-4AC9-BDDD-82D207C7C35E}" dt="2023-10-30T12:02:50.631" v="855"/>
          <ac:spMkLst>
            <pc:docMk/>
            <pc:sldMk cId="1107447613" sldId="310"/>
            <ac:spMk id="234" creationId="{45971FFF-3DCF-9FE3-24B4-A48537683350}"/>
          </ac:spMkLst>
        </pc:spChg>
        <pc:spChg chg="mod">
          <ac:chgData name="Malte Heithoff" userId="92960225c14ac204" providerId="LiveId" clId="{E0BBEFF3-CC19-4AC9-BDDD-82D207C7C35E}" dt="2023-10-30T12:09:05.556" v="957" actId="790"/>
          <ac:spMkLst>
            <pc:docMk/>
            <pc:sldMk cId="1107447613" sldId="310"/>
            <ac:spMk id="269" creationId="{D8135184-B1EF-BB61-92DA-C6E68B8CD4ED}"/>
          </ac:spMkLst>
        </pc:spChg>
        <pc:spChg chg="mod">
          <ac:chgData name="Malte Heithoff" userId="92960225c14ac204" providerId="LiveId" clId="{E0BBEFF3-CC19-4AC9-BDDD-82D207C7C35E}" dt="2023-10-30T12:09:05.556" v="957" actId="790"/>
          <ac:spMkLst>
            <pc:docMk/>
            <pc:sldMk cId="1107447613" sldId="310"/>
            <ac:spMk id="270" creationId="{9C851DF3-1890-669C-5D53-B298525C7A1B}"/>
          </ac:spMkLst>
        </pc:spChg>
        <pc:spChg chg="add mod">
          <ac:chgData name="Malte Heithoff" userId="92960225c14ac204" providerId="LiveId" clId="{E0BBEFF3-CC19-4AC9-BDDD-82D207C7C35E}" dt="2023-10-30T12:09:05.556" v="957" actId="790"/>
          <ac:spMkLst>
            <pc:docMk/>
            <pc:sldMk cId="1107447613" sldId="310"/>
            <ac:spMk id="278" creationId="{48751B37-653C-532D-E597-2341BA99247B}"/>
          </ac:spMkLst>
        </pc:spChg>
        <pc:spChg chg="add mod">
          <ac:chgData name="Malte Heithoff" userId="92960225c14ac204" providerId="LiveId" clId="{E0BBEFF3-CC19-4AC9-BDDD-82D207C7C35E}" dt="2023-10-30T12:09:05.556" v="957" actId="790"/>
          <ac:spMkLst>
            <pc:docMk/>
            <pc:sldMk cId="1107447613" sldId="310"/>
            <ac:spMk id="279" creationId="{956ECA7D-935B-F24F-7BF4-CA813581378B}"/>
          </ac:spMkLst>
        </pc:spChg>
        <pc:spChg chg="add mod">
          <ac:chgData name="Malte Heithoff" userId="92960225c14ac204" providerId="LiveId" clId="{E0BBEFF3-CC19-4AC9-BDDD-82D207C7C35E}" dt="2023-10-30T12:15:42.270" v="1123" actId="1036"/>
          <ac:spMkLst>
            <pc:docMk/>
            <pc:sldMk cId="1107447613" sldId="310"/>
            <ac:spMk id="299" creationId="{FDDC1CE6-9E23-39E4-DC53-9F82DE9BAEB2}"/>
          </ac:spMkLst>
        </pc:spChg>
        <pc:spChg chg="add mod">
          <ac:chgData name="Malte Heithoff" userId="92960225c14ac204" providerId="LiveId" clId="{E0BBEFF3-CC19-4AC9-BDDD-82D207C7C35E}" dt="2023-10-30T12:15:42.270" v="1123" actId="1036"/>
          <ac:spMkLst>
            <pc:docMk/>
            <pc:sldMk cId="1107447613" sldId="310"/>
            <ac:spMk id="300" creationId="{BBFF39DD-D21C-3045-137E-B0293DBD1DAE}"/>
          </ac:spMkLst>
        </pc:spChg>
        <pc:spChg chg="add del mod">
          <ac:chgData name="Malte Heithoff" userId="92960225c14ac204" providerId="LiveId" clId="{E0BBEFF3-CC19-4AC9-BDDD-82D207C7C35E}" dt="2023-10-30T12:09:40.183" v="976"/>
          <ac:spMkLst>
            <pc:docMk/>
            <pc:sldMk cId="1107447613" sldId="310"/>
            <ac:spMk id="301" creationId="{2FF07B24-0B87-6975-57C0-248BAF7C006D}"/>
          </ac:spMkLst>
        </pc:spChg>
        <pc:spChg chg="add mod">
          <ac:chgData name="Malte Heithoff" userId="92960225c14ac204" providerId="LiveId" clId="{E0BBEFF3-CC19-4AC9-BDDD-82D207C7C35E}" dt="2023-10-30T12:11:57.846" v="1008" actId="1076"/>
          <ac:spMkLst>
            <pc:docMk/>
            <pc:sldMk cId="1107447613" sldId="310"/>
            <ac:spMk id="302" creationId="{D6DE8885-C32F-9CF4-D060-C8F504BF8F78}"/>
          </ac:spMkLst>
        </pc:spChg>
        <pc:spChg chg="add mod">
          <ac:chgData name="Malte Heithoff" userId="92960225c14ac204" providerId="LiveId" clId="{E0BBEFF3-CC19-4AC9-BDDD-82D207C7C35E}" dt="2023-10-30T12:11:57.846" v="1008" actId="1076"/>
          <ac:spMkLst>
            <pc:docMk/>
            <pc:sldMk cId="1107447613" sldId="310"/>
            <ac:spMk id="303" creationId="{E6F6AA86-1FE9-1E5F-7AE7-A5DE20818D43}"/>
          </ac:spMkLst>
        </pc:spChg>
        <pc:spChg chg="add mod">
          <ac:chgData name="Malte Heithoff" userId="92960225c14ac204" providerId="LiveId" clId="{E0BBEFF3-CC19-4AC9-BDDD-82D207C7C35E}" dt="2023-10-30T12:11:57.846" v="1008" actId="1076"/>
          <ac:spMkLst>
            <pc:docMk/>
            <pc:sldMk cId="1107447613" sldId="310"/>
            <ac:spMk id="304" creationId="{5513AFFE-618F-4ED0-186D-25E3A3A7F5D4}"/>
          </ac:spMkLst>
        </pc:spChg>
        <pc:spChg chg="add mod ord">
          <ac:chgData name="Malte Heithoff" userId="92960225c14ac204" providerId="LiveId" clId="{E0BBEFF3-CC19-4AC9-BDDD-82D207C7C35E}" dt="2023-10-30T12:11:57.846" v="1008" actId="1076"/>
          <ac:spMkLst>
            <pc:docMk/>
            <pc:sldMk cId="1107447613" sldId="310"/>
            <ac:spMk id="305" creationId="{B121B567-3942-9004-3D40-41BBA67F92D6}"/>
          </ac:spMkLst>
        </pc:spChg>
        <pc:spChg chg="add mod">
          <ac:chgData name="Malte Heithoff" userId="92960225c14ac204" providerId="LiveId" clId="{E0BBEFF3-CC19-4AC9-BDDD-82D207C7C35E}" dt="2023-10-30T12:11:57.846" v="1008" actId="1076"/>
          <ac:spMkLst>
            <pc:docMk/>
            <pc:sldMk cId="1107447613" sldId="310"/>
            <ac:spMk id="306" creationId="{E1275849-D489-F5DF-9F20-720136D1BB19}"/>
          </ac:spMkLst>
        </pc:spChg>
        <pc:spChg chg="add mod">
          <ac:chgData name="Malte Heithoff" userId="92960225c14ac204" providerId="LiveId" clId="{E0BBEFF3-CC19-4AC9-BDDD-82D207C7C35E}" dt="2023-10-30T12:11:57.846" v="1008" actId="1076"/>
          <ac:spMkLst>
            <pc:docMk/>
            <pc:sldMk cId="1107447613" sldId="310"/>
            <ac:spMk id="307" creationId="{007DCCC4-872C-6DBE-A585-3AEA18E767C8}"/>
          </ac:spMkLst>
        </pc:spChg>
        <pc:spChg chg="add mod">
          <ac:chgData name="Malte Heithoff" userId="92960225c14ac204" providerId="LiveId" clId="{E0BBEFF3-CC19-4AC9-BDDD-82D207C7C35E}" dt="2023-10-30T12:11:57.846" v="1008" actId="1076"/>
          <ac:spMkLst>
            <pc:docMk/>
            <pc:sldMk cId="1107447613" sldId="310"/>
            <ac:spMk id="308" creationId="{B55A44AE-2E9C-EF84-41FB-A7117A873C4F}"/>
          </ac:spMkLst>
        </pc:spChg>
        <pc:spChg chg="add mod">
          <ac:chgData name="Malte Heithoff" userId="92960225c14ac204" providerId="LiveId" clId="{E0BBEFF3-CC19-4AC9-BDDD-82D207C7C35E}" dt="2023-10-30T12:11:57.846" v="1008" actId="1076"/>
          <ac:spMkLst>
            <pc:docMk/>
            <pc:sldMk cId="1107447613" sldId="310"/>
            <ac:spMk id="309" creationId="{8CB59345-4529-F52D-B40A-A9E50A4D97CD}"/>
          </ac:spMkLst>
        </pc:spChg>
        <pc:spChg chg="add mod ord">
          <ac:chgData name="Malte Heithoff" userId="92960225c14ac204" providerId="LiveId" clId="{E0BBEFF3-CC19-4AC9-BDDD-82D207C7C35E}" dt="2023-10-30T12:11:57.846" v="1008" actId="1076"/>
          <ac:spMkLst>
            <pc:docMk/>
            <pc:sldMk cId="1107447613" sldId="310"/>
            <ac:spMk id="310" creationId="{F0BD019D-9ECF-AD65-0CD3-C7B1D024C655}"/>
          </ac:spMkLst>
        </pc:spChg>
        <pc:spChg chg="add mod">
          <ac:chgData name="Malte Heithoff" userId="92960225c14ac204" providerId="LiveId" clId="{E0BBEFF3-CC19-4AC9-BDDD-82D207C7C35E}" dt="2023-10-30T12:13:38.509" v="1018" actId="1076"/>
          <ac:spMkLst>
            <pc:docMk/>
            <pc:sldMk cId="1107447613" sldId="310"/>
            <ac:spMk id="311" creationId="{7C401DF7-8664-926C-7134-97BE48620A4E}"/>
          </ac:spMkLst>
        </pc:spChg>
        <pc:spChg chg="add del mod">
          <ac:chgData name="Malte Heithoff" userId="92960225c14ac204" providerId="LiveId" clId="{E0BBEFF3-CC19-4AC9-BDDD-82D207C7C35E}" dt="2023-10-30T12:13:31.951" v="1017" actId="478"/>
          <ac:spMkLst>
            <pc:docMk/>
            <pc:sldMk cId="1107447613" sldId="310"/>
            <ac:spMk id="312" creationId="{05158B20-6EE6-21EB-4714-E245E7EE8B4A}"/>
          </ac:spMkLst>
        </pc:spChg>
        <pc:spChg chg="add mod">
          <ac:chgData name="Malte Heithoff" userId="92960225c14ac204" providerId="LiveId" clId="{E0BBEFF3-CC19-4AC9-BDDD-82D207C7C35E}" dt="2023-10-30T12:14:01.036" v="1023" actId="1076"/>
          <ac:spMkLst>
            <pc:docMk/>
            <pc:sldMk cId="1107447613" sldId="310"/>
            <ac:spMk id="313" creationId="{7D406555-B2A3-16DD-E3F3-724111FF0EA2}"/>
          </ac:spMkLst>
        </pc:spChg>
        <pc:spChg chg="add mod">
          <ac:chgData name="Malte Heithoff" userId="92960225c14ac204" providerId="LiveId" clId="{E0BBEFF3-CC19-4AC9-BDDD-82D207C7C35E}" dt="2023-10-30T12:14:06.934" v="1025" actId="1076"/>
          <ac:spMkLst>
            <pc:docMk/>
            <pc:sldMk cId="1107447613" sldId="310"/>
            <ac:spMk id="314" creationId="{9951C5D9-8D44-26E1-C210-8589D160E590}"/>
          </ac:spMkLst>
        </pc:spChg>
        <pc:spChg chg="add mod">
          <ac:chgData name="Malte Heithoff" userId="92960225c14ac204" providerId="LiveId" clId="{E0BBEFF3-CC19-4AC9-BDDD-82D207C7C35E}" dt="2023-10-30T12:14:47.397" v="1073" actId="1076"/>
          <ac:spMkLst>
            <pc:docMk/>
            <pc:sldMk cId="1107447613" sldId="310"/>
            <ac:spMk id="315" creationId="{DF971B77-3DBC-3AB3-D82C-F0A260980D8F}"/>
          </ac:spMkLst>
        </pc:spChg>
        <pc:spChg chg="add mod">
          <ac:chgData name="Malte Heithoff" userId="92960225c14ac204" providerId="LiveId" clId="{E0BBEFF3-CC19-4AC9-BDDD-82D207C7C35E}" dt="2023-10-30T12:14:51.382" v="1074" actId="1076"/>
          <ac:spMkLst>
            <pc:docMk/>
            <pc:sldMk cId="1107447613" sldId="310"/>
            <ac:spMk id="316" creationId="{4F819656-9CCF-7961-EA85-60640FA200E1}"/>
          </ac:spMkLst>
        </pc:spChg>
        <pc:spChg chg="add mod">
          <ac:chgData name="Malte Heithoff" userId="92960225c14ac204" providerId="LiveId" clId="{E0BBEFF3-CC19-4AC9-BDDD-82D207C7C35E}" dt="2023-10-30T12:15:48.216" v="1132" actId="1038"/>
          <ac:spMkLst>
            <pc:docMk/>
            <pc:sldMk cId="1107447613" sldId="310"/>
            <ac:spMk id="317" creationId="{18E34259-C1E8-5019-8BE8-EE4A39521DC3}"/>
          </ac:spMkLst>
        </pc:spChg>
        <pc:spChg chg="add">
          <ac:chgData name="Malte Heithoff" userId="92960225c14ac204" providerId="LiveId" clId="{E0BBEFF3-CC19-4AC9-BDDD-82D207C7C35E}" dt="2023-10-30T12:15:57.091" v="1133" actId="11529"/>
          <ac:spMkLst>
            <pc:docMk/>
            <pc:sldMk cId="1107447613" sldId="310"/>
            <ac:spMk id="320" creationId="{DE5590E7-D97A-5180-2BA9-7B89EE2F4CB3}"/>
          </ac:spMkLst>
        </pc:spChg>
        <pc:spChg chg="add">
          <ac:chgData name="Malte Heithoff" userId="92960225c14ac204" providerId="LiveId" clId="{E0BBEFF3-CC19-4AC9-BDDD-82D207C7C35E}" dt="2023-10-30T12:16:01.658" v="1134" actId="11529"/>
          <ac:spMkLst>
            <pc:docMk/>
            <pc:sldMk cId="1107447613" sldId="310"/>
            <ac:spMk id="321" creationId="{3415FE13-0269-EC2A-30FD-AEA4A37B40E0}"/>
          </ac:spMkLst>
        </pc:spChg>
        <pc:spChg chg="add mod">
          <ac:chgData name="Malte Heithoff" userId="92960225c14ac204" providerId="LiveId" clId="{E0BBEFF3-CC19-4AC9-BDDD-82D207C7C35E}" dt="2023-10-30T12:16:35.274" v="1142" actId="1076"/>
          <ac:spMkLst>
            <pc:docMk/>
            <pc:sldMk cId="1107447613" sldId="310"/>
            <ac:spMk id="322" creationId="{555D6EE3-49F1-B30F-8656-380310D0FD47}"/>
          </ac:spMkLst>
        </pc:spChg>
        <pc:spChg chg="add mod">
          <ac:chgData name="Malte Heithoff" userId="92960225c14ac204" providerId="LiveId" clId="{E0BBEFF3-CC19-4AC9-BDDD-82D207C7C35E}" dt="2023-10-30T12:16:43.786" v="1144" actId="1076"/>
          <ac:spMkLst>
            <pc:docMk/>
            <pc:sldMk cId="1107447613" sldId="310"/>
            <ac:spMk id="323" creationId="{567E4787-7F9D-8FEA-EB98-6E1CAECF6992}"/>
          </ac:spMkLst>
        </pc:spChg>
        <pc:spChg chg="add mod">
          <ac:chgData name="Malte Heithoff" userId="92960225c14ac204" providerId="LiveId" clId="{E0BBEFF3-CC19-4AC9-BDDD-82D207C7C35E}" dt="2023-10-30T12:16:47.217" v="1146" actId="1076"/>
          <ac:spMkLst>
            <pc:docMk/>
            <pc:sldMk cId="1107447613" sldId="310"/>
            <ac:spMk id="324" creationId="{B0EAF131-699C-C36C-9861-D3F9AC7AE3CE}"/>
          </ac:spMkLst>
        </pc:spChg>
        <pc:spChg chg="add del mod">
          <ac:chgData name="Malte Heithoff" userId="92960225c14ac204" providerId="LiveId" clId="{E0BBEFF3-CC19-4AC9-BDDD-82D207C7C35E}" dt="2023-10-30T12:17:11.169" v="1151" actId="478"/>
          <ac:spMkLst>
            <pc:docMk/>
            <pc:sldMk cId="1107447613" sldId="310"/>
            <ac:spMk id="325" creationId="{AC6411C2-9C51-4BAA-A1D1-84B4B411E0AD}"/>
          </ac:spMkLst>
        </pc:spChg>
        <pc:spChg chg="add del mod">
          <ac:chgData name="Malte Heithoff" userId="92960225c14ac204" providerId="LiveId" clId="{E0BBEFF3-CC19-4AC9-BDDD-82D207C7C35E}" dt="2023-10-30T12:17:30.946" v="1155"/>
          <ac:spMkLst>
            <pc:docMk/>
            <pc:sldMk cId="1107447613" sldId="310"/>
            <ac:spMk id="326" creationId="{4319FE6C-E572-043A-E6C8-AC790B66E6AF}"/>
          </ac:spMkLst>
        </pc:spChg>
        <pc:spChg chg="add mod">
          <ac:chgData name="Malte Heithoff" userId="92960225c14ac204" providerId="LiveId" clId="{E0BBEFF3-CC19-4AC9-BDDD-82D207C7C35E}" dt="2023-10-30T12:17:46.373" v="1172" actId="1076"/>
          <ac:spMkLst>
            <pc:docMk/>
            <pc:sldMk cId="1107447613" sldId="310"/>
            <ac:spMk id="327" creationId="{039F3778-3A6E-5584-1F15-71958FD66FFD}"/>
          </ac:spMkLst>
        </pc:spChg>
        <pc:spChg chg="add del">
          <ac:chgData name="Malte Heithoff" userId="92960225c14ac204" providerId="LiveId" clId="{E0BBEFF3-CC19-4AC9-BDDD-82D207C7C35E}" dt="2023-10-30T12:18:02.954" v="1174" actId="478"/>
          <ac:spMkLst>
            <pc:docMk/>
            <pc:sldMk cId="1107447613" sldId="310"/>
            <ac:spMk id="328" creationId="{818F9DFF-8514-512D-80CC-2AD5563AFBED}"/>
          </ac:spMkLst>
        </pc:spChg>
        <pc:spChg chg="add">
          <ac:chgData name="Malte Heithoff" userId="92960225c14ac204" providerId="LiveId" clId="{E0BBEFF3-CC19-4AC9-BDDD-82D207C7C35E}" dt="2023-10-30T12:18:11.326" v="1175" actId="11529"/>
          <ac:spMkLst>
            <pc:docMk/>
            <pc:sldMk cId="1107447613" sldId="310"/>
            <ac:spMk id="329" creationId="{164458B7-8E79-A65E-C549-D3D33B17ECA6}"/>
          </ac:spMkLst>
        </pc:spChg>
        <pc:spChg chg="add mod">
          <ac:chgData name="Malte Heithoff" userId="92960225c14ac204" providerId="LiveId" clId="{E0BBEFF3-CC19-4AC9-BDDD-82D207C7C35E}" dt="2023-10-30T12:18:22.457" v="1177" actId="1076"/>
          <ac:spMkLst>
            <pc:docMk/>
            <pc:sldMk cId="1107447613" sldId="310"/>
            <ac:spMk id="330" creationId="{3CFDAFFA-596F-A63F-5EA2-0635697F05C8}"/>
          </ac:spMkLst>
        </pc:spChg>
        <pc:spChg chg="add mod">
          <ac:chgData name="Malte Heithoff" userId="92960225c14ac204" providerId="LiveId" clId="{E0BBEFF3-CC19-4AC9-BDDD-82D207C7C35E}" dt="2023-10-30T12:19:12.747" v="1193" actId="1076"/>
          <ac:spMkLst>
            <pc:docMk/>
            <pc:sldMk cId="1107447613" sldId="310"/>
            <ac:spMk id="331" creationId="{BADCC2AD-DC97-FC13-2467-A7D2D38E3D38}"/>
          </ac:spMkLst>
        </pc:spChg>
        <pc:spChg chg="add mod">
          <ac:chgData name="Malte Heithoff" userId="92960225c14ac204" providerId="LiveId" clId="{E0BBEFF3-CC19-4AC9-BDDD-82D207C7C35E}" dt="2023-10-30T12:19:26.043" v="1206" actId="1037"/>
          <ac:spMkLst>
            <pc:docMk/>
            <pc:sldMk cId="1107447613" sldId="310"/>
            <ac:spMk id="332" creationId="{D5841DFD-D663-6507-A92D-638CA9CF9017}"/>
          </ac:spMkLst>
        </pc:spChg>
        <pc:spChg chg="add mod">
          <ac:chgData name="Malte Heithoff" userId="92960225c14ac204" providerId="LiveId" clId="{E0BBEFF3-CC19-4AC9-BDDD-82D207C7C35E}" dt="2023-10-30T12:19:34.630" v="1208" actId="1076"/>
          <ac:spMkLst>
            <pc:docMk/>
            <pc:sldMk cId="1107447613" sldId="310"/>
            <ac:spMk id="333" creationId="{3BBDEF33-E5E0-751C-146A-171D00AA0886}"/>
          </ac:spMkLst>
        </pc:spChg>
        <pc:spChg chg="mod">
          <ac:chgData name="Malte Heithoff" userId="92960225c14ac204" providerId="LiveId" clId="{E0BBEFF3-CC19-4AC9-BDDD-82D207C7C35E}" dt="2023-10-30T12:20:57.051" v="1218"/>
          <ac:spMkLst>
            <pc:docMk/>
            <pc:sldMk cId="1107447613" sldId="310"/>
            <ac:spMk id="336" creationId="{97D0119D-8F37-408B-4531-ECFF9B8331C2}"/>
          </ac:spMkLst>
        </pc:spChg>
        <pc:spChg chg="mod">
          <ac:chgData name="Malte Heithoff" userId="92960225c14ac204" providerId="LiveId" clId="{E0BBEFF3-CC19-4AC9-BDDD-82D207C7C35E}" dt="2023-10-30T12:20:57.051" v="1218"/>
          <ac:spMkLst>
            <pc:docMk/>
            <pc:sldMk cId="1107447613" sldId="310"/>
            <ac:spMk id="337" creationId="{05271C01-4CB7-9C10-DFDC-48BA406AC315}"/>
          </ac:spMkLst>
        </pc:spChg>
        <pc:spChg chg="mod">
          <ac:chgData name="Malte Heithoff" userId="92960225c14ac204" providerId="LiveId" clId="{E0BBEFF3-CC19-4AC9-BDDD-82D207C7C35E}" dt="2023-10-30T12:20:57.051" v="1218"/>
          <ac:spMkLst>
            <pc:docMk/>
            <pc:sldMk cId="1107447613" sldId="310"/>
            <ac:spMk id="338" creationId="{5A164D69-A1C5-0F52-00B1-AE83637B793C}"/>
          </ac:spMkLst>
        </pc:spChg>
        <pc:spChg chg="mod">
          <ac:chgData name="Malte Heithoff" userId="92960225c14ac204" providerId="LiveId" clId="{E0BBEFF3-CC19-4AC9-BDDD-82D207C7C35E}" dt="2023-10-30T12:20:57.051" v="1218"/>
          <ac:spMkLst>
            <pc:docMk/>
            <pc:sldMk cId="1107447613" sldId="310"/>
            <ac:spMk id="341" creationId="{9EFE0C97-8D04-E04F-C232-890CBCA23405}"/>
          </ac:spMkLst>
        </pc:spChg>
        <pc:spChg chg="mod">
          <ac:chgData name="Malte Heithoff" userId="92960225c14ac204" providerId="LiveId" clId="{E0BBEFF3-CC19-4AC9-BDDD-82D207C7C35E}" dt="2023-10-30T12:20:57.051" v="1218"/>
          <ac:spMkLst>
            <pc:docMk/>
            <pc:sldMk cId="1107447613" sldId="310"/>
            <ac:spMk id="342" creationId="{2400A94C-ACD1-C2AA-2610-6E1B930C796F}"/>
          </ac:spMkLst>
        </pc:spChg>
        <pc:spChg chg="mod">
          <ac:chgData name="Malte Heithoff" userId="92960225c14ac204" providerId="LiveId" clId="{E0BBEFF3-CC19-4AC9-BDDD-82D207C7C35E}" dt="2023-10-30T12:20:57.051" v="1218"/>
          <ac:spMkLst>
            <pc:docMk/>
            <pc:sldMk cId="1107447613" sldId="310"/>
            <ac:spMk id="343" creationId="{96312E92-7BFF-77AA-95C5-2AB58C47DDF8}"/>
          </ac:spMkLst>
        </pc:spChg>
        <pc:spChg chg="mod">
          <ac:chgData name="Malte Heithoff" userId="92960225c14ac204" providerId="LiveId" clId="{E0BBEFF3-CC19-4AC9-BDDD-82D207C7C35E}" dt="2023-10-30T12:20:57.051" v="1218"/>
          <ac:spMkLst>
            <pc:docMk/>
            <pc:sldMk cId="1107447613" sldId="310"/>
            <ac:spMk id="345" creationId="{38DAE29B-0D26-5C70-1B68-C34D165356FA}"/>
          </ac:spMkLst>
        </pc:spChg>
        <pc:spChg chg="mod">
          <ac:chgData name="Malte Heithoff" userId="92960225c14ac204" providerId="LiveId" clId="{E0BBEFF3-CC19-4AC9-BDDD-82D207C7C35E}" dt="2023-10-30T12:20:57.051" v="1218"/>
          <ac:spMkLst>
            <pc:docMk/>
            <pc:sldMk cId="1107447613" sldId="310"/>
            <ac:spMk id="346" creationId="{DA28EBCA-91F2-0795-E81F-BBF1B75E7722}"/>
          </ac:spMkLst>
        </pc:spChg>
        <pc:spChg chg="mod">
          <ac:chgData name="Malte Heithoff" userId="92960225c14ac204" providerId="LiveId" clId="{E0BBEFF3-CC19-4AC9-BDDD-82D207C7C35E}" dt="2023-10-30T12:20:57.051" v="1218"/>
          <ac:spMkLst>
            <pc:docMk/>
            <pc:sldMk cId="1107447613" sldId="310"/>
            <ac:spMk id="358" creationId="{E388B764-09BB-C424-A553-44A92D0087DE}"/>
          </ac:spMkLst>
        </pc:spChg>
        <pc:spChg chg="mod">
          <ac:chgData name="Malte Heithoff" userId="92960225c14ac204" providerId="LiveId" clId="{E0BBEFF3-CC19-4AC9-BDDD-82D207C7C35E}" dt="2023-10-30T12:20:57.051" v="1218"/>
          <ac:spMkLst>
            <pc:docMk/>
            <pc:sldMk cId="1107447613" sldId="310"/>
            <ac:spMk id="359" creationId="{95FCD22C-756D-4BBC-2F3C-F1D84926FA5B}"/>
          </ac:spMkLst>
        </pc:spChg>
        <pc:spChg chg="mod">
          <ac:chgData name="Malte Heithoff" userId="92960225c14ac204" providerId="LiveId" clId="{E0BBEFF3-CC19-4AC9-BDDD-82D207C7C35E}" dt="2023-10-30T12:20:57.051" v="1218"/>
          <ac:spMkLst>
            <pc:docMk/>
            <pc:sldMk cId="1107447613" sldId="310"/>
            <ac:spMk id="360" creationId="{53956CFF-2B01-2B81-E182-35A681C94B98}"/>
          </ac:spMkLst>
        </pc:spChg>
        <pc:spChg chg="mod">
          <ac:chgData name="Malte Heithoff" userId="92960225c14ac204" providerId="LiveId" clId="{E0BBEFF3-CC19-4AC9-BDDD-82D207C7C35E}" dt="2023-10-30T12:20:57.051" v="1218"/>
          <ac:spMkLst>
            <pc:docMk/>
            <pc:sldMk cId="1107447613" sldId="310"/>
            <ac:spMk id="361" creationId="{E3C0BDC6-4572-793C-476F-9A52F4A22A34}"/>
          </ac:spMkLst>
        </pc:spChg>
        <pc:spChg chg="mod">
          <ac:chgData name="Malte Heithoff" userId="92960225c14ac204" providerId="LiveId" clId="{E0BBEFF3-CC19-4AC9-BDDD-82D207C7C35E}" dt="2023-10-30T12:20:57.051" v="1218"/>
          <ac:spMkLst>
            <pc:docMk/>
            <pc:sldMk cId="1107447613" sldId="310"/>
            <ac:spMk id="362" creationId="{B9EAAC96-F37F-2783-EBBC-ACE81827DA9D}"/>
          </ac:spMkLst>
        </pc:spChg>
        <pc:spChg chg="mod">
          <ac:chgData name="Malte Heithoff" userId="92960225c14ac204" providerId="LiveId" clId="{E0BBEFF3-CC19-4AC9-BDDD-82D207C7C35E}" dt="2023-10-30T12:20:57.051" v="1218"/>
          <ac:spMkLst>
            <pc:docMk/>
            <pc:sldMk cId="1107447613" sldId="310"/>
            <ac:spMk id="363" creationId="{C39AE1F3-EFBE-FE9F-48D2-BA8E2DFA8416}"/>
          </ac:spMkLst>
        </pc:spChg>
        <pc:spChg chg="mod">
          <ac:chgData name="Malte Heithoff" userId="92960225c14ac204" providerId="LiveId" clId="{E0BBEFF3-CC19-4AC9-BDDD-82D207C7C35E}" dt="2023-10-30T12:20:57.051" v="1218"/>
          <ac:spMkLst>
            <pc:docMk/>
            <pc:sldMk cId="1107447613" sldId="310"/>
            <ac:spMk id="364" creationId="{FCB22C64-01A1-F794-DB1F-22594A3052F5}"/>
          </ac:spMkLst>
        </pc:spChg>
        <pc:spChg chg="add del mod">
          <ac:chgData name="Malte Heithoff" userId="92960225c14ac204" providerId="LiveId" clId="{E0BBEFF3-CC19-4AC9-BDDD-82D207C7C35E}" dt="2023-10-30T12:21:00.727" v="1221"/>
          <ac:spMkLst>
            <pc:docMk/>
            <pc:sldMk cId="1107447613" sldId="310"/>
            <ac:spMk id="365" creationId="{26E25A4A-03F1-9EAC-9EC9-C4AAA4CCC260}"/>
          </ac:spMkLst>
        </pc:spChg>
        <pc:spChg chg="add del mod">
          <ac:chgData name="Malte Heithoff" userId="92960225c14ac204" providerId="LiveId" clId="{E0BBEFF3-CC19-4AC9-BDDD-82D207C7C35E}" dt="2023-10-30T12:21:00.727" v="1221"/>
          <ac:spMkLst>
            <pc:docMk/>
            <pc:sldMk cId="1107447613" sldId="310"/>
            <ac:spMk id="366" creationId="{39E1E504-CA9B-3A40-4B34-FD07DFF203D3}"/>
          </ac:spMkLst>
        </pc:spChg>
        <pc:spChg chg="mod">
          <ac:chgData name="Malte Heithoff" userId="92960225c14ac204" providerId="LiveId" clId="{E0BBEFF3-CC19-4AC9-BDDD-82D207C7C35E}" dt="2023-10-30T12:20:57.051" v="1218"/>
          <ac:spMkLst>
            <pc:docMk/>
            <pc:sldMk cId="1107447613" sldId="310"/>
            <ac:spMk id="368" creationId="{C758F7D5-F2B5-1EC6-C27F-12E4FFD13417}"/>
          </ac:spMkLst>
        </pc:spChg>
        <pc:spChg chg="mod">
          <ac:chgData name="Malte Heithoff" userId="92960225c14ac204" providerId="LiveId" clId="{E0BBEFF3-CC19-4AC9-BDDD-82D207C7C35E}" dt="2023-10-30T12:20:57.051" v="1218"/>
          <ac:spMkLst>
            <pc:docMk/>
            <pc:sldMk cId="1107447613" sldId="310"/>
            <ac:spMk id="369" creationId="{01BDC18E-EB8A-B6BA-9E1A-DCB3974C1E40}"/>
          </ac:spMkLst>
        </pc:spChg>
        <pc:spChg chg="mod">
          <ac:chgData name="Malte Heithoff" userId="92960225c14ac204" providerId="LiveId" clId="{E0BBEFF3-CC19-4AC9-BDDD-82D207C7C35E}" dt="2023-10-30T12:20:57.051" v="1218"/>
          <ac:spMkLst>
            <pc:docMk/>
            <pc:sldMk cId="1107447613" sldId="310"/>
            <ac:spMk id="370" creationId="{573ABDD7-D67F-810C-F42E-7059AFC3C04D}"/>
          </ac:spMkLst>
        </pc:spChg>
        <pc:spChg chg="mod">
          <ac:chgData name="Malte Heithoff" userId="92960225c14ac204" providerId="LiveId" clId="{E0BBEFF3-CC19-4AC9-BDDD-82D207C7C35E}" dt="2023-10-30T12:20:57.051" v="1218"/>
          <ac:spMkLst>
            <pc:docMk/>
            <pc:sldMk cId="1107447613" sldId="310"/>
            <ac:spMk id="371" creationId="{9B68B3A0-F532-28EB-057C-1E1C41192594}"/>
          </ac:spMkLst>
        </pc:spChg>
        <pc:spChg chg="mod">
          <ac:chgData name="Malte Heithoff" userId="92960225c14ac204" providerId="LiveId" clId="{E0BBEFF3-CC19-4AC9-BDDD-82D207C7C35E}" dt="2023-10-30T12:20:57.051" v="1218"/>
          <ac:spMkLst>
            <pc:docMk/>
            <pc:sldMk cId="1107447613" sldId="310"/>
            <ac:spMk id="372" creationId="{2020DB2D-69CD-5007-CB90-811CAB2734A4}"/>
          </ac:spMkLst>
        </pc:spChg>
        <pc:spChg chg="mod">
          <ac:chgData name="Malte Heithoff" userId="92960225c14ac204" providerId="LiveId" clId="{E0BBEFF3-CC19-4AC9-BDDD-82D207C7C35E}" dt="2023-10-30T12:20:57.051" v="1218"/>
          <ac:spMkLst>
            <pc:docMk/>
            <pc:sldMk cId="1107447613" sldId="310"/>
            <ac:spMk id="373" creationId="{1B12A298-B70C-0355-13C7-46F443A04D1B}"/>
          </ac:spMkLst>
        </pc:spChg>
        <pc:spChg chg="mod">
          <ac:chgData name="Malte Heithoff" userId="92960225c14ac204" providerId="LiveId" clId="{E0BBEFF3-CC19-4AC9-BDDD-82D207C7C35E}" dt="2023-10-30T12:20:57.051" v="1218"/>
          <ac:spMkLst>
            <pc:docMk/>
            <pc:sldMk cId="1107447613" sldId="310"/>
            <ac:spMk id="374" creationId="{1875B4F1-063A-95FE-8542-F50B3C41271A}"/>
          </ac:spMkLst>
        </pc:spChg>
        <pc:spChg chg="add del mod">
          <ac:chgData name="Malte Heithoff" userId="92960225c14ac204" providerId="LiveId" clId="{E0BBEFF3-CC19-4AC9-BDDD-82D207C7C35E}" dt="2023-10-30T12:21:00.727" v="1221"/>
          <ac:spMkLst>
            <pc:docMk/>
            <pc:sldMk cId="1107447613" sldId="310"/>
            <ac:spMk id="375" creationId="{A618595E-D942-A71C-003A-9D82D91F3360}"/>
          </ac:spMkLst>
        </pc:spChg>
        <pc:spChg chg="add del mod">
          <ac:chgData name="Malte Heithoff" userId="92960225c14ac204" providerId="LiveId" clId="{E0BBEFF3-CC19-4AC9-BDDD-82D207C7C35E}" dt="2023-10-30T12:21:00.727" v="1221"/>
          <ac:spMkLst>
            <pc:docMk/>
            <pc:sldMk cId="1107447613" sldId="310"/>
            <ac:spMk id="376" creationId="{11E1F2EE-B60E-2954-78CD-DC05719B75A9}"/>
          </ac:spMkLst>
        </pc:spChg>
        <pc:spChg chg="add del mod">
          <ac:chgData name="Malte Heithoff" userId="92960225c14ac204" providerId="LiveId" clId="{E0BBEFF3-CC19-4AC9-BDDD-82D207C7C35E}" dt="2023-10-30T12:21:00.727" v="1221"/>
          <ac:spMkLst>
            <pc:docMk/>
            <pc:sldMk cId="1107447613" sldId="310"/>
            <ac:spMk id="377" creationId="{583E7546-AED2-3AB8-792E-AA94A6582CBB}"/>
          </ac:spMkLst>
        </pc:spChg>
        <pc:spChg chg="add del mod">
          <ac:chgData name="Malte Heithoff" userId="92960225c14ac204" providerId="LiveId" clId="{E0BBEFF3-CC19-4AC9-BDDD-82D207C7C35E}" dt="2023-10-30T12:21:00.727" v="1221"/>
          <ac:spMkLst>
            <pc:docMk/>
            <pc:sldMk cId="1107447613" sldId="310"/>
            <ac:spMk id="378" creationId="{4FF38953-8941-8351-6F62-AF14F30BFCCA}"/>
          </ac:spMkLst>
        </pc:spChg>
        <pc:spChg chg="add del mod">
          <ac:chgData name="Malte Heithoff" userId="92960225c14ac204" providerId="LiveId" clId="{E0BBEFF3-CC19-4AC9-BDDD-82D207C7C35E}" dt="2023-10-30T12:21:00.727" v="1221"/>
          <ac:spMkLst>
            <pc:docMk/>
            <pc:sldMk cId="1107447613" sldId="310"/>
            <ac:spMk id="379" creationId="{E4A479FD-143E-7C6E-9CE9-27F637DA94F1}"/>
          </ac:spMkLst>
        </pc:spChg>
        <pc:spChg chg="add del mod">
          <ac:chgData name="Malte Heithoff" userId="92960225c14ac204" providerId="LiveId" clId="{E0BBEFF3-CC19-4AC9-BDDD-82D207C7C35E}" dt="2023-10-30T12:21:00.727" v="1221"/>
          <ac:spMkLst>
            <pc:docMk/>
            <pc:sldMk cId="1107447613" sldId="310"/>
            <ac:spMk id="380" creationId="{BC61B930-E55B-4E6B-F041-40C9F2F3EFA6}"/>
          </ac:spMkLst>
        </pc:spChg>
        <pc:spChg chg="add del mod">
          <ac:chgData name="Malte Heithoff" userId="92960225c14ac204" providerId="LiveId" clId="{E0BBEFF3-CC19-4AC9-BDDD-82D207C7C35E}" dt="2023-10-30T12:21:00.727" v="1221"/>
          <ac:spMkLst>
            <pc:docMk/>
            <pc:sldMk cId="1107447613" sldId="310"/>
            <ac:spMk id="381" creationId="{53BD7A25-CA77-9012-0F86-F765C1BA3FC5}"/>
          </ac:spMkLst>
        </pc:spChg>
        <pc:spChg chg="add del mod">
          <ac:chgData name="Malte Heithoff" userId="92960225c14ac204" providerId="LiveId" clId="{E0BBEFF3-CC19-4AC9-BDDD-82D207C7C35E}" dt="2023-10-30T12:21:00.727" v="1221"/>
          <ac:spMkLst>
            <pc:docMk/>
            <pc:sldMk cId="1107447613" sldId="310"/>
            <ac:spMk id="382" creationId="{47B68C36-10D5-3080-F7CB-6A2E6CB48856}"/>
          </ac:spMkLst>
        </pc:spChg>
        <pc:spChg chg="mod">
          <ac:chgData name="Malte Heithoff" userId="92960225c14ac204" providerId="LiveId" clId="{E0BBEFF3-CC19-4AC9-BDDD-82D207C7C35E}" dt="2023-10-30T12:20:57.051" v="1218"/>
          <ac:spMkLst>
            <pc:docMk/>
            <pc:sldMk cId="1107447613" sldId="310"/>
            <ac:spMk id="385" creationId="{20CB7C66-92B2-38DA-FB81-3F4A18D9AFBF}"/>
          </ac:spMkLst>
        </pc:spChg>
        <pc:spChg chg="mod">
          <ac:chgData name="Malte Heithoff" userId="92960225c14ac204" providerId="LiveId" clId="{E0BBEFF3-CC19-4AC9-BDDD-82D207C7C35E}" dt="2023-10-30T12:20:57.051" v="1218"/>
          <ac:spMkLst>
            <pc:docMk/>
            <pc:sldMk cId="1107447613" sldId="310"/>
            <ac:spMk id="386" creationId="{E2D4E241-FFA9-0ED6-98EE-B36750D0E2D5}"/>
          </ac:spMkLst>
        </pc:spChg>
        <pc:spChg chg="mod">
          <ac:chgData name="Malte Heithoff" userId="92960225c14ac204" providerId="LiveId" clId="{E0BBEFF3-CC19-4AC9-BDDD-82D207C7C35E}" dt="2023-10-30T12:20:57.051" v="1218"/>
          <ac:spMkLst>
            <pc:docMk/>
            <pc:sldMk cId="1107447613" sldId="310"/>
            <ac:spMk id="387" creationId="{AE681CE7-AE75-8C60-916D-9A75A50078E8}"/>
          </ac:spMkLst>
        </pc:spChg>
        <pc:spChg chg="mod">
          <ac:chgData name="Malte Heithoff" userId="92960225c14ac204" providerId="LiveId" clId="{E0BBEFF3-CC19-4AC9-BDDD-82D207C7C35E}" dt="2023-10-30T12:20:57.051" v="1218"/>
          <ac:spMkLst>
            <pc:docMk/>
            <pc:sldMk cId="1107447613" sldId="310"/>
            <ac:spMk id="388" creationId="{C2CCDF05-6ABA-BB16-A8DC-65F71081BB38}"/>
          </ac:spMkLst>
        </pc:spChg>
        <pc:spChg chg="mod">
          <ac:chgData name="Malte Heithoff" userId="92960225c14ac204" providerId="LiveId" clId="{E0BBEFF3-CC19-4AC9-BDDD-82D207C7C35E}" dt="2023-10-30T12:20:57.051" v="1218"/>
          <ac:spMkLst>
            <pc:docMk/>
            <pc:sldMk cId="1107447613" sldId="310"/>
            <ac:spMk id="389" creationId="{970DEA18-C6E2-3CEF-5A29-3456237DCAF2}"/>
          </ac:spMkLst>
        </pc:spChg>
        <pc:spChg chg="add del mod">
          <ac:chgData name="Malte Heithoff" userId="92960225c14ac204" providerId="LiveId" clId="{E0BBEFF3-CC19-4AC9-BDDD-82D207C7C35E}" dt="2023-10-30T12:21:00.727" v="1221"/>
          <ac:spMkLst>
            <pc:docMk/>
            <pc:sldMk cId="1107447613" sldId="310"/>
            <ac:spMk id="391" creationId="{1B8C5DF2-1EA8-1A45-1C64-0AE07C7069AF}"/>
          </ac:spMkLst>
        </pc:spChg>
        <pc:spChg chg="mod">
          <ac:chgData name="Malte Heithoff" userId="92960225c14ac204" providerId="LiveId" clId="{E0BBEFF3-CC19-4AC9-BDDD-82D207C7C35E}" dt="2023-10-30T12:20:57.051" v="1218"/>
          <ac:spMkLst>
            <pc:docMk/>
            <pc:sldMk cId="1107447613" sldId="310"/>
            <ac:spMk id="393" creationId="{0D3B23E0-60E8-3E3F-C961-EF2BA4C47AF7}"/>
          </ac:spMkLst>
        </pc:spChg>
        <pc:spChg chg="mod">
          <ac:chgData name="Malte Heithoff" userId="92960225c14ac204" providerId="LiveId" clId="{E0BBEFF3-CC19-4AC9-BDDD-82D207C7C35E}" dt="2023-10-30T12:20:57.051" v="1218"/>
          <ac:spMkLst>
            <pc:docMk/>
            <pc:sldMk cId="1107447613" sldId="310"/>
            <ac:spMk id="394" creationId="{0AB734FE-FD84-BFF7-0845-4CC035CF62B8}"/>
          </ac:spMkLst>
        </pc:spChg>
        <pc:spChg chg="mod">
          <ac:chgData name="Malte Heithoff" userId="92960225c14ac204" providerId="LiveId" clId="{E0BBEFF3-CC19-4AC9-BDDD-82D207C7C35E}" dt="2023-10-30T12:20:57.051" v="1218"/>
          <ac:spMkLst>
            <pc:docMk/>
            <pc:sldMk cId="1107447613" sldId="310"/>
            <ac:spMk id="395" creationId="{6682A27E-594B-F5BB-73E4-0F2566B498C6}"/>
          </ac:spMkLst>
        </pc:spChg>
        <pc:spChg chg="mod">
          <ac:chgData name="Malte Heithoff" userId="92960225c14ac204" providerId="LiveId" clId="{E0BBEFF3-CC19-4AC9-BDDD-82D207C7C35E}" dt="2023-10-30T12:20:57.051" v="1218"/>
          <ac:spMkLst>
            <pc:docMk/>
            <pc:sldMk cId="1107447613" sldId="310"/>
            <ac:spMk id="396" creationId="{E7DECD2A-44A0-CDFA-BCAA-0D66D03B2A86}"/>
          </ac:spMkLst>
        </pc:spChg>
        <pc:spChg chg="add del mod">
          <ac:chgData name="Malte Heithoff" userId="92960225c14ac204" providerId="LiveId" clId="{E0BBEFF3-CC19-4AC9-BDDD-82D207C7C35E}" dt="2023-10-30T12:21:00.727" v="1221"/>
          <ac:spMkLst>
            <pc:docMk/>
            <pc:sldMk cId="1107447613" sldId="310"/>
            <ac:spMk id="397" creationId="{F62A7394-03A6-9D9C-CF36-B2838E8D72EE}"/>
          </ac:spMkLst>
        </pc:spChg>
        <pc:spChg chg="add del mod">
          <ac:chgData name="Malte Heithoff" userId="92960225c14ac204" providerId="LiveId" clId="{E0BBEFF3-CC19-4AC9-BDDD-82D207C7C35E}" dt="2023-10-30T12:21:00.727" v="1221"/>
          <ac:spMkLst>
            <pc:docMk/>
            <pc:sldMk cId="1107447613" sldId="310"/>
            <ac:spMk id="398" creationId="{6F8DA889-92F7-2360-D421-65933E14C2A2}"/>
          </ac:spMkLst>
        </pc:spChg>
        <pc:spChg chg="add del mod">
          <ac:chgData name="Malte Heithoff" userId="92960225c14ac204" providerId="LiveId" clId="{E0BBEFF3-CC19-4AC9-BDDD-82D207C7C35E}" dt="2023-10-30T12:21:00.727" v="1221"/>
          <ac:spMkLst>
            <pc:docMk/>
            <pc:sldMk cId="1107447613" sldId="310"/>
            <ac:spMk id="399" creationId="{23CDF1D1-8245-6459-41BC-692C346CD5F9}"/>
          </ac:spMkLst>
        </pc:spChg>
        <pc:spChg chg="add del mod">
          <ac:chgData name="Malte Heithoff" userId="92960225c14ac204" providerId="LiveId" clId="{E0BBEFF3-CC19-4AC9-BDDD-82D207C7C35E}" dt="2023-10-30T12:21:00.727" v="1221"/>
          <ac:spMkLst>
            <pc:docMk/>
            <pc:sldMk cId="1107447613" sldId="310"/>
            <ac:spMk id="400" creationId="{05E23A4A-2272-AFDE-BFEE-5FFD2BADFDA5}"/>
          </ac:spMkLst>
        </pc:spChg>
        <pc:spChg chg="add del mod">
          <ac:chgData name="Malte Heithoff" userId="92960225c14ac204" providerId="LiveId" clId="{E0BBEFF3-CC19-4AC9-BDDD-82D207C7C35E}" dt="2023-10-30T12:21:00.727" v="1221"/>
          <ac:spMkLst>
            <pc:docMk/>
            <pc:sldMk cId="1107447613" sldId="310"/>
            <ac:spMk id="401" creationId="{1EA66813-B663-9C41-7CC5-341AA4CA63E9}"/>
          </ac:spMkLst>
        </pc:spChg>
        <pc:spChg chg="add del mod">
          <ac:chgData name="Malte Heithoff" userId="92960225c14ac204" providerId="LiveId" clId="{E0BBEFF3-CC19-4AC9-BDDD-82D207C7C35E}" dt="2023-10-30T12:21:00.727" v="1221"/>
          <ac:spMkLst>
            <pc:docMk/>
            <pc:sldMk cId="1107447613" sldId="310"/>
            <ac:spMk id="402" creationId="{C795FACA-F7C9-16C3-6893-7FB24815BBD2}"/>
          </ac:spMkLst>
        </pc:spChg>
        <pc:spChg chg="mod">
          <ac:chgData name="Malte Heithoff" userId="92960225c14ac204" providerId="LiveId" clId="{E0BBEFF3-CC19-4AC9-BDDD-82D207C7C35E}" dt="2023-10-30T12:21:01.177" v="1222"/>
          <ac:spMkLst>
            <pc:docMk/>
            <pc:sldMk cId="1107447613" sldId="310"/>
            <ac:spMk id="405" creationId="{42BEE714-A146-04E3-4AC7-8801225D5F04}"/>
          </ac:spMkLst>
        </pc:spChg>
        <pc:spChg chg="mod">
          <ac:chgData name="Malte Heithoff" userId="92960225c14ac204" providerId="LiveId" clId="{E0BBEFF3-CC19-4AC9-BDDD-82D207C7C35E}" dt="2023-10-30T12:21:01.177" v="1222"/>
          <ac:spMkLst>
            <pc:docMk/>
            <pc:sldMk cId="1107447613" sldId="310"/>
            <ac:spMk id="406" creationId="{2157B25B-D000-045D-9B1F-93335D779A41}"/>
          </ac:spMkLst>
        </pc:spChg>
        <pc:spChg chg="mod">
          <ac:chgData name="Malte Heithoff" userId="92960225c14ac204" providerId="LiveId" clId="{E0BBEFF3-CC19-4AC9-BDDD-82D207C7C35E}" dt="2023-10-30T12:21:01.177" v="1222"/>
          <ac:spMkLst>
            <pc:docMk/>
            <pc:sldMk cId="1107447613" sldId="310"/>
            <ac:spMk id="407" creationId="{7E257C8C-01D0-D698-BCCE-69D16B3219ED}"/>
          </ac:spMkLst>
        </pc:spChg>
        <pc:spChg chg="mod">
          <ac:chgData name="Malte Heithoff" userId="92960225c14ac204" providerId="LiveId" clId="{E0BBEFF3-CC19-4AC9-BDDD-82D207C7C35E}" dt="2023-10-30T12:21:01.177" v="1222"/>
          <ac:spMkLst>
            <pc:docMk/>
            <pc:sldMk cId="1107447613" sldId="310"/>
            <ac:spMk id="410" creationId="{788F2502-BFE6-4B59-0010-40CADDBB6E35}"/>
          </ac:spMkLst>
        </pc:spChg>
        <pc:spChg chg="mod">
          <ac:chgData name="Malte Heithoff" userId="92960225c14ac204" providerId="LiveId" clId="{E0BBEFF3-CC19-4AC9-BDDD-82D207C7C35E}" dt="2023-10-30T12:21:01.177" v="1222"/>
          <ac:spMkLst>
            <pc:docMk/>
            <pc:sldMk cId="1107447613" sldId="310"/>
            <ac:spMk id="411" creationId="{99A8D139-8B7C-B712-193A-D144BA3581A9}"/>
          </ac:spMkLst>
        </pc:spChg>
        <pc:spChg chg="mod">
          <ac:chgData name="Malte Heithoff" userId="92960225c14ac204" providerId="LiveId" clId="{E0BBEFF3-CC19-4AC9-BDDD-82D207C7C35E}" dt="2023-10-30T12:21:01.177" v="1222"/>
          <ac:spMkLst>
            <pc:docMk/>
            <pc:sldMk cId="1107447613" sldId="310"/>
            <ac:spMk id="412" creationId="{D758C1AD-EF45-6C7B-B8B4-38148D92B20B}"/>
          </ac:spMkLst>
        </pc:spChg>
        <pc:spChg chg="mod">
          <ac:chgData name="Malte Heithoff" userId="92960225c14ac204" providerId="LiveId" clId="{E0BBEFF3-CC19-4AC9-BDDD-82D207C7C35E}" dt="2023-10-30T12:21:01.177" v="1222"/>
          <ac:spMkLst>
            <pc:docMk/>
            <pc:sldMk cId="1107447613" sldId="310"/>
            <ac:spMk id="414" creationId="{12FCB44E-DB15-4664-C3C8-5D826F131918}"/>
          </ac:spMkLst>
        </pc:spChg>
        <pc:spChg chg="mod">
          <ac:chgData name="Malte Heithoff" userId="92960225c14ac204" providerId="LiveId" clId="{E0BBEFF3-CC19-4AC9-BDDD-82D207C7C35E}" dt="2023-10-30T12:21:01.177" v="1222"/>
          <ac:spMkLst>
            <pc:docMk/>
            <pc:sldMk cId="1107447613" sldId="310"/>
            <ac:spMk id="415" creationId="{C4A1DE05-1F71-FB1F-8290-01E254D9851F}"/>
          </ac:spMkLst>
        </pc:spChg>
        <pc:spChg chg="mod">
          <ac:chgData name="Malte Heithoff" userId="92960225c14ac204" providerId="LiveId" clId="{E0BBEFF3-CC19-4AC9-BDDD-82D207C7C35E}" dt="2023-10-30T12:21:01.177" v="1222"/>
          <ac:spMkLst>
            <pc:docMk/>
            <pc:sldMk cId="1107447613" sldId="310"/>
            <ac:spMk id="427" creationId="{03DDE45F-8AB9-7B37-AD5D-D33100D5A4EF}"/>
          </ac:spMkLst>
        </pc:spChg>
        <pc:spChg chg="mod">
          <ac:chgData name="Malte Heithoff" userId="92960225c14ac204" providerId="LiveId" clId="{E0BBEFF3-CC19-4AC9-BDDD-82D207C7C35E}" dt="2023-10-30T12:21:01.177" v="1222"/>
          <ac:spMkLst>
            <pc:docMk/>
            <pc:sldMk cId="1107447613" sldId="310"/>
            <ac:spMk id="428" creationId="{4E824190-3B84-66CA-9D9C-5AA8BC269260}"/>
          </ac:spMkLst>
        </pc:spChg>
        <pc:spChg chg="mod">
          <ac:chgData name="Malte Heithoff" userId="92960225c14ac204" providerId="LiveId" clId="{E0BBEFF3-CC19-4AC9-BDDD-82D207C7C35E}" dt="2023-10-30T12:21:01.177" v="1222"/>
          <ac:spMkLst>
            <pc:docMk/>
            <pc:sldMk cId="1107447613" sldId="310"/>
            <ac:spMk id="429" creationId="{D112EAB6-57CE-AAD9-3923-91D62F9B02A8}"/>
          </ac:spMkLst>
        </pc:spChg>
        <pc:spChg chg="mod">
          <ac:chgData name="Malte Heithoff" userId="92960225c14ac204" providerId="LiveId" clId="{E0BBEFF3-CC19-4AC9-BDDD-82D207C7C35E}" dt="2023-10-30T12:21:01.177" v="1222"/>
          <ac:spMkLst>
            <pc:docMk/>
            <pc:sldMk cId="1107447613" sldId="310"/>
            <ac:spMk id="430" creationId="{D2286E34-5E44-05A2-DB2B-933C2EBB8921}"/>
          </ac:spMkLst>
        </pc:spChg>
        <pc:spChg chg="mod">
          <ac:chgData name="Malte Heithoff" userId="92960225c14ac204" providerId="LiveId" clId="{E0BBEFF3-CC19-4AC9-BDDD-82D207C7C35E}" dt="2023-10-30T12:21:01.177" v="1222"/>
          <ac:spMkLst>
            <pc:docMk/>
            <pc:sldMk cId="1107447613" sldId="310"/>
            <ac:spMk id="431" creationId="{13976D76-43F5-668E-4447-3396252EC78A}"/>
          </ac:spMkLst>
        </pc:spChg>
        <pc:spChg chg="mod">
          <ac:chgData name="Malte Heithoff" userId="92960225c14ac204" providerId="LiveId" clId="{E0BBEFF3-CC19-4AC9-BDDD-82D207C7C35E}" dt="2023-10-30T12:21:01.177" v="1222"/>
          <ac:spMkLst>
            <pc:docMk/>
            <pc:sldMk cId="1107447613" sldId="310"/>
            <ac:spMk id="432" creationId="{FA178582-E968-4E00-FCA4-37613E739C3F}"/>
          </ac:spMkLst>
        </pc:spChg>
        <pc:spChg chg="mod">
          <ac:chgData name="Malte Heithoff" userId="92960225c14ac204" providerId="LiveId" clId="{E0BBEFF3-CC19-4AC9-BDDD-82D207C7C35E}" dt="2023-10-30T12:21:01.177" v="1222"/>
          <ac:spMkLst>
            <pc:docMk/>
            <pc:sldMk cId="1107447613" sldId="310"/>
            <ac:spMk id="433" creationId="{A1DBEDF2-ED30-A150-C5CC-7909D252F85B}"/>
          </ac:spMkLst>
        </pc:spChg>
        <pc:spChg chg="add del mod">
          <ac:chgData name="Malte Heithoff" userId="92960225c14ac204" providerId="LiveId" clId="{E0BBEFF3-CC19-4AC9-BDDD-82D207C7C35E}" dt="2023-10-30T12:21:02.687" v="1223"/>
          <ac:spMkLst>
            <pc:docMk/>
            <pc:sldMk cId="1107447613" sldId="310"/>
            <ac:spMk id="434" creationId="{CB1A2EF9-A23F-6810-0651-9ACD10935AFB}"/>
          </ac:spMkLst>
        </pc:spChg>
        <pc:spChg chg="add del mod">
          <ac:chgData name="Malte Heithoff" userId="92960225c14ac204" providerId="LiveId" clId="{E0BBEFF3-CC19-4AC9-BDDD-82D207C7C35E}" dt="2023-10-30T12:21:02.687" v="1223"/>
          <ac:spMkLst>
            <pc:docMk/>
            <pc:sldMk cId="1107447613" sldId="310"/>
            <ac:spMk id="435" creationId="{7115F151-42AB-A752-472D-00927F18F371}"/>
          </ac:spMkLst>
        </pc:spChg>
        <pc:spChg chg="mod">
          <ac:chgData name="Malte Heithoff" userId="92960225c14ac204" providerId="LiveId" clId="{E0BBEFF3-CC19-4AC9-BDDD-82D207C7C35E}" dt="2023-10-30T12:21:01.177" v="1222"/>
          <ac:spMkLst>
            <pc:docMk/>
            <pc:sldMk cId="1107447613" sldId="310"/>
            <ac:spMk id="437" creationId="{0FAA04FD-04F9-4102-A84C-06A39FADEABE}"/>
          </ac:spMkLst>
        </pc:spChg>
        <pc:spChg chg="mod">
          <ac:chgData name="Malte Heithoff" userId="92960225c14ac204" providerId="LiveId" clId="{E0BBEFF3-CC19-4AC9-BDDD-82D207C7C35E}" dt="2023-10-30T12:21:01.177" v="1222"/>
          <ac:spMkLst>
            <pc:docMk/>
            <pc:sldMk cId="1107447613" sldId="310"/>
            <ac:spMk id="438" creationId="{BAF67FB8-DF6A-E06F-8D40-A265CAE6BF24}"/>
          </ac:spMkLst>
        </pc:spChg>
        <pc:spChg chg="mod">
          <ac:chgData name="Malte Heithoff" userId="92960225c14ac204" providerId="LiveId" clId="{E0BBEFF3-CC19-4AC9-BDDD-82D207C7C35E}" dt="2023-10-30T12:21:01.177" v="1222"/>
          <ac:spMkLst>
            <pc:docMk/>
            <pc:sldMk cId="1107447613" sldId="310"/>
            <ac:spMk id="439" creationId="{7DDE7B5B-89E6-9829-0DB0-290F5CB17F6A}"/>
          </ac:spMkLst>
        </pc:spChg>
        <pc:spChg chg="mod">
          <ac:chgData name="Malte Heithoff" userId="92960225c14ac204" providerId="LiveId" clId="{E0BBEFF3-CC19-4AC9-BDDD-82D207C7C35E}" dt="2023-10-30T12:21:01.177" v="1222"/>
          <ac:spMkLst>
            <pc:docMk/>
            <pc:sldMk cId="1107447613" sldId="310"/>
            <ac:spMk id="440" creationId="{A444DC52-BAD9-A449-BE89-5470498A2C3E}"/>
          </ac:spMkLst>
        </pc:spChg>
        <pc:spChg chg="mod">
          <ac:chgData name="Malte Heithoff" userId="92960225c14ac204" providerId="LiveId" clId="{E0BBEFF3-CC19-4AC9-BDDD-82D207C7C35E}" dt="2023-10-30T12:21:01.177" v="1222"/>
          <ac:spMkLst>
            <pc:docMk/>
            <pc:sldMk cId="1107447613" sldId="310"/>
            <ac:spMk id="441" creationId="{419EC05C-33D4-DBAB-FDB3-B410D0EF1E2A}"/>
          </ac:spMkLst>
        </pc:spChg>
        <pc:spChg chg="mod">
          <ac:chgData name="Malte Heithoff" userId="92960225c14ac204" providerId="LiveId" clId="{E0BBEFF3-CC19-4AC9-BDDD-82D207C7C35E}" dt="2023-10-30T12:21:01.177" v="1222"/>
          <ac:spMkLst>
            <pc:docMk/>
            <pc:sldMk cId="1107447613" sldId="310"/>
            <ac:spMk id="442" creationId="{5D42E9EA-14BE-357F-2163-A4DF34D6705C}"/>
          </ac:spMkLst>
        </pc:spChg>
        <pc:spChg chg="mod">
          <ac:chgData name="Malte Heithoff" userId="92960225c14ac204" providerId="LiveId" clId="{E0BBEFF3-CC19-4AC9-BDDD-82D207C7C35E}" dt="2023-10-30T12:21:01.177" v="1222"/>
          <ac:spMkLst>
            <pc:docMk/>
            <pc:sldMk cId="1107447613" sldId="310"/>
            <ac:spMk id="443" creationId="{CEF13679-C936-FDEB-C989-705D248BCFF6}"/>
          </ac:spMkLst>
        </pc:spChg>
        <pc:spChg chg="add del mod">
          <ac:chgData name="Malte Heithoff" userId="92960225c14ac204" providerId="LiveId" clId="{E0BBEFF3-CC19-4AC9-BDDD-82D207C7C35E}" dt="2023-10-30T12:21:02.687" v="1223"/>
          <ac:spMkLst>
            <pc:docMk/>
            <pc:sldMk cId="1107447613" sldId="310"/>
            <ac:spMk id="444" creationId="{431092D9-C5DB-608F-4217-94854D9BBF75}"/>
          </ac:spMkLst>
        </pc:spChg>
        <pc:spChg chg="add del mod">
          <ac:chgData name="Malte Heithoff" userId="92960225c14ac204" providerId="LiveId" clId="{E0BBEFF3-CC19-4AC9-BDDD-82D207C7C35E}" dt="2023-10-30T12:21:02.687" v="1223"/>
          <ac:spMkLst>
            <pc:docMk/>
            <pc:sldMk cId="1107447613" sldId="310"/>
            <ac:spMk id="445" creationId="{22615637-0BBE-1A7F-F108-FC0C843373E7}"/>
          </ac:spMkLst>
        </pc:spChg>
        <pc:spChg chg="add del mod">
          <ac:chgData name="Malte Heithoff" userId="92960225c14ac204" providerId="LiveId" clId="{E0BBEFF3-CC19-4AC9-BDDD-82D207C7C35E}" dt="2023-10-30T12:21:02.687" v="1223"/>
          <ac:spMkLst>
            <pc:docMk/>
            <pc:sldMk cId="1107447613" sldId="310"/>
            <ac:spMk id="446" creationId="{EBCE9FED-2243-FEE5-4096-9DAFB7EC47C7}"/>
          </ac:spMkLst>
        </pc:spChg>
        <pc:spChg chg="add del mod">
          <ac:chgData name="Malte Heithoff" userId="92960225c14ac204" providerId="LiveId" clId="{E0BBEFF3-CC19-4AC9-BDDD-82D207C7C35E}" dt="2023-10-30T12:21:02.687" v="1223"/>
          <ac:spMkLst>
            <pc:docMk/>
            <pc:sldMk cId="1107447613" sldId="310"/>
            <ac:spMk id="447" creationId="{ABE9FD05-3F20-5FF3-64BA-5F675E266BC8}"/>
          </ac:spMkLst>
        </pc:spChg>
        <pc:spChg chg="add del mod">
          <ac:chgData name="Malte Heithoff" userId="92960225c14ac204" providerId="LiveId" clId="{E0BBEFF3-CC19-4AC9-BDDD-82D207C7C35E}" dt="2023-10-30T12:21:02.687" v="1223"/>
          <ac:spMkLst>
            <pc:docMk/>
            <pc:sldMk cId="1107447613" sldId="310"/>
            <ac:spMk id="448" creationId="{108FC9F4-C194-0F9F-AB0E-E7D5A5A53B03}"/>
          </ac:spMkLst>
        </pc:spChg>
        <pc:spChg chg="add del mod">
          <ac:chgData name="Malte Heithoff" userId="92960225c14ac204" providerId="LiveId" clId="{E0BBEFF3-CC19-4AC9-BDDD-82D207C7C35E}" dt="2023-10-30T12:21:02.687" v="1223"/>
          <ac:spMkLst>
            <pc:docMk/>
            <pc:sldMk cId="1107447613" sldId="310"/>
            <ac:spMk id="449" creationId="{71767F4B-821C-3D07-1E9D-68A5E670C379}"/>
          </ac:spMkLst>
        </pc:spChg>
        <pc:spChg chg="add del mod">
          <ac:chgData name="Malte Heithoff" userId="92960225c14ac204" providerId="LiveId" clId="{E0BBEFF3-CC19-4AC9-BDDD-82D207C7C35E}" dt="2023-10-30T12:21:02.687" v="1223"/>
          <ac:spMkLst>
            <pc:docMk/>
            <pc:sldMk cId="1107447613" sldId="310"/>
            <ac:spMk id="450" creationId="{1D346383-CF6E-285E-55CE-44BD370717A8}"/>
          </ac:spMkLst>
        </pc:spChg>
        <pc:spChg chg="add del mod">
          <ac:chgData name="Malte Heithoff" userId="92960225c14ac204" providerId="LiveId" clId="{E0BBEFF3-CC19-4AC9-BDDD-82D207C7C35E}" dt="2023-10-30T12:21:02.687" v="1223"/>
          <ac:spMkLst>
            <pc:docMk/>
            <pc:sldMk cId="1107447613" sldId="310"/>
            <ac:spMk id="451" creationId="{1EF86B6E-5B39-91E5-4E1B-105E10F19FAE}"/>
          </ac:spMkLst>
        </pc:spChg>
        <pc:spChg chg="mod">
          <ac:chgData name="Malte Heithoff" userId="92960225c14ac204" providerId="LiveId" clId="{E0BBEFF3-CC19-4AC9-BDDD-82D207C7C35E}" dt="2023-10-30T12:21:01.177" v="1222"/>
          <ac:spMkLst>
            <pc:docMk/>
            <pc:sldMk cId="1107447613" sldId="310"/>
            <ac:spMk id="454" creationId="{E94D550B-5063-1BA8-7DA4-9F2735BD05C9}"/>
          </ac:spMkLst>
        </pc:spChg>
        <pc:spChg chg="mod">
          <ac:chgData name="Malte Heithoff" userId="92960225c14ac204" providerId="LiveId" clId="{E0BBEFF3-CC19-4AC9-BDDD-82D207C7C35E}" dt="2023-10-30T12:21:01.177" v="1222"/>
          <ac:spMkLst>
            <pc:docMk/>
            <pc:sldMk cId="1107447613" sldId="310"/>
            <ac:spMk id="455" creationId="{093E3E60-8295-E6E0-C7B7-72DCB1A01691}"/>
          </ac:spMkLst>
        </pc:spChg>
        <pc:spChg chg="mod">
          <ac:chgData name="Malte Heithoff" userId="92960225c14ac204" providerId="LiveId" clId="{E0BBEFF3-CC19-4AC9-BDDD-82D207C7C35E}" dt="2023-10-30T12:21:01.177" v="1222"/>
          <ac:spMkLst>
            <pc:docMk/>
            <pc:sldMk cId="1107447613" sldId="310"/>
            <ac:spMk id="456" creationId="{645F85D2-B94A-2CA0-4314-BD9100668976}"/>
          </ac:spMkLst>
        </pc:spChg>
        <pc:spChg chg="mod">
          <ac:chgData name="Malte Heithoff" userId="92960225c14ac204" providerId="LiveId" clId="{E0BBEFF3-CC19-4AC9-BDDD-82D207C7C35E}" dt="2023-10-30T12:21:01.177" v="1222"/>
          <ac:spMkLst>
            <pc:docMk/>
            <pc:sldMk cId="1107447613" sldId="310"/>
            <ac:spMk id="457" creationId="{4EEB2E46-E2E8-DB65-2821-91D9361878B5}"/>
          </ac:spMkLst>
        </pc:spChg>
        <pc:spChg chg="mod">
          <ac:chgData name="Malte Heithoff" userId="92960225c14ac204" providerId="LiveId" clId="{E0BBEFF3-CC19-4AC9-BDDD-82D207C7C35E}" dt="2023-10-30T12:21:01.177" v="1222"/>
          <ac:spMkLst>
            <pc:docMk/>
            <pc:sldMk cId="1107447613" sldId="310"/>
            <ac:spMk id="458" creationId="{237AD8CB-CC69-E7BA-03F5-6FF093648F6A}"/>
          </ac:spMkLst>
        </pc:spChg>
        <pc:spChg chg="add del mod">
          <ac:chgData name="Malte Heithoff" userId="92960225c14ac204" providerId="LiveId" clId="{E0BBEFF3-CC19-4AC9-BDDD-82D207C7C35E}" dt="2023-10-30T12:21:02.687" v="1223"/>
          <ac:spMkLst>
            <pc:docMk/>
            <pc:sldMk cId="1107447613" sldId="310"/>
            <ac:spMk id="460" creationId="{6A8067FA-E848-3BDD-C48F-DAC0A0E47031}"/>
          </ac:spMkLst>
        </pc:spChg>
        <pc:spChg chg="mod">
          <ac:chgData name="Malte Heithoff" userId="92960225c14ac204" providerId="LiveId" clId="{E0BBEFF3-CC19-4AC9-BDDD-82D207C7C35E}" dt="2023-10-30T12:21:01.177" v="1222"/>
          <ac:spMkLst>
            <pc:docMk/>
            <pc:sldMk cId="1107447613" sldId="310"/>
            <ac:spMk id="462" creationId="{621EACEA-B4AC-CDB8-8DC2-679B17377183}"/>
          </ac:spMkLst>
        </pc:spChg>
        <pc:spChg chg="mod">
          <ac:chgData name="Malte Heithoff" userId="92960225c14ac204" providerId="LiveId" clId="{E0BBEFF3-CC19-4AC9-BDDD-82D207C7C35E}" dt="2023-10-30T12:21:01.177" v="1222"/>
          <ac:spMkLst>
            <pc:docMk/>
            <pc:sldMk cId="1107447613" sldId="310"/>
            <ac:spMk id="463" creationId="{C49B7E94-76DB-6F54-86C8-3ADBAB2F96E1}"/>
          </ac:spMkLst>
        </pc:spChg>
        <pc:spChg chg="mod">
          <ac:chgData name="Malte Heithoff" userId="92960225c14ac204" providerId="LiveId" clId="{E0BBEFF3-CC19-4AC9-BDDD-82D207C7C35E}" dt="2023-10-30T12:21:01.177" v="1222"/>
          <ac:spMkLst>
            <pc:docMk/>
            <pc:sldMk cId="1107447613" sldId="310"/>
            <ac:spMk id="464" creationId="{02060158-85D4-D180-6389-2FEBC152617D}"/>
          </ac:spMkLst>
        </pc:spChg>
        <pc:spChg chg="mod">
          <ac:chgData name="Malte Heithoff" userId="92960225c14ac204" providerId="LiveId" clId="{E0BBEFF3-CC19-4AC9-BDDD-82D207C7C35E}" dt="2023-10-30T12:21:01.177" v="1222"/>
          <ac:spMkLst>
            <pc:docMk/>
            <pc:sldMk cId="1107447613" sldId="310"/>
            <ac:spMk id="465" creationId="{A1F53979-DE69-519B-8D91-D7B7931A6B31}"/>
          </ac:spMkLst>
        </pc:spChg>
        <pc:spChg chg="add del mod">
          <ac:chgData name="Malte Heithoff" userId="92960225c14ac204" providerId="LiveId" clId="{E0BBEFF3-CC19-4AC9-BDDD-82D207C7C35E}" dt="2023-10-30T12:21:02.687" v="1223"/>
          <ac:spMkLst>
            <pc:docMk/>
            <pc:sldMk cId="1107447613" sldId="310"/>
            <ac:spMk id="466" creationId="{8AF28622-5767-6783-5903-95A29CD07545}"/>
          </ac:spMkLst>
        </pc:spChg>
        <pc:spChg chg="add del mod">
          <ac:chgData name="Malte Heithoff" userId="92960225c14ac204" providerId="LiveId" clId="{E0BBEFF3-CC19-4AC9-BDDD-82D207C7C35E}" dt="2023-10-30T12:21:02.687" v="1223"/>
          <ac:spMkLst>
            <pc:docMk/>
            <pc:sldMk cId="1107447613" sldId="310"/>
            <ac:spMk id="467" creationId="{24F627C7-1D2B-F8CB-B972-74785F7EAFAC}"/>
          </ac:spMkLst>
        </pc:spChg>
        <pc:spChg chg="add del mod">
          <ac:chgData name="Malte Heithoff" userId="92960225c14ac204" providerId="LiveId" clId="{E0BBEFF3-CC19-4AC9-BDDD-82D207C7C35E}" dt="2023-10-30T12:21:02.687" v="1223"/>
          <ac:spMkLst>
            <pc:docMk/>
            <pc:sldMk cId="1107447613" sldId="310"/>
            <ac:spMk id="468" creationId="{EE834D35-2370-2FA8-54F4-D6D2DB2AF7A1}"/>
          </ac:spMkLst>
        </pc:spChg>
        <pc:spChg chg="add del mod">
          <ac:chgData name="Malte Heithoff" userId="92960225c14ac204" providerId="LiveId" clId="{E0BBEFF3-CC19-4AC9-BDDD-82D207C7C35E}" dt="2023-10-30T12:21:02.687" v="1223"/>
          <ac:spMkLst>
            <pc:docMk/>
            <pc:sldMk cId="1107447613" sldId="310"/>
            <ac:spMk id="469" creationId="{B0218D9F-227B-70AF-0826-AB14A468FFEA}"/>
          </ac:spMkLst>
        </pc:spChg>
        <pc:spChg chg="add del mod">
          <ac:chgData name="Malte Heithoff" userId="92960225c14ac204" providerId="LiveId" clId="{E0BBEFF3-CC19-4AC9-BDDD-82D207C7C35E}" dt="2023-10-30T12:21:02.687" v="1223"/>
          <ac:spMkLst>
            <pc:docMk/>
            <pc:sldMk cId="1107447613" sldId="310"/>
            <ac:spMk id="470" creationId="{7632CE01-0F89-0F70-0352-4879F52ADEFE}"/>
          </ac:spMkLst>
        </pc:spChg>
        <pc:spChg chg="add del mod">
          <ac:chgData name="Malte Heithoff" userId="92960225c14ac204" providerId="LiveId" clId="{E0BBEFF3-CC19-4AC9-BDDD-82D207C7C35E}" dt="2023-10-30T12:21:02.687" v="1223"/>
          <ac:spMkLst>
            <pc:docMk/>
            <pc:sldMk cId="1107447613" sldId="310"/>
            <ac:spMk id="471" creationId="{13FCCFB4-62D8-9F48-9528-9A411CF9FE9F}"/>
          </ac:spMkLst>
        </pc:spChg>
        <pc:spChg chg="add mod">
          <ac:chgData name="Malte Heithoff" userId="92960225c14ac204" providerId="LiveId" clId="{E0BBEFF3-CC19-4AC9-BDDD-82D207C7C35E}" dt="2023-10-30T12:21:23.812" v="1233" actId="20577"/>
          <ac:spMkLst>
            <pc:docMk/>
            <pc:sldMk cId="1107447613" sldId="310"/>
            <ac:spMk id="473" creationId="{585DBA82-9D87-B1EB-CA3E-35DA5E9D61FB}"/>
          </ac:spMkLst>
        </pc:spChg>
        <pc:grpChg chg="del mod">
          <ac:chgData name="Malte Heithoff" userId="92960225c14ac204" providerId="LiveId" clId="{E0BBEFF3-CC19-4AC9-BDDD-82D207C7C35E}" dt="2023-10-30T11:52:12.772" v="666" actId="165"/>
          <ac:grpSpMkLst>
            <pc:docMk/>
            <pc:sldMk cId="1107447613" sldId="310"/>
            <ac:grpSpMk id="4" creationId="{94CDCD52-4A64-D571-8B83-0204C883FC1D}"/>
          </ac:grpSpMkLst>
        </pc:grpChg>
        <pc:grpChg chg="add mod">
          <ac:chgData name="Malte Heithoff" userId="92960225c14ac204" providerId="LiveId" clId="{E0BBEFF3-CC19-4AC9-BDDD-82D207C7C35E}" dt="2023-10-30T12:11:57.846" v="1008" actId="1076"/>
          <ac:grpSpMkLst>
            <pc:docMk/>
            <pc:sldMk cId="1107447613" sldId="310"/>
            <ac:grpSpMk id="11" creationId="{30F46719-0869-216D-93CB-A6AC12BAD1D3}"/>
          </ac:grpSpMkLst>
        </pc:grpChg>
        <pc:grpChg chg="add mod">
          <ac:chgData name="Malte Heithoff" userId="92960225c14ac204" providerId="LiveId" clId="{E0BBEFF3-CC19-4AC9-BDDD-82D207C7C35E}" dt="2023-10-30T12:02:58.868" v="860" actId="164"/>
          <ac:grpSpMkLst>
            <pc:docMk/>
            <pc:sldMk cId="1107447613" sldId="310"/>
            <ac:grpSpMk id="36" creationId="{A0858AE6-14AB-D271-E928-3B9CDE90CD6C}"/>
          </ac:grpSpMkLst>
        </pc:grpChg>
        <pc:grpChg chg="add mod">
          <ac:chgData name="Malte Heithoff" userId="92960225c14ac204" providerId="LiveId" clId="{E0BBEFF3-CC19-4AC9-BDDD-82D207C7C35E}" dt="2023-10-30T12:11:57.846" v="1008" actId="1076"/>
          <ac:grpSpMkLst>
            <pc:docMk/>
            <pc:sldMk cId="1107447613" sldId="310"/>
            <ac:grpSpMk id="40" creationId="{42FBC61F-90A4-809F-B9B3-A12B3970DB7B}"/>
          </ac:grpSpMkLst>
        </pc:grpChg>
        <pc:grpChg chg="add del mod">
          <ac:chgData name="Malte Heithoff" userId="92960225c14ac204" providerId="LiveId" clId="{E0BBEFF3-CC19-4AC9-BDDD-82D207C7C35E}" dt="2023-10-30T11:45:36.390" v="510"/>
          <ac:grpSpMkLst>
            <pc:docMk/>
            <pc:sldMk cId="1107447613" sldId="310"/>
            <ac:grpSpMk id="44" creationId="{957F49C5-903C-7E63-DF34-C7F980B81D33}"/>
          </ac:grpSpMkLst>
        </pc:grpChg>
        <pc:grpChg chg="add mod">
          <ac:chgData name="Malte Heithoff" userId="92960225c14ac204" providerId="LiveId" clId="{E0BBEFF3-CC19-4AC9-BDDD-82D207C7C35E}" dt="2023-10-30T12:11:57.846" v="1008" actId="1076"/>
          <ac:grpSpMkLst>
            <pc:docMk/>
            <pc:sldMk cId="1107447613" sldId="310"/>
            <ac:grpSpMk id="54" creationId="{8D125345-AABF-4F5B-D672-D2561C4E6B89}"/>
          </ac:grpSpMkLst>
        </pc:grpChg>
        <pc:grpChg chg="add mod">
          <ac:chgData name="Malte Heithoff" userId="92960225c14ac204" providerId="LiveId" clId="{E0BBEFF3-CC19-4AC9-BDDD-82D207C7C35E}" dt="2023-10-30T12:11:57.846" v="1008" actId="1076"/>
          <ac:grpSpMkLst>
            <pc:docMk/>
            <pc:sldMk cId="1107447613" sldId="310"/>
            <ac:grpSpMk id="57" creationId="{6DCF251E-56CA-5D62-EB3A-76CA6E113B8D}"/>
          </ac:grpSpMkLst>
        </pc:grpChg>
        <pc:grpChg chg="mod">
          <ac:chgData name="Malte Heithoff" userId="92960225c14ac204" providerId="LiveId" clId="{E0BBEFF3-CC19-4AC9-BDDD-82D207C7C35E}" dt="2023-10-30T12:17:30.007" v="1154" actId="1076"/>
          <ac:grpSpMkLst>
            <pc:docMk/>
            <pc:sldMk cId="1107447613" sldId="310"/>
            <ac:grpSpMk id="64" creationId="{D5E0A6EF-69DC-4E33-D654-A4FF0EA65638}"/>
          </ac:grpSpMkLst>
        </pc:grpChg>
        <pc:grpChg chg="del">
          <ac:chgData name="Malte Heithoff" userId="92960225c14ac204" providerId="LiveId" clId="{E0BBEFF3-CC19-4AC9-BDDD-82D207C7C35E}" dt="2023-10-30T11:34:42.868" v="323" actId="478"/>
          <ac:grpSpMkLst>
            <pc:docMk/>
            <pc:sldMk cId="1107447613" sldId="310"/>
            <ac:grpSpMk id="65" creationId="{65F85289-0A2F-1D7D-659B-25BE80C2AF6A}"/>
          </ac:grpSpMkLst>
        </pc:grpChg>
        <pc:grpChg chg="del">
          <ac:chgData name="Malte Heithoff" userId="92960225c14ac204" providerId="LiveId" clId="{E0BBEFF3-CC19-4AC9-BDDD-82D207C7C35E}" dt="2023-10-30T11:34:42.868" v="323" actId="478"/>
          <ac:grpSpMkLst>
            <pc:docMk/>
            <pc:sldMk cId="1107447613" sldId="310"/>
            <ac:grpSpMk id="72" creationId="{ECD55816-0F3E-B2F8-95BB-E5D9CBAD9702}"/>
          </ac:grpSpMkLst>
        </pc:grpChg>
        <pc:grpChg chg="add mod">
          <ac:chgData name="Malte Heithoff" userId="92960225c14ac204" providerId="LiveId" clId="{E0BBEFF3-CC19-4AC9-BDDD-82D207C7C35E}" dt="2023-10-30T12:15:21.845" v="1100" actId="1035"/>
          <ac:grpSpMkLst>
            <pc:docMk/>
            <pc:sldMk cId="1107447613" sldId="310"/>
            <ac:grpSpMk id="78" creationId="{9B576DF5-7D86-AA11-0080-BA90DB39767D}"/>
          </ac:grpSpMkLst>
        </pc:grpChg>
        <pc:grpChg chg="add mod">
          <ac:chgData name="Malte Heithoff" userId="92960225c14ac204" providerId="LiveId" clId="{E0BBEFF3-CC19-4AC9-BDDD-82D207C7C35E}" dt="2023-10-30T12:11:57.846" v="1008" actId="1076"/>
          <ac:grpSpMkLst>
            <pc:docMk/>
            <pc:sldMk cId="1107447613" sldId="310"/>
            <ac:grpSpMk id="88" creationId="{50B82128-B2F7-B075-8A4C-C95C4CEBEB6B}"/>
          </ac:grpSpMkLst>
        </pc:grpChg>
        <pc:grpChg chg="del">
          <ac:chgData name="Malte Heithoff" userId="92960225c14ac204" providerId="LiveId" clId="{E0BBEFF3-CC19-4AC9-BDDD-82D207C7C35E}" dt="2023-10-30T11:34:42.868" v="323" actId="478"/>
          <ac:grpSpMkLst>
            <pc:docMk/>
            <pc:sldMk cId="1107447613" sldId="310"/>
            <ac:grpSpMk id="92" creationId="{678E6631-FEFE-2686-58E9-ADC14C00D478}"/>
          </ac:grpSpMkLst>
        </pc:grpChg>
        <pc:grpChg chg="del">
          <ac:chgData name="Malte Heithoff" userId="92960225c14ac204" providerId="LiveId" clId="{E0BBEFF3-CC19-4AC9-BDDD-82D207C7C35E}" dt="2023-10-30T11:34:42.868" v="323" actId="478"/>
          <ac:grpSpMkLst>
            <pc:docMk/>
            <pc:sldMk cId="1107447613" sldId="310"/>
            <ac:grpSpMk id="99" creationId="{26A71F40-E791-F000-4596-FE2340DAF76A}"/>
          </ac:grpSpMkLst>
        </pc:grpChg>
        <pc:grpChg chg="add mod">
          <ac:chgData name="Malte Heithoff" userId="92960225c14ac204" providerId="LiveId" clId="{E0BBEFF3-CC19-4AC9-BDDD-82D207C7C35E}" dt="2023-10-30T12:11:57.846" v="1008" actId="1076"/>
          <ac:grpSpMkLst>
            <pc:docMk/>
            <pc:sldMk cId="1107447613" sldId="310"/>
            <ac:grpSpMk id="105" creationId="{5426F574-C5EC-399F-1BB1-D3EA22544C5F}"/>
          </ac:grpSpMkLst>
        </pc:grpChg>
        <pc:grpChg chg="add mod">
          <ac:chgData name="Malte Heithoff" userId="92960225c14ac204" providerId="LiveId" clId="{E0BBEFF3-CC19-4AC9-BDDD-82D207C7C35E}" dt="2023-10-30T12:11:57.846" v="1008" actId="1076"/>
          <ac:grpSpMkLst>
            <pc:docMk/>
            <pc:sldMk cId="1107447613" sldId="310"/>
            <ac:grpSpMk id="109" creationId="{7F7E0B3D-3AEF-9A18-DD7B-6329E577AB6B}"/>
          </ac:grpSpMkLst>
        </pc:grpChg>
        <pc:grpChg chg="add mod">
          <ac:chgData name="Malte Heithoff" userId="92960225c14ac204" providerId="LiveId" clId="{E0BBEFF3-CC19-4AC9-BDDD-82D207C7C35E}" dt="2023-10-30T12:11:57.846" v="1008" actId="1076"/>
          <ac:grpSpMkLst>
            <pc:docMk/>
            <pc:sldMk cId="1107447613" sldId="310"/>
            <ac:grpSpMk id="133" creationId="{C04F75F9-1830-9806-D3F2-8FE9AC003147}"/>
          </ac:grpSpMkLst>
        </pc:grpChg>
        <pc:grpChg chg="add mod">
          <ac:chgData name="Malte Heithoff" userId="92960225c14ac204" providerId="LiveId" clId="{E0BBEFF3-CC19-4AC9-BDDD-82D207C7C35E}" dt="2023-10-30T12:11:57.846" v="1008" actId="1076"/>
          <ac:grpSpMkLst>
            <pc:docMk/>
            <pc:sldMk cId="1107447613" sldId="310"/>
            <ac:grpSpMk id="139" creationId="{B427BB2F-B4C3-3D4F-F295-496B8FCB9BF0}"/>
          </ac:grpSpMkLst>
        </pc:grpChg>
        <pc:grpChg chg="add mod">
          <ac:chgData name="Malte Heithoff" userId="92960225c14ac204" providerId="LiveId" clId="{E0BBEFF3-CC19-4AC9-BDDD-82D207C7C35E}" dt="2023-10-30T12:11:57.846" v="1008" actId="1076"/>
          <ac:grpSpMkLst>
            <pc:docMk/>
            <pc:sldMk cId="1107447613" sldId="310"/>
            <ac:grpSpMk id="146" creationId="{7672395A-D655-9F26-F25D-B2672DE864E6}"/>
          </ac:grpSpMkLst>
        </pc:grpChg>
        <pc:grpChg chg="mod">
          <ac:chgData name="Malte Heithoff" userId="92960225c14ac204" providerId="LiveId" clId="{E0BBEFF3-CC19-4AC9-BDDD-82D207C7C35E}" dt="2023-10-30T11:53:39.344" v="691" actId="164"/>
          <ac:grpSpMkLst>
            <pc:docMk/>
            <pc:sldMk cId="1107447613" sldId="310"/>
            <ac:grpSpMk id="150" creationId="{3CFE91B6-EA76-72C8-5749-831F67AA5033}"/>
          </ac:grpSpMkLst>
        </pc:grpChg>
        <pc:grpChg chg="mod">
          <ac:chgData name="Malte Heithoff" userId="92960225c14ac204" providerId="LiveId" clId="{E0BBEFF3-CC19-4AC9-BDDD-82D207C7C35E}" dt="2023-10-30T11:53:07.714" v="674" actId="164"/>
          <ac:grpSpMkLst>
            <pc:docMk/>
            <pc:sldMk cId="1107447613" sldId="310"/>
            <ac:grpSpMk id="154" creationId="{A40F5A39-ADB9-E917-65CE-8946DF27BA8E}"/>
          </ac:grpSpMkLst>
        </pc:grpChg>
        <pc:grpChg chg="add mod">
          <ac:chgData name="Malte Heithoff" userId="92960225c14ac204" providerId="LiveId" clId="{E0BBEFF3-CC19-4AC9-BDDD-82D207C7C35E}" dt="2023-10-30T12:11:57.846" v="1008" actId="1076"/>
          <ac:grpSpMkLst>
            <pc:docMk/>
            <pc:sldMk cId="1107447613" sldId="310"/>
            <ac:grpSpMk id="165" creationId="{E15C76AD-A297-F991-7C01-A0C71E88D14A}"/>
          </ac:grpSpMkLst>
        </pc:grpChg>
        <pc:grpChg chg="mod">
          <ac:chgData name="Malte Heithoff" userId="92960225c14ac204" providerId="LiveId" clId="{E0BBEFF3-CC19-4AC9-BDDD-82D207C7C35E}" dt="2023-10-30T11:58:48.052" v="771" actId="164"/>
          <ac:grpSpMkLst>
            <pc:docMk/>
            <pc:sldMk cId="1107447613" sldId="310"/>
            <ac:grpSpMk id="168" creationId="{CD864ACF-4CD5-A5A5-A44D-B4998944FDCA}"/>
          </ac:grpSpMkLst>
        </pc:grpChg>
        <pc:grpChg chg="add mod">
          <ac:chgData name="Malte Heithoff" userId="92960225c14ac204" providerId="LiveId" clId="{E0BBEFF3-CC19-4AC9-BDDD-82D207C7C35E}" dt="2023-10-30T12:11:57.846" v="1008" actId="1076"/>
          <ac:grpSpMkLst>
            <pc:docMk/>
            <pc:sldMk cId="1107447613" sldId="310"/>
            <ac:grpSpMk id="169" creationId="{75A64567-8CD5-3548-E28C-1F7EB0906069}"/>
          </ac:grpSpMkLst>
        </pc:grpChg>
        <pc:grpChg chg="mod">
          <ac:chgData name="Malte Heithoff" userId="92960225c14ac204" providerId="LiveId" clId="{E0BBEFF3-CC19-4AC9-BDDD-82D207C7C35E}" dt="2023-10-30T11:59:33.433" v="782" actId="164"/>
          <ac:grpSpMkLst>
            <pc:docMk/>
            <pc:sldMk cId="1107447613" sldId="310"/>
            <ac:grpSpMk id="174" creationId="{26AE5296-5C6B-3310-C8D8-9EF17A31E83B}"/>
          </ac:grpSpMkLst>
        </pc:grpChg>
        <pc:grpChg chg="mod">
          <ac:chgData name="Malte Heithoff" userId="92960225c14ac204" providerId="LiveId" clId="{E0BBEFF3-CC19-4AC9-BDDD-82D207C7C35E}" dt="2023-10-30T11:59:28.383" v="781" actId="164"/>
          <ac:grpSpMkLst>
            <pc:docMk/>
            <pc:sldMk cId="1107447613" sldId="310"/>
            <ac:grpSpMk id="183" creationId="{C115E254-536E-A317-DF7B-710460E170CA}"/>
          </ac:grpSpMkLst>
        </pc:grpChg>
        <pc:grpChg chg="add mod">
          <ac:chgData name="Malte Heithoff" userId="92960225c14ac204" providerId="LiveId" clId="{E0BBEFF3-CC19-4AC9-BDDD-82D207C7C35E}" dt="2023-10-30T12:11:57.846" v="1008" actId="1076"/>
          <ac:grpSpMkLst>
            <pc:docMk/>
            <pc:sldMk cId="1107447613" sldId="310"/>
            <ac:grpSpMk id="187" creationId="{77188EAB-7A0C-9CC3-18FD-85E475FC7F3B}"/>
          </ac:grpSpMkLst>
        </pc:grpChg>
        <pc:grpChg chg="mod">
          <ac:chgData name="Malte Heithoff" userId="92960225c14ac204" providerId="LiveId" clId="{E0BBEFF3-CC19-4AC9-BDDD-82D207C7C35E}" dt="2023-10-30T11:59:49.968" v="789" actId="164"/>
          <ac:grpSpMkLst>
            <pc:docMk/>
            <pc:sldMk cId="1107447613" sldId="310"/>
            <ac:grpSpMk id="194" creationId="{5F7E4DDA-2D49-72CE-B6F5-9FD65CE77D87}"/>
          </ac:grpSpMkLst>
        </pc:grpChg>
        <pc:grpChg chg="mod">
          <ac:chgData name="Malte Heithoff" userId="92960225c14ac204" providerId="LiveId" clId="{E0BBEFF3-CC19-4AC9-BDDD-82D207C7C35E}" dt="2023-10-30T11:59:21.621" v="780" actId="164"/>
          <ac:grpSpMkLst>
            <pc:docMk/>
            <pc:sldMk cId="1107447613" sldId="310"/>
            <ac:grpSpMk id="197" creationId="{8704B5A7-D5CA-62E6-5B0E-D875B760F7C0}"/>
          </ac:grpSpMkLst>
        </pc:grpChg>
        <pc:grpChg chg="add mod">
          <ac:chgData name="Malte Heithoff" userId="92960225c14ac204" providerId="LiveId" clId="{E0BBEFF3-CC19-4AC9-BDDD-82D207C7C35E}" dt="2023-10-30T12:11:57.846" v="1008" actId="1076"/>
          <ac:grpSpMkLst>
            <pc:docMk/>
            <pc:sldMk cId="1107447613" sldId="310"/>
            <ac:grpSpMk id="201" creationId="{D0D77F38-EFBB-532F-8DA5-337C6E48536F}"/>
          </ac:grpSpMkLst>
        </pc:grpChg>
        <pc:grpChg chg="add mod">
          <ac:chgData name="Malte Heithoff" userId="92960225c14ac204" providerId="LiveId" clId="{E0BBEFF3-CC19-4AC9-BDDD-82D207C7C35E}" dt="2023-10-30T12:11:57.846" v="1008" actId="1076"/>
          <ac:grpSpMkLst>
            <pc:docMk/>
            <pc:sldMk cId="1107447613" sldId="310"/>
            <ac:grpSpMk id="202" creationId="{1CC90ACB-1B73-467F-E36C-C4EEF5C2848B}"/>
          </ac:grpSpMkLst>
        </pc:grpChg>
        <pc:grpChg chg="add mod">
          <ac:chgData name="Malte Heithoff" userId="92960225c14ac204" providerId="LiveId" clId="{E0BBEFF3-CC19-4AC9-BDDD-82D207C7C35E}" dt="2023-10-30T12:11:57.846" v="1008" actId="1076"/>
          <ac:grpSpMkLst>
            <pc:docMk/>
            <pc:sldMk cId="1107447613" sldId="310"/>
            <ac:grpSpMk id="204" creationId="{0AA37C3A-E3E2-ECFA-615C-5F078E4CDDB5}"/>
          </ac:grpSpMkLst>
        </pc:grpChg>
        <pc:grpChg chg="add mod">
          <ac:chgData name="Malte Heithoff" userId="92960225c14ac204" providerId="LiveId" clId="{E0BBEFF3-CC19-4AC9-BDDD-82D207C7C35E}" dt="2023-10-30T12:11:57.846" v="1008" actId="1076"/>
          <ac:grpSpMkLst>
            <pc:docMk/>
            <pc:sldMk cId="1107447613" sldId="310"/>
            <ac:grpSpMk id="208" creationId="{B1B2AD24-5534-13A3-374E-B8ED4674E9FB}"/>
          </ac:grpSpMkLst>
        </pc:grpChg>
        <pc:grpChg chg="add mod">
          <ac:chgData name="Malte Heithoff" userId="92960225c14ac204" providerId="LiveId" clId="{E0BBEFF3-CC19-4AC9-BDDD-82D207C7C35E}" dt="2023-10-30T12:02:46.864" v="848" actId="164"/>
          <ac:grpSpMkLst>
            <pc:docMk/>
            <pc:sldMk cId="1107447613" sldId="310"/>
            <ac:grpSpMk id="235" creationId="{AE4A7710-3C1C-B261-E6E1-6AB589B154A5}"/>
          </ac:grpSpMkLst>
        </pc:grpChg>
        <pc:grpChg chg="add mod">
          <ac:chgData name="Malte Heithoff" userId="92960225c14ac204" providerId="LiveId" clId="{E0BBEFF3-CC19-4AC9-BDDD-82D207C7C35E}" dt="2023-10-30T12:05:51.902" v="924" actId="164"/>
          <ac:grpSpMkLst>
            <pc:docMk/>
            <pc:sldMk cId="1107447613" sldId="310"/>
            <ac:grpSpMk id="244" creationId="{7285ADCA-B4BC-12AF-3311-D33AFBC3C28D}"/>
          </ac:grpSpMkLst>
        </pc:grpChg>
        <pc:grpChg chg="add mod">
          <ac:chgData name="Malte Heithoff" userId="92960225c14ac204" providerId="LiveId" clId="{E0BBEFF3-CC19-4AC9-BDDD-82D207C7C35E}" dt="2023-10-30T12:11:57.846" v="1008" actId="1076"/>
          <ac:grpSpMkLst>
            <pc:docMk/>
            <pc:sldMk cId="1107447613" sldId="310"/>
            <ac:grpSpMk id="268" creationId="{77D5ED0E-3797-06D4-537A-C460468BC181}"/>
          </ac:grpSpMkLst>
        </pc:grpChg>
        <pc:grpChg chg="add mod">
          <ac:chgData name="Malte Heithoff" userId="92960225c14ac204" providerId="LiveId" clId="{E0BBEFF3-CC19-4AC9-BDDD-82D207C7C35E}" dt="2023-10-30T12:11:57.846" v="1008" actId="1076"/>
          <ac:grpSpMkLst>
            <pc:docMk/>
            <pc:sldMk cId="1107447613" sldId="310"/>
            <ac:grpSpMk id="280" creationId="{B6985607-3D5F-A99E-C987-30805F8D432A}"/>
          </ac:grpSpMkLst>
        </pc:grpChg>
        <pc:grpChg chg="add del mod">
          <ac:chgData name="Malte Heithoff" userId="92960225c14ac204" providerId="LiveId" clId="{E0BBEFF3-CC19-4AC9-BDDD-82D207C7C35E}" dt="2023-10-30T12:21:00.727" v="1221"/>
          <ac:grpSpMkLst>
            <pc:docMk/>
            <pc:sldMk cId="1107447613" sldId="310"/>
            <ac:grpSpMk id="334" creationId="{B73FCB71-7DCC-BB2A-3CB6-2CE98BD88231}"/>
          </ac:grpSpMkLst>
        </pc:grpChg>
        <pc:grpChg chg="mod">
          <ac:chgData name="Malte Heithoff" userId="92960225c14ac204" providerId="LiveId" clId="{E0BBEFF3-CC19-4AC9-BDDD-82D207C7C35E}" dt="2023-10-30T12:20:57.051" v="1218"/>
          <ac:grpSpMkLst>
            <pc:docMk/>
            <pc:sldMk cId="1107447613" sldId="310"/>
            <ac:grpSpMk id="335" creationId="{D7EAEB25-9367-B974-1CDC-2E46C21C019A}"/>
          </ac:grpSpMkLst>
        </pc:grpChg>
        <pc:grpChg chg="add del mod">
          <ac:chgData name="Malte Heithoff" userId="92960225c14ac204" providerId="LiveId" clId="{E0BBEFF3-CC19-4AC9-BDDD-82D207C7C35E}" dt="2023-10-30T12:21:00.727" v="1221"/>
          <ac:grpSpMkLst>
            <pc:docMk/>
            <pc:sldMk cId="1107447613" sldId="310"/>
            <ac:grpSpMk id="339" creationId="{65D876FE-7BA3-83F3-C3D5-8DC1BAB4AF51}"/>
          </ac:grpSpMkLst>
        </pc:grpChg>
        <pc:grpChg chg="mod">
          <ac:chgData name="Malte Heithoff" userId="92960225c14ac204" providerId="LiveId" clId="{E0BBEFF3-CC19-4AC9-BDDD-82D207C7C35E}" dt="2023-10-30T12:20:57.051" v="1218"/>
          <ac:grpSpMkLst>
            <pc:docMk/>
            <pc:sldMk cId="1107447613" sldId="310"/>
            <ac:grpSpMk id="340" creationId="{D713B2E1-A162-A218-142D-B4B2D85363E8}"/>
          </ac:grpSpMkLst>
        </pc:grpChg>
        <pc:grpChg chg="add del mod">
          <ac:chgData name="Malte Heithoff" userId="92960225c14ac204" providerId="LiveId" clId="{E0BBEFF3-CC19-4AC9-BDDD-82D207C7C35E}" dt="2023-10-30T12:21:00.727" v="1221"/>
          <ac:grpSpMkLst>
            <pc:docMk/>
            <pc:sldMk cId="1107447613" sldId="310"/>
            <ac:grpSpMk id="344" creationId="{621B207D-8957-11B7-1351-87E41A8A31ED}"/>
          </ac:grpSpMkLst>
        </pc:grpChg>
        <pc:grpChg chg="add del mod">
          <ac:chgData name="Malte Heithoff" userId="92960225c14ac204" providerId="LiveId" clId="{E0BBEFF3-CC19-4AC9-BDDD-82D207C7C35E}" dt="2023-10-30T12:21:00.727" v="1221"/>
          <ac:grpSpMkLst>
            <pc:docMk/>
            <pc:sldMk cId="1107447613" sldId="310"/>
            <ac:grpSpMk id="356" creationId="{FBE27A75-F229-7F53-AA73-A5D8A7FEB1F5}"/>
          </ac:grpSpMkLst>
        </pc:grpChg>
        <pc:grpChg chg="add del mod">
          <ac:chgData name="Malte Heithoff" userId="92960225c14ac204" providerId="LiveId" clId="{E0BBEFF3-CC19-4AC9-BDDD-82D207C7C35E}" dt="2023-10-30T12:21:00.727" v="1221"/>
          <ac:grpSpMkLst>
            <pc:docMk/>
            <pc:sldMk cId="1107447613" sldId="310"/>
            <ac:grpSpMk id="367" creationId="{EECE7817-D251-DD66-5C2C-D488387E419E}"/>
          </ac:grpSpMkLst>
        </pc:grpChg>
        <pc:grpChg chg="add del mod">
          <ac:chgData name="Malte Heithoff" userId="92960225c14ac204" providerId="LiveId" clId="{E0BBEFF3-CC19-4AC9-BDDD-82D207C7C35E}" dt="2023-10-30T12:21:00.727" v="1221"/>
          <ac:grpSpMkLst>
            <pc:docMk/>
            <pc:sldMk cId="1107447613" sldId="310"/>
            <ac:grpSpMk id="383" creationId="{5993E6D8-8A7D-11BA-224B-F7D5727D6C27}"/>
          </ac:grpSpMkLst>
        </pc:grpChg>
        <pc:grpChg chg="mod">
          <ac:chgData name="Malte Heithoff" userId="92960225c14ac204" providerId="LiveId" clId="{E0BBEFF3-CC19-4AC9-BDDD-82D207C7C35E}" dt="2023-10-30T12:20:57.051" v="1218"/>
          <ac:grpSpMkLst>
            <pc:docMk/>
            <pc:sldMk cId="1107447613" sldId="310"/>
            <ac:grpSpMk id="384" creationId="{E4819FA8-B9E1-CB74-695A-E4B9F7F19D61}"/>
          </ac:grpSpMkLst>
        </pc:grpChg>
        <pc:grpChg chg="add del mod">
          <ac:chgData name="Malte Heithoff" userId="92960225c14ac204" providerId="LiveId" clId="{E0BBEFF3-CC19-4AC9-BDDD-82D207C7C35E}" dt="2023-10-30T12:21:00.727" v="1221"/>
          <ac:grpSpMkLst>
            <pc:docMk/>
            <pc:sldMk cId="1107447613" sldId="310"/>
            <ac:grpSpMk id="392" creationId="{5B3AA6E1-7EE0-24F5-54D6-9624F28827D6}"/>
          </ac:grpSpMkLst>
        </pc:grpChg>
        <pc:grpChg chg="add del mod">
          <ac:chgData name="Malte Heithoff" userId="92960225c14ac204" providerId="LiveId" clId="{E0BBEFF3-CC19-4AC9-BDDD-82D207C7C35E}" dt="2023-10-30T12:21:02.687" v="1223"/>
          <ac:grpSpMkLst>
            <pc:docMk/>
            <pc:sldMk cId="1107447613" sldId="310"/>
            <ac:grpSpMk id="403" creationId="{AEE139F7-A453-5AB0-A540-E78F1319F637}"/>
          </ac:grpSpMkLst>
        </pc:grpChg>
        <pc:grpChg chg="mod">
          <ac:chgData name="Malte Heithoff" userId="92960225c14ac204" providerId="LiveId" clId="{E0BBEFF3-CC19-4AC9-BDDD-82D207C7C35E}" dt="2023-10-30T12:21:01.177" v="1222"/>
          <ac:grpSpMkLst>
            <pc:docMk/>
            <pc:sldMk cId="1107447613" sldId="310"/>
            <ac:grpSpMk id="404" creationId="{F12A55CB-8153-9889-AFEE-144498895FBA}"/>
          </ac:grpSpMkLst>
        </pc:grpChg>
        <pc:grpChg chg="add del mod">
          <ac:chgData name="Malte Heithoff" userId="92960225c14ac204" providerId="LiveId" clId="{E0BBEFF3-CC19-4AC9-BDDD-82D207C7C35E}" dt="2023-10-30T12:21:02.687" v="1223"/>
          <ac:grpSpMkLst>
            <pc:docMk/>
            <pc:sldMk cId="1107447613" sldId="310"/>
            <ac:grpSpMk id="408" creationId="{ACA05708-DB36-A61A-BF6D-DBD7F891B4B3}"/>
          </ac:grpSpMkLst>
        </pc:grpChg>
        <pc:grpChg chg="mod">
          <ac:chgData name="Malte Heithoff" userId="92960225c14ac204" providerId="LiveId" clId="{E0BBEFF3-CC19-4AC9-BDDD-82D207C7C35E}" dt="2023-10-30T12:21:01.177" v="1222"/>
          <ac:grpSpMkLst>
            <pc:docMk/>
            <pc:sldMk cId="1107447613" sldId="310"/>
            <ac:grpSpMk id="409" creationId="{F2A094D0-D06A-4F3D-E34E-56F41413A08D}"/>
          </ac:grpSpMkLst>
        </pc:grpChg>
        <pc:grpChg chg="add del mod">
          <ac:chgData name="Malte Heithoff" userId="92960225c14ac204" providerId="LiveId" clId="{E0BBEFF3-CC19-4AC9-BDDD-82D207C7C35E}" dt="2023-10-30T12:21:02.687" v="1223"/>
          <ac:grpSpMkLst>
            <pc:docMk/>
            <pc:sldMk cId="1107447613" sldId="310"/>
            <ac:grpSpMk id="413" creationId="{B815CA4F-C818-186D-383E-9ADA0315A6FC}"/>
          </ac:grpSpMkLst>
        </pc:grpChg>
        <pc:grpChg chg="add del mod">
          <ac:chgData name="Malte Heithoff" userId="92960225c14ac204" providerId="LiveId" clId="{E0BBEFF3-CC19-4AC9-BDDD-82D207C7C35E}" dt="2023-10-30T12:21:02.687" v="1223"/>
          <ac:grpSpMkLst>
            <pc:docMk/>
            <pc:sldMk cId="1107447613" sldId="310"/>
            <ac:grpSpMk id="425" creationId="{E5F12A5A-1DCA-D30A-156B-6DFF681BDE7E}"/>
          </ac:grpSpMkLst>
        </pc:grpChg>
        <pc:grpChg chg="add del mod">
          <ac:chgData name="Malte Heithoff" userId="92960225c14ac204" providerId="LiveId" clId="{E0BBEFF3-CC19-4AC9-BDDD-82D207C7C35E}" dt="2023-10-30T12:21:02.687" v="1223"/>
          <ac:grpSpMkLst>
            <pc:docMk/>
            <pc:sldMk cId="1107447613" sldId="310"/>
            <ac:grpSpMk id="436" creationId="{27760B33-3995-70AF-8A0C-8CB6C972DDA8}"/>
          </ac:grpSpMkLst>
        </pc:grpChg>
        <pc:grpChg chg="add del mod">
          <ac:chgData name="Malte Heithoff" userId="92960225c14ac204" providerId="LiveId" clId="{E0BBEFF3-CC19-4AC9-BDDD-82D207C7C35E}" dt="2023-10-30T12:21:02.687" v="1223"/>
          <ac:grpSpMkLst>
            <pc:docMk/>
            <pc:sldMk cId="1107447613" sldId="310"/>
            <ac:grpSpMk id="452" creationId="{4A6632E9-31C5-469F-4A46-D547072D7B93}"/>
          </ac:grpSpMkLst>
        </pc:grpChg>
        <pc:grpChg chg="mod">
          <ac:chgData name="Malte Heithoff" userId="92960225c14ac204" providerId="LiveId" clId="{E0BBEFF3-CC19-4AC9-BDDD-82D207C7C35E}" dt="2023-10-30T12:21:01.177" v="1222"/>
          <ac:grpSpMkLst>
            <pc:docMk/>
            <pc:sldMk cId="1107447613" sldId="310"/>
            <ac:grpSpMk id="453" creationId="{E48DA93E-EA11-5FC9-36D4-56781D5B47B6}"/>
          </ac:grpSpMkLst>
        </pc:grpChg>
        <pc:grpChg chg="add del mod">
          <ac:chgData name="Malte Heithoff" userId="92960225c14ac204" providerId="LiveId" clId="{E0BBEFF3-CC19-4AC9-BDDD-82D207C7C35E}" dt="2023-10-30T12:21:02.687" v="1223"/>
          <ac:grpSpMkLst>
            <pc:docMk/>
            <pc:sldMk cId="1107447613" sldId="310"/>
            <ac:grpSpMk id="461" creationId="{AD80287C-3AE0-421C-4E61-66A626C77A98}"/>
          </ac:grpSpMkLst>
        </pc:grpChg>
        <pc:picChg chg="add mod">
          <ac:chgData name="Malte Heithoff" userId="92960225c14ac204" providerId="LiveId" clId="{E0BBEFF3-CC19-4AC9-BDDD-82D207C7C35E}" dt="2023-10-30T12:21:16.138" v="1229" actId="1076"/>
          <ac:picMkLst>
            <pc:docMk/>
            <pc:sldMk cId="1107447613" sldId="310"/>
            <ac:picMk id="472" creationId="{18777AD7-40FC-98BF-0108-7083905155B8}"/>
          </ac:picMkLst>
        </pc:picChg>
        <pc:cxnChg chg="add mod">
          <ac:chgData name="Malte Heithoff" userId="92960225c14ac204" providerId="LiveId" clId="{E0BBEFF3-CC19-4AC9-BDDD-82D207C7C35E}" dt="2023-10-30T12:11:57.846" v="1008" actId="1076"/>
          <ac:cxnSpMkLst>
            <pc:docMk/>
            <pc:sldMk cId="1107447613" sldId="310"/>
            <ac:cxnSpMk id="66" creationId="{2BC93DC1-4B36-B89D-1691-DB36CA0079CB}"/>
          </ac:cxnSpMkLst>
        </pc:cxnChg>
        <pc:cxnChg chg="add mod">
          <ac:chgData name="Malte Heithoff" userId="92960225c14ac204" providerId="LiveId" clId="{E0BBEFF3-CC19-4AC9-BDDD-82D207C7C35E}" dt="2023-10-30T12:11:57.846" v="1008" actId="1076"/>
          <ac:cxnSpMkLst>
            <pc:docMk/>
            <pc:sldMk cId="1107447613" sldId="310"/>
            <ac:cxnSpMk id="69" creationId="{868DD8EB-636F-9323-7516-15B0596EA7B8}"/>
          </ac:cxnSpMkLst>
        </pc:cxnChg>
        <pc:cxnChg chg="del mod">
          <ac:chgData name="Malte Heithoff" userId="92960225c14ac204" providerId="LiveId" clId="{E0BBEFF3-CC19-4AC9-BDDD-82D207C7C35E}" dt="2023-10-30T11:34:42.868" v="323" actId="478"/>
          <ac:cxnSpMkLst>
            <pc:docMk/>
            <pc:sldMk cId="1107447613" sldId="310"/>
            <ac:cxnSpMk id="75" creationId="{4180827F-AA81-3B5C-B74E-E9AFCC0724B4}"/>
          </ac:cxnSpMkLst>
        </pc:cxnChg>
        <pc:cxnChg chg="del mod">
          <ac:chgData name="Malte Heithoff" userId="92960225c14ac204" providerId="LiveId" clId="{E0BBEFF3-CC19-4AC9-BDDD-82D207C7C35E}" dt="2023-10-30T11:34:42.868" v="323" actId="478"/>
          <ac:cxnSpMkLst>
            <pc:docMk/>
            <pc:sldMk cId="1107447613" sldId="310"/>
            <ac:cxnSpMk id="79" creationId="{E149D153-8A85-A806-F5AD-9AD93E5AC23D}"/>
          </ac:cxnSpMkLst>
        </pc:cxnChg>
        <pc:cxnChg chg="del mod">
          <ac:chgData name="Malte Heithoff" userId="92960225c14ac204" providerId="LiveId" clId="{E0BBEFF3-CC19-4AC9-BDDD-82D207C7C35E}" dt="2023-10-30T11:34:42.868" v="323" actId="478"/>
          <ac:cxnSpMkLst>
            <pc:docMk/>
            <pc:sldMk cId="1107447613" sldId="310"/>
            <ac:cxnSpMk id="80" creationId="{E08B7943-6356-2103-FC35-9FFD7041042F}"/>
          </ac:cxnSpMkLst>
        </pc:cxnChg>
        <pc:cxnChg chg="del mod">
          <ac:chgData name="Malte Heithoff" userId="92960225c14ac204" providerId="LiveId" clId="{E0BBEFF3-CC19-4AC9-BDDD-82D207C7C35E}" dt="2023-10-30T11:34:42.868" v="323" actId="478"/>
          <ac:cxnSpMkLst>
            <pc:docMk/>
            <pc:sldMk cId="1107447613" sldId="310"/>
            <ac:cxnSpMk id="96" creationId="{6C4DC311-3951-172D-91BD-3FC3114C1810}"/>
          </ac:cxnSpMkLst>
        </pc:cxnChg>
        <pc:cxnChg chg="del mod">
          <ac:chgData name="Malte Heithoff" userId="92960225c14ac204" providerId="LiveId" clId="{E0BBEFF3-CC19-4AC9-BDDD-82D207C7C35E}" dt="2023-10-30T11:34:42.868" v="323" actId="478"/>
          <ac:cxnSpMkLst>
            <pc:docMk/>
            <pc:sldMk cId="1107447613" sldId="310"/>
            <ac:cxnSpMk id="98" creationId="{46D5964C-A4D2-4982-1C96-7481710E087A}"/>
          </ac:cxnSpMkLst>
        </pc:cxnChg>
        <pc:cxnChg chg="del mod">
          <ac:chgData name="Malte Heithoff" userId="92960225c14ac204" providerId="LiveId" clId="{E0BBEFF3-CC19-4AC9-BDDD-82D207C7C35E}" dt="2023-10-30T11:34:42.868" v="323" actId="478"/>
          <ac:cxnSpMkLst>
            <pc:docMk/>
            <pc:sldMk cId="1107447613" sldId="310"/>
            <ac:cxnSpMk id="103" creationId="{58715EE0-D450-A02F-4D55-76EB55C63203}"/>
          </ac:cxnSpMkLst>
        </pc:cxnChg>
        <pc:cxnChg chg="mod">
          <ac:chgData name="Malte Heithoff" userId="92960225c14ac204" providerId="LiveId" clId="{E0BBEFF3-CC19-4AC9-BDDD-82D207C7C35E}" dt="2023-10-30T12:11:57.846" v="1008" actId="1076"/>
          <ac:cxnSpMkLst>
            <pc:docMk/>
            <pc:sldMk cId="1107447613" sldId="310"/>
            <ac:cxnSpMk id="107" creationId="{2B330A06-71BC-C704-DB37-9DBF68EE666D}"/>
          </ac:cxnSpMkLst>
        </pc:cxnChg>
        <pc:cxnChg chg="add del mod">
          <ac:chgData name="Malte Heithoff" userId="92960225c14ac204" providerId="LiveId" clId="{E0BBEFF3-CC19-4AC9-BDDD-82D207C7C35E}" dt="2023-10-30T11:50:35.729" v="634" actId="478"/>
          <ac:cxnSpMkLst>
            <pc:docMk/>
            <pc:sldMk cId="1107447613" sldId="310"/>
            <ac:cxnSpMk id="114" creationId="{B62EBD9C-B495-53C1-CF81-6582CBACDCCE}"/>
          </ac:cxnSpMkLst>
        </pc:cxnChg>
        <pc:cxnChg chg="add mod">
          <ac:chgData name="Malte Heithoff" userId="92960225c14ac204" providerId="LiveId" clId="{E0BBEFF3-CC19-4AC9-BDDD-82D207C7C35E}" dt="2023-10-30T12:11:57.846" v="1008" actId="1076"/>
          <ac:cxnSpMkLst>
            <pc:docMk/>
            <pc:sldMk cId="1107447613" sldId="310"/>
            <ac:cxnSpMk id="117" creationId="{6013BC41-6BD4-1FCA-6B52-E1C1C4B8DAD8}"/>
          </ac:cxnSpMkLst>
        </pc:cxnChg>
        <pc:cxnChg chg="add mod">
          <ac:chgData name="Malte Heithoff" userId="92960225c14ac204" providerId="LiveId" clId="{E0BBEFF3-CC19-4AC9-BDDD-82D207C7C35E}" dt="2023-10-30T12:11:57.846" v="1008" actId="1076"/>
          <ac:cxnSpMkLst>
            <pc:docMk/>
            <pc:sldMk cId="1107447613" sldId="310"/>
            <ac:cxnSpMk id="122" creationId="{955D9AEC-52C5-BA09-C2E6-5711C806EFFA}"/>
          </ac:cxnSpMkLst>
        </pc:cxnChg>
        <pc:cxnChg chg="add mod">
          <ac:chgData name="Malte Heithoff" userId="92960225c14ac204" providerId="LiveId" clId="{E0BBEFF3-CC19-4AC9-BDDD-82D207C7C35E}" dt="2023-10-30T12:11:57.846" v="1008" actId="1076"/>
          <ac:cxnSpMkLst>
            <pc:docMk/>
            <pc:sldMk cId="1107447613" sldId="310"/>
            <ac:cxnSpMk id="128" creationId="{7520DF90-E7C6-87EA-B505-0BB6C01AF8BE}"/>
          </ac:cxnSpMkLst>
        </pc:cxnChg>
        <pc:cxnChg chg="add mod">
          <ac:chgData name="Malte Heithoff" userId="92960225c14ac204" providerId="LiveId" clId="{E0BBEFF3-CC19-4AC9-BDDD-82D207C7C35E}" dt="2023-10-30T12:11:57.846" v="1008" actId="1076"/>
          <ac:cxnSpMkLst>
            <pc:docMk/>
            <pc:sldMk cId="1107447613" sldId="310"/>
            <ac:cxnSpMk id="153" creationId="{6C2A50D7-148C-8857-75D2-DC8CA3468173}"/>
          </ac:cxnSpMkLst>
        </pc:cxnChg>
        <pc:cxnChg chg="mod">
          <ac:chgData name="Malte Heithoff" userId="92960225c14ac204" providerId="LiveId" clId="{E0BBEFF3-CC19-4AC9-BDDD-82D207C7C35E}" dt="2023-10-30T12:11:57.846" v="1008" actId="1076"/>
          <ac:cxnSpMkLst>
            <pc:docMk/>
            <pc:sldMk cId="1107447613" sldId="310"/>
            <ac:cxnSpMk id="159" creationId="{030D9945-9019-551D-A4FE-41A4CEB027E5}"/>
          </ac:cxnSpMkLst>
        </pc:cxnChg>
        <pc:cxnChg chg="add mod ord">
          <ac:chgData name="Malte Heithoff" userId="92960225c14ac204" providerId="LiveId" clId="{E0BBEFF3-CC19-4AC9-BDDD-82D207C7C35E}" dt="2023-10-30T12:15:38.446" v="1108" actId="14100"/>
          <ac:cxnSpMkLst>
            <pc:docMk/>
            <pc:sldMk cId="1107447613" sldId="310"/>
            <ac:cxnSpMk id="175" creationId="{0574FB78-AC88-D296-3832-F421D924F09A}"/>
          </ac:cxnSpMkLst>
        </pc:cxnChg>
        <pc:cxnChg chg="mod">
          <ac:chgData name="Malte Heithoff" userId="92960225c14ac204" providerId="LiveId" clId="{E0BBEFF3-CC19-4AC9-BDDD-82D207C7C35E}" dt="2023-10-30T12:11:57.846" v="1008" actId="1076"/>
          <ac:cxnSpMkLst>
            <pc:docMk/>
            <pc:sldMk cId="1107447613" sldId="310"/>
            <ac:cxnSpMk id="186" creationId="{E2566A95-82D2-F965-D04D-290B087347F7}"/>
          </ac:cxnSpMkLst>
        </pc:cxnChg>
        <pc:cxnChg chg="del mod">
          <ac:chgData name="Malte Heithoff" userId="92960225c14ac204" providerId="LiveId" clId="{E0BBEFF3-CC19-4AC9-BDDD-82D207C7C35E}" dt="2023-10-30T11:53:43.412" v="692" actId="478"/>
          <ac:cxnSpMkLst>
            <pc:docMk/>
            <pc:sldMk cId="1107447613" sldId="310"/>
            <ac:cxnSpMk id="200" creationId="{9F68DD10-E3E1-E7E4-0704-4F4BEE85360D}"/>
          </ac:cxnSpMkLst>
        </pc:cxnChg>
        <pc:cxnChg chg="mod">
          <ac:chgData name="Malte Heithoff" userId="92960225c14ac204" providerId="LiveId" clId="{E0BBEFF3-CC19-4AC9-BDDD-82D207C7C35E}" dt="2023-10-30T12:11:57.846" v="1008" actId="1076"/>
          <ac:cxnSpMkLst>
            <pc:docMk/>
            <pc:sldMk cId="1107447613" sldId="310"/>
            <ac:cxnSpMk id="203" creationId="{4DF13B7E-4514-8D41-9DA8-0E4C0E478315}"/>
          </ac:cxnSpMkLst>
        </pc:cxnChg>
        <pc:cxnChg chg="mod">
          <ac:chgData name="Malte Heithoff" userId="92960225c14ac204" providerId="LiveId" clId="{E0BBEFF3-CC19-4AC9-BDDD-82D207C7C35E}" dt="2023-10-30T12:11:57.846" v="1008" actId="1076"/>
          <ac:cxnSpMkLst>
            <pc:docMk/>
            <pc:sldMk cId="1107447613" sldId="310"/>
            <ac:cxnSpMk id="206" creationId="{6947B75E-65FC-6B59-2E5E-5444ADBE4623}"/>
          </ac:cxnSpMkLst>
        </pc:cxnChg>
        <pc:cxnChg chg="mod">
          <ac:chgData name="Malte Heithoff" userId="92960225c14ac204" providerId="LiveId" clId="{E0BBEFF3-CC19-4AC9-BDDD-82D207C7C35E}" dt="2023-10-30T12:11:57.846" v="1008" actId="1076"/>
          <ac:cxnSpMkLst>
            <pc:docMk/>
            <pc:sldMk cId="1107447613" sldId="310"/>
            <ac:cxnSpMk id="209" creationId="{D249D6FD-E908-5FD4-5540-CD465918A1A9}"/>
          </ac:cxnSpMkLst>
        </pc:cxnChg>
        <pc:cxnChg chg="add del mod">
          <ac:chgData name="Malte Heithoff" userId="92960225c14ac204" providerId="LiveId" clId="{E0BBEFF3-CC19-4AC9-BDDD-82D207C7C35E}" dt="2023-10-30T12:00:14.778" v="795" actId="478"/>
          <ac:cxnSpMkLst>
            <pc:docMk/>
            <pc:sldMk cId="1107447613" sldId="310"/>
            <ac:cxnSpMk id="211" creationId="{40C679D1-0034-5C0D-7DBB-2C9EA80534D7}"/>
          </ac:cxnSpMkLst>
        </pc:cxnChg>
        <pc:cxnChg chg="mod">
          <ac:chgData name="Malte Heithoff" userId="92960225c14ac204" providerId="LiveId" clId="{E0BBEFF3-CC19-4AC9-BDDD-82D207C7C35E}" dt="2023-10-30T12:11:57.846" v="1008" actId="1076"/>
          <ac:cxnSpMkLst>
            <pc:docMk/>
            <pc:sldMk cId="1107447613" sldId="310"/>
            <ac:cxnSpMk id="212" creationId="{CBAC3719-C914-7B30-F071-E2C362759D40}"/>
          </ac:cxnSpMkLst>
        </pc:cxnChg>
        <pc:cxnChg chg="mod ord">
          <ac:chgData name="Malte Heithoff" userId="92960225c14ac204" providerId="LiveId" clId="{E0BBEFF3-CC19-4AC9-BDDD-82D207C7C35E}" dt="2023-10-30T12:11:57.846" v="1008" actId="1076"/>
          <ac:cxnSpMkLst>
            <pc:docMk/>
            <pc:sldMk cId="1107447613" sldId="310"/>
            <ac:cxnSpMk id="215" creationId="{0D3A3CA0-75FB-DE18-D56E-2F8B2EB6E061}"/>
          </ac:cxnSpMkLst>
        </pc:cxnChg>
        <pc:cxnChg chg="add mod">
          <ac:chgData name="Malte Heithoff" userId="92960225c14ac204" providerId="LiveId" clId="{E0BBEFF3-CC19-4AC9-BDDD-82D207C7C35E}" dt="2023-10-30T12:11:57.846" v="1008" actId="1076"/>
          <ac:cxnSpMkLst>
            <pc:docMk/>
            <pc:sldMk cId="1107447613" sldId="310"/>
            <ac:cxnSpMk id="217" creationId="{C64D4BA1-D8C3-944D-AF9F-EEDF889C3B05}"/>
          </ac:cxnSpMkLst>
        </pc:cxnChg>
        <pc:cxnChg chg="mod ord">
          <ac:chgData name="Malte Heithoff" userId="92960225c14ac204" providerId="LiveId" clId="{E0BBEFF3-CC19-4AC9-BDDD-82D207C7C35E}" dt="2023-10-30T12:11:57.846" v="1008" actId="1076"/>
          <ac:cxnSpMkLst>
            <pc:docMk/>
            <pc:sldMk cId="1107447613" sldId="310"/>
            <ac:cxnSpMk id="218" creationId="{DF8A46C7-E817-DE8D-3FEC-D99BD0D11905}"/>
          </ac:cxnSpMkLst>
        </pc:cxnChg>
        <pc:cxnChg chg="mod">
          <ac:chgData name="Malte Heithoff" userId="92960225c14ac204" providerId="LiveId" clId="{E0BBEFF3-CC19-4AC9-BDDD-82D207C7C35E}" dt="2023-10-30T12:11:57.846" v="1008" actId="1076"/>
          <ac:cxnSpMkLst>
            <pc:docMk/>
            <pc:sldMk cId="1107447613" sldId="310"/>
            <ac:cxnSpMk id="221" creationId="{E8B8C5DB-9C17-FDC3-1B1F-671C5B66F4AE}"/>
          </ac:cxnSpMkLst>
        </pc:cxnChg>
        <pc:cxnChg chg="add del mod">
          <ac:chgData name="Malte Heithoff" userId="92960225c14ac204" providerId="LiveId" clId="{E0BBEFF3-CC19-4AC9-BDDD-82D207C7C35E}" dt="2023-10-30T12:05:07.836" v="910" actId="478"/>
          <ac:cxnSpMkLst>
            <pc:docMk/>
            <pc:sldMk cId="1107447613" sldId="310"/>
            <ac:cxnSpMk id="222" creationId="{495547ED-138A-BC79-5F21-B4F386D96554}"/>
          </ac:cxnSpMkLst>
        </pc:cxnChg>
        <pc:cxnChg chg="add mod">
          <ac:chgData name="Malte Heithoff" userId="92960225c14ac204" providerId="LiveId" clId="{E0BBEFF3-CC19-4AC9-BDDD-82D207C7C35E}" dt="2023-10-30T12:11:57.846" v="1008" actId="1076"/>
          <ac:cxnSpMkLst>
            <pc:docMk/>
            <pc:sldMk cId="1107447613" sldId="310"/>
            <ac:cxnSpMk id="227" creationId="{CC2B0FC5-BB35-EB40-9441-B55DE829779D}"/>
          </ac:cxnSpMkLst>
        </pc:cxnChg>
        <pc:cxnChg chg="add del mod">
          <ac:chgData name="Malte Heithoff" userId="92960225c14ac204" providerId="LiveId" clId="{E0BBEFF3-CC19-4AC9-BDDD-82D207C7C35E}" dt="2023-10-30T12:02:45.261" v="845"/>
          <ac:cxnSpMkLst>
            <pc:docMk/>
            <pc:sldMk cId="1107447613" sldId="310"/>
            <ac:cxnSpMk id="238" creationId="{9C21D45A-2ACA-08A7-4013-4F8DA29AB0B8}"/>
          </ac:cxnSpMkLst>
        </pc:cxnChg>
        <pc:cxnChg chg="add del mod">
          <ac:chgData name="Malte Heithoff" userId="92960225c14ac204" providerId="LiveId" clId="{E0BBEFF3-CC19-4AC9-BDDD-82D207C7C35E}" dt="2023-10-30T12:02:43.401" v="841"/>
          <ac:cxnSpMkLst>
            <pc:docMk/>
            <pc:sldMk cId="1107447613" sldId="310"/>
            <ac:cxnSpMk id="242" creationId="{061A7CA1-A7DA-EE15-57E6-FBD88691EAC5}"/>
          </ac:cxnSpMkLst>
        </pc:cxnChg>
        <pc:cxnChg chg="add mod ord">
          <ac:chgData name="Malte Heithoff" userId="92960225c14ac204" providerId="LiveId" clId="{E0BBEFF3-CC19-4AC9-BDDD-82D207C7C35E}" dt="2023-10-30T12:11:57.846" v="1008" actId="1076"/>
          <ac:cxnSpMkLst>
            <pc:docMk/>
            <pc:sldMk cId="1107447613" sldId="310"/>
            <ac:cxnSpMk id="245" creationId="{9B3BB713-CDC6-34C4-338E-34D340C080EC}"/>
          </ac:cxnSpMkLst>
        </pc:cxnChg>
        <pc:cxnChg chg="add mod">
          <ac:chgData name="Malte Heithoff" userId="92960225c14ac204" providerId="LiveId" clId="{E0BBEFF3-CC19-4AC9-BDDD-82D207C7C35E}" dt="2023-10-30T12:11:57.846" v="1008" actId="1076"/>
          <ac:cxnSpMkLst>
            <pc:docMk/>
            <pc:sldMk cId="1107447613" sldId="310"/>
            <ac:cxnSpMk id="248" creationId="{A76335E0-06A8-39E5-2493-1913685F2289}"/>
          </ac:cxnSpMkLst>
        </pc:cxnChg>
        <pc:cxnChg chg="add mod">
          <ac:chgData name="Malte Heithoff" userId="92960225c14ac204" providerId="LiveId" clId="{E0BBEFF3-CC19-4AC9-BDDD-82D207C7C35E}" dt="2023-10-30T12:11:57.846" v="1008" actId="1076"/>
          <ac:cxnSpMkLst>
            <pc:docMk/>
            <pc:sldMk cId="1107447613" sldId="310"/>
            <ac:cxnSpMk id="252" creationId="{2EBB27BC-0809-D94D-C45A-9ABC2FD90021}"/>
          </ac:cxnSpMkLst>
        </pc:cxnChg>
        <pc:cxnChg chg="add mod">
          <ac:chgData name="Malte Heithoff" userId="92960225c14ac204" providerId="LiveId" clId="{E0BBEFF3-CC19-4AC9-BDDD-82D207C7C35E}" dt="2023-10-30T12:11:57.846" v="1008" actId="1076"/>
          <ac:cxnSpMkLst>
            <pc:docMk/>
            <pc:sldMk cId="1107447613" sldId="310"/>
            <ac:cxnSpMk id="255" creationId="{C6E4D753-952E-E8E7-0411-17C7954C6941}"/>
          </ac:cxnSpMkLst>
        </pc:cxnChg>
        <pc:cxnChg chg="add mod">
          <ac:chgData name="Malte Heithoff" userId="92960225c14ac204" providerId="LiveId" clId="{E0BBEFF3-CC19-4AC9-BDDD-82D207C7C35E}" dt="2023-10-30T12:11:57.846" v="1008" actId="1076"/>
          <ac:cxnSpMkLst>
            <pc:docMk/>
            <pc:sldMk cId="1107447613" sldId="310"/>
            <ac:cxnSpMk id="258" creationId="{1DC08D05-3EA1-530C-7CC9-7BEF4842A334}"/>
          </ac:cxnSpMkLst>
        </pc:cxnChg>
        <pc:cxnChg chg="add mod ord">
          <ac:chgData name="Malte Heithoff" userId="92960225c14ac204" providerId="LiveId" clId="{E0BBEFF3-CC19-4AC9-BDDD-82D207C7C35E}" dt="2023-10-30T12:18:28.126" v="1178" actId="166"/>
          <ac:cxnSpMkLst>
            <pc:docMk/>
            <pc:sldMk cId="1107447613" sldId="310"/>
            <ac:cxnSpMk id="262" creationId="{25E6DBFB-E070-834D-4EBB-5497F5E82349}"/>
          </ac:cxnSpMkLst>
        </pc:cxnChg>
        <pc:cxnChg chg="add mod ord">
          <ac:chgData name="Malte Heithoff" userId="92960225c14ac204" providerId="LiveId" clId="{E0BBEFF3-CC19-4AC9-BDDD-82D207C7C35E}" dt="2023-10-30T12:19:36.768" v="1209" actId="166"/>
          <ac:cxnSpMkLst>
            <pc:docMk/>
            <pc:sldMk cId="1107447613" sldId="310"/>
            <ac:cxnSpMk id="265" creationId="{A829BCB9-F369-7C30-15A6-2CAFC3EE0E94}"/>
          </ac:cxnSpMkLst>
        </pc:cxnChg>
        <pc:cxnChg chg="add mod">
          <ac:chgData name="Malte Heithoff" userId="92960225c14ac204" providerId="LiveId" clId="{E0BBEFF3-CC19-4AC9-BDDD-82D207C7C35E}" dt="2023-10-30T12:11:57.846" v="1008" actId="1076"/>
          <ac:cxnSpMkLst>
            <pc:docMk/>
            <pc:sldMk cId="1107447613" sldId="310"/>
            <ac:cxnSpMk id="272" creationId="{FAD118F0-11A4-910D-C603-C97D0E067EC2}"/>
          </ac:cxnSpMkLst>
        </pc:cxnChg>
        <pc:cxnChg chg="add mod">
          <ac:chgData name="Malte Heithoff" userId="92960225c14ac204" providerId="LiveId" clId="{E0BBEFF3-CC19-4AC9-BDDD-82D207C7C35E}" dt="2023-10-30T12:11:57.846" v="1008" actId="1076"/>
          <ac:cxnSpMkLst>
            <pc:docMk/>
            <pc:sldMk cId="1107447613" sldId="310"/>
            <ac:cxnSpMk id="275" creationId="{096E876C-E96E-65E9-EC9A-206BD5AE2D3B}"/>
          </ac:cxnSpMkLst>
        </pc:cxnChg>
        <pc:cxnChg chg="add mod">
          <ac:chgData name="Malte Heithoff" userId="92960225c14ac204" providerId="LiveId" clId="{E0BBEFF3-CC19-4AC9-BDDD-82D207C7C35E}" dt="2023-10-30T12:11:57.846" v="1008" actId="1076"/>
          <ac:cxnSpMkLst>
            <pc:docMk/>
            <pc:sldMk cId="1107447613" sldId="310"/>
            <ac:cxnSpMk id="282" creationId="{97954924-5146-9277-2E84-35D1E747623F}"/>
          </ac:cxnSpMkLst>
        </pc:cxnChg>
        <pc:cxnChg chg="add del mod">
          <ac:chgData name="Malte Heithoff" userId="92960225c14ac204" providerId="LiveId" clId="{E0BBEFF3-CC19-4AC9-BDDD-82D207C7C35E}" dt="2023-10-30T12:21:00.727" v="1221"/>
          <ac:cxnSpMkLst>
            <pc:docMk/>
            <pc:sldMk cId="1107447613" sldId="310"/>
            <ac:cxnSpMk id="347" creationId="{840A2053-E0FB-6D76-D7BB-D91A2F26F3E2}"/>
          </ac:cxnSpMkLst>
        </pc:cxnChg>
        <pc:cxnChg chg="add del mod">
          <ac:chgData name="Malte Heithoff" userId="92960225c14ac204" providerId="LiveId" clId="{E0BBEFF3-CC19-4AC9-BDDD-82D207C7C35E}" dt="2023-10-30T12:21:00.727" v="1221"/>
          <ac:cxnSpMkLst>
            <pc:docMk/>
            <pc:sldMk cId="1107447613" sldId="310"/>
            <ac:cxnSpMk id="348" creationId="{F6CCD93A-0A71-511A-F475-3CD279122482}"/>
          </ac:cxnSpMkLst>
        </pc:cxnChg>
        <pc:cxnChg chg="add del mod">
          <ac:chgData name="Malte Heithoff" userId="92960225c14ac204" providerId="LiveId" clId="{E0BBEFF3-CC19-4AC9-BDDD-82D207C7C35E}" dt="2023-10-30T12:21:00.727" v="1221"/>
          <ac:cxnSpMkLst>
            <pc:docMk/>
            <pc:sldMk cId="1107447613" sldId="310"/>
            <ac:cxnSpMk id="349" creationId="{5157EAC3-F60E-0ABC-3820-5EC8EDE044AA}"/>
          </ac:cxnSpMkLst>
        </pc:cxnChg>
        <pc:cxnChg chg="add del mod">
          <ac:chgData name="Malte Heithoff" userId="92960225c14ac204" providerId="LiveId" clId="{E0BBEFF3-CC19-4AC9-BDDD-82D207C7C35E}" dt="2023-10-30T12:21:00.727" v="1221"/>
          <ac:cxnSpMkLst>
            <pc:docMk/>
            <pc:sldMk cId="1107447613" sldId="310"/>
            <ac:cxnSpMk id="350" creationId="{93203659-66C4-A6A7-9E4F-1B9B805F51BE}"/>
          </ac:cxnSpMkLst>
        </pc:cxnChg>
        <pc:cxnChg chg="add del mod">
          <ac:chgData name="Malte Heithoff" userId="92960225c14ac204" providerId="LiveId" clId="{E0BBEFF3-CC19-4AC9-BDDD-82D207C7C35E}" dt="2023-10-30T12:21:00.727" v="1221"/>
          <ac:cxnSpMkLst>
            <pc:docMk/>
            <pc:sldMk cId="1107447613" sldId="310"/>
            <ac:cxnSpMk id="351" creationId="{1A83EB1C-503F-2328-2002-6C96AE2D636B}"/>
          </ac:cxnSpMkLst>
        </pc:cxnChg>
        <pc:cxnChg chg="add del mod">
          <ac:chgData name="Malte Heithoff" userId="92960225c14ac204" providerId="LiveId" clId="{E0BBEFF3-CC19-4AC9-BDDD-82D207C7C35E}" dt="2023-10-30T12:21:00.727" v="1221"/>
          <ac:cxnSpMkLst>
            <pc:docMk/>
            <pc:sldMk cId="1107447613" sldId="310"/>
            <ac:cxnSpMk id="352" creationId="{E5B0F4B3-7E32-FF31-B08F-D02A9473D80C}"/>
          </ac:cxnSpMkLst>
        </pc:cxnChg>
        <pc:cxnChg chg="add del mod">
          <ac:chgData name="Malte Heithoff" userId="92960225c14ac204" providerId="LiveId" clId="{E0BBEFF3-CC19-4AC9-BDDD-82D207C7C35E}" dt="2023-10-30T12:21:00.727" v="1221"/>
          <ac:cxnSpMkLst>
            <pc:docMk/>
            <pc:sldMk cId="1107447613" sldId="310"/>
            <ac:cxnSpMk id="353" creationId="{8E151194-F030-89FA-C8CA-63806ABA29B6}"/>
          </ac:cxnSpMkLst>
        </pc:cxnChg>
        <pc:cxnChg chg="add del mod">
          <ac:chgData name="Malte Heithoff" userId="92960225c14ac204" providerId="LiveId" clId="{E0BBEFF3-CC19-4AC9-BDDD-82D207C7C35E}" dt="2023-10-30T12:21:00.727" v="1221"/>
          <ac:cxnSpMkLst>
            <pc:docMk/>
            <pc:sldMk cId="1107447613" sldId="310"/>
            <ac:cxnSpMk id="354" creationId="{4A5839DC-7967-7B6D-A255-17DEBAE06279}"/>
          </ac:cxnSpMkLst>
        </pc:cxnChg>
        <pc:cxnChg chg="add del mod">
          <ac:chgData name="Malte Heithoff" userId="92960225c14ac204" providerId="LiveId" clId="{E0BBEFF3-CC19-4AC9-BDDD-82D207C7C35E}" dt="2023-10-30T12:21:00.727" v="1221"/>
          <ac:cxnSpMkLst>
            <pc:docMk/>
            <pc:sldMk cId="1107447613" sldId="310"/>
            <ac:cxnSpMk id="355" creationId="{52FEFFA6-2ED8-5DAD-D881-E6614A8368EF}"/>
          </ac:cxnSpMkLst>
        </pc:cxnChg>
        <pc:cxnChg chg="mod">
          <ac:chgData name="Malte Heithoff" userId="92960225c14ac204" providerId="LiveId" clId="{E0BBEFF3-CC19-4AC9-BDDD-82D207C7C35E}" dt="2023-10-30T12:20:57.051" v="1218"/>
          <ac:cxnSpMkLst>
            <pc:docMk/>
            <pc:sldMk cId="1107447613" sldId="310"/>
            <ac:cxnSpMk id="357" creationId="{526487F8-6407-11A7-2BBB-C598BC14887C}"/>
          </ac:cxnSpMkLst>
        </pc:cxnChg>
        <pc:cxnChg chg="add del mod">
          <ac:chgData name="Malte Heithoff" userId="92960225c14ac204" providerId="LiveId" clId="{E0BBEFF3-CC19-4AC9-BDDD-82D207C7C35E}" dt="2023-10-30T12:21:00.727" v="1221"/>
          <ac:cxnSpMkLst>
            <pc:docMk/>
            <pc:sldMk cId="1107447613" sldId="310"/>
            <ac:cxnSpMk id="390" creationId="{E8B40C00-0C2E-7426-7623-667BABD0546F}"/>
          </ac:cxnSpMkLst>
        </pc:cxnChg>
        <pc:cxnChg chg="add del mod">
          <ac:chgData name="Malte Heithoff" userId="92960225c14ac204" providerId="LiveId" clId="{E0BBEFF3-CC19-4AC9-BDDD-82D207C7C35E}" dt="2023-10-30T12:21:02.687" v="1223"/>
          <ac:cxnSpMkLst>
            <pc:docMk/>
            <pc:sldMk cId="1107447613" sldId="310"/>
            <ac:cxnSpMk id="416" creationId="{3A8844BA-28FB-D4C2-DBD7-79A0A58C1AFB}"/>
          </ac:cxnSpMkLst>
        </pc:cxnChg>
        <pc:cxnChg chg="add del mod">
          <ac:chgData name="Malte Heithoff" userId="92960225c14ac204" providerId="LiveId" clId="{E0BBEFF3-CC19-4AC9-BDDD-82D207C7C35E}" dt="2023-10-30T12:21:02.687" v="1223"/>
          <ac:cxnSpMkLst>
            <pc:docMk/>
            <pc:sldMk cId="1107447613" sldId="310"/>
            <ac:cxnSpMk id="417" creationId="{4E0B7999-B5D7-ADF5-46F4-690609989844}"/>
          </ac:cxnSpMkLst>
        </pc:cxnChg>
        <pc:cxnChg chg="add del mod">
          <ac:chgData name="Malte Heithoff" userId="92960225c14ac204" providerId="LiveId" clId="{E0BBEFF3-CC19-4AC9-BDDD-82D207C7C35E}" dt="2023-10-30T12:21:02.687" v="1223"/>
          <ac:cxnSpMkLst>
            <pc:docMk/>
            <pc:sldMk cId="1107447613" sldId="310"/>
            <ac:cxnSpMk id="418" creationId="{1CD9A263-833C-6374-1C9F-CC450A2FCC25}"/>
          </ac:cxnSpMkLst>
        </pc:cxnChg>
        <pc:cxnChg chg="add del mod">
          <ac:chgData name="Malte Heithoff" userId="92960225c14ac204" providerId="LiveId" clId="{E0BBEFF3-CC19-4AC9-BDDD-82D207C7C35E}" dt="2023-10-30T12:21:02.687" v="1223"/>
          <ac:cxnSpMkLst>
            <pc:docMk/>
            <pc:sldMk cId="1107447613" sldId="310"/>
            <ac:cxnSpMk id="419" creationId="{A88A0B35-8A3F-1D38-0F0B-09AB53A9C220}"/>
          </ac:cxnSpMkLst>
        </pc:cxnChg>
        <pc:cxnChg chg="add del mod">
          <ac:chgData name="Malte Heithoff" userId="92960225c14ac204" providerId="LiveId" clId="{E0BBEFF3-CC19-4AC9-BDDD-82D207C7C35E}" dt="2023-10-30T12:21:02.687" v="1223"/>
          <ac:cxnSpMkLst>
            <pc:docMk/>
            <pc:sldMk cId="1107447613" sldId="310"/>
            <ac:cxnSpMk id="420" creationId="{B2DB51BB-1EB0-3180-593D-237766C03D6E}"/>
          </ac:cxnSpMkLst>
        </pc:cxnChg>
        <pc:cxnChg chg="add del mod">
          <ac:chgData name="Malte Heithoff" userId="92960225c14ac204" providerId="LiveId" clId="{E0BBEFF3-CC19-4AC9-BDDD-82D207C7C35E}" dt="2023-10-30T12:21:02.687" v="1223"/>
          <ac:cxnSpMkLst>
            <pc:docMk/>
            <pc:sldMk cId="1107447613" sldId="310"/>
            <ac:cxnSpMk id="421" creationId="{237E2974-1F09-6471-7455-D7593152B967}"/>
          </ac:cxnSpMkLst>
        </pc:cxnChg>
        <pc:cxnChg chg="add del mod">
          <ac:chgData name="Malte Heithoff" userId="92960225c14ac204" providerId="LiveId" clId="{E0BBEFF3-CC19-4AC9-BDDD-82D207C7C35E}" dt="2023-10-30T12:21:02.687" v="1223"/>
          <ac:cxnSpMkLst>
            <pc:docMk/>
            <pc:sldMk cId="1107447613" sldId="310"/>
            <ac:cxnSpMk id="422" creationId="{356BF7BF-4870-3CD0-3ACC-6BA1A5DC810F}"/>
          </ac:cxnSpMkLst>
        </pc:cxnChg>
        <pc:cxnChg chg="add del mod">
          <ac:chgData name="Malte Heithoff" userId="92960225c14ac204" providerId="LiveId" clId="{E0BBEFF3-CC19-4AC9-BDDD-82D207C7C35E}" dt="2023-10-30T12:21:02.687" v="1223"/>
          <ac:cxnSpMkLst>
            <pc:docMk/>
            <pc:sldMk cId="1107447613" sldId="310"/>
            <ac:cxnSpMk id="423" creationId="{8AAF1C76-B1DC-BEA5-B86A-0132E42881F5}"/>
          </ac:cxnSpMkLst>
        </pc:cxnChg>
        <pc:cxnChg chg="add del mod">
          <ac:chgData name="Malte Heithoff" userId="92960225c14ac204" providerId="LiveId" clId="{E0BBEFF3-CC19-4AC9-BDDD-82D207C7C35E}" dt="2023-10-30T12:21:02.687" v="1223"/>
          <ac:cxnSpMkLst>
            <pc:docMk/>
            <pc:sldMk cId="1107447613" sldId="310"/>
            <ac:cxnSpMk id="424" creationId="{7246BF0B-5C8C-E632-12EF-965C3ED44727}"/>
          </ac:cxnSpMkLst>
        </pc:cxnChg>
        <pc:cxnChg chg="mod">
          <ac:chgData name="Malte Heithoff" userId="92960225c14ac204" providerId="LiveId" clId="{E0BBEFF3-CC19-4AC9-BDDD-82D207C7C35E}" dt="2023-10-30T12:21:01.177" v="1222"/>
          <ac:cxnSpMkLst>
            <pc:docMk/>
            <pc:sldMk cId="1107447613" sldId="310"/>
            <ac:cxnSpMk id="426" creationId="{475DCBE1-7E6D-11AB-C924-2B193CFE93FA}"/>
          </ac:cxnSpMkLst>
        </pc:cxnChg>
        <pc:cxnChg chg="add del mod">
          <ac:chgData name="Malte Heithoff" userId="92960225c14ac204" providerId="LiveId" clId="{E0BBEFF3-CC19-4AC9-BDDD-82D207C7C35E}" dt="2023-10-30T12:21:02.687" v="1223"/>
          <ac:cxnSpMkLst>
            <pc:docMk/>
            <pc:sldMk cId="1107447613" sldId="310"/>
            <ac:cxnSpMk id="459" creationId="{2AFF73DD-9385-C54D-498C-F33BADDB7021}"/>
          </ac:cxnSpMkLst>
        </pc:cxnChg>
      </pc:sldChg>
      <pc:sldChg chg="del">
        <pc:chgData name="Malte Heithoff" userId="92960225c14ac204" providerId="LiveId" clId="{E0BBEFF3-CC19-4AC9-BDDD-82D207C7C35E}" dt="2023-10-30T12:21:34.459" v="1234" actId="47"/>
        <pc:sldMkLst>
          <pc:docMk/>
          <pc:sldMk cId="1999887927" sldId="2147376224"/>
        </pc:sldMkLst>
      </pc:sldChg>
      <pc:sldChg chg="modSp del mod">
        <pc:chgData name="Malte Heithoff" userId="92960225c14ac204" providerId="LiveId" clId="{E0BBEFF3-CC19-4AC9-BDDD-82D207C7C35E}" dt="2023-10-30T10:13:38.052" v="157" actId="47"/>
        <pc:sldMkLst>
          <pc:docMk/>
          <pc:sldMk cId="2582042400" sldId="2147376229"/>
        </pc:sldMkLst>
        <pc:spChg chg="mod">
          <ac:chgData name="Malte Heithoff" userId="92960225c14ac204" providerId="LiveId" clId="{E0BBEFF3-CC19-4AC9-BDDD-82D207C7C35E}" dt="2023-10-30T10:13:14.377" v="154" actId="20577"/>
          <ac:spMkLst>
            <pc:docMk/>
            <pc:sldMk cId="2582042400" sldId="2147376229"/>
            <ac:spMk id="9" creationId="{54057EA9-0A80-E364-8226-642EBBFED73B}"/>
          </ac:spMkLst>
        </pc:spChg>
      </pc:sldChg>
      <pc:sldChg chg="del">
        <pc:chgData name="Malte Heithoff" userId="92960225c14ac204" providerId="LiveId" clId="{E0BBEFF3-CC19-4AC9-BDDD-82D207C7C35E}" dt="2023-10-30T12:21:35.722" v="1235" actId="47"/>
        <pc:sldMkLst>
          <pc:docMk/>
          <pc:sldMk cId="2974349304" sldId="2147376230"/>
        </pc:sldMkLst>
      </pc:sldChg>
      <pc:sldChg chg="addSp delSp modSp mod ord">
        <pc:chgData name="Malte Heithoff" userId="92960225c14ac204" providerId="LiveId" clId="{E0BBEFF3-CC19-4AC9-BDDD-82D207C7C35E}" dt="2023-10-30T12:23:37.859" v="1344" actId="20577"/>
        <pc:sldMkLst>
          <pc:docMk/>
          <pc:sldMk cId="1102222037" sldId="2147376231"/>
        </pc:sldMkLst>
        <pc:spChg chg="mod">
          <ac:chgData name="Malte Heithoff" userId="92960225c14ac204" providerId="LiveId" clId="{E0BBEFF3-CC19-4AC9-BDDD-82D207C7C35E}" dt="2023-10-30T12:21:50.769" v="1248" actId="20577"/>
          <ac:spMkLst>
            <pc:docMk/>
            <pc:sldMk cId="1102222037" sldId="2147376231"/>
            <ac:spMk id="3" creationId="{F2472BEB-1624-80A2-0806-D1BFE12760F5}"/>
          </ac:spMkLst>
        </pc:spChg>
        <pc:spChg chg="add mod">
          <ac:chgData name="Malte Heithoff" userId="92960225c14ac204" providerId="LiveId" clId="{E0BBEFF3-CC19-4AC9-BDDD-82D207C7C35E}" dt="2023-10-30T12:23:37.859" v="1344" actId="20577"/>
          <ac:spMkLst>
            <pc:docMk/>
            <pc:sldMk cId="1102222037" sldId="2147376231"/>
            <ac:spMk id="4" creationId="{4849778A-8294-48E6-7184-A569295144E9}"/>
          </ac:spMkLst>
        </pc:spChg>
        <pc:spChg chg="del">
          <ac:chgData name="Malte Heithoff" userId="92960225c14ac204" providerId="LiveId" clId="{E0BBEFF3-CC19-4AC9-BDDD-82D207C7C35E}" dt="2023-10-30T12:20:37.671" v="1211" actId="478"/>
          <ac:spMkLst>
            <pc:docMk/>
            <pc:sldMk cId="1102222037" sldId="2147376231"/>
            <ac:spMk id="5" creationId="{5E22BB97-340F-3B65-D668-FE651EB15B09}"/>
          </ac:spMkLst>
        </pc:spChg>
        <pc:spChg chg="del">
          <ac:chgData name="Malte Heithoff" userId="92960225c14ac204" providerId="LiveId" clId="{E0BBEFF3-CC19-4AC9-BDDD-82D207C7C35E}" dt="2023-10-30T12:20:39.490" v="1213" actId="478"/>
          <ac:spMkLst>
            <pc:docMk/>
            <pc:sldMk cId="1102222037" sldId="2147376231"/>
            <ac:spMk id="7" creationId="{F346E0A0-EBF1-AC4E-CDF5-A82ACB95D374}"/>
          </ac:spMkLst>
        </pc:spChg>
        <pc:spChg chg="del">
          <ac:chgData name="Malte Heithoff" userId="92960225c14ac204" providerId="LiveId" clId="{E0BBEFF3-CC19-4AC9-BDDD-82D207C7C35E}" dt="2023-10-30T12:20:38.924" v="1212" actId="478"/>
          <ac:spMkLst>
            <pc:docMk/>
            <pc:sldMk cId="1102222037" sldId="2147376231"/>
            <ac:spMk id="188" creationId="{0F4664C9-38E2-89A3-CD02-A231130E1A01}"/>
          </ac:spMkLst>
        </pc:spChg>
        <pc:spChg chg="del">
          <ac:chgData name="Malte Heithoff" userId="92960225c14ac204" providerId="LiveId" clId="{E0BBEFF3-CC19-4AC9-BDDD-82D207C7C35E}" dt="2023-10-30T12:20:37.023" v="1210" actId="478"/>
          <ac:spMkLst>
            <pc:docMk/>
            <pc:sldMk cId="1102222037" sldId="2147376231"/>
            <ac:spMk id="195" creationId="{D74C2742-7972-3379-324A-EC02FFED322D}"/>
          </ac:spMkLst>
        </pc:spChg>
      </pc:sldChg>
      <pc:sldChg chg="delSp mod">
        <pc:chgData name="Malte Heithoff" userId="92960225c14ac204" providerId="LiveId" clId="{E0BBEFF3-CC19-4AC9-BDDD-82D207C7C35E}" dt="2023-10-30T12:20:46.987" v="1217" actId="478"/>
        <pc:sldMkLst>
          <pc:docMk/>
          <pc:sldMk cId="341611194" sldId="2147376232"/>
        </pc:sldMkLst>
        <pc:spChg chg="del">
          <ac:chgData name="Malte Heithoff" userId="92960225c14ac204" providerId="LiveId" clId="{E0BBEFF3-CC19-4AC9-BDDD-82D207C7C35E}" dt="2023-10-30T12:20:44.616" v="1214" actId="478"/>
          <ac:spMkLst>
            <pc:docMk/>
            <pc:sldMk cId="341611194" sldId="2147376232"/>
            <ac:spMk id="5" creationId="{5E22BB97-340F-3B65-D668-FE651EB15B09}"/>
          </ac:spMkLst>
        </pc:spChg>
        <pc:spChg chg="del">
          <ac:chgData name="Malte Heithoff" userId="92960225c14ac204" providerId="LiveId" clId="{E0BBEFF3-CC19-4AC9-BDDD-82D207C7C35E}" dt="2023-10-30T12:20:46.987" v="1217" actId="478"/>
          <ac:spMkLst>
            <pc:docMk/>
            <pc:sldMk cId="341611194" sldId="2147376232"/>
            <ac:spMk id="7" creationId="{F346E0A0-EBF1-AC4E-CDF5-A82ACB95D374}"/>
          </ac:spMkLst>
        </pc:spChg>
        <pc:spChg chg="del">
          <ac:chgData name="Malte Heithoff" userId="92960225c14ac204" providerId="LiveId" clId="{E0BBEFF3-CC19-4AC9-BDDD-82D207C7C35E}" dt="2023-10-30T12:20:46.473" v="1216" actId="478"/>
          <ac:spMkLst>
            <pc:docMk/>
            <pc:sldMk cId="341611194" sldId="2147376232"/>
            <ac:spMk id="188" creationId="{0F4664C9-38E2-89A3-CD02-A231130E1A01}"/>
          </ac:spMkLst>
        </pc:spChg>
        <pc:spChg chg="del">
          <ac:chgData name="Malte Heithoff" userId="92960225c14ac204" providerId="LiveId" clId="{E0BBEFF3-CC19-4AC9-BDDD-82D207C7C35E}" dt="2023-10-30T12:20:45.531" v="1215" actId="478"/>
          <ac:spMkLst>
            <pc:docMk/>
            <pc:sldMk cId="341611194" sldId="2147376232"/>
            <ac:spMk id="195" creationId="{D74C2742-7972-3379-324A-EC02FFED322D}"/>
          </ac:spMkLst>
        </pc:spChg>
      </pc:sldChg>
      <pc:sldChg chg="addSp delSp modSp del mod">
        <pc:chgData name="Malte Heithoff" userId="92960225c14ac204" providerId="LiveId" clId="{E0BBEFF3-CC19-4AC9-BDDD-82D207C7C35E}" dt="2023-10-30T11:23:13.695" v="307" actId="47"/>
        <pc:sldMkLst>
          <pc:docMk/>
          <pc:sldMk cId="3890091795" sldId="2147376234"/>
        </pc:sldMkLst>
        <pc:spChg chg="add mod">
          <ac:chgData name="Malte Heithoff" userId="92960225c14ac204" providerId="LiveId" clId="{E0BBEFF3-CC19-4AC9-BDDD-82D207C7C35E}" dt="2023-10-30T10:13:29.766" v="156"/>
          <ac:spMkLst>
            <pc:docMk/>
            <pc:sldMk cId="3890091795" sldId="2147376234"/>
            <ac:spMk id="5" creationId="{89ECDBD6-824D-5B6E-472C-B1A0051378B3}"/>
          </ac:spMkLst>
        </pc:spChg>
        <pc:spChg chg="add mod">
          <ac:chgData name="Malte Heithoff" userId="92960225c14ac204" providerId="LiveId" clId="{E0BBEFF3-CC19-4AC9-BDDD-82D207C7C35E}" dt="2023-10-30T10:03:37.819" v="15" actId="1076"/>
          <ac:spMkLst>
            <pc:docMk/>
            <pc:sldMk cId="3890091795" sldId="2147376234"/>
            <ac:spMk id="7" creationId="{17B2A8AD-7256-5245-0156-AEFE56B5E376}"/>
          </ac:spMkLst>
        </pc:spChg>
        <pc:spChg chg="del">
          <ac:chgData name="Malte Heithoff" userId="92960225c14ac204" providerId="LiveId" clId="{E0BBEFF3-CC19-4AC9-BDDD-82D207C7C35E}" dt="2023-10-30T09:56:02.007" v="0" actId="478"/>
          <ac:spMkLst>
            <pc:docMk/>
            <pc:sldMk cId="3890091795" sldId="2147376234"/>
            <ac:spMk id="9" creationId="{54057EA9-0A80-E364-8226-642EBBFED73B}"/>
          </ac:spMkLst>
        </pc:spChg>
        <pc:spChg chg="add mod">
          <ac:chgData name="Malte Heithoff" userId="92960225c14ac204" providerId="LiveId" clId="{E0BBEFF3-CC19-4AC9-BDDD-82D207C7C35E}" dt="2023-10-30T10:04:00.866" v="18" actId="108"/>
          <ac:spMkLst>
            <pc:docMk/>
            <pc:sldMk cId="3890091795" sldId="2147376234"/>
            <ac:spMk id="10" creationId="{E6F64434-E633-8F9D-4CFB-5A18068867F8}"/>
          </ac:spMkLst>
        </pc:spChg>
        <pc:spChg chg="mod">
          <ac:chgData name="Malte Heithoff" userId="92960225c14ac204" providerId="LiveId" clId="{E0BBEFF3-CC19-4AC9-BDDD-82D207C7C35E}" dt="2023-10-30T10:05:47.326" v="36" actId="1076"/>
          <ac:spMkLst>
            <pc:docMk/>
            <pc:sldMk cId="3890091795" sldId="2147376234"/>
            <ac:spMk id="11" creationId="{93ED320D-E348-306D-E77F-264C9FF87CBF}"/>
          </ac:spMkLst>
        </pc:spChg>
        <pc:spChg chg="add del mod">
          <ac:chgData name="Malte Heithoff" userId="92960225c14ac204" providerId="LiveId" clId="{E0BBEFF3-CC19-4AC9-BDDD-82D207C7C35E}" dt="2023-10-30T10:08:21.781" v="81" actId="478"/>
          <ac:spMkLst>
            <pc:docMk/>
            <pc:sldMk cId="3890091795" sldId="2147376234"/>
            <ac:spMk id="13" creationId="{2DF93702-5C3C-D75C-44C1-F37EA2735A18}"/>
          </ac:spMkLst>
        </pc:spChg>
        <pc:spChg chg="add mod">
          <ac:chgData name="Malte Heithoff" userId="92960225c14ac204" providerId="LiveId" clId="{E0BBEFF3-CC19-4AC9-BDDD-82D207C7C35E}" dt="2023-10-30T10:04:46.525" v="24" actId="1076"/>
          <ac:spMkLst>
            <pc:docMk/>
            <pc:sldMk cId="3890091795" sldId="2147376234"/>
            <ac:spMk id="14" creationId="{0BBFAED8-E268-7CC9-C076-09887EFB89EE}"/>
          </ac:spMkLst>
        </pc:spChg>
        <pc:spChg chg="add mod">
          <ac:chgData name="Malte Heithoff" userId="92960225c14ac204" providerId="LiveId" clId="{E0BBEFF3-CC19-4AC9-BDDD-82D207C7C35E}" dt="2023-10-30T10:04:46.525" v="24" actId="1076"/>
          <ac:spMkLst>
            <pc:docMk/>
            <pc:sldMk cId="3890091795" sldId="2147376234"/>
            <ac:spMk id="16" creationId="{358FF456-DFEE-D7DC-E393-AD4F86641A86}"/>
          </ac:spMkLst>
        </pc:spChg>
        <pc:spChg chg="add del mod">
          <ac:chgData name="Malte Heithoff" userId="92960225c14ac204" providerId="LiveId" clId="{E0BBEFF3-CC19-4AC9-BDDD-82D207C7C35E}" dt="2023-10-30T10:05:31.725" v="30"/>
          <ac:spMkLst>
            <pc:docMk/>
            <pc:sldMk cId="3890091795" sldId="2147376234"/>
            <ac:spMk id="17" creationId="{A1D92176-BA4C-5983-E084-C313EE8FA6E1}"/>
          </ac:spMkLst>
        </pc:spChg>
        <pc:spChg chg="add del mod">
          <ac:chgData name="Malte Heithoff" userId="92960225c14ac204" providerId="LiveId" clId="{E0BBEFF3-CC19-4AC9-BDDD-82D207C7C35E}" dt="2023-10-30T10:05:31.725" v="30"/>
          <ac:spMkLst>
            <pc:docMk/>
            <pc:sldMk cId="3890091795" sldId="2147376234"/>
            <ac:spMk id="19" creationId="{ABB62B5E-EC65-CA76-063F-A6C944D86952}"/>
          </ac:spMkLst>
        </pc:spChg>
        <pc:spChg chg="add del mod">
          <ac:chgData name="Malte Heithoff" userId="92960225c14ac204" providerId="LiveId" clId="{E0BBEFF3-CC19-4AC9-BDDD-82D207C7C35E}" dt="2023-10-30T10:05:31.725" v="30"/>
          <ac:spMkLst>
            <pc:docMk/>
            <pc:sldMk cId="3890091795" sldId="2147376234"/>
            <ac:spMk id="20" creationId="{AB6364B4-2382-7C24-FFF1-9822E71367EB}"/>
          </ac:spMkLst>
        </pc:spChg>
        <pc:spChg chg="add mod">
          <ac:chgData name="Malte Heithoff" userId="92960225c14ac204" providerId="LiveId" clId="{E0BBEFF3-CC19-4AC9-BDDD-82D207C7C35E}" dt="2023-10-30T10:08:13.527" v="80" actId="1076"/>
          <ac:spMkLst>
            <pc:docMk/>
            <pc:sldMk cId="3890091795" sldId="2147376234"/>
            <ac:spMk id="22" creationId="{4D42BBD1-5514-2049-0F02-604D736681E3}"/>
          </ac:spMkLst>
        </pc:spChg>
        <pc:spChg chg="add del mod">
          <ac:chgData name="Malte Heithoff" userId="92960225c14ac204" providerId="LiveId" clId="{E0BBEFF3-CC19-4AC9-BDDD-82D207C7C35E}" dt="2023-10-30T10:05:52.292" v="39" actId="478"/>
          <ac:spMkLst>
            <pc:docMk/>
            <pc:sldMk cId="3890091795" sldId="2147376234"/>
            <ac:spMk id="23" creationId="{17FFE133-BA6B-2511-E71C-B279B9BC0C45}"/>
          </ac:spMkLst>
        </pc:spChg>
        <pc:spChg chg="add del mod">
          <ac:chgData name="Malte Heithoff" userId="92960225c14ac204" providerId="LiveId" clId="{E0BBEFF3-CC19-4AC9-BDDD-82D207C7C35E}" dt="2023-10-30T10:05:53.063" v="40" actId="478"/>
          <ac:spMkLst>
            <pc:docMk/>
            <pc:sldMk cId="3890091795" sldId="2147376234"/>
            <ac:spMk id="24" creationId="{3E1BAEBF-B135-1E46-9103-F0F384188CE1}"/>
          </ac:spMkLst>
        </pc:spChg>
        <pc:spChg chg="add mod">
          <ac:chgData name="Malte Heithoff" userId="92960225c14ac204" providerId="LiveId" clId="{E0BBEFF3-CC19-4AC9-BDDD-82D207C7C35E}" dt="2023-10-30T10:07:21.989" v="53" actId="1076"/>
          <ac:spMkLst>
            <pc:docMk/>
            <pc:sldMk cId="3890091795" sldId="2147376234"/>
            <ac:spMk id="25" creationId="{5604E4AF-B59F-DB75-20B4-1D9659723E5A}"/>
          </ac:spMkLst>
        </pc:spChg>
        <pc:spChg chg="add del">
          <ac:chgData name="Malte Heithoff" userId="92960225c14ac204" providerId="LiveId" clId="{E0BBEFF3-CC19-4AC9-BDDD-82D207C7C35E}" dt="2023-10-30T10:08:04.182" v="76" actId="478"/>
          <ac:spMkLst>
            <pc:docMk/>
            <pc:sldMk cId="3890091795" sldId="2147376234"/>
            <ac:spMk id="27" creationId="{86C4AD2F-45F2-410F-02CD-9EB96D3130A1}"/>
          </ac:spMkLst>
        </pc:spChg>
        <pc:spChg chg="add del">
          <ac:chgData name="Malte Heithoff" userId="92960225c14ac204" providerId="LiveId" clId="{E0BBEFF3-CC19-4AC9-BDDD-82D207C7C35E}" dt="2023-10-30T10:07:50.607" v="73" actId="11529"/>
          <ac:spMkLst>
            <pc:docMk/>
            <pc:sldMk cId="3890091795" sldId="2147376234"/>
            <ac:spMk id="28" creationId="{0D23828B-8F61-3C51-32E0-06F530DA0F88}"/>
          </ac:spMkLst>
        </pc:spChg>
        <pc:spChg chg="add del">
          <ac:chgData name="Malte Heithoff" userId="92960225c14ac204" providerId="LiveId" clId="{E0BBEFF3-CC19-4AC9-BDDD-82D207C7C35E}" dt="2023-10-30T10:08:03.703" v="75" actId="478"/>
          <ac:spMkLst>
            <pc:docMk/>
            <pc:sldMk cId="3890091795" sldId="2147376234"/>
            <ac:spMk id="30" creationId="{AECF04C1-8527-2493-84B3-FCA57302443E}"/>
          </ac:spMkLst>
        </pc:spChg>
        <pc:spChg chg="add">
          <ac:chgData name="Malte Heithoff" userId="92960225c14ac204" providerId="LiveId" clId="{E0BBEFF3-CC19-4AC9-BDDD-82D207C7C35E}" dt="2023-10-30T10:08:31.162" v="82" actId="11529"/>
          <ac:spMkLst>
            <pc:docMk/>
            <pc:sldMk cId="3890091795" sldId="2147376234"/>
            <ac:spMk id="31" creationId="{33CCE1E2-8AAC-1BBA-EC46-D987B10AFBB7}"/>
          </ac:spMkLst>
        </pc:spChg>
        <pc:spChg chg="add mod">
          <ac:chgData name="Malte Heithoff" userId="92960225c14ac204" providerId="LiveId" clId="{E0BBEFF3-CC19-4AC9-BDDD-82D207C7C35E}" dt="2023-10-30T10:10:48.370" v="123" actId="1037"/>
          <ac:spMkLst>
            <pc:docMk/>
            <pc:sldMk cId="3890091795" sldId="2147376234"/>
            <ac:spMk id="33" creationId="{FCCF4947-F0A4-50F8-B261-40234925D4E1}"/>
          </ac:spMkLst>
        </pc:spChg>
        <pc:spChg chg="add mod">
          <ac:chgData name="Malte Heithoff" userId="92960225c14ac204" providerId="LiveId" clId="{E0BBEFF3-CC19-4AC9-BDDD-82D207C7C35E}" dt="2023-10-30T10:10:48.370" v="123" actId="1037"/>
          <ac:spMkLst>
            <pc:docMk/>
            <pc:sldMk cId="3890091795" sldId="2147376234"/>
            <ac:spMk id="34" creationId="{76140065-CE66-A407-2068-6AF03E2AE1F4}"/>
          </ac:spMkLst>
        </pc:spChg>
        <pc:spChg chg="add mod">
          <ac:chgData name="Malte Heithoff" userId="92960225c14ac204" providerId="LiveId" clId="{E0BBEFF3-CC19-4AC9-BDDD-82D207C7C35E}" dt="2023-10-30T10:10:37.066" v="109" actId="14100"/>
          <ac:spMkLst>
            <pc:docMk/>
            <pc:sldMk cId="3890091795" sldId="2147376234"/>
            <ac:spMk id="35" creationId="{DA5F2A3F-B659-2B1D-A0DA-98B6129E794F}"/>
          </ac:spMkLst>
        </pc:spChg>
        <pc:spChg chg="add">
          <ac:chgData name="Malte Heithoff" userId="92960225c14ac204" providerId="LiveId" clId="{E0BBEFF3-CC19-4AC9-BDDD-82D207C7C35E}" dt="2023-10-30T10:09:27.642" v="93" actId="11529"/>
          <ac:spMkLst>
            <pc:docMk/>
            <pc:sldMk cId="3890091795" sldId="2147376234"/>
            <ac:spMk id="36" creationId="{45DBABB6-7F7F-5763-F183-93D8B37C3068}"/>
          </ac:spMkLst>
        </pc:spChg>
        <pc:spChg chg="add del">
          <ac:chgData name="Malte Heithoff" userId="92960225c14ac204" providerId="LiveId" clId="{E0BBEFF3-CC19-4AC9-BDDD-82D207C7C35E}" dt="2023-10-30T10:09:38.142" v="95" actId="478"/>
          <ac:spMkLst>
            <pc:docMk/>
            <pc:sldMk cId="3890091795" sldId="2147376234"/>
            <ac:spMk id="37" creationId="{E6CF15B3-924A-82B3-6D3C-84633C8CB15D}"/>
          </ac:spMkLst>
        </pc:spChg>
        <pc:spChg chg="add">
          <ac:chgData name="Malte Heithoff" userId="92960225c14ac204" providerId="LiveId" clId="{E0BBEFF3-CC19-4AC9-BDDD-82D207C7C35E}" dt="2023-10-30T10:09:45.632" v="96" actId="11529"/>
          <ac:spMkLst>
            <pc:docMk/>
            <pc:sldMk cId="3890091795" sldId="2147376234"/>
            <ac:spMk id="38" creationId="{A27B292F-8418-A5AA-0242-170338D3285F}"/>
          </ac:spMkLst>
        </pc:spChg>
        <pc:spChg chg="add mod">
          <ac:chgData name="Malte Heithoff" userId="92960225c14ac204" providerId="LiveId" clId="{E0BBEFF3-CC19-4AC9-BDDD-82D207C7C35E}" dt="2023-10-30T10:10:16.048" v="106" actId="14100"/>
          <ac:spMkLst>
            <pc:docMk/>
            <pc:sldMk cId="3890091795" sldId="2147376234"/>
            <ac:spMk id="39" creationId="{215EB11F-2A5A-4C99-4873-B95739AA028F}"/>
          </ac:spMkLst>
        </pc:spChg>
        <pc:spChg chg="add mod">
          <ac:chgData name="Malte Heithoff" userId="92960225c14ac204" providerId="LiveId" clId="{E0BBEFF3-CC19-4AC9-BDDD-82D207C7C35E}" dt="2023-10-30T10:11:06.042" v="134" actId="1038"/>
          <ac:spMkLst>
            <pc:docMk/>
            <pc:sldMk cId="3890091795" sldId="2147376234"/>
            <ac:spMk id="40" creationId="{406CA2DA-F89E-2944-77D8-AE0C78C3EFEA}"/>
          </ac:spMkLst>
        </pc:spChg>
        <pc:spChg chg="add mod">
          <ac:chgData name="Malte Heithoff" userId="92960225c14ac204" providerId="LiveId" clId="{E0BBEFF3-CC19-4AC9-BDDD-82D207C7C35E}" dt="2023-10-30T10:11:56.671" v="136" actId="1076"/>
          <ac:spMkLst>
            <pc:docMk/>
            <pc:sldMk cId="3890091795" sldId="2147376234"/>
            <ac:spMk id="41" creationId="{B1BEFFD0-23B1-DBD3-9958-A0C5C087FDFE}"/>
          </ac:spMkLst>
        </pc:spChg>
        <pc:spChg chg="add">
          <ac:chgData name="Malte Heithoff" userId="92960225c14ac204" providerId="LiveId" clId="{E0BBEFF3-CC19-4AC9-BDDD-82D207C7C35E}" dt="2023-10-30T10:12:03.232" v="137" actId="11529"/>
          <ac:spMkLst>
            <pc:docMk/>
            <pc:sldMk cId="3890091795" sldId="2147376234"/>
            <ac:spMk id="42" creationId="{5C25647C-1A1E-43BE-875E-847609E9149E}"/>
          </ac:spMkLst>
        </pc:spChg>
        <pc:spChg chg="add mod">
          <ac:chgData name="Malte Heithoff" userId="92960225c14ac204" providerId="LiveId" clId="{E0BBEFF3-CC19-4AC9-BDDD-82D207C7C35E}" dt="2023-10-30T10:14:06.873" v="163" actId="1076"/>
          <ac:spMkLst>
            <pc:docMk/>
            <pc:sldMk cId="3890091795" sldId="2147376234"/>
            <ac:spMk id="43" creationId="{C704CFFB-686E-BCB9-3B48-DF54E85AC59C}"/>
          </ac:spMkLst>
        </pc:spChg>
        <pc:spChg chg="add del">
          <ac:chgData name="Malte Heithoff" userId="92960225c14ac204" providerId="LiveId" clId="{E0BBEFF3-CC19-4AC9-BDDD-82D207C7C35E}" dt="2023-10-30T10:14:09.004" v="164" actId="478"/>
          <ac:spMkLst>
            <pc:docMk/>
            <pc:sldMk cId="3890091795" sldId="2147376234"/>
            <ac:spMk id="44" creationId="{863BB79F-585A-F647-7895-95C90B30F9C9}"/>
          </ac:spMkLst>
        </pc:spChg>
        <pc:spChg chg="add del mod">
          <ac:chgData name="Malte Heithoff" userId="92960225c14ac204" providerId="LiveId" clId="{E0BBEFF3-CC19-4AC9-BDDD-82D207C7C35E}" dt="2023-10-30T10:14:10.252" v="165" actId="478"/>
          <ac:spMkLst>
            <pc:docMk/>
            <pc:sldMk cId="3890091795" sldId="2147376234"/>
            <ac:spMk id="45" creationId="{7D1E6CB7-C2BB-F638-6ADF-B3F9D15767D8}"/>
          </ac:spMkLst>
        </pc:spChg>
        <pc:spChg chg="add del">
          <ac:chgData name="Malte Heithoff" userId="92960225c14ac204" providerId="LiveId" clId="{E0BBEFF3-CC19-4AC9-BDDD-82D207C7C35E}" dt="2023-10-30T10:14:27.016" v="167" actId="478"/>
          <ac:spMkLst>
            <pc:docMk/>
            <pc:sldMk cId="3890091795" sldId="2147376234"/>
            <ac:spMk id="46" creationId="{F791711F-FA2B-42CE-7295-759B52E74DBF}"/>
          </ac:spMkLst>
        </pc:spChg>
        <pc:spChg chg="add">
          <ac:chgData name="Malte Heithoff" userId="92960225c14ac204" providerId="LiveId" clId="{E0BBEFF3-CC19-4AC9-BDDD-82D207C7C35E}" dt="2023-10-30T10:14:34.817" v="168" actId="11529"/>
          <ac:spMkLst>
            <pc:docMk/>
            <pc:sldMk cId="3890091795" sldId="2147376234"/>
            <ac:spMk id="49" creationId="{2C43FE29-2F88-85F3-6730-6C72F27F806F}"/>
          </ac:spMkLst>
        </pc:spChg>
        <pc:spChg chg="add mod">
          <ac:chgData name="Malte Heithoff" userId="92960225c14ac204" providerId="LiveId" clId="{E0BBEFF3-CC19-4AC9-BDDD-82D207C7C35E}" dt="2023-10-30T10:14:52.342" v="191" actId="1035"/>
          <ac:spMkLst>
            <pc:docMk/>
            <pc:sldMk cId="3890091795" sldId="2147376234"/>
            <ac:spMk id="50" creationId="{61E045BE-5F3A-DD85-9FFA-838FC1BD1095}"/>
          </ac:spMkLst>
        </pc:spChg>
        <pc:spChg chg="add mod">
          <ac:chgData name="Malte Heithoff" userId="92960225c14ac204" providerId="LiveId" clId="{E0BBEFF3-CC19-4AC9-BDDD-82D207C7C35E}" dt="2023-10-30T11:22:48.445" v="304"/>
          <ac:spMkLst>
            <pc:docMk/>
            <pc:sldMk cId="3890091795" sldId="2147376234"/>
            <ac:spMk id="51" creationId="{505A3A87-AB89-6EE5-F644-75A1DF0189BD}"/>
          </ac:spMkLst>
        </pc:spChg>
        <pc:spChg chg="add mod">
          <ac:chgData name="Malte Heithoff" userId="92960225c14ac204" providerId="LiveId" clId="{E0BBEFF3-CC19-4AC9-BDDD-82D207C7C35E}" dt="2023-10-30T11:22:48.445" v="304"/>
          <ac:spMkLst>
            <pc:docMk/>
            <pc:sldMk cId="3890091795" sldId="2147376234"/>
            <ac:spMk id="52" creationId="{71D877B8-884B-3BF3-E719-5EB0BFFFAD2C}"/>
          </ac:spMkLst>
        </pc:spChg>
        <pc:spChg chg="del">
          <ac:chgData name="Malte Heithoff" userId="92960225c14ac204" providerId="LiveId" clId="{E0BBEFF3-CC19-4AC9-BDDD-82D207C7C35E}" dt="2023-10-30T11:22:47.415" v="303" actId="478"/>
          <ac:spMkLst>
            <pc:docMk/>
            <pc:sldMk cId="3890091795" sldId="2147376234"/>
            <ac:spMk id="66" creationId="{7A66C475-C575-3B52-6A3D-CB34A715C6E5}"/>
          </ac:spMkLst>
        </pc:spChg>
        <pc:spChg chg="mod">
          <ac:chgData name="Malte Heithoff" userId="92960225c14ac204" providerId="LiveId" clId="{E0BBEFF3-CC19-4AC9-BDDD-82D207C7C35E}" dt="2023-10-30T10:06:22.096" v="52" actId="1036"/>
          <ac:spMkLst>
            <pc:docMk/>
            <pc:sldMk cId="3890091795" sldId="2147376234"/>
            <ac:spMk id="135" creationId="{7F28EFBB-45F7-626C-3B51-7E592B2F483A}"/>
          </ac:spMkLst>
        </pc:spChg>
        <pc:spChg chg="mod">
          <ac:chgData name="Malte Heithoff" userId="92960225c14ac204" providerId="LiveId" clId="{E0BBEFF3-CC19-4AC9-BDDD-82D207C7C35E}" dt="2023-10-30T10:06:22.096" v="52" actId="1036"/>
          <ac:spMkLst>
            <pc:docMk/>
            <pc:sldMk cId="3890091795" sldId="2147376234"/>
            <ac:spMk id="179" creationId="{48661ED5-BA68-EBF3-8607-19C54C044862}"/>
          </ac:spMkLst>
        </pc:spChg>
        <pc:spChg chg="mod">
          <ac:chgData name="Malte Heithoff" userId="92960225c14ac204" providerId="LiveId" clId="{E0BBEFF3-CC19-4AC9-BDDD-82D207C7C35E}" dt="2023-10-30T10:14:04.892" v="162" actId="1076"/>
          <ac:spMkLst>
            <pc:docMk/>
            <pc:sldMk cId="3890091795" sldId="2147376234"/>
            <ac:spMk id="195" creationId="{D74C2742-7972-3379-324A-EC02FFED322D}"/>
          </ac:spMkLst>
        </pc:spChg>
        <pc:grpChg chg="mod">
          <ac:chgData name="Malte Heithoff" userId="92960225c14ac204" providerId="LiveId" clId="{E0BBEFF3-CC19-4AC9-BDDD-82D207C7C35E}" dt="2023-10-30T10:12:14.802" v="140" actId="1076"/>
          <ac:grpSpMkLst>
            <pc:docMk/>
            <pc:sldMk cId="3890091795" sldId="2147376234"/>
            <ac:grpSpMk id="89" creationId="{20E5E315-5EC4-A924-2F47-D8E0B1C571D1}"/>
          </ac:grpSpMkLst>
        </pc:grpChg>
        <pc:cxnChg chg="mod">
          <ac:chgData name="Malte Heithoff" userId="92960225c14ac204" providerId="LiveId" clId="{E0BBEFF3-CC19-4AC9-BDDD-82D207C7C35E}" dt="2023-10-30T10:12:14.802" v="140" actId="1076"/>
          <ac:cxnSpMkLst>
            <pc:docMk/>
            <pc:sldMk cId="3890091795" sldId="2147376234"/>
            <ac:cxnSpMk id="6" creationId="{510E37C7-F6E9-F32D-26D2-97D83A40CB66}"/>
          </ac:cxnSpMkLst>
        </pc:cxnChg>
        <pc:cxnChg chg="ord">
          <ac:chgData name="Malte Heithoff" userId="92960225c14ac204" providerId="LiveId" clId="{E0BBEFF3-CC19-4AC9-BDDD-82D207C7C35E}" dt="2023-10-30T10:10:05.907" v="103" actId="166"/>
          <ac:cxnSpMkLst>
            <pc:docMk/>
            <pc:sldMk cId="3890091795" sldId="2147376234"/>
            <ac:cxnSpMk id="12" creationId="{BCE70D65-9980-87B3-AB46-055BC15D88BF}"/>
          </ac:cxnSpMkLst>
        </pc:cxnChg>
        <pc:cxnChg chg="ord">
          <ac:chgData name="Malte Heithoff" userId="92960225c14ac204" providerId="LiveId" clId="{E0BBEFF3-CC19-4AC9-BDDD-82D207C7C35E}" dt="2023-10-30T10:09:11.033" v="92" actId="166"/>
          <ac:cxnSpMkLst>
            <pc:docMk/>
            <pc:sldMk cId="3890091795" sldId="2147376234"/>
            <ac:cxnSpMk id="15" creationId="{7B30A56A-863D-F485-DE66-7EE3C1D1DBB8}"/>
          </ac:cxnSpMkLst>
        </pc:cxnChg>
        <pc:cxnChg chg="mod ord">
          <ac:chgData name="Malte Heithoff" userId="92960225c14ac204" providerId="LiveId" clId="{E0BBEFF3-CC19-4AC9-BDDD-82D207C7C35E}" dt="2023-10-30T10:14:58.065" v="192" actId="166"/>
          <ac:cxnSpMkLst>
            <pc:docMk/>
            <pc:sldMk cId="3890091795" sldId="2147376234"/>
            <ac:cxnSpMk id="18" creationId="{FB09C0AE-45B7-FED5-8D63-694C9B96404C}"/>
          </ac:cxnSpMkLst>
        </pc:cxnChg>
        <pc:cxnChg chg="mod">
          <ac:chgData name="Malte Heithoff" userId="92960225c14ac204" providerId="LiveId" clId="{E0BBEFF3-CC19-4AC9-BDDD-82D207C7C35E}" dt="2023-10-30T10:12:14.802" v="140" actId="1076"/>
          <ac:cxnSpMkLst>
            <pc:docMk/>
            <pc:sldMk cId="3890091795" sldId="2147376234"/>
            <ac:cxnSpMk id="32" creationId="{1BF91FA5-D920-0099-1F3D-665E88A4BD7A}"/>
          </ac:cxnSpMkLst>
        </pc:cxnChg>
        <pc:cxnChg chg="ord">
          <ac:chgData name="Malte Heithoff" userId="92960225c14ac204" providerId="LiveId" clId="{E0BBEFF3-CC19-4AC9-BDDD-82D207C7C35E}" dt="2023-10-30T10:10:03.452" v="102" actId="166"/>
          <ac:cxnSpMkLst>
            <pc:docMk/>
            <pc:sldMk cId="3890091795" sldId="2147376234"/>
            <ac:cxnSpMk id="127" creationId="{86D099F0-2225-F6F5-AF06-B3681D86A972}"/>
          </ac:cxnSpMkLst>
        </pc:cxnChg>
      </pc:sldChg>
      <pc:sldChg chg="add del">
        <pc:chgData name="Malte Heithoff" userId="92960225c14ac204" providerId="LiveId" clId="{E0BBEFF3-CC19-4AC9-BDDD-82D207C7C35E}" dt="2023-10-30T10:15:14.482" v="195" actId="47"/>
        <pc:sldMkLst>
          <pc:docMk/>
          <pc:sldMk cId="1275980562" sldId="2147376235"/>
        </pc:sldMkLst>
      </pc:sldChg>
      <pc:sldChg chg="addSp delSp modSp add mod">
        <pc:chgData name="Malte Heithoff" userId="92960225c14ac204" providerId="LiveId" clId="{E0BBEFF3-CC19-4AC9-BDDD-82D207C7C35E}" dt="2023-10-30T11:23:11.103" v="306"/>
        <pc:sldMkLst>
          <pc:docMk/>
          <pc:sldMk cId="3557277754" sldId="2147376236"/>
        </pc:sldMkLst>
        <pc:spChg chg="mod">
          <ac:chgData name="Malte Heithoff" userId="92960225c14ac204" providerId="LiveId" clId="{E0BBEFF3-CC19-4AC9-BDDD-82D207C7C35E}" dt="2023-10-30T11:23:11.103" v="306"/>
          <ac:spMkLst>
            <pc:docMk/>
            <pc:sldMk cId="3557277754" sldId="2147376236"/>
            <ac:spMk id="5" creationId="{89ECDBD6-824D-5B6E-472C-B1A0051378B3}"/>
          </ac:spMkLst>
        </pc:spChg>
        <pc:spChg chg="add mod">
          <ac:chgData name="Malte Heithoff" userId="92960225c14ac204" providerId="LiveId" clId="{E0BBEFF3-CC19-4AC9-BDDD-82D207C7C35E}" dt="2023-10-30T10:23:04.957" v="212" actId="1076"/>
          <ac:spMkLst>
            <pc:docMk/>
            <pc:sldMk cId="3557277754" sldId="2147376236"/>
            <ac:spMk id="9" creationId="{84BD94CF-9748-A9EB-57F9-C78EA415E0C3}"/>
          </ac:spMkLst>
        </pc:spChg>
        <pc:spChg chg="mod topLvl">
          <ac:chgData name="Malte Heithoff" userId="92960225c14ac204" providerId="LiveId" clId="{E0BBEFF3-CC19-4AC9-BDDD-82D207C7C35E}" dt="2023-10-30T10:23:21.665" v="221" actId="164"/>
          <ac:spMkLst>
            <pc:docMk/>
            <pc:sldMk cId="3557277754" sldId="2147376236"/>
            <ac:spMk id="48" creationId="{2E6CCE68-4D26-3E46-3B4B-C83A7CA526FD}"/>
          </ac:spMkLst>
        </pc:spChg>
        <pc:spChg chg="mod topLvl">
          <ac:chgData name="Malte Heithoff" userId="92960225c14ac204" providerId="LiveId" clId="{E0BBEFF3-CC19-4AC9-BDDD-82D207C7C35E}" dt="2023-10-30T10:23:21.665" v="221" actId="164"/>
          <ac:spMkLst>
            <pc:docMk/>
            <pc:sldMk cId="3557277754" sldId="2147376236"/>
            <ac:spMk id="57" creationId="{6C69CBA5-6820-2D85-A9E6-F0D687810F47}"/>
          </ac:spMkLst>
        </pc:spChg>
        <pc:spChg chg="mod topLvl">
          <ac:chgData name="Malte Heithoff" userId="92960225c14ac204" providerId="LiveId" clId="{E0BBEFF3-CC19-4AC9-BDDD-82D207C7C35E}" dt="2023-10-30T10:23:13.464" v="220" actId="165"/>
          <ac:spMkLst>
            <pc:docMk/>
            <pc:sldMk cId="3557277754" sldId="2147376236"/>
            <ac:spMk id="66" creationId="{7A66C475-C575-3B52-6A3D-CB34A715C6E5}"/>
          </ac:spMkLst>
        </pc:spChg>
        <pc:spChg chg="mod topLvl">
          <ac:chgData name="Malte Heithoff" userId="92960225c14ac204" providerId="LiveId" clId="{E0BBEFF3-CC19-4AC9-BDDD-82D207C7C35E}" dt="2023-10-30T10:23:21.665" v="221" actId="164"/>
          <ac:spMkLst>
            <pc:docMk/>
            <pc:sldMk cId="3557277754" sldId="2147376236"/>
            <ac:spMk id="74" creationId="{4BCB37B3-246C-B80E-0B3B-27CE4BD5E8C5}"/>
          </ac:spMkLst>
        </pc:spChg>
        <pc:spChg chg="mod topLvl">
          <ac:chgData name="Malte Heithoff" userId="92960225c14ac204" providerId="LiveId" clId="{E0BBEFF3-CC19-4AC9-BDDD-82D207C7C35E}" dt="2023-10-30T10:23:21.665" v="221" actId="164"/>
          <ac:spMkLst>
            <pc:docMk/>
            <pc:sldMk cId="3557277754" sldId="2147376236"/>
            <ac:spMk id="75" creationId="{A742F8FD-B8DE-99D1-3A56-9FF3B4EC2CF2}"/>
          </ac:spMkLst>
        </pc:spChg>
        <pc:spChg chg="mod topLvl">
          <ac:chgData name="Malte Heithoff" userId="92960225c14ac204" providerId="LiveId" clId="{E0BBEFF3-CC19-4AC9-BDDD-82D207C7C35E}" dt="2023-10-30T10:23:21.665" v="221" actId="164"/>
          <ac:spMkLst>
            <pc:docMk/>
            <pc:sldMk cId="3557277754" sldId="2147376236"/>
            <ac:spMk id="76" creationId="{AA661F45-9377-AAD5-8921-3D60F173FBBC}"/>
          </ac:spMkLst>
        </pc:spChg>
        <pc:spChg chg="mod topLvl">
          <ac:chgData name="Malte Heithoff" userId="92960225c14ac204" providerId="LiveId" clId="{E0BBEFF3-CC19-4AC9-BDDD-82D207C7C35E}" dt="2023-10-30T10:23:21.665" v="221" actId="164"/>
          <ac:spMkLst>
            <pc:docMk/>
            <pc:sldMk cId="3557277754" sldId="2147376236"/>
            <ac:spMk id="81" creationId="{7FBB79BE-5472-26D3-14BB-4674C5C0A19D}"/>
          </ac:spMkLst>
        </pc:spChg>
        <pc:spChg chg="ord">
          <ac:chgData name="Malte Heithoff" userId="92960225c14ac204" providerId="LiveId" clId="{E0BBEFF3-CC19-4AC9-BDDD-82D207C7C35E}" dt="2023-10-30T10:23:57.693" v="222" actId="167"/>
          <ac:spMkLst>
            <pc:docMk/>
            <pc:sldMk cId="3557277754" sldId="2147376236"/>
            <ac:spMk id="106" creationId="{544756ED-B840-C025-3A4C-68E29AE63FA0}"/>
          </ac:spMkLst>
        </pc:spChg>
        <pc:spChg chg="ord">
          <ac:chgData name="Malte Heithoff" userId="92960225c14ac204" providerId="LiveId" clId="{E0BBEFF3-CC19-4AC9-BDDD-82D207C7C35E}" dt="2023-10-30T10:23:57.693" v="222" actId="167"/>
          <ac:spMkLst>
            <pc:docMk/>
            <pc:sldMk cId="3557277754" sldId="2147376236"/>
            <ac:spMk id="111" creationId="{45D6BDE6-289B-2D23-835E-AC7D0CA2EF04}"/>
          </ac:spMkLst>
        </pc:spChg>
        <pc:spChg chg="mod">
          <ac:chgData name="Malte Heithoff" userId="92960225c14ac204" providerId="LiveId" clId="{E0BBEFF3-CC19-4AC9-BDDD-82D207C7C35E}" dt="2023-10-30T11:22:24.220" v="302" actId="20577"/>
          <ac:spMkLst>
            <pc:docMk/>
            <pc:sldMk cId="3557277754" sldId="2147376236"/>
            <ac:spMk id="188" creationId="{0F4664C9-38E2-89A3-CD02-A231130E1A01}"/>
          </ac:spMkLst>
        </pc:spChg>
        <pc:grpChg chg="add mod">
          <ac:chgData name="Malte Heithoff" userId="92960225c14ac204" providerId="LiveId" clId="{E0BBEFF3-CC19-4AC9-BDDD-82D207C7C35E}" dt="2023-10-30T10:23:21.665" v="221" actId="164"/>
          <ac:grpSpMkLst>
            <pc:docMk/>
            <pc:sldMk cId="3557277754" sldId="2147376236"/>
            <ac:grpSpMk id="13" creationId="{D06CF1CF-F314-C363-F4CB-09387A4773FB}"/>
          </ac:grpSpMkLst>
        </pc:grpChg>
        <pc:grpChg chg="del">
          <ac:chgData name="Malte Heithoff" userId="92960225c14ac204" providerId="LiveId" clId="{E0BBEFF3-CC19-4AC9-BDDD-82D207C7C35E}" dt="2023-10-30T10:23:13.464" v="220" actId="165"/>
          <ac:grpSpMkLst>
            <pc:docMk/>
            <pc:sldMk cId="3557277754" sldId="2147376236"/>
            <ac:grpSpMk id="67" creationId="{988D2CB6-69A6-D15B-C1EE-61B9129DD556}"/>
          </ac:grpSpMkLst>
        </pc:grpChg>
        <pc:cxnChg chg="mod">
          <ac:chgData name="Malte Heithoff" userId="92960225c14ac204" providerId="LiveId" clId="{E0BBEFF3-CC19-4AC9-BDDD-82D207C7C35E}" dt="2023-10-30T10:24:05.031" v="223" actId="692"/>
          <ac:cxnSpMkLst>
            <pc:docMk/>
            <pc:sldMk cId="3557277754" sldId="2147376236"/>
            <ac:cxnSpMk id="32" creationId="{1BF91FA5-D920-0099-1F3D-665E88A4BD7A}"/>
          </ac:cxnSpMkLst>
        </pc:cxnChg>
        <pc:cxnChg chg="mod topLvl">
          <ac:chgData name="Malte Heithoff" userId="92960225c14ac204" providerId="LiveId" clId="{E0BBEFF3-CC19-4AC9-BDDD-82D207C7C35E}" dt="2023-10-30T10:23:21.665" v="221" actId="164"/>
          <ac:cxnSpMkLst>
            <pc:docMk/>
            <pc:sldMk cId="3557277754" sldId="2147376236"/>
            <ac:cxnSpMk id="47" creationId="{9BD66F53-02F8-0245-5342-5DB7E16F73E5}"/>
          </ac:cxnSpMkLst>
        </pc:cxnChg>
      </pc:sldChg>
      <pc:sldChg chg="addSp delSp modSp add mod">
        <pc:chgData name="Malte Heithoff" userId="92960225c14ac204" providerId="LiveId" clId="{E0BBEFF3-CC19-4AC9-BDDD-82D207C7C35E}" dt="2023-10-30T12:16:59.172" v="1148" actId="21"/>
        <pc:sldMkLst>
          <pc:docMk/>
          <pc:sldMk cId="556232215" sldId="2147376237"/>
        </pc:sldMkLst>
        <pc:spChg chg="mod">
          <ac:chgData name="Malte Heithoff" userId="92960225c14ac204" providerId="LiveId" clId="{E0BBEFF3-CC19-4AC9-BDDD-82D207C7C35E}" dt="2023-10-30T11:24:58.645" v="310" actId="20577"/>
          <ac:spMkLst>
            <pc:docMk/>
            <pc:sldMk cId="556232215" sldId="2147376237"/>
            <ac:spMk id="5" creationId="{89ECDBD6-824D-5B6E-472C-B1A0051378B3}"/>
          </ac:spMkLst>
        </pc:spChg>
        <pc:spChg chg="add del mod">
          <ac:chgData name="Malte Heithoff" userId="92960225c14ac204" providerId="LiveId" clId="{E0BBEFF3-CC19-4AC9-BDDD-82D207C7C35E}" dt="2023-10-30T12:16:59.172" v="1148" actId="21"/>
          <ac:spMkLst>
            <pc:docMk/>
            <pc:sldMk cId="556232215" sldId="2147376237"/>
            <ac:spMk id="17" creationId="{0010449D-B53F-1934-A308-181885BEE656}"/>
          </ac:spMkLst>
        </pc:spChg>
      </pc:sldChg>
      <pc:sldChg chg="addSp delSp modSp new mod">
        <pc:chgData name="Malte Heithoff" userId="92960225c14ac204" providerId="LiveId" clId="{E0BBEFF3-CC19-4AC9-BDDD-82D207C7C35E}" dt="2023-10-30T12:23:17.885" v="1309" actId="11529"/>
        <pc:sldMkLst>
          <pc:docMk/>
          <pc:sldMk cId="1400790841" sldId="2147376238"/>
        </pc:sldMkLst>
        <pc:spChg chg="del">
          <ac:chgData name="Malte Heithoff" userId="92960225c14ac204" providerId="LiveId" clId="{E0BBEFF3-CC19-4AC9-BDDD-82D207C7C35E}" dt="2023-10-30T12:22:12.288" v="1281" actId="478"/>
          <ac:spMkLst>
            <pc:docMk/>
            <pc:sldMk cId="1400790841" sldId="2147376238"/>
            <ac:spMk id="2" creationId="{9E95A0AB-2E0F-3CAD-3597-B39C0CACF1AB}"/>
          </ac:spMkLst>
        </pc:spChg>
        <pc:spChg chg="mod">
          <ac:chgData name="Malte Heithoff" userId="92960225c14ac204" providerId="LiveId" clId="{E0BBEFF3-CC19-4AC9-BDDD-82D207C7C35E}" dt="2023-10-30T12:22:08.364" v="1279" actId="20577"/>
          <ac:spMkLst>
            <pc:docMk/>
            <pc:sldMk cId="1400790841" sldId="2147376238"/>
            <ac:spMk id="3" creationId="{33EA557A-0EA3-6E85-D25D-A81E3504BEF6}"/>
          </ac:spMkLst>
        </pc:spChg>
        <pc:spChg chg="del">
          <ac:chgData name="Malte Heithoff" userId="92960225c14ac204" providerId="LiveId" clId="{E0BBEFF3-CC19-4AC9-BDDD-82D207C7C35E}" dt="2023-10-30T12:22:10.667" v="1280" actId="478"/>
          <ac:spMkLst>
            <pc:docMk/>
            <pc:sldMk cId="1400790841" sldId="2147376238"/>
            <ac:spMk id="4" creationId="{5248F1D6-C9FE-8D6B-F56F-E48C6928C40A}"/>
          </ac:spMkLst>
        </pc:spChg>
        <pc:spChg chg="mod">
          <ac:chgData name="Malte Heithoff" userId="92960225c14ac204" providerId="LiveId" clId="{E0BBEFF3-CC19-4AC9-BDDD-82D207C7C35E}" dt="2023-10-30T12:22:18.167" v="1282"/>
          <ac:spMkLst>
            <pc:docMk/>
            <pc:sldMk cId="1400790841" sldId="2147376238"/>
            <ac:spMk id="7" creationId="{9C15091B-019B-DD73-31E7-9A3AB5DFD714}"/>
          </ac:spMkLst>
        </pc:spChg>
        <pc:spChg chg="mod">
          <ac:chgData name="Malte Heithoff" userId="92960225c14ac204" providerId="LiveId" clId="{E0BBEFF3-CC19-4AC9-BDDD-82D207C7C35E}" dt="2023-10-30T12:22:18.167" v="1282"/>
          <ac:spMkLst>
            <pc:docMk/>
            <pc:sldMk cId="1400790841" sldId="2147376238"/>
            <ac:spMk id="8" creationId="{2272D2C1-FA9E-2489-738B-DEE4F9BD1B17}"/>
          </ac:spMkLst>
        </pc:spChg>
        <pc:spChg chg="mod">
          <ac:chgData name="Malte Heithoff" userId="92960225c14ac204" providerId="LiveId" clId="{E0BBEFF3-CC19-4AC9-BDDD-82D207C7C35E}" dt="2023-10-30T12:22:18.167" v="1282"/>
          <ac:spMkLst>
            <pc:docMk/>
            <pc:sldMk cId="1400790841" sldId="2147376238"/>
            <ac:spMk id="9" creationId="{F106DEFC-3C3C-0701-EDD5-0C1949B7C8F3}"/>
          </ac:spMkLst>
        </pc:spChg>
        <pc:spChg chg="mod">
          <ac:chgData name="Malte Heithoff" userId="92960225c14ac204" providerId="LiveId" clId="{E0BBEFF3-CC19-4AC9-BDDD-82D207C7C35E}" dt="2023-10-30T12:22:18.167" v="1282"/>
          <ac:spMkLst>
            <pc:docMk/>
            <pc:sldMk cId="1400790841" sldId="2147376238"/>
            <ac:spMk id="12" creationId="{7DE1D230-1292-A278-C44C-DFA0BBA689ED}"/>
          </ac:spMkLst>
        </pc:spChg>
        <pc:spChg chg="mod">
          <ac:chgData name="Malte Heithoff" userId="92960225c14ac204" providerId="LiveId" clId="{E0BBEFF3-CC19-4AC9-BDDD-82D207C7C35E}" dt="2023-10-30T12:22:18.167" v="1282"/>
          <ac:spMkLst>
            <pc:docMk/>
            <pc:sldMk cId="1400790841" sldId="2147376238"/>
            <ac:spMk id="13" creationId="{D426F3EF-A2AE-E89E-726F-2EB3FCB973C5}"/>
          </ac:spMkLst>
        </pc:spChg>
        <pc:spChg chg="mod">
          <ac:chgData name="Malte Heithoff" userId="92960225c14ac204" providerId="LiveId" clId="{E0BBEFF3-CC19-4AC9-BDDD-82D207C7C35E}" dt="2023-10-30T12:22:18.167" v="1282"/>
          <ac:spMkLst>
            <pc:docMk/>
            <pc:sldMk cId="1400790841" sldId="2147376238"/>
            <ac:spMk id="14" creationId="{23078254-A9ED-08D8-BF77-80EB9C973905}"/>
          </ac:spMkLst>
        </pc:spChg>
        <pc:spChg chg="mod">
          <ac:chgData name="Malte Heithoff" userId="92960225c14ac204" providerId="LiveId" clId="{E0BBEFF3-CC19-4AC9-BDDD-82D207C7C35E}" dt="2023-10-30T12:22:18.167" v="1282"/>
          <ac:spMkLst>
            <pc:docMk/>
            <pc:sldMk cId="1400790841" sldId="2147376238"/>
            <ac:spMk id="16" creationId="{BD59E579-CFEC-660D-E29B-C5610F71DE26}"/>
          </ac:spMkLst>
        </pc:spChg>
        <pc:spChg chg="mod">
          <ac:chgData name="Malte Heithoff" userId="92960225c14ac204" providerId="LiveId" clId="{E0BBEFF3-CC19-4AC9-BDDD-82D207C7C35E}" dt="2023-10-30T12:22:18.167" v="1282"/>
          <ac:spMkLst>
            <pc:docMk/>
            <pc:sldMk cId="1400790841" sldId="2147376238"/>
            <ac:spMk id="17" creationId="{A7B75395-5B03-EC9C-E6D5-CDD00156D15D}"/>
          </ac:spMkLst>
        </pc:spChg>
        <pc:spChg chg="mod">
          <ac:chgData name="Malte Heithoff" userId="92960225c14ac204" providerId="LiveId" clId="{E0BBEFF3-CC19-4AC9-BDDD-82D207C7C35E}" dt="2023-10-30T12:22:18.167" v="1282"/>
          <ac:spMkLst>
            <pc:docMk/>
            <pc:sldMk cId="1400790841" sldId="2147376238"/>
            <ac:spMk id="30" creationId="{95EA38FD-E553-C073-0063-4BB87ACCBFF0}"/>
          </ac:spMkLst>
        </pc:spChg>
        <pc:spChg chg="mod">
          <ac:chgData name="Malte Heithoff" userId="92960225c14ac204" providerId="LiveId" clId="{E0BBEFF3-CC19-4AC9-BDDD-82D207C7C35E}" dt="2023-10-30T12:22:18.167" v="1282"/>
          <ac:spMkLst>
            <pc:docMk/>
            <pc:sldMk cId="1400790841" sldId="2147376238"/>
            <ac:spMk id="31" creationId="{80F4DCDF-B3E4-79C5-B3FF-BE4B5CD81EF9}"/>
          </ac:spMkLst>
        </pc:spChg>
        <pc:spChg chg="mod">
          <ac:chgData name="Malte Heithoff" userId="92960225c14ac204" providerId="LiveId" clId="{E0BBEFF3-CC19-4AC9-BDDD-82D207C7C35E}" dt="2023-10-30T12:22:18.167" v="1282"/>
          <ac:spMkLst>
            <pc:docMk/>
            <pc:sldMk cId="1400790841" sldId="2147376238"/>
            <ac:spMk id="32" creationId="{EF793F9C-1E2F-C9E2-948A-7B5C046E5CB8}"/>
          </ac:spMkLst>
        </pc:spChg>
        <pc:spChg chg="mod">
          <ac:chgData name="Malte Heithoff" userId="92960225c14ac204" providerId="LiveId" clId="{E0BBEFF3-CC19-4AC9-BDDD-82D207C7C35E}" dt="2023-10-30T12:22:18.167" v="1282"/>
          <ac:spMkLst>
            <pc:docMk/>
            <pc:sldMk cId="1400790841" sldId="2147376238"/>
            <ac:spMk id="33" creationId="{B98B8A75-EF95-80FF-A2CE-611676420CE9}"/>
          </ac:spMkLst>
        </pc:spChg>
        <pc:spChg chg="mod">
          <ac:chgData name="Malte Heithoff" userId="92960225c14ac204" providerId="LiveId" clId="{E0BBEFF3-CC19-4AC9-BDDD-82D207C7C35E}" dt="2023-10-30T12:22:18.167" v="1282"/>
          <ac:spMkLst>
            <pc:docMk/>
            <pc:sldMk cId="1400790841" sldId="2147376238"/>
            <ac:spMk id="34" creationId="{36356790-6964-9BAD-1920-AE55A9ADFC7C}"/>
          </ac:spMkLst>
        </pc:spChg>
        <pc:spChg chg="mod">
          <ac:chgData name="Malte Heithoff" userId="92960225c14ac204" providerId="LiveId" clId="{E0BBEFF3-CC19-4AC9-BDDD-82D207C7C35E}" dt="2023-10-30T12:22:18.167" v="1282"/>
          <ac:spMkLst>
            <pc:docMk/>
            <pc:sldMk cId="1400790841" sldId="2147376238"/>
            <ac:spMk id="35" creationId="{1C71F9C2-A97D-333D-A82F-6650573DCDFA}"/>
          </ac:spMkLst>
        </pc:spChg>
        <pc:spChg chg="mod">
          <ac:chgData name="Malte Heithoff" userId="92960225c14ac204" providerId="LiveId" clId="{E0BBEFF3-CC19-4AC9-BDDD-82D207C7C35E}" dt="2023-10-30T12:22:18.167" v="1282"/>
          <ac:spMkLst>
            <pc:docMk/>
            <pc:sldMk cId="1400790841" sldId="2147376238"/>
            <ac:spMk id="36" creationId="{06F403BE-7A05-2239-D78C-186CC7048D6E}"/>
          </ac:spMkLst>
        </pc:spChg>
        <pc:spChg chg="add del mod">
          <ac:chgData name="Malte Heithoff" userId="92960225c14ac204" providerId="LiveId" clId="{E0BBEFF3-CC19-4AC9-BDDD-82D207C7C35E}" dt="2023-10-30T12:22:19.906" v="1283"/>
          <ac:spMkLst>
            <pc:docMk/>
            <pc:sldMk cId="1400790841" sldId="2147376238"/>
            <ac:spMk id="37" creationId="{09407AB0-1D64-4C48-C2DD-AD4B14267606}"/>
          </ac:spMkLst>
        </pc:spChg>
        <pc:spChg chg="add del mod">
          <ac:chgData name="Malte Heithoff" userId="92960225c14ac204" providerId="LiveId" clId="{E0BBEFF3-CC19-4AC9-BDDD-82D207C7C35E}" dt="2023-10-30T12:22:19.906" v="1283"/>
          <ac:spMkLst>
            <pc:docMk/>
            <pc:sldMk cId="1400790841" sldId="2147376238"/>
            <ac:spMk id="38" creationId="{EC6A0F62-744A-EC54-8D12-2B7ED0168539}"/>
          </ac:spMkLst>
        </pc:spChg>
        <pc:spChg chg="mod">
          <ac:chgData name="Malte Heithoff" userId="92960225c14ac204" providerId="LiveId" clId="{E0BBEFF3-CC19-4AC9-BDDD-82D207C7C35E}" dt="2023-10-30T12:22:18.167" v="1282"/>
          <ac:spMkLst>
            <pc:docMk/>
            <pc:sldMk cId="1400790841" sldId="2147376238"/>
            <ac:spMk id="40" creationId="{B0356AAD-5F9D-4B08-0E10-15AFF6C65077}"/>
          </ac:spMkLst>
        </pc:spChg>
        <pc:spChg chg="mod">
          <ac:chgData name="Malte Heithoff" userId="92960225c14ac204" providerId="LiveId" clId="{E0BBEFF3-CC19-4AC9-BDDD-82D207C7C35E}" dt="2023-10-30T12:22:18.167" v="1282"/>
          <ac:spMkLst>
            <pc:docMk/>
            <pc:sldMk cId="1400790841" sldId="2147376238"/>
            <ac:spMk id="41" creationId="{C70F5000-3DF8-1032-953B-6570D78FB47E}"/>
          </ac:spMkLst>
        </pc:spChg>
        <pc:spChg chg="mod">
          <ac:chgData name="Malte Heithoff" userId="92960225c14ac204" providerId="LiveId" clId="{E0BBEFF3-CC19-4AC9-BDDD-82D207C7C35E}" dt="2023-10-30T12:22:18.167" v="1282"/>
          <ac:spMkLst>
            <pc:docMk/>
            <pc:sldMk cId="1400790841" sldId="2147376238"/>
            <ac:spMk id="42" creationId="{306A1F2F-A26E-7306-1816-3AB25D9243B9}"/>
          </ac:spMkLst>
        </pc:spChg>
        <pc:spChg chg="mod">
          <ac:chgData name="Malte Heithoff" userId="92960225c14ac204" providerId="LiveId" clId="{E0BBEFF3-CC19-4AC9-BDDD-82D207C7C35E}" dt="2023-10-30T12:22:18.167" v="1282"/>
          <ac:spMkLst>
            <pc:docMk/>
            <pc:sldMk cId="1400790841" sldId="2147376238"/>
            <ac:spMk id="43" creationId="{24214CAB-FF99-4AAE-28C4-C865228AAB18}"/>
          </ac:spMkLst>
        </pc:spChg>
        <pc:spChg chg="mod">
          <ac:chgData name="Malte Heithoff" userId="92960225c14ac204" providerId="LiveId" clId="{E0BBEFF3-CC19-4AC9-BDDD-82D207C7C35E}" dt="2023-10-30T12:22:18.167" v="1282"/>
          <ac:spMkLst>
            <pc:docMk/>
            <pc:sldMk cId="1400790841" sldId="2147376238"/>
            <ac:spMk id="44" creationId="{83A3A808-9D9B-7D7D-11D8-DA1EA5A20288}"/>
          </ac:spMkLst>
        </pc:spChg>
        <pc:spChg chg="mod">
          <ac:chgData name="Malte Heithoff" userId="92960225c14ac204" providerId="LiveId" clId="{E0BBEFF3-CC19-4AC9-BDDD-82D207C7C35E}" dt="2023-10-30T12:22:18.167" v="1282"/>
          <ac:spMkLst>
            <pc:docMk/>
            <pc:sldMk cId="1400790841" sldId="2147376238"/>
            <ac:spMk id="45" creationId="{A39AA59B-B5E8-B827-2776-3D238F4EABDF}"/>
          </ac:spMkLst>
        </pc:spChg>
        <pc:spChg chg="mod">
          <ac:chgData name="Malte Heithoff" userId="92960225c14ac204" providerId="LiveId" clId="{E0BBEFF3-CC19-4AC9-BDDD-82D207C7C35E}" dt="2023-10-30T12:22:18.167" v="1282"/>
          <ac:spMkLst>
            <pc:docMk/>
            <pc:sldMk cId="1400790841" sldId="2147376238"/>
            <ac:spMk id="46" creationId="{D9167621-5F63-3A0A-451A-2CAAC83133EC}"/>
          </ac:spMkLst>
        </pc:spChg>
        <pc:spChg chg="add del mod">
          <ac:chgData name="Malte Heithoff" userId="92960225c14ac204" providerId="LiveId" clId="{E0BBEFF3-CC19-4AC9-BDDD-82D207C7C35E}" dt="2023-10-30T12:22:19.906" v="1283"/>
          <ac:spMkLst>
            <pc:docMk/>
            <pc:sldMk cId="1400790841" sldId="2147376238"/>
            <ac:spMk id="47" creationId="{AE78AF2B-3E2A-FFDB-7487-E564CE0A0785}"/>
          </ac:spMkLst>
        </pc:spChg>
        <pc:spChg chg="add del mod">
          <ac:chgData name="Malte Heithoff" userId="92960225c14ac204" providerId="LiveId" clId="{E0BBEFF3-CC19-4AC9-BDDD-82D207C7C35E}" dt="2023-10-30T12:22:19.906" v="1283"/>
          <ac:spMkLst>
            <pc:docMk/>
            <pc:sldMk cId="1400790841" sldId="2147376238"/>
            <ac:spMk id="48" creationId="{B6BC7E3F-4A1A-4899-EB76-5D5989C179C8}"/>
          </ac:spMkLst>
        </pc:spChg>
        <pc:spChg chg="add del mod">
          <ac:chgData name="Malte Heithoff" userId="92960225c14ac204" providerId="LiveId" clId="{E0BBEFF3-CC19-4AC9-BDDD-82D207C7C35E}" dt="2023-10-30T12:22:19.906" v="1283"/>
          <ac:spMkLst>
            <pc:docMk/>
            <pc:sldMk cId="1400790841" sldId="2147376238"/>
            <ac:spMk id="49" creationId="{9805F20F-204D-B2A5-8048-37850FFB3B58}"/>
          </ac:spMkLst>
        </pc:spChg>
        <pc:spChg chg="add del mod">
          <ac:chgData name="Malte Heithoff" userId="92960225c14ac204" providerId="LiveId" clId="{E0BBEFF3-CC19-4AC9-BDDD-82D207C7C35E}" dt="2023-10-30T12:22:19.906" v="1283"/>
          <ac:spMkLst>
            <pc:docMk/>
            <pc:sldMk cId="1400790841" sldId="2147376238"/>
            <ac:spMk id="51" creationId="{668BF093-6F5E-EF09-F612-4D75637F1838}"/>
          </ac:spMkLst>
        </pc:spChg>
        <pc:spChg chg="add del mod">
          <ac:chgData name="Malte Heithoff" userId="92960225c14ac204" providerId="LiveId" clId="{E0BBEFF3-CC19-4AC9-BDDD-82D207C7C35E}" dt="2023-10-30T12:22:19.906" v="1283"/>
          <ac:spMkLst>
            <pc:docMk/>
            <pc:sldMk cId="1400790841" sldId="2147376238"/>
            <ac:spMk id="52" creationId="{B0D08B58-6F3E-91C5-108F-C475D996C5B1}"/>
          </ac:spMkLst>
        </pc:spChg>
        <pc:spChg chg="add del mod">
          <ac:chgData name="Malte Heithoff" userId="92960225c14ac204" providerId="LiveId" clId="{E0BBEFF3-CC19-4AC9-BDDD-82D207C7C35E}" dt="2023-10-30T12:22:19.906" v="1283"/>
          <ac:spMkLst>
            <pc:docMk/>
            <pc:sldMk cId="1400790841" sldId="2147376238"/>
            <ac:spMk id="53" creationId="{B4E1E3F9-2ECB-5E8D-6C86-739753F5D9B2}"/>
          </ac:spMkLst>
        </pc:spChg>
        <pc:spChg chg="add del mod">
          <ac:chgData name="Malte Heithoff" userId="92960225c14ac204" providerId="LiveId" clId="{E0BBEFF3-CC19-4AC9-BDDD-82D207C7C35E}" dt="2023-10-30T12:22:19.906" v="1283"/>
          <ac:spMkLst>
            <pc:docMk/>
            <pc:sldMk cId="1400790841" sldId="2147376238"/>
            <ac:spMk id="54" creationId="{106EAE11-DBBA-E97A-3E32-93FC408E6F43}"/>
          </ac:spMkLst>
        </pc:spChg>
        <pc:spChg chg="add del mod">
          <ac:chgData name="Malte Heithoff" userId="92960225c14ac204" providerId="LiveId" clId="{E0BBEFF3-CC19-4AC9-BDDD-82D207C7C35E}" dt="2023-10-30T12:22:19.906" v="1283"/>
          <ac:spMkLst>
            <pc:docMk/>
            <pc:sldMk cId="1400790841" sldId="2147376238"/>
            <ac:spMk id="55" creationId="{94BD8E09-CE95-1E4E-8BED-0B658F37EA66}"/>
          </ac:spMkLst>
        </pc:spChg>
        <pc:spChg chg="add del mod">
          <ac:chgData name="Malte Heithoff" userId="92960225c14ac204" providerId="LiveId" clId="{E0BBEFF3-CC19-4AC9-BDDD-82D207C7C35E}" dt="2023-10-30T12:22:19.906" v="1283"/>
          <ac:spMkLst>
            <pc:docMk/>
            <pc:sldMk cId="1400790841" sldId="2147376238"/>
            <ac:spMk id="56" creationId="{15B60805-927C-09BD-AD93-EDD9CEB9747F}"/>
          </ac:spMkLst>
        </pc:spChg>
        <pc:spChg chg="add del mod">
          <ac:chgData name="Malte Heithoff" userId="92960225c14ac204" providerId="LiveId" clId="{E0BBEFF3-CC19-4AC9-BDDD-82D207C7C35E}" dt="2023-10-30T12:22:19.906" v="1283"/>
          <ac:spMkLst>
            <pc:docMk/>
            <pc:sldMk cId="1400790841" sldId="2147376238"/>
            <ac:spMk id="57" creationId="{15DFBAA4-8C09-4AFC-28EB-754ADA1DE125}"/>
          </ac:spMkLst>
        </pc:spChg>
        <pc:spChg chg="add del mod">
          <ac:chgData name="Malte Heithoff" userId="92960225c14ac204" providerId="LiveId" clId="{E0BBEFF3-CC19-4AC9-BDDD-82D207C7C35E}" dt="2023-10-30T12:22:19.906" v="1283"/>
          <ac:spMkLst>
            <pc:docMk/>
            <pc:sldMk cId="1400790841" sldId="2147376238"/>
            <ac:spMk id="58" creationId="{13AA8683-EE6F-C2E4-AC0F-7A0CF2C63AA8}"/>
          </ac:spMkLst>
        </pc:spChg>
        <pc:spChg chg="mod">
          <ac:chgData name="Malte Heithoff" userId="92960225c14ac204" providerId="LiveId" clId="{E0BBEFF3-CC19-4AC9-BDDD-82D207C7C35E}" dt="2023-10-30T12:22:18.167" v="1282"/>
          <ac:spMkLst>
            <pc:docMk/>
            <pc:sldMk cId="1400790841" sldId="2147376238"/>
            <ac:spMk id="61" creationId="{0E70CDDC-1F78-0BC3-0CFE-CC127A3459B1}"/>
          </ac:spMkLst>
        </pc:spChg>
        <pc:spChg chg="mod">
          <ac:chgData name="Malte Heithoff" userId="92960225c14ac204" providerId="LiveId" clId="{E0BBEFF3-CC19-4AC9-BDDD-82D207C7C35E}" dt="2023-10-30T12:22:18.167" v="1282"/>
          <ac:spMkLst>
            <pc:docMk/>
            <pc:sldMk cId="1400790841" sldId="2147376238"/>
            <ac:spMk id="62" creationId="{7926BACC-3635-2CC7-C1F7-DC9791781ADD}"/>
          </ac:spMkLst>
        </pc:spChg>
        <pc:spChg chg="mod">
          <ac:chgData name="Malte Heithoff" userId="92960225c14ac204" providerId="LiveId" clId="{E0BBEFF3-CC19-4AC9-BDDD-82D207C7C35E}" dt="2023-10-30T12:22:18.167" v="1282"/>
          <ac:spMkLst>
            <pc:docMk/>
            <pc:sldMk cId="1400790841" sldId="2147376238"/>
            <ac:spMk id="63" creationId="{D6E8AFDB-9834-B885-6651-F34C6F3F0B06}"/>
          </ac:spMkLst>
        </pc:spChg>
        <pc:spChg chg="mod">
          <ac:chgData name="Malte Heithoff" userId="92960225c14ac204" providerId="LiveId" clId="{E0BBEFF3-CC19-4AC9-BDDD-82D207C7C35E}" dt="2023-10-30T12:22:18.167" v="1282"/>
          <ac:spMkLst>
            <pc:docMk/>
            <pc:sldMk cId="1400790841" sldId="2147376238"/>
            <ac:spMk id="64" creationId="{68F9C76B-862B-8B5E-6019-B8468BC8E2A0}"/>
          </ac:spMkLst>
        </pc:spChg>
        <pc:spChg chg="mod">
          <ac:chgData name="Malte Heithoff" userId="92960225c14ac204" providerId="LiveId" clId="{E0BBEFF3-CC19-4AC9-BDDD-82D207C7C35E}" dt="2023-10-30T12:22:18.167" v="1282"/>
          <ac:spMkLst>
            <pc:docMk/>
            <pc:sldMk cId="1400790841" sldId="2147376238"/>
            <ac:spMk id="65" creationId="{DD31CD84-BDAE-E315-A33F-1DE1B0A90BB4}"/>
          </ac:spMkLst>
        </pc:spChg>
        <pc:spChg chg="add del mod">
          <ac:chgData name="Malte Heithoff" userId="92960225c14ac204" providerId="LiveId" clId="{E0BBEFF3-CC19-4AC9-BDDD-82D207C7C35E}" dt="2023-10-30T12:22:19.906" v="1283"/>
          <ac:spMkLst>
            <pc:docMk/>
            <pc:sldMk cId="1400790841" sldId="2147376238"/>
            <ac:spMk id="67" creationId="{0413F481-3829-6857-2CE7-0FD17220B3B8}"/>
          </ac:spMkLst>
        </pc:spChg>
        <pc:spChg chg="mod">
          <ac:chgData name="Malte Heithoff" userId="92960225c14ac204" providerId="LiveId" clId="{E0BBEFF3-CC19-4AC9-BDDD-82D207C7C35E}" dt="2023-10-30T12:22:18.167" v="1282"/>
          <ac:spMkLst>
            <pc:docMk/>
            <pc:sldMk cId="1400790841" sldId="2147376238"/>
            <ac:spMk id="69" creationId="{8D0EB280-C950-5153-B0E8-E7376BB455FD}"/>
          </ac:spMkLst>
        </pc:spChg>
        <pc:spChg chg="mod">
          <ac:chgData name="Malte Heithoff" userId="92960225c14ac204" providerId="LiveId" clId="{E0BBEFF3-CC19-4AC9-BDDD-82D207C7C35E}" dt="2023-10-30T12:22:18.167" v="1282"/>
          <ac:spMkLst>
            <pc:docMk/>
            <pc:sldMk cId="1400790841" sldId="2147376238"/>
            <ac:spMk id="70" creationId="{02E8DB78-5174-D6DB-8A89-DDB42545A68F}"/>
          </ac:spMkLst>
        </pc:spChg>
        <pc:spChg chg="add del mod">
          <ac:chgData name="Malte Heithoff" userId="92960225c14ac204" providerId="LiveId" clId="{E0BBEFF3-CC19-4AC9-BDDD-82D207C7C35E}" dt="2023-10-30T12:22:19.906" v="1283"/>
          <ac:spMkLst>
            <pc:docMk/>
            <pc:sldMk cId="1400790841" sldId="2147376238"/>
            <ac:spMk id="72" creationId="{88226A52-72B7-6B99-57B0-03B6845563EB}"/>
          </ac:spMkLst>
        </pc:spChg>
        <pc:spChg chg="add del mod">
          <ac:chgData name="Malte Heithoff" userId="92960225c14ac204" providerId="LiveId" clId="{E0BBEFF3-CC19-4AC9-BDDD-82D207C7C35E}" dt="2023-10-30T12:22:19.906" v="1283"/>
          <ac:spMkLst>
            <pc:docMk/>
            <pc:sldMk cId="1400790841" sldId="2147376238"/>
            <ac:spMk id="73" creationId="{85F574FB-F372-56D1-9B57-05B527E5D442}"/>
          </ac:spMkLst>
        </pc:spChg>
        <pc:spChg chg="mod">
          <ac:chgData name="Malte Heithoff" userId="92960225c14ac204" providerId="LiveId" clId="{E0BBEFF3-CC19-4AC9-BDDD-82D207C7C35E}" dt="2023-10-30T12:22:18.167" v="1282"/>
          <ac:spMkLst>
            <pc:docMk/>
            <pc:sldMk cId="1400790841" sldId="2147376238"/>
            <ac:spMk id="75" creationId="{68F730BC-48E5-0466-EEF8-776B61120A70}"/>
          </ac:spMkLst>
        </pc:spChg>
        <pc:spChg chg="mod">
          <ac:chgData name="Malte Heithoff" userId="92960225c14ac204" providerId="LiveId" clId="{E0BBEFF3-CC19-4AC9-BDDD-82D207C7C35E}" dt="2023-10-30T12:22:18.167" v="1282"/>
          <ac:spMkLst>
            <pc:docMk/>
            <pc:sldMk cId="1400790841" sldId="2147376238"/>
            <ac:spMk id="76" creationId="{102D9C8D-9813-B08F-D873-4DC2843BDF8D}"/>
          </ac:spMkLst>
        </pc:spChg>
        <pc:spChg chg="mod">
          <ac:chgData name="Malte Heithoff" userId="92960225c14ac204" providerId="LiveId" clId="{E0BBEFF3-CC19-4AC9-BDDD-82D207C7C35E}" dt="2023-10-30T12:22:18.167" v="1282"/>
          <ac:spMkLst>
            <pc:docMk/>
            <pc:sldMk cId="1400790841" sldId="2147376238"/>
            <ac:spMk id="77" creationId="{2CC0959A-C7C1-FB9C-891B-9D51BD4E3B0A}"/>
          </ac:spMkLst>
        </pc:spChg>
        <pc:spChg chg="mod">
          <ac:chgData name="Malte Heithoff" userId="92960225c14ac204" providerId="LiveId" clId="{E0BBEFF3-CC19-4AC9-BDDD-82D207C7C35E}" dt="2023-10-30T12:22:18.167" v="1282"/>
          <ac:spMkLst>
            <pc:docMk/>
            <pc:sldMk cId="1400790841" sldId="2147376238"/>
            <ac:spMk id="78" creationId="{E3334FC2-484E-D588-5570-8A8BDDF8B5E3}"/>
          </ac:spMkLst>
        </pc:spChg>
        <pc:spChg chg="add del mod">
          <ac:chgData name="Malte Heithoff" userId="92960225c14ac204" providerId="LiveId" clId="{E0BBEFF3-CC19-4AC9-BDDD-82D207C7C35E}" dt="2023-10-30T12:22:19.906" v="1283"/>
          <ac:spMkLst>
            <pc:docMk/>
            <pc:sldMk cId="1400790841" sldId="2147376238"/>
            <ac:spMk id="80" creationId="{265AE497-52C4-0E86-10FA-D58976F4D19A}"/>
          </ac:spMkLst>
        </pc:spChg>
        <pc:spChg chg="add del mod">
          <ac:chgData name="Malte Heithoff" userId="92960225c14ac204" providerId="LiveId" clId="{E0BBEFF3-CC19-4AC9-BDDD-82D207C7C35E}" dt="2023-10-30T12:22:19.906" v="1283"/>
          <ac:spMkLst>
            <pc:docMk/>
            <pc:sldMk cId="1400790841" sldId="2147376238"/>
            <ac:spMk id="81" creationId="{F316CF71-0D1B-50B0-0EA2-CA2B4EC5659A}"/>
          </ac:spMkLst>
        </pc:spChg>
        <pc:spChg chg="add del mod">
          <ac:chgData name="Malte Heithoff" userId="92960225c14ac204" providerId="LiveId" clId="{E0BBEFF3-CC19-4AC9-BDDD-82D207C7C35E}" dt="2023-10-30T12:22:19.906" v="1283"/>
          <ac:spMkLst>
            <pc:docMk/>
            <pc:sldMk cId="1400790841" sldId="2147376238"/>
            <ac:spMk id="82" creationId="{DBFC5ACC-8330-AA64-6804-CC2498FD6C5C}"/>
          </ac:spMkLst>
        </pc:spChg>
        <pc:spChg chg="add del mod">
          <ac:chgData name="Malte Heithoff" userId="92960225c14ac204" providerId="LiveId" clId="{E0BBEFF3-CC19-4AC9-BDDD-82D207C7C35E}" dt="2023-10-30T12:22:19.906" v="1283"/>
          <ac:spMkLst>
            <pc:docMk/>
            <pc:sldMk cId="1400790841" sldId="2147376238"/>
            <ac:spMk id="83" creationId="{B012663A-4679-4684-0AA1-E528077B5DC5}"/>
          </ac:spMkLst>
        </pc:spChg>
        <pc:spChg chg="add del mod">
          <ac:chgData name="Malte Heithoff" userId="92960225c14ac204" providerId="LiveId" clId="{E0BBEFF3-CC19-4AC9-BDDD-82D207C7C35E}" dt="2023-10-30T12:22:19.906" v="1283"/>
          <ac:spMkLst>
            <pc:docMk/>
            <pc:sldMk cId="1400790841" sldId="2147376238"/>
            <ac:spMk id="84" creationId="{E98177B2-2D57-AB27-A07F-0D83883191DA}"/>
          </ac:spMkLst>
        </pc:spChg>
        <pc:spChg chg="add del mod">
          <ac:chgData name="Malte Heithoff" userId="92960225c14ac204" providerId="LiveId" clId="{E0BBEFF3-CC19-4AC9-BDDD-82D207C7C35E}" dt="2023-10-30T12:22:19.906" v="1283"/>
          <ac:spMkLst>
            <pc:docMk/>
            <pc:sldMk cId="1400790841" sldId="2147376238"/>
            <ac:spMk id="85" creationId="{8C758C4F-4D58-2C09-71EF-71F2BD2434BD}"/>
          </ac:spMkLst>
        </pc:spChg>
        <pc:spChg chg="add del mod">
          <ac:chgData name="Malte Heithoff" userId="92960225c14ac204" providerId="LiveId" clId="{E0BBEFF3-CC19-4AC9-BDDD-82D207C7C35E}" dt="2023-10-30T12:22:19.906" v="1283"/>
          <ac:spMkLst>
            <pc:docMk/>
            <pc:sldMk cId="1400790841" sldId="2147376238"/>
            <ac:spMk id="86" creationId="{4FD95015-4C89-9E03-4C43-D3988E24CEDA}"/>
          </ac:spMkLst>
        </pc:spChg>
        <pc:spChg chg="add del mod">
          <ac:chgData name="Malte Heithoff" userId="92960225c14ac204" providerId="LiveId" clId="{E0BBEFF3-CC19-4AC9-BDDD-82D207C7C35E}" dt="2023-10-30T12:22:19.906" v="1283"/>
          <ac:spMkLst>
            <pc:docMk/>
            <pc:sldMk cId="1400790841" sldId="2147376238"/>
            <ac:spMk id="87" creationId="{0949C9A3-4959-B35F-A2A4-C018745B1B24}"/>
          </ac:spMkLst>
        </pc:spChg>
        <pc:spChg chg="add del mod">
          <ac:chgData name="Malte Heithoff" userId="92960225c14ac204" providerId="LiveId" clId="{E0BBEFF3-CC19-4AC9-BDDD-82D207C7C35E}" dt="2023-10-30T12:22:19.906" v="1283"/>
          <ac:spMkLst>
            <pc:docMk/>
            <pc:sldMk cId="1400790841" sldId="2147376238"/>
            <ac:spMk id="88" creationId="{414AA6CA-D693-3273-DE06-A24A3172D4B7}"/>
          </ac:spMkLst>
        </pc:spChg>
        <pc:spChg chg="add del mod">
          <ac:chgData name="Malte Heithoff" userId="92960225c14ac204" providerId="LiveId" clId="{E0BBEFF3-CC19-4AC9-BDDD-82D207C7C35E}" dt="2023-10-30T12:22:19.906" v="1283"/>
          <ac:spMkLst>
            <pc:docMk/>
            <pc:sldMk cId="1400790841" sldId="2147376238"/>
            <ac:spMk id="89" creationId="{7BAAB20E-0F47-0232-44F3-28E66566C10E}"/>
          </ac:spMkLst>
        </pc:spChg>
        <pc:spChg chg="add del mod">
          <ac:chgData name="Malte Heithoff" userId="92960225c14ac204" providerId="LiveId" clId="{E0BBEFF3-CC19-4AC9-BDDD-82D207C7C35E}" dt="2023-10-30T12:22:19.906" v="1283"/>
          <ac:spMkLst>
            <pc:docMk/>
            <pc:sldMk cId="1400790841" sldId="2147376238"/>
            <ac:spMk id="90" creationId="{4061C56C-9D06-FC62-7A4A-26F518CCAAC1}"/>
          </ac:spMkLst>
        </pc:spChg>
        <pc:spChg chg="add del mod">
          <ac:chgData name="Malte Heithoff" userId="92960225c14ac204" providerId="LiveId" clId="{E0BBEFF3-CC19-4AC9-BDDD-82D207C7C35E}" dt="2023-10-30T12:22:19.906" v="1283"/>
          <ac:spMkLst>
            <pc:docMk/>
            <pc:sldMk cId="1400790841" sldId="2147376238"/>
            <ac:spMk id="91" creationId="{05E9FDF2-803F-AFA7-5EEE-5639756F8980}"/>
          </ac:spMkLst>
        </pc:spChg>
        <pc:spChg chg="add del mod">
          <ac:chgData name="Malte Heithoff" userId="92960225c14ac204" providerId="LiveId" clId="{E0BBEFF3-CC19-4AC9-BDDD-82D207C7C35E}" dt="2023-10-30T12:22:19.906" v="1283"/>
          <ac:spMkLst>
            <pc:docMk/>
            <pc:sldMk cId="1400790841" sldId="2147376238"/>
            <ac:spMk id="92" creationId="{951ED041-3CA3-0ADB-494A-F8D3C6FE6C9E}"/>
          </ac:spMkLst>
        </pc:spChg>
        <pc:spChg chg="add del mod">
          <ac:chgData name="Malte Heithoff" userId="92960225c14ac204" providerId="LiveId" clId="{E0BBEFF3-CC19-4AC9-BDDD-82D207C7C35E}" dt="2023-10-30T12:22:19.906" v="1283"/>
          <ac:spMkLst>
            <pc:docMk/>
            <pc:sldMk cId="1400790841" sldId="2147376238"/>
            <ac:spMk id="93" creationId="{D3BBB18A-9B80-A1DE-1986-E31F972EDD9D}"/>
          </ac:spMkLst>
        </pc:spChg>
        <pc:spChg chg="add del mod">
          <ac:chgData name="Malte Heithoff" userId="92960225c14ac204" providerId="LiveId" clId="{E0BBEFF3-CC19-4AC9-BDDD-82D207C7C35E}" dt="2023-10-30T12:22:19.906" v="1283"/>
          <ac:spMkLst>
            <pc:docMk/>
            <pc:sldMk cId="1400790841" sldId="2147376238"/>
            <ac:spMk id="94" creationId="{4D387E85-1DB8-4613-4B89-F0A1C94C370C}"/>
          </ac:spMkLst>
        </pc:spChg>
        <pc:spChg chg="mod">
          <ac:chgData name="Malte Heithoff" userId="92960225c14ac204" providerId="LiveId" clId="{E0BBEFF3-CC19-4AC9-BDDD-82D207C7C35E}" dt="2023-10-30T12:22:31.283" v="1287"/>
          <ac:spMkLst>
            <pc:docMk/>
            <pc:sldMk cId="1400790841" sldId="2147376238"/>
            <ac:spMk id="98" creationId="{20F14C83-C214-8616-A959-1A32F39CA040}"/>
          </ac:spMkLst>
        </pc:spChg>
        <pc:spChg chg="mod">
          <ac:chgData name="Malte Heithoff" userId="92960225c14ac204" providerId="LiveId" clId="{E0BBEFF3-CC19-4AC9-BDDD-82D207C7C35E}" dt="2023-10-30T12:22:31.283" v="1287"/>
          <ac:spMkLst>
            <pc:docMk/>
            <pc:sldMk cId="1400790841" sldId="2147376238"/>
            <ac:spMk id="99" creationId="{263F18C9-58B8-F3F6-A2B6-0AE5A6547F85}"/>
          </ac:spMkLst>
        </pc:spChg>
        <pc:spChg chg="mod">
          <ac:chgData name="Malte Heithoff" userId="92960225c14ac204" providerId="LiveId" clId="{E0BBEFF3-CC19-4AC9-BDDD-82D207C7C35E}" dt="2023-10-30T12:22:31.283" v="1287"/>
          <ac:spMkLst>
            <pc:docMk/>
            <pc:sldMk cId="1400790841" sldId="2147376238"/>
            <ac:spMk id="100" creationId="{D0E4B582-56DB-8B81-5A58-1D82300F7FDD}"/>
          </ac:spMkLst>
        </pc:spChg>
        <pc:spChg chg="mod">
          <ac:chgData name="Malte Heithoff" userId="92960225c14ac204" providerId="LiveId" clId="{E0BBEFF3-CC19-4AC9-BDDD-82D207C7C35E}" dt="2023-10-30T12:22:31.283" v="1287"/>
          <ac:spMkLst>
            <pc:docMk/>
            <pc:sldMk cId="1400790841" sldId="2147376238"/>
            <ac:spMk id="101" creationId="{BE0F35CC-CF99-8318-167D-5544930B3602}"/>
          </ac:spMkLst>
        </pc:spChg>
        <pc:spChg chg="mod">
          <ac:chgData name="Malte Heithoff" userId="92960225c14ac204" providerId="LiveId" clId="{E0BBEFF3-CC19-4AC9-BDDD-82D207C7C35E}" dt="2023-10-30T12:22:31.283" v="1287"/>
          <ac:spMkLst>
            <pc:docMk/>
            <pc:sldMk cId="1400790841" sldId="2147376238"/>
            <ac:spMk id="102" creationId="{24D42869-49AA-67F1-4076-D2C1BA1DE1A3}"/>
          </ac:spMkLst>
        </pc:spChg>
        <pc:spChg chg="mod">
          <ac:chgData name="Malte Heithoff" userId="92960225c14ac204" providerId="LiveId" clId="{E0BBEFF3-CC19-4AC9-BDDD-82D207C7C35E}" dt="2023-10-30T12:22:31.283" v="1287"/>
          <ac:spMkLst>
            <pc:docMk/>
            <pc:sldMk cId="1400790841" sldId="2147376238"/>
            <ac:spMk id="103" creationId="{B2A667A3-0CE0-D857-06F4-F4CF5ADFBC9D}"/>
          </ac:spMkLst>
        </pc:spChg>
        <pc:spChg chg="mod">
          <ac:chgData name="Malte Heithoff" userId="92960225c14ac204" providerId="LiveId" clId="{E0BBEFF3-CC19-4AC9-BDDD-82D207C7C35E}" dt="2023-10-30T12:22:31.283" v="1287"/>
          <ac:spMkLst>
            <pc:docMk/>
            <pc:sldMk cId="1400790841" sldId="2147376238"/>
            <ac:spMk id="106" creationId="{278A540C-B499-B915-9BB1-181D850A9BBA}"/>
          </ac:spMkLst>
        </pc:spChg>
        <pc:spChg chg="mod">
          <ac:chgData name="Malte Heithoff" userId="92960225c14ac204" providerId="LiveId" clId="{E0BBEFF3-CC19-4AC9-BDDD-82D207C7C35E}" dt="2023-10-30T12:22:31.283" v="1287"/>
          <ac:spMkLst>
            <pc:docMk/>
            <pc:sldMk cId="1400790841" sldId="2147376238"/>
            <ac:spMk id="107" creationId="{C167BD88-2CF1-5127-D3E3-A015867D0F18}"/>
          </ac:spMkLst>
        </pc:spChg>
        <pc:spChg chg="mod">
          <ac:chgData name="Malte Heithoff" userId="92960225c14ac204" providerId="LiveId" clId="{E0BBEFF3-CC19-4AC9-BDDD-82D207C7C35E}" dt="2023-10-30T12:22:31.283" v="1287"/>
          <ac:spMkLst>
            <pc:docMk/>
            <pc:sldMk cId="1400790841" sldId="2147376238"/>
            <ac:spMk id="108" creationId="{2B384F1E-0027-A747-8A5F-2137468AD057}"/>
          </ac:spMkLst>
        </pc:spChg>
        <pc:spChg chg="mod">
          <ac:chgData name="Malte Heithoff" userId="92960225c14ac204" providerId="LiveId" clId="{E0BBEFF3-CC19-4AC9-BDDD-82D207C7C35E}" dt="2023-10-30T12:22:31.283" v="1287"/>
          <ac:spMkLst>
            <pc:docMk/>
            <pc:sldMk cId="1400790841" sldId="2147376238"/>
            <ac:spMk id="111" creationId="{5F9C7082-F689-D0BC-8A91-B532BFA4E6F3}"/>
          </ac:spMkLst>
        </pc:spChg>
        <pc:spChg chg="mod">
          <ac:chgData name="Malte Heithoff" userId="92960225c14ac204" providerId="LiveId" clId="{E0BBEFF3-CC19-4AC9-BDDD-82D207C7C35E}" dt="2023-10-30T12:22:31.283" v="1287"/>
          <ac:spMkLst>
            <pc:docMk/>
            <pc:sldMk cId="1400790841" sldId="2147376238"/>
            <ac:spMk id="112" creationId="{988906A6-1903-5ADF-CD04-F5D6435D7C2F}"/>
          </ac:spMkLst>
        </pc:spChg>
        <pc:spChg chg="mod">
          <ac:chgData name="Malte Heithoff" userId="92960225c14ac204" providerId="LiveId" clId="{E0BBEFF3-CC19-4AC9-BDDD-82D207C7C35E}" dt="2023-10-30T12:22:31.283" v="1287"/>
          <ac:spMkLst>
            <pc:docMk/>
            <pc:sldMk cId="1400790841" sldId="2147376238"/>
            <ac:spMk id="113" creationId="{4E1D0130-83EE-74BC-E9F5-1A6566EC5003}"/>
          </ac:spMkLst>
        </pc:spChg>
        <pc:spChg chg="mod">
          <ac:chgData name="Malte Heithoff" userId="92960225c14ac204" providerId="LiveId" clId="{E0BBEFF3-CC19-4AC9-BDDD-82D207C7C35E}" dt="2023-10-30T12:22:31.283" v="1287"/>
          <ac:spMkLst>
            <pc:docMk/>
            <pc:sldMk cId="1400790841" sldId="2147376238"/>
            <ac:spMk id="115" creationId="{C3CC31B9-DB3F-EE62-F9C3-5FEB12EDE76D}"/>
          </ac:spMkLst>
        </pc:spChg>
        <pc:spChg chg="mod">
          <ac:chgData name="Malte Heithoff" userId="92960225c14ac204" providerId="LiveId" clId="{E0BBEFF3-CC19-4AC9-BDDD-82D207C7C35E}" dt="2023-10-30T12:22:31.283" v="1287"/>
          <ac:spMkLst>
            <pc:docMk/>
            <pc:sldMk cId="1400790841" sldId="2147376238"/>
            <ac:spMk id="116" creationId="{E32FAC87-6389-5A18-9491-83FFAA454035}"/>
          </ac:spMkLst>
        </pc:spChg>
        <pc:spChg chg="mod">
          <ac:chgData name="Malte Heithoff" userId="92960225c14ac204" providerId="LiveId" clId="{E0BBEFF3-CC19-4AC9-BDDD-82D207C7C35E}" dt="2023-10-30T12:22:31.283" v="1287"/>
          <ac:spMkLst>
            <pc:docMk/>
            <pc:sldMk cId="1400790841" sldId="2147376238"/>
            <ac:spMk id="119" creationId="{3F9A1008-25E1-232F-FBC5-D832CD3E6E7C}"/>
          </ac:spMkLst>
        </pc:spChg>
        <pc:spChg chg="mod">
          <ac:chgData name="Malte Heithoff" userId="92960225c14ac204" providerId="LiveId" clId="{E0BBEFF3-CC19-4AC9-BDDD-82D207C7C35E}" dt="2023-10-30T12:22:31.283" v="1287"/>
          <ac:spMkLst>
            <pc:docMk/>
            <pc:sldMk cId="1400790841" sldId="2147376238"/>
            <ac:spMk id="120" creationId="{C99D8A25-F133-9E89-BACE-32BEECBAEBFC}"/>
          </ac:spMkLst>
        </pc:spChg>
        <pc:spChg chg="mod">
          <ac:chgData name="Malte Heithoff" userId="92960225c14ac204" providerId="LiveId" clId="{E0BBEFF3-CC19-4AC9-BDDD-82D207C7C35E}" dt="2023-10-30T12:22:31.283" v="1287"/>
          <ac:spMkLst>
            <pc:docMk/>
            <pc:sldMk cId="1400790841" sldId="2147376238"/>
            <ac:spMk id="121" creationId="{79B5BB5F-74EB-11FF-8F94-CCCB5B77F100}"/>
          </ac:spMkLst>
        </pc:spChg>
        <pc:spChg chg="mod">
          <ac:chgData name="Malte Heithoff" userId="92960225c14ac204" providerId="LiveId" clId="{E0BBEFF3-CC19-4AC9-BDDD-82D207C7C35E}" dt="2023-10-30T12:22:31.283" v="1287"/>
          <ac:spMkLst>
            <pc:docMk/>
            <pc:sldMk cId="1400790841" sldId="2147376238"/>
            <ac:spMk id="123" creationId="{BD1298A8-8C8F-0570-C29E-0BE38BAAC52E}"/>
          </ac:spMkLst>
        </pc:spChg>
        <pc:spChg chg="mod">
          <ac:chgData name="Malte Heithoff" userId="92960225c14ac204" providerId="LiveId" clId="{E0BBEFF3-CC19-4AC9-BDDD-82D207C7C35E}" dt="2023-10-30T12:22:31.283" v="1287"/>
          <ac:spMkLst>
            <pc:docMk/>
            <pc:sldMk cId="1400790841" sldId="2147376238"/>
            <ac:spMk id="124" creationId="{0ACC940F-CA47-5333-EC3E-CB0144AC07A0}"/>
          </ac:spMkLst>
        </pc:spChg>
        <pc:spChg chg="mod">
          <ac:chgData name="Malte Heithoff" userId="92960225c14ac204" providerId="LiveId" clId="{E0BBEFF3-CC19-4AC9-BDDD-82D207C7C35E}" dt="2023-10-30T12:22:31.283" v="1287"/>
          <ac:spMkLst>
            <pc:docMk/>
            <pc:sldMk cId="1400790841" sldId="2147376238"/>
            <ac:spMk id="125" creationId="{C97E8968-7CC9-DC34-920B-5CDE73C979DC}"/>
          </ac:spMkLst>
        </pc:spChg>
        <pc:spChg chg="mod">
          <ac:chgData name="Malte Heithoff" userId="92960225c14ac204" providerId="LiveId" clId="{E0BBEFF3-CC19-4AC9-BDDD-82D207C7C35E}" dt="2023-10-30T12:22:31.283" v="1287"/>
          <ac:spMkLst>
            <pc:docMk/>
            <pc:sldMk cId="1400790841" sldId="2147376238"/>
            <ac:spMk id="126" creationId="{5E3EF414-49F5-315E-E2E6-76C87D3D13E2}"/>
          </ac:spMkLst>
        </pc:spChg>
        <pc:spChg chg="mod">
          <ac:chgData name="Malte Heithoff" userId="92960225c14ac204" providerId="LiveId" clId="{E0BBEFF3-CC19-4AC9-BDDD-82D207C7C35E}" dt="2023-10-30T12:22:31.283" v="1287"/>
          <ac:spMkLst>
            <pc:docMk/>
            <pc:sldMk cId="1400790841" sldId="2147376238"/>
            <ac:spMk id="127" creationId="{1837EED4-B091-733B-29E1-B399BBD24398}"/>
          </ac:spMkLst>
        </pc:spChg>
        <pc:spChg chg="mod">
          <ac:chgData name="Malte Heithoff" userId="92960225c14ac204" providerId="LiveId" clId="{E0BBEFF3-CC19-4AC9-BDDD-82D207C7C35E}" dt="2023-10-30T12:22:31.283" v="1287"/>
          <ac:spMkLst>
            <pc:docMk/>
            <pc:sldMk cId="1400790841" sldId="2147376238"/>
            <ac:spMk id="129" creationId="{1476AC58-E401-D11C-EC8F-C245D07CB38A}"/>
          </ac:spMkLst>
        </pc:spChg>
        <pc:spChg chg="mod">
          <ac:chgData name="Malte Heithoff" userId="92960225c14ac204" providerId="LiveId" clId="{E0BBEFF3-CC19-4AC9-BDDD-82D207C7C35E}" dt="2023-10-30T12:22:31.283" v="1287"/>
          <ac:spMkLst>
            <pc:docMk/>
            <pc:sldMk cId="1400790841" sldId="2147376238"/>
            <ac:spMk id="130" creationId="{087EAA7B-E1A4-3E76-F60B-FDE7DE039744}"/>
          </ac:spMkLst>
        </pc:spChg>
        <pc:spChg chg="mod">
          <ac:chgData name="Malte Heithoff" userId="92960225c14ac204" providerId="LiveId" clId="{E0BBEFF3-CC19-4AC9-BDDD-82D207C7C35E}" dt="2023-10-30T12:22:31.283" v="1287"/>
          <ac:spMkLst>
            <pc:docMk/>
            <pc:sldMk cId="1400790841" sldId="2147376238"/>
            <ac:spMk id="139" creationId="{48D96FF8-325E-8285-2FB4-953CAC3BBD4D}"/>
          </ac:spMkLst>
        </pc:spChg>
        <pc:spChg chg="mod">
          <ac:chgData name="Malte Heithoff" userId="92960225c14ac204" providerId="LiveId" clId="{E0BBEFF3-CC19-4AC9-BDDD-82D207C7C35E}" dt="2023-10-30T12:22:31.283" v="1287"/>
          <ac:spMkLst>
            <pc:docMk/>
            <pc:sldMk cId="1400790841" sldId="2147376238"/>
            <ac:spMk id="140" creationId="{D1749141-8823-B516-DAC1-7C3D61DF5FF4}"/>
          </ac:spMkLst>
        </pc:spChg>
        <pc:spChg chg="mod">
          <ac:chgData name="Malte Heithoff" userId="92960225c14ac204" providerId="LiveId" clId="{E0BBEFF3-CC19-4AC9-BDDD-82D207C7C35E}" dt="2023-10-30T12:22:31.283" v="1287"/>
          <ac:spMkLst>
            <pc:docMk/>
            <pc:sldMk cId="1400790841" sldId="2147376238"/>
            <ac:spMk id="141" creationId="{886D40DF-F474-0896-CD51-227BA6AC7F21}"/>
          </ac:spMkLst>
        </pc:spChg>
        <pc:spChg chg="mod">
          <ac:chgData name="Malte Heithoff" userId="92960225c14ac204" providerId="LiveId" clId="{E0BBEFF3-CC19-4AC9-BDDD-82D207C7C35E}" dt="2023-10-30T12:22:31.283" v="1287"/>
          <ac:spMkLst>
            <pc:docMk/>
            <pc:sldMk cId="1400790841" sldId="2147376238"/>
            <ac:spMk id="142" creationId="{085B3444-ADCF-69D8-2911-7504672F41EA}"/>
          </ac:spMkLst>
        </pc:spChg>
        <pc:spChg chg="mod">
          <ac:chgData name="Malte Heithoff" userId="92960225c14ac204" providerId="LiveId" clId="{E0BBEFF3-CC19-4AC9-BDDD-82D207C7C35E}" dt="2023-10-30T12:22:31.283" v="1287"/>
          <ac:spMkLst>
            <pc:docMk/>
            <pc:sldMk cId="1400790841" sldId="2147376238"/>
            <ac:spMk id="144" creationId="{DDDF02B1-C988-4649-8F34-8004E66B9EA3}"/>
          </ac:spMkLst>
        </pc:spChg>
        <pc:spChg chg="mod">
          <ac:chgData name="Malte Heithoff" userId="92960225c14ac204" providerId="LiveId" clId="{E0BBEFF3-CC19-4AC9-BDDD-82D207C7C35E}" dt="2023-10-30T12:22:31.283" v="1287"/>
          <ac:spMkLst>
            <pc:docMk/>
            <pc:sldMk cId="1400790841" sldId="2147376238"/>
            <ac:spMk id="145" creationId="{5AFDEB92-508C-69FB-C321-B76903D98059}"/>
          </ac:spMkLst>
        </pc:spChg>
        <pc:spChg chg="add del mod">
          <ac:chgData name="Malte Heithoff" userId="92960225c14ac204" providerId="LiveId" clId="{E0BBEFF3-CC19-4AC9-BDDD-82D207C7C35E}" dt="2023-10-30T12:22:33.118" v="1288"/>
          <ac:spMkLst>
            <pc:docMk/>
            <pc:sldMk cId="1400790841" sldId="2147376238"/>
            <ac:spMk id="150" creationId="{CE7AF508-4EF7-170F-1236-5EF387901DA8}"/>
          </ac:spMkLst>
        </pc:spChg>
        <pc:spChg chg="add del mod">
          <ac:chgData name="Malte Heithoff" userId="92960225c14ac204" providerId="LiveId" clId="{E0BBEFF3-CC19-4AC9-BDDD-82D207C7C35E}" dt="2023-10-30T12:22:33.118" v="1288"/>
          <ac:spMkLst>
            <pc:docMk/>
            <pc:sldMk cId="1400790841" sldId="2147376238"/>
            <ac:spMk id="152" creationId="{FEE7CC2E-8DB0-30F8-E954-48E50254D674}"/>
          </ac:spMkLst>
        </pc:spChg>
        <pc:spChg chg="add del mod">
          <ac:chgData name="Malte Heithoff" userId="92960225c14ac204" providerId="LiveId" clId="{E0BBEFF3-CC19-4AC9-BDDD-82D207C7C35E}" dt="2023-10-30T12:22:33.118" v="1288"/>
          <ac:spMkLst>
            <pc:docMk/>
            <pc:sldMk cId="1400790841" sldId="2147376238"/>
            <ac:spMk id="153" creationId="{D7A7F528-53E9-5950-4B1A-B11617D6AF39}"/>
          </ac:spMkLst>
        </pc:spChg>
        <pc:spChg chg="add del mod">
          <ac:chgData name="Malte Heithoff" userId="92960225c14ac204" providerId="LiveId" clId="{E0BBEFF3-CC19-4AC9-BDDD-82D207C7C35E}" dt="2023-10-30T12:22:33.118" v="1288"/>
          <ac:spMkLst>
            <pc:docMk/>
            <pc:sldMk cId="1400790841" sldId="2147376238"/>
            <ac:spMk id="154" creationId="{538185C0-12A1-D3B8-931B-37F69A7D1D9E}"/>
          </ac:spMkLst>
        </pc:spChg>
        <pc:spChg chg="add mod">
          <ac:chgData name="Malte Heithoff" userId="92960225c14ac204" providerId="LiveId" clId="{E0BBEFF3-CC19-4AC9-BDDD-82D207C7C35E}" dt="2023-10-30T12:22:54.499" v="1302" actId="20577"/>
          <ac:spMkLst>
            <pc:docMk/>
            <pc:sldMk cId="1400790841" sldId="2147376238"/>
            <ac:spMk id="156" creationId="{098778D4-66AB-34F3-6925-DC85CFF8C6C9}"/>
          </ac:spMkLst>
        </pc:spChg>
        <pc:spChg chg="add mod">
          <ac:chgData name="Malte Heithoff" userId="92960225c14ac204" providerId="LiveId" clId="{E0BBEFF3-CC19-4AC9-BDDD-82D207C7C35E}" dt="2023-10-30T12:23:06.071" v="1307" actId="1076"/>
          <ac:spMkLst>
            <pc:docMk/>
            <pc:sldMk cId="1400790841" sldId="2147376238"/>
            <ac:spMk id="157" creationId="{0B8DF94B-03AC-E1C5-0CAD-281204D96791}"/>
          </ac:spMkLst>
        </pc:spChg>
        <pc:spChg chg="add">
          <ac:chgData name="Malte Heithoff" userId="92960225c14ac204" providerId="LiveId" clId="{E0BBEFF3-CC19-4AC9-BDDD-82D207C7C35E}" dt="2023-10-30T12:23:13.807" v="1308" actId="11529"/>
          <ac:spMkLst>
            <pc:docMk/>
            <pc:sldMk cId="1400790841" sldId="2147376238"/>
            <ac:spMk id="158" creationId="{69DD1F5D-72B6-C2A3-A09F-FCD373C8D31A}"/>
          </ac:spMkLst>
        </pc:spChg>
        <pc:spChg chg="add">
          <ac:chgData name="Malte Heithoff" userId="92960225c14ac204" providerId="LiveId" clId="{E0BBEFF3-CC19-4AC9-BDDD-82D207C7C35E}" dt="2023-10-30T12:23:17.885" v="1309" actId="11529"/>
          <ac:spMkLst>
            <pc:docMk/>
            <pc:sldMk cId="1400790841" sldId="2147376238"/>
            <ac:spMk id="159" creationId="{00BA6058-8C6F-2B4C-FE08-C646D8711372}"/>
          </ac:spMkLst>
        </pc:spChg>
        <pc:grpChg chg="add del mod">
          <ac:chgData name="Malte Heithoff" userId="92960225c14ac204" providerId="LiveId" clId="{E0BBEFF3-CC19-4AC9-BDDD-82D207C7C35E}" dt="2023-10-30T12:22:19.906" v="1283"/>
          <ac:grpSpMkLst>
            <pc:docMk/>
            <pc:sldMk cId="1400790841" sldId="2147376238"/>
            <ac:grpSpMk id="5" creationId="{898A9502-7AC8-5621-52A7-05A0F9B90846}"/>
          </ac:grpSpMkLst>
        </pc:grpChg>
        <pc:grpChg chg="mod">
          <ac:chgData name="Malte Heithoff" userId="92960225c14ac204" providerId="LiveId" clId="{E0BBEFF3-CC19-4AC9-BDDD-82D207C7C35E}" dt="2023-10-30T12:22:18.167" v="1282"/>
          <ac:grpSpMkLst>
            <pc:docMk/>
            <pc:sldMk cId="1400790841" sldId="2147376238"/>
            <ac:grpSpMk id="6" creationId="{5A370859-8EB1-F2CA-D6D2-C0DBD86AB15F}"/>
          </ac:grpSpMkLst>
        </pc:grpChg>
        <pc:grpChg chg="add del mod">
          <ac:chgData name="Malte Heithoff" userId="92960225c14ac204" providerId="LiveId" clId="{E0BBEFF3-CC19-4AC9-BDDD-82D207C7C35E}" dt="2023-10-30T12:22:19.906" v="1283"/>
          <ac:grpSpMkLst>
            <pc:docMk/>
            <pc:sldMk cId="1400790841" sldId="2147376238"/>
            <ac:grpSpMk id="10" creationId="{85FE6C52-A123-F8AD-C00B-920A14A2177A}"/>
          </ac:grpSpMkLst>
        </pc:grpChg>
        <pc:grpChg chg="mod">
          <ac:chgData name="Malte Heithoff" userId="92960225c14ac204" providerId="LiveId" clId="{E0BBEFF3-CC19-4AC9-BDDD-82D207C7C35E}" dt="2023-10-30T12:22:18.167" v="1282"/>
          <ac:grpSpMkLst>
            <pc:docMk/>
            <pc:sldMk cId="1400790841" sldId="2147376238"/>
            <ac:grpSpMk id="11" creationId="{FE61FFF5-2BB3-2D70-9E76-80E3674E1E9D}"/>
          </ac:grpSpMkLst>
        </pc:grpChg>
        <pc:grpChg chg="add del mod">
          <ac:chgData name="Malte Heithoff" userId="92960225c14ac204" providerId="LiveId" clId="{E0BBEFF3-CC19-4AC9-BDDD-82D207C7C35E}" dt="2023-10-30T12:22:19.906" v="1283"/>
          <ac:grpSpMkLst>
            <pc:docMk/>
            <pc:sldMk cId="1400790841" sldId="2147376238"/>
            <ac:grpSpMk id="15" creationId="{CFC102FB-91A8-71BB-5A46-4F4178101CFB}"/>
          </ac:grpSpMkLst>
        </pc:grpChg>
        <pc:grpChg chg="add del mod">
          <ac:chgData name="Malte Heithoff" userId="92960225c14ac204" providerId="LiveId" clId="{E0BBEFF3-CC19-4AC9-BDDD-82D207C7C35E}" dt="2023-10-30T12:22:19.906" v="1283"/>
          <ac:grpSpMkLst>
            <pc:docMk/>
            <pc:sldMk cId="1400790841" sldId="2147376238"/>
            <ac:grpSpMk id="28" creationId="{C3E89BF5-EA13-D3F5-2D5D-85A942A8368C}"/>
          </ac:grpSpMkLst>
        </pc:grpChg>
        <pc:grpChg chg="add del mod">
          <ac:chgData name="Malte Heithoff" userId="92960225c14ac204" providerId="LiveId" clId="{E0BBEFF3-CC19-4AC9-BDDD-82D207C7C35E}" dt="2023-10-30T12:22:19.906" v="1283"/>
          <ac:grpSpMkLst>
            <pc:docMk/>
            <pc:sldMk cId="1400790841" sldId="2147376238"/>
            <ac:grpSpMk id="39" creationId="{67A42632-E0CA-3DA2-97B6-79FB77E185D5}"/>
          </ac:grpSpMkLst>
        </pc:grpChg>
        <pc:grpChg chg="add del mod">
          <ac:chgData name="Malte Heithoff" userId="92960225c14ac204" providerId="LiveId" clId="{E0BBEFF3-CC19-4AC9-BDDD-82D207C7C35E}" dt="2023-10-30T12:22:19.906" v="1283"/>
          <ac:grpSpMkLst>
            <pc:docMk/>
            <pc:sldMk cId="1400790841" sldId="2147376238"/>
            <ac:grpSpMk id="59" creationId="{C330EA6D-A215-60FF-0D87-162756CBE7BD}"/>
          </ac:grpSpMkLst>
        </pc:grpChg>
        <pc:grpChg chg="mod">
          <ac:chgData name="Malte Heithoff" userId="92960225c14ac204" providerId="LiveId" clId="{E0BBEFF3-CC19-4AC9-BDDD-82D207C7C35E}" dt="2023-10-30T12:22:18.167" v="1282"/>
          <ac:grpSpMkLst>
            <pc:docMk/>
            <pc:sldMk cId="1400790841" sldId="2147376238"/>
            <ac:grpSpMk id="60" creationId="{D3D307F6-3716-F584-7083-D3C21F16D770}"/>
          </ac:grpSpMkLst>
        </pc:grpChg>
        <pc:grpChg chg="add del mod">
          <ac:chgData name="Malte Heithoff" userId="92960225c14ac204" providerId="LiveId" clId="{E0BBEFF3-CC19-4AC9-BDDD-82D207C7C35E}" dt="2023-10-30T12:22:19.906" v="1283"/>
          <ac:grpSpMkLst>
            <pc:docMk/>
            <pc:sldMk cId="1400790841" sldId="2147376238"/>
            <ac:grpSpMk id="68" creationId="{F90AFB63-60E4-23CC-AAA1-84AA50F061AF}"/>
          </ac:grpSpMkLst>
        </pc:grpChg>
        <pc:grpChg chg="add del mod">
          <ac:chgData name="Malte Heithoff" userId="92960225c14ac204" providerId="LiveId" clId="{E0BBEFF3-CC19-4AC9-BDDD-82D207C7C35E}" dt="2023-10-30T12:22:19.906" v="1283"/>
          <ac:grpSpMkLst>
            <pc:docMk/>
            <pc:sldMk cId="1400790841" sldId="2147376238"/>
            <ac:grpSpMk id="74" creationId="{52CED3A2-D516-EE63-33F6-2F04D72F9170}"/>
          </ac:grpSpMkLst>
        </pc:grpChg>
        <pc:grpChg chg="add del mod">
          <ac:chgData name="Malte Heithoff" userId="92960225c14ac204" providerId="LiveId" clId="{E0BBEFF3-CC19-4AC9-BDDD-82D207C7C35E}" dt="2023-10-30T12:22:33.118" v="1288"/>
          <ac:grpSpMkLst>
            <pc:docMk/>
            <pc:sldMk cId="1400790841" sldId="2147376238"/>
            <ac:grpSpMk id="96" creationId="{11EF439D-820D-3DC2-E881-B9A9783AA459}"/>
          </ac:grpSpMkLst>
        </pc:grpChg>
        <pc:grpChg chg="add del mod">
          <ac:chgData name="Malte Heithoff" userId="92960225c14ac204" providerId="LiveId" clId="{E0BBEFF3-CC19-4AC9-BDDD-82D207C7C35E}" dt="2023-10-30T12:22:33.118" v="1288"/>
          <ac:grpSpMkLst>
            <pc:docMk/>
            <pc:sldMk cId="1400790841" sldId="2147376238"/>
            <ac:grpSpMk id="104" creationId="{AFC9B81B-8B5A-6CCA-FCEC-894B86C08597}"/>
          </ac:grpSpMkLst>
        </pc:grpChg>
        <pc:grpChg chg="mod">
          <ac:chgData name="Malte Heithoff" userId="92960225c14ac204" providerId="LiveId" clId="{E0BBEFF3-CC19-4AC9-BDDD-82D207C7C35E}" dt="2023-10-30T12:22:31.283" v="1287"/>
          <ac:grpSpMkLst>
            <pc:docMk/>
            <pc:sldMk cId="1400790841" sldId="2147376238"/>
            <ac:grpSpMk id="105" creationId="{EC658E23-C74C-5AF7-39B5-C43A54594F4D}"/>
          </ac:grpSpMkLst>
        </pc:grpChg>
        <pc:grpChg chg="add del mod">
          <ac:chgData name="Malte Heithoff" userId="92960225c14ac204" providerId="LiveId" clId="{E0BBEFF3-CC19-4AC9-BDDD-82D207C7C35E}" dt="2023-10-30T12:22:33.118" v="1288"/>
          <ac:grpSpMkLst>
            <pc:docMk/>
            <pc:sldMk cId="1400790841" sldId="2147376238"/>
            <ac:grpSpMk id="109" creationId="{93D03E32-B50A-28D1-0D0F-23C724B4983C}"/>
          </ac:grpSpMkLst>
        </pc:grpChg>
        <pc:grpChg chg="mod">
          <ac:chgData name="Malte Heithoff" userId="92960225c14ac204" providerId="LiveId" clId="{E0BBEFF3-CC19-4AC9-BDDD-82D207C7C35E}" dt="2023-10-30T12:22:31.283" v="1287"/>
          <ac:grpSpMkLst>
            <pc:docMk/>
            <pc:sldMk cId="1400790841" sldId="2147376238"/>
            <ac:grpSpMk id="110" creationId="{34E4278A-D501-2072-6FF6-C4935271B329}"/>
          </ac:grpSpMkLst>
        </pc:grpChg>
        <pc:grpChg chg="add del mod">
          <ac:chgData name="Malte Heithoff" userId="92960225c14ac204" providerId="LiveId" clId="{E0BBEFF3-CC19-4AC9-BDDD-82D207C7C35E}" dt="2023-10-30T12:22:33.118" v="1288"/>
          <ac:grpSpMkLst>
            <pc:docMk/>
            <pc:sldMk cId="1400790841" sldId="2147376238"/>
            <ac:grpSpMk id="114" creationId="{5C020888-6108-CD92-7F90-AF0613AED9E4}"/>
          </ac:grpSpMkLst>
        </pc:grpChg>
        <pc:grpChg chg="add del mod">
          <ac:chgData name="Malte Heithoff" userId="92960225c14ac204" providerId="LiveId" clId="{E0BBEFF3-CC19-4AC9-BDDD-82D207C7C35E}" dt="2023-10-30T12:22:33.118" v="1288"/>
          <ac:grpSpMkLst>
            <pc:docMk/>
            <pc:sldMk cId="1400790841" sldId="2147376238"/>
            <ac:grpSpMk id="117" creationId="{9EDE08AE-0070-53C8-DF6B-1CE8CE321912}"/>
          </ac:grpSpMkLst>
        </pc:grpChg>
        <pc:grpChg chg="mod">
          <ac:chgData name="Malte Heithoff" userId="92960225c14ac204" providerId="LiveId" clId="{E0BBEFF3-CC19-4AC9-BDDD-82D207C7C35E}" dt="2023-10-30T12:22:31.283" v="1287"/>
          <ac:grpSpMkLst>
            <pc:docMk/>
            <pc:sldMk cId="1400790841" sldId="2147376238"/>
            <ac:grpSpMk id="118" creationId="{9EC97297-FB8B-5B5C-7869-4EFFEA39A400}"/>
          </ac:grpSpMkLst>
        </pc:grpChg>
        <pc:grpChg chg="add del mod">
          <ac:chgData name="Malte Heithoff" userId="92960225c14ac204" providerId="LiveId" clId="{E0BBEFF3-CC19-4AC9-BDDD-82D207C7C35E}" dt="2023-10-30T12:22:33.118" v="1288"/>
          <ac:grpSpMkLst>
            <pc:docMk/>
            <pc:sldMk cId="1400790841" sldId="2147376238"/>
            <ac:grpSpMk id="122" creationId="{330BEFB8-35A2-803C-AABA-2002D0EFC562}"/>
          </ac:grpSpMkLst>
        </pc:grpChg>
        <pc:grpChg chg="add del mod">
          <ac:chgData name="Malte Heithoff" userId="92960225c14ac204" providerId="LiveId" clId="{E0BBEFF3-CC19-4AC9-BDDD-82D207C7C35E}" dt="2023-10-30T12:22:33.118" v="1288"/>
          <ac:grpSpMkLst>
            <pc:docMk/>
            <pc:sldMk cId="1400790841" sldId="2147376238"/>
            <ac:grpSpMk id="128" creationId="{FE7099A2-39E6-98A8-1C02-4FE3C7B78CD5}"/>
          </ac:grpSpMkLst>
        </pc:grpChg>
        <pc:grpChg chg="add del mod">
          <ac:chgData name="Malte Heithoff" userId="92960225c14ac204" providerId="LiveId" clId="{E0BBEFF3-CC19-4AC9-BDDD-82D207C7C35E}" dt="2023-10-30T12:22:33.118" v="1288"/>
          <ac:grpSpMkLst>
            <pc:docMk/>
            <pc:sldMk cId="1400790841" sldId="2147376238"/>
            <ac:grpSpMk id="138" creationId="{AE584FAB-9F10-B936-07EC-2537A74B6752}"/>
          </ac:grpSpMkLst>
        </pc:grpChg>
        <pc:grpChg chg="add del mod">
          <ac:chgData name="Malte Heithoff" userId="92960225c14ac204" providerId="LiveId" clId="{E0BBEFF3-CC19-4AC9-BDDD-82D207C7C35E}" dt="2023-10-30T12:22:33.118" v="1288"/>
          <ac:grpSpMkLst>
            <pc:docMk/>
            <pc:sldMk cId="1400790841" sldId="2147376238"/>
            <ac:grpSpMk id="143" creationId="{918740E3-8D89-F212-3ED0-C2CFA71698DA}"/>
          </ac:grpSpMkLst>
        </pc:grpChg>
        <pc:picChg chg="add mod">
          <ac:chgData name="Malte Heithoff" userId="92960225c14ac204" providerId="LiveId" clId="{E0BBEFF3-CC19-4AC9-BDDD-82D207C7C35E}" dt="2023-10-30T12:22:40.377" v="1292" actId="1076"/>
          <ac:picMkLst>
            <pc:docMk/>
            <pc:sldMk cId="1400790841" sldId="2147376238"/>
            <ac:picMk id="95" creationId="{767AD474-70A8-55B0-2AF1-0CCC7A313871}"/>
          </ac:picMkLst>
        </pc:picChg>
        <pc:picChg chg="add mod">
          <ac:chgData name="Malte Heithoff" userId="92960225c14ac204" providerId="LiveId" clId="{E0BBEFF3-CC19-4AC9-BDDD-82D207C7C35E}" dt="2023-10-30T12:22:38.211" v="1291" actId="1076"/>
          <ac:picMkLst>
            <pc:docMk/>
            <pc:sldMk cId="1400790841" sldId="2147376238"/>
            <ac:picMk id="155" creationId="{227937C6-D8D2-36CA-B88A-9FAFF71BFCB2}"/>
          </ac:picMkLst>
        </pc:picChg>
        <pc:cxnChg chg="add del mod">
          <ac:chgData name="Malte Heithoff" userId="92960225c14ac204" providerId="LiveId" clId="{E0BBEFF3-CC19-4AC9-BDDD-82D207C7C35E}" dt="2023-10-30T12:22:19.906" v="1283"/>
          <ac:cxnSpMkLst>
            <pc:docMk/>
            <pc:sldMk cId="1400790841" sldId="2147376238"/>
            <ac:cxnSpMk id="18" creationId="{631545C6-12C8-D791-760C-2D57F8F6339E}"/>
          </ac:cxnSpMkLst>
        </pc:cxnChg>
        <pc:cxnChg chg="add del mod">
          <ac:chgData name="Malte Heithoff" userId="92960225c14ac204" providerId="LiveId" clId="{E0BBEFF3-CC19-4AC9-BDDD-82D207C7C35E}" dt="2023-10-30T12:22:19.906" v="1283"/>
          <ac:cxnSpMkLst>
            <pc:docMk/>
            <pc:sldMk cId="1400790841" sldId="2147376238"/>
            <ac:cxnSpMk id="19" creationId="{4CE64021-F8F6-76CB-561F-E4557794C02D}"/>
          </ac:cxnSpMkLst>
        </pc:cxnChg>
        <pc:cxnChg chg="add del mod">
          <ac:chgData name="Malte Heithoff" userId="92960225c14ac204" providerId="LiveId" clId="{E0BBEFF3-CC19-4AC9-BDDD-82D207C7C35E}" dt="2023-10-30T12:22:19.906" v="1283"/>
          <ac:cxnSpMkLst>
            <pc:docMk/>
            <pc:sldMk cId="1400790841" sldId="2147376238"/>
            <ac:cxnSpMk id="20" creationId="{083A106B-6C3C-2D46-3F2E-E5633115DDB6}"/>
          </ac:cxnSpMkLst>
        </pc:cxnChg>
        <pc:cxnChg chg="add del mod">
          <ac:chgData name="Malte Heithoff" userId="92960225c14ac204" providerId="LiveId" clId="{E0BBEFF3-CC19-4AC9-BDDD-82D207C7C35E}" dt="2023-10-30T12:22:19.906" v="1283"/>
          <ac:cxnSpMkLst>
            <pc:docMk/>
            <pc:sldMk cId="1400790841" sldId="2147376238"/>
            <ac:cxnSpMk id="21" creationId="{C6AD5746-00D2-3924-BAEC-E4ADCFA3A70E}"/>
          </ac:cxnSpMkLst>
        </pc:cxnChg>
        <pc:cxnChg chg="add del mod">
          <ac:chgData name="Malte Heithoff" userId="92960225c14ac204" providerId="LiveId" clId="{E0BBEFF3-CC19-4AC9-BDDD-82D207C7C35E}" dt="2023-10-30T12:22:19.906" v="1283"/>
          <ac:cxnSpMkLst>
            <pc:docMk/>
            <pc:sldMk cId="1400790841" sldId="2147376238"/>
            <ac:cxnSpMk id="22" creationId="{6B08EDA0-E3DC-1B2B-3A93-A84D7E59EB33}"/>
          </ac:cxnSpMkLst>
        </pc:cxnChg>
        <pc:cxnChg chg="add del mod">
          <ac:chgData name="Malte Heithoff" userId="92960225c14ac204" providerId="LiveId" clId="{E0BBEFF3-CC19-4AC9-BDDD-82D207C7C35E}" dt="2023-10-30T12:22:19.906" v="1283"/>
          <ac:cxnSpMkLst>
            <pc:docMk/>
            <pc:sldMk cId="1400790841" sldId="2147376238"/>
            <ac:cxnSpMk id="23" creationId="{7B352FA3-8061-1D7D-E70C-277CB5142D94}"/>
          </ac:cxnSpMkLst>
        </pc:cxnChg>
        <pc:cxnChg chg="add del mod">
          <ac:chgData name="Malte Heithoff" userId="92960225c14ac204" providerId="LiveId" clId="{E0BBEFF3-CC19-4AC9-BDDD-82D207C7C35E}" dt="2023-10-30T12:22:19.906" v="1283"/>
          <ac:cxnSpMkLst>
            <pc:docMk/>
            <pc:sldMk cId="1400790841" sldId="2147376238"/>
            <ac:cxnSpMk id="24" creationId="{C1E99BE4-FA65-3A0B-7F65-00609A688A6D}"/>
          </ac:cxnSpMkLst>
        </pc:cxnChg>
        <pc:cxnChg chg="add del mod">
          <ac:chgData name="Malte Heithoff" userId="92960225c14ac204" providerId="LiveId" clId="{E0BBEFF3-CC19-4AC9-BDDD-82D207C7C35E}" dt="2023-10-30T12:22:19.906" v="1283"/>
          <ac:cxnSpMkLst>
            <pc:docMk/>
            <pc:sldMk cId="1400790841" sldId="2147376238"/>
            <ac:cxnSpMk id="25" creationId="{29297942-3AA1-58C5-E823-08744316266D}"/>
          </ac:cxnSpMkLst>
        </pc:cxnChg>
        <pc:cxnChg chg="add del mod">
          <ac:chgData name="Malte Heithoff" userId="92960225c14ac204" providerId="LiveId" clId="{E0BBEFF3-CC19-4AC9-BDDD-82D207C7C35E}" dt="2023-10-30T12:22:19.906" v="1283"/>
          <ac:cxnSpMkLst>
            <pc:docMk/>
            <pc:sldMk cId="1400790841" sldId="2147376238"/>
            <ac:cxnSpMk id="26" creationId="{714FF265-1D28-F0A2-7B2C-DB22B1806D4E}"/>
          </ac:cxnSpMkLst>
        </pc:cxnChg>
        <pc:cxnChg chg="add del mod">
          <ac:chgData name="Malte Heithoff" userId="92960225c14ac204" providerId="LiveId" clId="{E0BBEFF3-CC19-4AC9-BDDD-82D207C7C35E}" dt="2023-10-30T12:22:19.906" v="1283"/>
          <ac:cxnSpMkLst>
            <pc:docMk/>
            <pc:sldMk cId="1400790841" sldId="2147376238"/>
            <ac:cxnSpMk id="27" creationId="{4EF23332-2F74-B858-CF8C-5E77F3E0A534}"/>
          </ac:cxnSpMkLst>
        </pc:cxnChg>
        <pc:cxnChg chg="mod">
          <ac:chgData name="Malte Heithoff" userId="92960225c14ac204" providerId="LiveId" clId="{E0BBEFF3-CC19-4AC9-BDDD-82D207C7C35E}" dt="2023-10-30T12:22:18.167" v="1282"/>
          <ac:cxnSpMkLst>
            <pc:docMk/>
            <pc:sldMk cId="1400790841" sldId="2147376238"/>
            <ac:cxnSpMk id="29" creationId="{24817E9A-85B4-F218-8F0B-A193EBB1376B}"/>
          </ac:cxnSpMkLst>
        </pc:cxnChg>
        <pc:cxnChg chg="add del mod">
          <ac:chgData name="Malte Heithoff" userId="92960225c14ac204" providerId="LiveId" clId="{E0BBEFF3-CC19-4AC9-BDDD-82D207C7C35E}" dt="2023-10-30T12:22:19.906" v="1283"/>
          <ac:cxnSpMkLst>
            <pc:docMk/>
            <pc:sldMk cId="1400790841" sldId="2147376238"/>
            <ac:cxnSpMk id="50" creationId="{745B15D0-A65F-930D-558D-96B37B0EC56C}"/>
          </ac:cxnSpMkLst>
        </pc:cxnChg>
        <pc:cxnChg chg="add del mod">
          <ac:chgData name="Malte Heithoff" userId="92960225c14ac204" providerId="LiveId" clId="{E0BBEFF3-CC19-4AC9-BDDD-82D207C7C35E}" dt="2023-10-30T12:22:19.906" v="1283"/>
          <ac:cxnSpMkLst>
            <pc:docMk/>
            <pc:sldMk cId="1400790841" sldId="2147376238"/>
            <ac:cxnSpMk id="66" creationId="{7738008E-3D12-6DBC-8158-86DD204EC645}"/>
          </ac:cxnSpMkLst>
        </pc:cxnChg>
        <pc:cxnChg chg="add del mod">
          <ac:chgData name="Malte Heithoff" userId="92960225c14ac204" providerId="LiveId" clId="{E0BBEFF3-CC19-4AC9-BDDD-82D207C7C35E}" dt="2023-10-30T12:22:19.906" v="1283"/>
          <ac:cxnSpMkLst>
            <pc:docMk/>
            <pc:sldMk cId="1400790841" sldId="2147376238"/>
            <ac:cxnSpMk id="71" creationId="{A9CFFE05-F11F-03E0-1152-DF29FFF0C2B1}"/>
          </ac:cxnSpMkLst>
        </pc:cxnChg>
        <pc:cxnChg chg="add del mod">
          <ac:chgData name="Malte Heithoff" userId="92960225c14ac204" providerId="LiveId" clId="{E0BBEFF3-CC19-4AC9-BDDD-82D207C7C35E}" dt="2023-10-30T12:22:19.906" v="1283"/>
          <ac:cxnSpMkLst>
            <pc:docMk/>
            <pc:sldMk cId="1400790841" sldId="2147376238"/>
            <ac:cxnSpMk id="79" creationId="{6C5C6F44-2EE0-C1C4-000A-176DE61E2680}"/>
          </ac:cxnSpMkLst>
        </pc:cxnChg>
        <pc:cxnChg chg="mod">
          <ac:chgData name="Malte Heithoff" userId="92960225c14ac204" providerId="LiveId" clId="{E0BBEFF3-CC19-4AC9-BDDD-82D207C7C35E}" dt="2023-10-30T12:22:31.283" v="1287"/>
          <ac:cxnSpMkLst>
            <pc:docMk/>
            <pc:sldMk cId="1400790841" sldId="2147376238"/>
            <ac:cxnSpMk id="97" creationId="{F1522190-059E-413C-F3C5-F9FEB2AB826A}"/>
          </ac:cxnSpMkLst>
        </pc:cxnChg>
        <pc:cxnChg chg="add del mod">
          <ac:chgData name="Malte Heithoff" userId="92960225c14ac204" providerId="LiveId" clId="{E0BBEFF3-CC19-4AC9-BDDD-82D207C7C35E}" dt="2023-10-30T12:22:33.118" v="1288"/>
          <ac:cxnSpMkLst>
            <pc:docMk/>
            <pc:sldMk cId="1400790841" sldId="2147376238"/>
            <ac:cxnSpMk id="131" creationId="{506EE99F-6275-4E69-EBD5-5891876CCE2D}"/>
          </ac:cxnSpMkLst>
        </pc:cxnChg>
        <pc:cxnChg chg="add del mod">
          <ac:chgData name="Malte Heithoff" userId="92960225c14ac204" providerId="LiveId" clId="{E0BBEFF3-CC19-4AC9-BDDD-82D207C7C35E}" dt="2023-10-30T12:22:33.118" v="1288"/>
          <ac:cxnSpMkLst>
            <pc:docMk/>
            <pc:sldMk cId="1400790841" sldId="2147376238"/>
            <ac:cxnSpMk id="132" creationId="{A3F4DA62-7249-28A6-D459-2B75BF20EF24}"/>
          </ac:cxnSpMkLst>
        </pc:cxnChg>
        <pc:cxnChg chg="add del mod">
          <ac:chgData name="Malte Heithoff" userId="92960225c14ac204" providerId="LiveId" clId="{E0BBEFF3-CC19-4AC9-BDDD-82D207C7C35E}" dt="2023-10-30T12:22:33.118" v="1288"/>
          <ac:cxnSpMkLst>
            <pc:docMk/>
            <pc:sldMk cId="1400790841" sldId="2147376238"/>
            <ac:cxnSpMk id="133" creationId="{858088C8-9A0A-EB26-D525-01B3514F0B14}"/>
          </ac:cxnSpMkLst>
        </pc:cxnChg>
        <pc:cxnChg chg="add del mod">
          <ac:chgData name="Malte Heithoff" userId="92960225c14ac204" providerId="LiveId" clId="{E0BBEFF3-CC19-4AC9-BDDD-82D207C7C35E}" dt="2023-10-30T12:22:33.118" v="1288"/>
          <ac:cxnSpMkLst>
            <pc:docMk/>
            <pc:sldMk cId="1400790841" sldId="2147376238"/>
            <ac:cxnSpMk id="134" creationId="{49108677-C463-FB1A-45AE-9957D8890C2B}"/>
          </ac:cxnSpMkLst>
        </pc:cxnChg>
        <pc:cxnChg chg="add del mod">
          <ac:chgData name="Malte Heithoff" userId="92960225c14ac204" providerId="LiveId" clId="{E0BBEFF3-CC19-4AC9-BDDD-82D207C7C35E}" dt="2023-10-30T12:22:33.118" v="1288"/>
          <ac:cxnSpMkLst>
            <pc:docMk/>
            <pc:sldMk cId="1400790841" sldId="2147376238"/>
            <ac:cxnSpMk id="135" creationId="{58D482F5-05E7-7D61-5F79-7E38079153E3}"/>
          </ac:cxnSpMkLst>
        </pc:cxnChg>
        <pc:cxnChg chg="add del mod">
          <ac:chgData name="Malte Heithoff" userId="92960225c14ac204" providerId="LiveId" clId="{E0BBEFF3-CC19-4AC9-BDDD-82D207C7C35E}" dt="2023-10-30T12:22:33.118" v="1288"/>
          <ac:cxnSpMkLst>
            <pc:docMk/>
            <pc:sldMk cId="1400790841" sldId="2147376238"/>
            <ac:cxnSpMk id="136" creationId="{7EAAA3E6-15AF-F324-1E67-51878994BFF0}"/>
          </ac:cxnSpMkLst>
        </pc:cxnChg>
        <pc:cxnChg chg="add del mod">
          <ac:chgData name="Malte Heithoff" userId="92960225c14ac204" providerId="LiveId" clId="{E0BBEFF3-CC19-4AC9-BDDD-82D207C7C35E}" dt="2023-10-30T12:22:33.118" v="1288"/>
          <ac:cxnSpMkLst>
            <pc:docMk/>
            <pc:sldMk cId="1400790841" sldId="2147376238"/>
            <ac:cxnSpMk id="137" creationId="{64CA3E2C-4134-D93E-FCD3-19D51A619E87}"/>
          </ac:cxnSpMkLst>
        </pc:cxnChg>
        <pc:cxnChg chg="add del mod">
          <ac:chgData name="Malte Heithoff" userId="92960225c14ac204" providerId="LiveId" clId="{E0BBEFF3-CC19-4AC9-BDDD-82D207C7C35E}" dt="2023-10-30T12:22:33.118" v="1288"/>
          <ac:cxnSpMkLst>
            <pc:docMk/>
            <pc:sldMk cId="1400790841" sldId="2147376238"/>
            <ac:cxnSpMk id="146" creationId="{90D51181-DF03-F3D3-C8DB-4B7EE680B32E}"/>
          </ac:cxnSpMkLst>
        </pc:cxnChg>
        <pc:cxnChg chg="add del mod">
          <ac:chgData name="Malte Heithoff" userId="92960225c14ac204" providerId="LiveId" clId="{E0BBEFF3-CC19-4AC9-BDDD-82D207C7C35E}" dt="2023-10-30T12:22:33.118" v="1288"/>
          <ac:cxnSpMkLst>
            <pc:docMk/>
            <pc:sldMk cId="1400790841" sldId="2147376238"/>
            <ac:cxnSpMk id="147" creationId="{E93CA188-FF28-64D5-880B-E52D790A5444}"/>
          </ac:cxnSpMkLst>
        </pc:cxnChg>
        <pc:cxnChg chg="add del mod">
          <ac:chgData name="Malte Heithoff" userId="92960225c14ac204" providerId="LiveId" clId="{E0BBEFF3-CC19-4AC9-BDDD-82D207C7C35E}" dt="2023-10-30T12:22:33.118" v="1288"/>
          <ac:cxnSpMkLst>
            <pc:docMk/>
            <pc:sldMk cId="1400790841" sldId="2147376238"/>
            <ac:cxnSpMk id="148" creationId="{D6364C80-608F-A854-5C02-374C75E0C51A}"/>
          </ac:cxnSpMkLst>
        </pc:cxnChg>
        <pc:cxnChg chg="add del mod">
          <ac:chgData name="Malte Heithoff" userId="92960225c14ac204" providerId="LiveId" clId="{E0BBEFF3-CC19-4AC9-BDDD-82D207C7C35E}" dt="2023-10-30T12:22:33.118" v="1288"/>
          <ac:cxnSpMkLst>
            <pc:docMk/>
            <pc:sldMk cId="1400790841" sldId="2147376238"/>
            <ac:cxnSpMk id="149" creationId="{580D37CF-F1F9-FE03-2003-FF3E3F091948}"/>
          </ac:cxnSpMkLst>
        </pc:cxnChg>
        <pc:cxnChg chg="add del mod">
          <ac:chgData name="Malte Heithoff" userId="92960225c14ac204" providerId="LiveId" clId="{E0BBEFF3-CC19-4AC9-BDDD-82D207C7C35E}" dt="2023-10-30T12:22:33.118" v="1288"/>
          <ac:cxnSpMkLst>
            <pc:docMk/>
            <pc:sldMk cId="1400790841" sldId="2147376238"/>
            <ac:cxnSpMk id="151" creationId="{0A213AFB-1826-3D2F-C9FE-CEA211461F80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862" cy="497333"/>
          </a:xfrm>
          <a:prstGeom prst="rect">
            <a:avLst/>
          </a:prstGeom>
        </p:spPr>
        <p:txBody>
          <a:bodyPr vert="horz" lIns="88212" tIns="44106" rIns="88212" bIns="44106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295" y="1"/>
            <a:ext cx="2945862" cy="497333"/>
          </a:xfrm>
          <a:prstGeom prst="rect">
            <a:avLst/>
          </a:prstGeom>
        </p:spPr>
        <p:txBody>
          <a:bodyPr vert="horz" wrap="square" lIns="88212" tIns="44106" rIns="88212" bIns="4410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88BCBB3B-932A-4D6C-900D-9F4B28686221}" type="datetimeFigureOut">
              <a:rPr lang="de-DE" altLang="de-DE"/>
              <a:pPr>
                <a:defRPr/>
              </a:pPr>
              <a:t>30.10.2023</a:t>
            </a:fld>
            <a:endParaRPr lang="de-DE" alt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9306"/>
            <a:ext cx="2945862" cy="497333"/>
          </a:xfrm>
          <a:prstGeom prst="rect">
            <a:avLst/>
          </a:prstGeom>
        </p:spPr>
        <p:txBody>
          <a:bodyPr vert="horz" lIns="88212" tIns="44106" rIns="88212" bIns="44106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295" y="9429306"/>
            <a:ext cx="2945862" cy="497333"/>
          </a:xfrm>
          <a:prstGeom prst="rect">
            <a:avLst/>
          </a:prstGeom>
        </p:spPr>
        <p:txBody>
          <a:bodyPr vert="horz" wrap="square" lIns="88212" tIns="44106" rIns="88212" bIns="4410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935FA329-B071-4BC1-BBB5-3B07BBB55D93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862" cy="497333"/>
          </a:xfrm>
          <a:prstGeom prst="rect">
            <a:avLst/>
          </a:prstGeom>
        </p:spPr>
        <p:txBody>
          <a:bodyPr vert="horz" lIns="88212" tIns="44106" rIns="88212" bIns="44106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295" y="1"/>
            <a:ext cx="2945862" cy="497333"/>
          </a:xfrm>
          <a:prstGeom prst="rect">
            <a:avLst/>
          </a:prstGeom>
        </p:spPr>
        <p:txBody>
          <a:bodyPr vert="horz" wrap="square" lIns="88212" tIns="44106" rIns="88212" bIns="4410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B02CD211-E599-4F87-85BA-4D602CEE05A3}" type="datetimeFigureOut">
              <a:rPr lang="de-DE" altLang="de-DE"/>
              <a:pPr>
                <a:defRPr/>
              </a:pPr>
              <a:t>30.10.2023</a:t>
            </a:fld>
            <a:endParaRPr lang="de-DE" alt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212" tIns="44106" rIns="88212" bIns="44106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65" y="4777782"/>
            <a:ext cx="5438748" cy="3907834"/>
          </a:xfrm>
          <a:prstGeom prst="rect">
            <a:avLst/>
          </a:prstGeom>
        </p:spPr>
        <p:txBody>
          <a:bodyPr vert="horz" wrap="square" lIns="88212" tIns="44106" rIns="88212" bIns="441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Textmasterformat bearbeiten</a:t>
            </a:r>
          </a:p>
          <a:p>
            <a:pPr lvl="1"/>
            <a:r>
              <a:rPr lang="de-DE" altLang="de-DE" noProof="0"/>
              <a:t>Zweite Ebene</a:t>
            </a:r>
          </a:p>
          <a:p>
            <a:pPr lvl="2"/>
            <a:r>
              <a:rPr lang="de-DE" altLang="de-DE" noProof="0"/>
              <a:t>Dritte Ebene</a:t>
            </a:r>
          </a:p>
          <a:p>
            <a:pPr lvl="3"/>
            <a:r>
              <a:rPr lang="de-DE" altLang="de-DE" noProof="0"/>
              <a:t>Vierte Ebene</a:t>
            </a:r>
          </a:p>
          <a:p>
            <a:pPr lvl="4"/>
            <a:r>
              <a:rPr lang="de-DE" alt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9306"/>
            <a:ext cx="2945862" cy="497333"/>
          </a:xfrm>
          <a:prstGeom prst="rect">
            <a:avLst/>
          </a:prstGeom>
        </p:spPr>
        <p:txBody>
          <a:bodyPr vert="horz" lIns="88212" tIns="44106" rIns="88212" bIns="44106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295" y="9429306"/>
            <a:ext cx="2945862" cy="497333"/>
          </a:xfrm>
          <a:prstGeom prst="rect">
            <a:avLst/>
          </a:prstGeom>
        </p:spPr>
        <p:txBody>
          <a:bodyPr vert="horz" wrap="square" lIns="88212" tIns="44106" rIns="88212" bIns="4410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1BC8D279-B8BC-4FA6-86F2-E41329D88EBB}" type="slidenum">
              <a:rPr lang="de-DE" altLang="de-DE"/>
              <a:pPr/>
              <a:t>‹Nr.›</a:t>
            </a:fld>
            <a:endParaRPr lang="de-DE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ＭＳ Ｐゴシック" charset="0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E4ED0-4097-48FF-9E2B-CD0FFFCB8F54}" type="slidenum">
              <a:rPr lang="de-DE" smtClean="0"/>
              <a:pPr/>
              <a:t>1</a:t>
            </a:fld>
            <a:endParaRPr lang="de-DE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0813" y="704850"/>
            <a:ext cx="6262687" cy="3524250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defTabSz="882122" eaLnBrk="1" hangingPunct="1">
              <a:defRPr/>
            </a:pPr>
            <a:r>
              <a:rPr lang="en-US" dirty="0" err="1"/>
              <a:t>Vorlage</a:t>
            </a:r>
            <a:r>
              <a:rPr lang="en-US" dirty="0"/>
              <a:t>: </a:t>
            </a:r>
            <a:r>
              <a:rPr lang="en-US" dirty="0" err="1"/>
              <a:t>Breitformat</a:t>
            </a:r>
            <a:r>
              <a:rPr lang="en-US" dirty="0"/>
              <a:t> v19, 12. </a:t>
            </a:r>
            <a:r>
              <a:rPr lang="en-US" dirty="0" err="1"/>
              <a:t>Juli</a:t>
            </a:r>
            <a:r>
              <a:rPr lang="en-US" dirty="0"/>
              <a:t> 2020</a:t>
            </a:r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58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Ports könnten versch. Namen haben bei gleichem Portobjekt (Blitz)</a:t>
            </a:r>
          </a:p>
          <a:p>
            <a:r>
              <a:rPr lang="de-DE" dirty="0"/>
              <a:t>  Qualifizierte </a:t>
            </a:r>
            <a:r>
              <a:rPr lang="de-DE" dirty="0" err="1"/>
              <a:t>Assoc</a:t>
            </a:r>
            <a:r>
              <a:rPr lang="de-DE" dirty="0"/>
              <a:t> an Function nach Inport und Outport </a:t>
            </a:r>
          </a:p>
          <a:p>
            <a:r>
              <a:rPr lang="de-DE" dirty="0"/>
              <a:t>Inport kann nun auch einen Stream haben, da wir sonst immer irgendwie den Kontext mitmodellieren müssten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24937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Ports könnten versch. Namen haben bei gleichem Portobjekt (Blitz)</a:t>
            </a:r>
          </a:p>
          <a:p>
            <a:r>
              <a:rPr lang="de-DE" dirty="0"/>
              <a:t>  Qualifizierte </a:t>
            </a:r>
            <a:r>
              <a:rPr lang="de-DE" dirty="0" err="1"/>
              <a:t>Assoc</a:t>
            </a:r>
            <a:r>
              <a:rPr lang="de-DE" dirty="0"/>
              <a:t> an Function nach Inport und Outport </a:t>
            </a:r>
          </a:p>
          <a:p>
            <a:r>
              <a:rPr lang="de-DE" dirty="0"/>
              <a:t>Inport kann nun auch einen Stream haben, da wir sonst immer irgendwie den Kontext mitmodellieren müssten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540413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Ports könnten versch. Namen haben bei gleichem Portobjekt (Blitz)</a:t>
            </a:r>
          </a:p>
          <a:p>
            <a:r>
              <a:rPr lang="de-DE" dirty="0"/>
              <a:t>  Qualifizierte </a:t>
            </a:r>
            <a:r>
              <a:rPr lang="de-DE" dirty="0" err="1"/>
              <a:t>Assoc</a:t>
            </a:r>
            <a:r>
              <a:rPr lang="de-DE" dirty="0"/>
              <a:t> an Function nach Inport und Outport </a:t>
            </a:r>
          </a:p>
          <a:p>
            <a:r>
              <a:rPr lang="de-DE" dirty="0"/>
              <a:t>Inport kann nun auch einen Stream haben, da wir sonst immer irgendwie den Kontext mitmodellieren müssten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24284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Ports könnten versch. Namen haben bei gleichem Portobjekt (Blitz)</a:t>
            </a:r>
          </a:p>
          <a:p>
            <a:r>
              <a:rPr lang="de-DE" dirty="0"/>
              <a:t>  Qualifizierte </a:t>
            </a:r>
            <a:r>
              <a:rPr lang="de-DE" dirty="0" err="1"/>
              <a:t>Assoc</a:t>
            </a:r>
            <a:r>
              <a:rPr lang="de-DE" dirty="0"/>
              <a:t> an Function nach Inport und Outport </a:t>
            </a:r>
          </a:p>
          <a:p>
            <a:r>
              <a:rPr lang="de-DE" dirty="0"/>
              <a:t>Inport kann nun auch einen Stream haben, da wir sonst immer irgendwie den Kontext mitmodellieren müssten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836977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Ports könnten versch. Namen haben bei gleichem Portobjekt (Blitz)</a:t>
            </a:r>
          </a:p>
          <a:p>
            <a:r>
              <a:rPr lang="de-DE" dirty="0"/>
              <a:t>  Qualifizierte </a:t>
            </a:r>
            <a:r>
              <a:rPr lang="de-DE" dirty="0" err="1"/>
              <a:t>Assoc</a:t>
            </a:r>
            <a:r>
              <a:rPr lang="de-DE" dirty="0"/>
              <a:t> an Function nach Inport und Outport </a:t>
            </a:r>
          </a:p>
          <a:p>
            <a:r>
              <a:rPr lang="de-DE" dirty="0"/>
              <a:t>Inport kann nun auch einen Stream haben, da wir sonst immer irgendwie den Kontext mitmodellieren müssten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61793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 und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C:\Users\look\Desktop\vorlagen\02.logo\SE-Logo_RZ\01_bildmarke_und_text\PNG\rwth_se_rgb.png">
            <a:extLst>
              <a:ext uri="{FF2B5EF4-FFF2-40B4-BE49-F238E27FC236}">
                <a16:creationId xmlns:a16="http://schemas.microsoft.com/office/drawing/2014/main" id="{251D0BC9-2793-451A-BE70-01CA07A420C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2"/>
          <a:stretch/>
        </p:blipFill>
        <p:spPr bwMode="auto">
          <a:xfrm>
            <a:off x="8748998" y="6040438"/>
            <a:ext cx="3242693" cy="8136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88F71EE3-D70A-4C02-A968-4B934D1A0EFF}"/>
              </a:ext>
            </a:extLst>
          </p:cNvPr>
          <p:cNvGrpSpPr/>
          <p:nvPr/>
        </p:nvGrpSpPr>
        <p:grpSpPr>
          <a:xfrm>
            <a:off x="107622" y="2351366"/>
            <a:ext cx="11972884" cy="50805"/>
            <a:chOff x="107622" y="6209964"/>
            <a:chExt cx="11972884" cy="50805"/>
          </a:xfrm>
        </p:grpSpPr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7C845E14-D05D-4847-8D0F-48B225F97F2B}"/>
                </a:ext>
              </a:extLst>
            </p:cNvPr>
            <p:cNvGrpSpPr/>
            <p:nvPr/>
          </p:nvGrpSpPr>
          <p:grpSpPr>
            <a:xfrm>
              <a:off x="107622" y="6209964"/>
              <a:ext cx="11533593" cy="50805"/>
              <a:chOff x="348640" y="815854"/>
              <a:chExt cx="11533593" cy="50805"/>
            </a:xfrm>
          </p:grpSpPr>
          <p:cxnSp>
            <p:nvCxnSpPr>
              <p:cNvPr id="22" name="Gerader Verbinder 21">
                <a:extLst>
                  <a:ext uri="{FF2B5EF4-FFF2-40B4-BE49-F238E27FC236}">
                    <a16:creationId xmlns:a16="http://schemas.microsoft.com/office/drawing/2014/main" id="{DEAA3F24-7ABD-43F2-AA45-BF5173CF32C5}"/>
                  </a:ext>
                </a:extLst>
              </p:cNvPr>
              <p:cNvCxnSpPr/>
              <p:nvPr/>
            </p:nvCxnSpPr>
            <p:spPr>
              <a:xfrm>
                <a:off x="348640" y="815854"/>
                <a:ext cx="11483975" cy="0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Gerader Verbinder 22">
                <a:extLst>
                  <a:ext uri="{FF2B5EF4-FFF2-40B4-BE49-F238E27FC236}">
                    <a16:creationId xmlns:a16="http://schemas.microsoft.com/office/drawing/2014/main" id="{6AFAD796-294C-4678-84E4-36609DA3DE96}"/>
                  </a:ext>
                </a:extLst>
              </p:cNvPr>
              <p:cNvCxnSpPr/>
              <p:nvPr/>
            </p:nvCxnSpPr>
            <p:spPr>
              <a:xfrm>
                <a:off x="398258" y="866659"/>
                <a:ext cx="11483975" cy="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uppieren 18">
              <a:extLst>
                <a:ext uri="{FF2B5EF4-FFF2-40B4-BE49-F238E27FC236}">
                  <a16:creationId xmlns:a16="http://schemas.microsoft.com/office/drawing/2014/main" id="{2C515608-7894-4009-BE21-62D65B382976}"/>
                </a:ext>
              </a:extLst>
            </p:cNvPr>
            <p:cNvGrpSpPr/>
            <p:nvPr/>
          </p:nvGrpSpPr>
          <p:grpSpPr>
            <a:xfrm>
              <a:off x="11552113" y="6209964"/>
              <a:ext cx="528393" cy="50805"/>
              <a:chOff x="422890" y="1711364"/>
              <a:chExt cx="528393" cy="50805"/>
            </a:xfrm>
          </p:grpSpPr>
          <p:cxnSp>
            <p:nvCxnSpPr>
              <p:cNvPr id="20" name="Gerader Verbinder 19">
                <a:extLst>
                  <a:ext uri="{FF2B5EF4-FFF2-40B4-BE49-F238E27FC236}">
                    <a16:creationId xmlns:a16="http://schemas.microsoft.com/office/drawing/2014/main" id="{0334CBD9-C046-4B8D-8306-1B31D1E6CD28}"/>
                  </a:ext>
                </a:extLst>
              </p:cNvPr>
              <p:cNvCxnSpPr/>
              <p:nvPr/>
            </p:nvCxnSpPr>
            <p:spPr>
              <a:xfrm>
                <a:off x="422890" y="1711364"/>
                <a:ext cx="478775" cy="0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Gerader Verbinder 20">
                <a:extLst>
                  <a:ext uri="{FF2B5EF4-FFF2-40B4-BE49-F238E27FC236}">
                    <a16:creationId xmlns:a16="http://schemas.microsoft.com/office/drawing/2014/main" id="{10AEC939-0940-4439-A734-7AAF6763DFF8}"/>
                  </a:ext>
                </a:extLst>
              </p:cNvPr>
              <p:cNvCxnSpPr/>
              <p:nvPr/>
            </p:nvCxnSpPr>
            <p:spPr>
              <a:xfrm>
                <a:off x="472508" y="1762169"/>
                <a:ext cx="478775" cy="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942CAEF3-4F48-4FEC-9E09-79D3F41BC518}"/>
              </a:ext>
            </a:extLst>
          </p:cNvPr>
          <p:cNvGrpSpPr/>
          <p:nvPr/>
        </p:nvGrpSpPr>
        <p:grpSpPr>
          <a:xfrm>
            <a:off x="643376" y="2351364"/>
            <a:ext cx="50806" cy="4388819"/>
            <a:chOff x="643376" y="2351365"/>
            <a:chExt cx="50806" cy="3909404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15E654C8-5ED2-482F-82FE-D8B7AB672D1B}"/>
                </a:ext>
              </a:extLst>
            </p:cNvPr>
            <p:cNvCxnSpPr/>
            <p:nvPr/>
          </p:nvCxnSpPr>
          <p:spPr>
            <a:xfrm flipH="1">
              <a:off x="643376" y="2351365"/>
              <a:ext cx="1" cy="38586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85CBF0CD-26F9-4ACF-A893-9837FC6A792A}"/>
                </a:ext>
              </a:extLst>
            </p:cNvPr>
            <p:cNvCxnSpPr/>
            <p:nvPr/>
          </p:nvCxnSpPr>
          <p:spPr>
            <a:xfrm flipH="1">
              <a:off x="694181" y="2400983"/>
              <a:ext cx="1" cy="3859786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3B422C15-1DE6-4DF9-8E96-5CA1632191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2434" y="2584876"/>
            <a:ext cx="10886925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/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983979DD-F31A-4483-BB1A-22D5710FA3C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434" y="3078076"/>
            <a:ext cx="10886925" cy="926892"/>
          </a:xfrm>
          <a:prstGeom prst="rect">
            <a:avLst/>
          </a:prstGeom>
        </p:spPr>
        <p:txBody>
          <a:bodyPr lIns="0" tIns="0" rIns="0" bIns="0"/>
          <a:lstStyle>
            <a:lvl1pPr marL="0" indent="0" algn="l" eaLnBrk="1" hangingPunct="1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eaLnBrk="1" hangingPunct="1"/>
            <a:r>
              <a:rPr lang="en-US" noProof="0" err="1"/>
              <a:t>Untertitelmasters</a:t>
            </a:r>
            <a:r>
              <a:rPr lang="en-US" noProof="0"/>
              <a:t> </a:t>
            </a:r>
            <a:r>
              <a:rPr lang="en-US" noProof="0" err="1"/>
              <a:t>durch</a:t>
            </a:r>
            <a:r>
              <a:rPr lang="en-US" noProof="0"/>
              <a:t> </a:t>
            </a:r>
            <a:r>
              <a:rPr lang="en-US" noProof="0" err="1"/>
              <a:t>Klicken</a:t>
            </a:r>
            <a:r>
              <a:rPr lang="en-US" noProof="0"/>
              <a:t> </a:t>
            </a:r>
            <a:r>
              <a:rPr lang="en-US" noProof="0" err="1"/>
              <a:t>bearbeiten</a:t>
            </a:r>
            <a:endParaRPr lang="en-US" noProof="0"/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7EE02E37-16C7-4AED-B03D-D2D32DD5AE21}"/>
              </a:ext>
            </a:extLst>
          </p:cNvPr>
          <p:cNvGrpSpPr/>
          <p:nvPr userDrawn="1"/>
        </p:nvGrpSpPr>
        <p:grpSpPr>
          <a:xfrm>
            <a:off x="107622" y="2351366"/>
            <a:ext cx="11972884" cy="50805"/>
            <a:chOff x="107622" y="6209964"/>
            <a:chExt cx="11972884" cy="50805"/>
          </a:xfrm>
        </p:grpSpPr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757562EE-1B2D-44E7-A590-9E9EDBC85B94}"/>
                </a:ext>
              </a:extLst>
            </p:cNvPr>
            <p:cNvGrpSpPr/>
            <p:nvPr userDrawn="1"/>
          </p:nvGrpSpPr>
          <p:grpSpPr>
            <a:xfrm>
              <a:off x="107622" y="6209964"/>
              <a:ext cx="11533593" cy="50805"/>
              <a:chOff x="348640" y="815854"/>
              <a:chExt cx="11533593" cy="50805"/>
            </a:xfrm>
          </p:grpSpPr>
          <p:cxnSp>
            <p:nvCxnSpPr>
              <p:cNvPr id="31" name="Gerader Verbinder 30">
                <a:extLst>
                  <a:ext uri="{FF2B5EF4-FFF2-40B4-BE49-F238E27FC236}">
                    <a16:creationId xmlns:a16="http://schemas.microsoft.com/office/drawing/2014/main" id="{5705C926-C661-4870-90F5-B8FE6824FA3E}"/>
                  </a:ext>
                </a:extLst>
              </p:cNvPr>
              <p:cNvCxnSpPr/>
              <p:nvPr userDrawn="1"/>
            </p:nvCxnSpPr>
            <p:spPr>
              <a:xfrm>
                <a:off x="348640" y="815854"/>
                <a:ext cx="11483975" cy="0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Gerader Verbinder 31">
                <a:extLst>
                  <a:ext uri="{FF2B5EF4-FFF2-40B4-BE49-F238E27FC236}">
                    <a16:creationId xmlns:a16="http://schemas.microsoft.com/office/drawing/2014/main" id="{61340FDD-0028-43F6-9B43-780A9256EA84}"/>
                  </a:ext>
                </a:extLst>
              </p:cNvPr>
              <p:cNvCxnSpPr/>
              <p:nvPr userDrawn="1"/>
            </p:nvCxnSpPr>
            <p:spPr>
              <a:xfrm>
                <a:off x="398258" y="866659"/>
                <a:ext cx="11483975" cy="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67471FCE-9EBC-4563-B643-791B6D9CF2C5}"/>
                </a:ext>
              </a:extLst>
            </p:cNvPr>
            <p:cNvGrpSpPr/>
            <p:nvPr userDrawn="1"/>
          </p:nvGrpSpPr>
          <p:grpSpPr>
            <a:xfrm>
              <a:off x="11552113" y="6209964"/>
              <a:ext cx="528393" cy="50805"/>
              <a:chOff x="422890" y="1711364"/>
              <a:chExt cx="528393" cy="50805"/>
            </a:xfrm>
          </p:grpSpPr>
          <p:cxnSp>
            <p:nvCxnSpPr>
              <p:cNvPr id="29" name="Gerader Verbinder 28">
                <a:extLst>
                  <a:ext uri="{FF2B5EF4-FFF2-40B4-BE49-F238E27FC236}">
                    <a16:creationId xmlns:a16="http://schemas.microsoft.com/office/drawing/2014/main" id="{DEBBEDD9-913B-43A7-92D2-70200277794A}"/>
                  </a:ext>
                </a:extLst>
              </p:cNvPr>
              <p:cNvCxnSpPr/>
              <p:nvPr userDrawn="1"/>
            </p:nvCxnSpPr>
            <p:spPr>
              <a:xfrm>
                <a:off x="422890" y="1711364"/>
                <a:ext cx="478775" cy="0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Gerader Verbinder 29">
                <a:extLst>
                  <a:ext uri="{FF2B5EF4-FFF2-40B4-BE49-F238E27FC236}">
                    <a16:creationId xmlns:a16="http://schemas.microsoft.com/office/drawing/2014/main" id="{F7EBB47A-B507-4D7F-9E88-09CE2A7386CD}"/>
                  </a:ext>
                </a:extLst>
              </p:cNvPr>
              <p:cNvCxnSpPr/>
              <p:nvPr userDrawn="1"/>
            </p:nvCxnSpPr>
            <p:spPr>
              <a:xfrm>
                <a:off x="472508" y="1762169"/>
                <a:ext cx="478775" cy="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B17A0267-74CA-449E-AFFC-93B6796DAFC7}"/>
              </a:ext>
            </a:extLst>
          </p:cNvPr>
          <p:cNvGrpSpPr/>
          <p:nvPr userDrawn="1"/>
        </p:nvGrpSpPr>
        <p:grpSpPr>
          <a:xfrm>
            <a:off x="643376" y="2351364"/>
            <a:ext cx="50806" cy="4388819"/>
            <a:chOff x="643376" y="2351365"/>
            <a:chExt cx="50806" cy="3909404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298FA662-EA6F-40FE-BBAD-CBDF6AB6DBCB}"/>
                </a:ext>
              </a:extLst>
            </p:cNvPr>
            <p:cNvCxnSpPr/>
            <p:nvPr userDrawn="1"/>
          </p:nvCxnSpPr>
          <p:spPr>
            <a:xfrm flipH="1">
              <a:off x="643376" y="2351365"/>
              <a:ext cx="1" cy="38586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5A789B2B-F6CE-4245-989C-4A30EA0B1352}"/>
                </a:ext>
              </a:extLst>
            </p:cNvPr>
            <p:cNvCxnSpPr/>
            <p:nvPr userDrawn="1"/>
          </p:nvCxnSpPr>
          <p:spPr>
            <a:xfrm flipH="1">
              <a:off x="694181" y="2400983"/>
              <a:ext cx="1" cy="3859786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6" name="Grafik 35">
            <a:extLst>
              <a:ext uri="{FF2B5EF4-FFF2-40B4-BE49-F238E27FC236}">
                <a16:creationId xmlns:a16="http://schemas.microsoft.com/office/drawing/2014/main" id="{E5F32772-7E67-4104-809E-A67B38C64C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299"/>
            <a:ext cx="12199620" cy="230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886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3F02B50-D467-41F6-8F0B-DF2AA821368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84000" y="1236273"/>
            <a:ext cx="11483975" cy="4385455"/>
          </a:xfrm>
          <a:prstGeom prst="rect">
            <a:avLst/>
          </a:prstGeom>
        </p:spPr>
        <p:txBody>
          <a:bodyPr wrap="square" lIns="0" tIns="0" rIns="0" bIns="0"/>
          <a:lstStyle>
            <a:lvl1pPr marL="216000" indent="-216000">
              <a:buFont typeface="Arial" panose="020B0604020202020204" pitchFamily="34" charset="0"/>
              <a:buChar char="•"/>
              <a:defRPr/>
            </a:lvl1pPr>
            <a:lvl2pPr marL="432000" indent="-216000">
              <a:buFont typeface="Symbol" panose="05050102010706020507" pitchFamily="18" charset="2"/>
              <a:buChar char="-"/>
              <a:defRPr/>
            </a:lvl2pPr>
            <a:lvl3pPr marL="648000" marR="0" indent="-21600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/>
            </a:lvl3pPr>
            <a:lvl4pPr marL="864000" indent="-216000">
              <a:buFont typeface="Symbol" panose="05050102010706020507" pitchFamily="18" charset="2"/>
              <a:buChar char="-"/>
              <a:defRPr/>
            </a:lvl4pPr>
            <a:lvl5pPr marL="647700" indent="0">
              <a:buNone/>
              <a:defRPr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0"/>
            <a:endParaRPr lang="de-D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11432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794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 und 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AD89513B-8A7E-430E-8F63-7469EC1FB664}"/>
              </a:ext>
            </a:extLst>
          </p:cNvPr>
          <p:cNvGrpSpPr/>
          <p:nvPr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D6F83956-15CC-418E-B737-9061141E4CD3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66B5100-86F8-4E8C-9DE1-10AD5FB9BE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52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pic>
        <p:nvPicPr>
          <p:cNvPr id="9" name="Picture 2" descr="C:\Users\look\Desktop\vorlagen\02.logo\SE-Logo_RZ\01_bildmarke_und_text\PNG\rwth_se_rgb.png">
            <a:extLst>
              <a:ext uri="{FF2B5EF4-FFF2-40B4-BE49-F238E27FC236}">
                <a16:creationId xmlns:a16="http://schemas.microsoft.com/office/drawing/2014/main" id="{251D0BC9-2793-451A-BE70-01CA07A420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2"/>
          <a:stretch/>
        </p:blipFill>
        <p:spPr bwMode="auto">
          <a:xfrm>
            <a:off x="8748998" y="6040438"/>
            <a:ext cx="3242693" cy="8136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5703F518-B554-4AC1-A90D-7EDD58F262C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4000" y="2980800"/>
            <a:ext cx="11484000" cy="926892"/>
          </a:xfrm>
          <a:prstGeom prst="rect">
            <a:avLst/>
          </a:prstGeom>
        </p:spPr>
        <p:txBody>
          <a:bodyPr lIns="0" tIns="0" rIns="0" bIns="0"/>
          <a:lstStyle>
            <a:lvl1pPr marL="0" indent="0" algn="l" eaLnBrk="1" hangingPunct="1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eaLnBrk="1" hangingPunct="1"/>
            <a:r>
              <a:rPr lang="de-DE"/>
              <a:t>Untertitelmasters durch Klicken bearbeiten</a:t>
            </a:r>
            <a:endParaRPr lang="en-US"/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7D9FA7CF-D871-4A92-B637-6BD1D2660BDF}"/>
              </a:ext>
            </a:extLst>
          </p:cNvPr>
          <p:cNvGrpSpPr/>
          <p:nvPr userDrawn="1"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2A6B56BE-B7D9-4ABB-9FC4-4C2C40CB6703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B385CDCE-8F09-4AAB-B014-0073E7D0486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feld 12"/>
          <p:cNvSpPr txBox="1"/>
          <p:nvPr userDrawn="1"/>
        </p:nvSpPr>
        <p:spPr>
          <a:xfrm>
            <a:off x="779929" y="2399316"/>
            <a:ext cx="1119564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>
                <a:solidFill>
                  <a:schemeClr val="accent6"/>
                </a:solidFill>
              </a:rPr>
              <a:t>WRONG</a:t>
            </a:r>
            <a:r>
              <a:rPr lang="en-US" sz="9600" baseline="0">
                <a:solidFill>
                  <a:schemeClr val="accent6"/>
                </a:solidFill>
              </a:rPr>
              <a:t> </a:t>
            </a:r>
            <a:r>
              <a:rPr lang="en-US" sz="9600">
                <a:solidFill>
                  <a:schemeClr val="accent6"/>
                </a:solidFill>
              </a:rPr>
              <a:t>FORMAT</a:t>
            </a:r>
          </a:p>
          <a:p>
            <a:r>
              <a:rPr lang="en-US" sz="9600">
                <a:solidFill>
                  <a:schemeClr val="accent6"/>
                </a:solidFill>
              </a:rPr>
              <a:t>DO NOT USE </a:t>
            </a:r>
            <a:r>
              <a:rPr lang="en-US" sz="1800" err="1">
                <a:solidFill>
                  <a:schemeClr val="accent6"/>
                </a:solidFill>
              </a:rPr>
              <a:t>use</a:t>
            </a:r>
            <a:r>
              <a:rPr lang="en-US" sz="1800">
                <a:solidFill>
                  <a:schemeClr val="accent6"/>
                </a:solidFill>
              </a:rPr>
              <a:t> head instead</a:t>
            </a:r>
            <a:br>
              <a:rPr lang="en-US" sz="1800">
                <a:solidFill>
                  <a:schemeClr val="accent6"/>
                </a:solidFill>
              </a:rPr>
            </a:br>
            <a:r>
              <a:rPr lang="en-US" sz="1800">
                <a:solidFill>
                  <a:schemeClr val="accent6"/>
                </a:solidFill>
              </a:rPr>
              <a:t>(DO NOT REMOVE LAYOUT DUE TO REASONS OF BACKWARD COMPATIBILITY)</a:t>
            </a:r>
          </a:p>
        </p:txBody>
      </p:sp>
    </p:spTree>
    <p:extLst>
      <p:ext uri="{BB962C8B-B14F-4D97-AF65-F5344CB8AC3E}">
        <p14:creationId xmlns:p14="http://schemas.microsoft.com/office/powerpoint/2010/main" val="1335253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1A05299-2FF2-4A4F-A821-7C9F8454768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84000" y="1235175"/>
            <a:ext cx="5652000" cy="4385941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  <a:lvl2pPr>
              <a:defRPr/>
            </a:lvl2pPr>
            <a:lvl3pPr marL="648000" indent="-216000">
              <a:buFont typeface="Wingdings" panose="05000000000000000000" pitchFamily="2" charset="2"/>
              <a:buChar char="§"/>
              <a:defRPr/>
            </a:lvl3pPr>
            <a:lvl4pPr marL="864000" marR="0" indent="-21600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tabLst>
                <a:tab pos="863600" algn="l"/>
              </a:tabLst>
              <a:defRPr spc="0" baseline="0"/>
            </a:lvl4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31E01F76-AA87-4FC5-AF89-220C0D5275B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16000" y="1236273"/>
            <a:ext cx="5652000" cy="4385455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3" name="Textfeld 2"/>
          <p:cNvSpPr txBox="1"/>
          <p:nvPr userDrawn="1"/>
        </p:nvSpPr>
        <p:spPr>
          <a:xfrm>
            <a:off x="779929" y="2430576"/>
            <a:ext cx="1119564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>
                <a:solidFill>
                  <a:schemeClr val="accent6"/>
                </a:solidFill>
              </a:rPr>
              <a:t>WRONG</a:t>
            </a:r>
            <a:r>
              <a:rPr lang="en-US" sz="9600" baseline="0">
                <a:solidFill>
                  <a:schemeClr val="accent6"/>
                </a:solidFill>
              </a:rPr>
              <a:t> </a:t>
            </a:r>
            <a:r>
              <a:rPr lang="en-US" sz="9600">
                <a:solidFill>
                  <a:schemeClr val="accent6"/>
                </a:solidFill>
              </a:rPr>
              <a:t>FORMAT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600">
                <a:solidFill>
                  <a:schemeClr val="accent6"/>
                </a:solidFill>
              </a:rPr>
              <a:t>DO NOT USE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CC071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use the flipped one instead (and manually copy the content(!) of the flipped pages)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800">
                <a:solidFill>
                  <a:schemeClr val="accent6"/>
                </a:solidFill>
              </a:rPr>
              <a:t>(DO NOT REMOVE LAYOUT DUE TO REASONS OF BACKWARD COMPATIBILITY)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C071E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2100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1A05299-2FF2-4A4F-A821-7C9F8454768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16000" y="1234689"/>
            <a:ext cx="5652000" cy="4385941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  <a:lvl2pPr>
              <a:defRPr/>
            </a:lvl2pPr>
            <a:lvl3pPr marL="648000" indent="-216000">
              <a:buFont typeface="Wingdings" panose="05000000000000000000" pitchFamily="2" charset="2"/>
              <a:buChar char="§"/>
              <a:defRPr/>
            </a:lvl3pPr>
            <a:lvl4pPr marL="864000" marR="0" indent="-21600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tabLst>
                <a:tab pos="863600" algn="l"/>
              </a:tabLst>
              <a:defRPr spc="0" baseline="0"/>
            </a:lvl4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31E01F76-AA87-4FC5-AF89-220C0D5275B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84000" y="1235175"/>
            <a:ext cx="5652000" cy="4385455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1257279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mittig, Linie_u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pic>
        <p:nvPicPr>
          <p:cNvPr id="6" name="Picture 2" descr="C:\Users\look\Desktop\vorlagen\02.logo\SE-Logo_RZ\01_bildmarke_und_text\PNG\rwth_se_rgb.png">
            <a:extLst>
              <a:ext uri="{FF2B5EF4-FFF2-40B4-BE49-F238E27FC236}">
                <a16:creationId xmlns:a16="http://schemas.microsoft.com/office/drawing/2014/main" id="{251D0BC9-2793-451A-BE70-01CA07A420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2"/>
          <a:stretch/>
        </p:blipFill>
        <p:spPr bwMode="auto">
          <a:xfrm>
            <a:off x="8748998" y="6040438"/>
            <a:ext cx="3242693" cy="8136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BE9EC9F2-3C9F-4A4B-9463-32200C1888C5}"/>
              </a:ext>
            </a:extLst>
          </p:cNvPr>
          <p:cNvGrpSpPr/>
          <p:nvPr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5BE7F8F3-90E3-4324-B96F-F4C733799980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FB93F6E7-9B79-444E-9797-C017CBCD9F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7966A802-7238-4572-8B31-F10BAD15BE6A}"/>
              </a:ext>
            </a:extLst>
          </p:cNvPr>
          <p:cNvGrpSpPr/>
          <p:nvPr userDrawn="1"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9" name="Gerader Verbinder 8">
              <a:extLst>
                <a:ext uri="{FF2B5EF4-FFF2-40B4-BE49-F238E27FC236}">
                  <a16:creationId xmlns:a16="http://schemas.microsoft.com/office/drawing/2014/main" id="{01C63A65-01F5-4E3D-9EE7-E225D07B1954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97CBACAB-4E61-4BA4-A7E8-012536F511A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feld 14"/>
          <p:cNvSpPr txBox="1"/>
          <p:nvPr userDrawn="1"/>
        </p:nvSpPr>
        <p:spPr>
          <a:xfrm>
            <a:off x="779929" y="2399316"/>
            <a:ext cx="1119564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>
                <a:solidFill>
                  <a:schemeClr val="accent6"/>
                </a:solidFill>
              </a:rPr>
              <a:t>WRONG</a:t>
            </a:r>
            <a:r>
              <a:rPr lang="en-US" sz="9600" baseline="0">
                <a:solidFill>
                  <a:schemeClr val="accent6"/>
                </a:solidFill>
              </a:rPr>
              <a:t> </a:t>
            </a:r>
            <a:r>
              <a:rPr lang="en-US" sz="9600">
                <a:solidFill>
                  <a:schemeClr val="accent6"/>
                </a:solidFill>
              </a:rPr>
              <a:t>FORMAT</a:t>
            </a:r>
          </a:p>
          <a:p>
            <a:r>
              <a:rPr lang="en-US" sz="9600">
                <a:solidFill>
                  <a:schemeClr val="accent6"/>
                </a:solidFill>
              </a:rPr>
              <a:t>DO NOT USE </a:t>
            </a:r>
            <a:r>
              <a:rPr lang="en-US" sz="1800" err="1">
                <a:solidFill>
                  <a:schemeClr val="accent6"/>
                </a:solidFill>
              </a:rPr>
              <a:t>use</a:t>
            </a:r>
            <a:r>
              <a:rPr lang="en-US" sz="1800">
                <a:solidFill>
                  <a:schemeClr val="accent6"/>
                </a:solidFill>
              </a:rPr>
              <a:t> head instead</a:t>
            </a:r>
            <a:br>
              <a:rPr lang="en-US" sz="1800">
                <a:solidFill>
                  <a:schemeClr val="accent6"/>
                </a:solidFill>
              </a:rPr>
            </a:br>
            <a:r>
              <a:rPr lang="en-US" sz="1800">
                <a:solidFill>
                  <a:schemeClr val="accent6"/>
                </a:solidFill>
              </a:rPr>
              <a:t>(DO NOT REMOVE LAYOUT DUE TO REASONS OF BACKWARD COMPATIBILITY)</a:t>
            </a:r>
          </a:p>
        </p:txBody>
      </p:sp>
    </p:spTree>
    <p:extLst>
      <p:ext uri="{BB962C8B-B14F-4D97-AF65-F5344CB8AC3E}">
        <p14:creationId xmlns:p14="http://schemas.microsoft.com/office/powerpoint/2010/main" val="1273369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mittig, Linie_mit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384000" y="3196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pic>
        <p:nvPicPr>
          <p:cNvPr id="6" name="Picture 2" descr="C:\Users\look\Desktop\vorlagen\02.logo\SE-Logo_RZ\01_bildmarke_und_text\PNG\rwth_se_rgb.png">
            <a:extLst>
              <a:ext uri="{FF2B5EF4-FFF2-40B4-BE49-F238E27FC236}">
                <a16:creationId xmlns:a16="http://schemas.microsoft.com/office/drawing/2014/main" id="{251D0BC9-2793-451A-BE70-01CA07A420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2"/>
          <a:stretch/>
        </p:blipFill>
        <p:spPr bwMode="auto">
          <a:xfrm>
            <a:off x="8748998" y="6040438"/>
            <a:ext cx="3242693" cy="8136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uppieren 14"/>
          <p:cNvGrpSpPr/>
          <p:nvPr/>
        </p:nvGrpSpPr>
        <p:grpSpPr>
          <a:xfrm>
            <a:off x="392113" y="3036888"/>
            <a:ext cx="11558225" cy="50805"/>
            <a:chOff x="360363" y="6040438"/>
            <a:chExt cx="11558225" cy="50805"/>
          </a:xfrm>
        </p:grpSpPr>
        <p:cxnSp>
          <p:nvCxnSpPr>
            <p:cNvPr id="16" name="Gerader Verbinder 15"/>
            <p:cNvCxnSpPr/>
            <p:nvPr/>
          </p:nvCxnSpPr>
          <p:spPr>
            <a:xfrm>
              <a:off x="360363" y="6040438"/>
              <a:ext cx="11483975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r Verbinder 16"/>
            <p:cNvCxnSpPr/>
            <p:nvPr/>
          </p:nvCxnSpPr>
          <p:spPr>
            <a:xfrm>
              <a:off x="434613" y="6091243"/>
              <a:ext cx="11483975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20B61E83-F62A-4E6F-9728-ABDE5413BA68}"/>
              </a:ext>
            </a:extLst>
          </p:cNvPr>
          <p:cNvGrpSpPr/>
          <p:nvPr/>
        </p:nvGrpSpPr>
        <p:grpSpPr>
          <a:xfrm>
            <a:off x="392113" y="3036888"/>
            <a:ext cx="11558225" cy="50805"/>
            <a:chOff x="360363" y="6040438"/>
            <a:chExt cx="11558225" cy="50805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D3ED25C8-3644-4C59-B80C-B3EC3EBB6C18}"/>
                </a:ext>
              </a:extLst>
            </p:cNvPr>
            <p:cNvCxnSpPr/>
            <p:nvPr/>
          </p:nvCxnSpPr>
          <p:spPr>
            <a:xfrm>
              <a:off x="360363" y="6040438"/>
              <a:ext cx="11483975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394E318B-6CC6-4660-9EC9-B8FEB8D24174}"/>
                </a:ext>
              </a:extLst>
            </p:cNvPr>
            <p:cNvCxnSpPr/>
            <p:nvPr/>
          </p:nvCxnSpPr>
          <p:spPr>
            <a:xfrm>
              <a:off x="434613" y="6091243"/>
              <a:ext cx="11483975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F7E0399E-000C-4919-9189-D72AC9F21B27}"/>
              </a:ext>
            </a:extLst>
          </p:cNvPr>
          <p:cNvGrpSpPr/>
          <p:nvPr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D39B952C-73F9-4639-9C6B-D79F321E7652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BD1F7EFE-C1E5-46CC-AC0C-2ACADE80B3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3BEA13B8-67E5-4E0C-87FF-5C3A86F3E1BB}"/>
              </a:ext>
            </a:extLst>
          </p:cNvPr>
          <p:cNvGrpSpPr/>
          <p:nvPr userDrawn="1"/>
        </p:nvGrpSpPr>
        <p:grpSpPr>
          <a:xfrm>
            <a:off x="392113" y="3036888"/>
            <a:ext cx="11558225" cy="50805"/>
            <a:chOff x="360363" y="6040438"/>
            <a:chExt cx="11558225" cy="50805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2D7C05B6-2FEC-4BCF-B0D2-C4E0FBD988C4}"/>
                </a:ext>
              </a:extLst>
            </p:cNvPr>
            <p:cNvCxnSpPr/>
            <p:nvPr/>
          </p:nvCxnSpPr>
          <p:spPr>
            <a:xfrm>
              <a:off x="360363" y="6040438"/>
              <a:ext cx="11483975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1DD01610-9DF8-4DC4-93DF-34D4ADF39035}"/>
                </a:ext>
              </a:extLst>
            </p:cNvPr>
            <p:cNvCxnSpPr/>
            <p:nvPr userDrawn="1"/>
          </p:nvCxnSpPr>
          <p:spPr>
            <a:xfrm>
              <a:off x="434613" y="6091243"/>
              <a:ext cx="11483975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EE00B62C-5012-43AC-B2B8-7ABCCC897041}"/>
              </a:ext>
            </a:extLst>
          </p:cNvPr>
          <p:cNvGrpSpPr/>
          <p:nvPr userDrawn="1"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98204F29-F5C4-4D02-857A-E600F35F2E4F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5F4B9776-75B3-46D2-8C19-AE6D80A6416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feld 28"/>
          <p:cNvSpPr txBox="1"/>
          <p:nvPr userDrawn="1"/>
        </p:nvSpPr>
        <p:spPr>
          <a:xfrm>
            <a:off x="779929" y="2399316"/>
            <a:ext cx="1119564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>
                <a:solidFill>
                  <a:schemeClr val="accent6"/>
                </a:solidFill>
              </a:rPr>
              <a:t>WRONG</a:t>
            </a:r>
            <a:r>
              <a:rPr lang="en-US" sz="9600" baseline="0">
                <a:solidFill>
                  <a:schemeClr val="accent6"/>
                </a:solidFill>
              </a:rPr>
              <a:t> </a:t>
            </a:r>
            <a:r>
              <a:rPr lang="en-US" sz="9600">
                <a:solidFill>
                  <a:schemeClr val="accent6"/>
                </a:solidFill>
              </a:rPr>
              <a:t>FORMAT</a:t>
            </a:r>
          </a:p>
          <a:p>
            <a:r>
              <a:rPr lang="en-US" sz="9600">
                <a:solidFill>
                  <a:schemeClr val="accent6"/>
                </a:solidFill>
              </a:rPr>
              <a:t>DO NOT USE </a:t>
            </a:r>
            <a:r>
              <a:rPr lang="en-US" sz="1800" err="1">
                <a:solidFill>
                  <a:schemeClr val="accent6"/>
                </a:solidFill>
              </a:rPr>
              <a:t>use</a:t>
            </a:r>
            <a:r>
              <a:rPr lang="en-US" sz="1800">
                <a:solidFill>
                  <a:schemeClr val="accent6"/>
                </a:solidFill>
              </a:rPr>
              <a:t> head instead</a:t>
            </a:r>
            <a:br>
              <a:rPr lang="en-US" sz="1800">
                <a:solidFill>
                  <a:schemeClr val="accent6"/>
                </a:solidFill>
              </a:rPr>
            </a:br>
            <a:r>
              <a:rPr lang="en-US" sz="1800">
                <a:solidFill>
                  <a:schemeClr val="accent6"/>
                </a:solidFill>
              </a:rPr>
              <a:t>(DO NOT REMOVE LAYOUT DUE TO REASONS OF BACKWARD COMPATIBILITY)</a:t>
            </a:r>
          </a:p>
        </p:txBody>
      </p:sp>
    </p:spTree>
    <p:extLst>
      <p:ext uri="{BB962C8B-B14F-4D97-AF65-F5344CB8AC3E}">
        <p14:creationId xmlns:p14="http://schemas.microsoft.com/office/powerpoint/2010/main" val="605203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382588" y="2487613"/>
            <a:ext cx="11483975" cy="10795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defRPr/>
            </a:pPr>
            <a:r>
              <a:rPr lang="de-DE" altLang="de-DE" sz="3200" b="1">
                <a:solidFill>
                  <a:schemeClr val="tx2"/>
                </a:solidFill>
              </a:rPr>
              <a:t>Vielen Dank</a:t>
            </a:r>
            <a:br>
              <a:rPr lang="de-DE" altLang="de-DE" sz="3200" b="1">
                <a:solidFill>
                  <a:schemeClr val="tx2"/>
                </a:solidFill>
              </a:rPr>
            </a:br>
            <a:r>
              <a:rPr lang="de-DE" altLang="de-DE" sz="3200" b="1">
                <a:solidFill>
                  <a:schemeClr val="tx2"/>
                </a:solidFill>
              </a:rPr>
              <a:t>für Ihre Aufmerksamkeit</a:t>
            </a:r>
            <a:endParaRPr lang="en-US" altLang="de-DE" sz="3200" b="1">
              <a:solidFill>
                <a:schemeClr val="tx2"/>
              </a:solidFill>
            </a:endParaRPr>
          </a:p>
        </p:txBody>
      </p:sp>
      <p:sp>
        <p:nvSpPr>
          <p:cNvPr id="9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0" y="3988800"/>
            <a:ext cx="11484000" cy="165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6" name="Picture 2" descr="C:\Users\look\Desktop\vorlagen\02.logo\SE-Logo_RZ\01_bildmarke_und_text\PNG\rwth_se_rgb.png">
            <a:extLst>
              <a:ext uri="{FF2B5EF4-FFF2-40B4-BE49-F238E27FC236}">
                <a16:creationId xmlns:a16="http://schemas.microsoft.com/office/drawing/2014/main" id="{251D0BC9-2793-451A-BE70-01CA07A420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2"/>
          <a:stretch/>
        </p:blipFill>
        <p:spPr bwMode="auto">
          <a:xfrm>
            <a:off x="8748998" y="6040438"/>
            <a:ext cx="3242693" cy="8136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AD42372E-A88B-49BE-BF8B-A349B6BE88BB}"/>
              </a:ext>
            </a:extLst>
          </p:cNvPr>
          <p:cNvGrpSpPr/>
          <p:nvPr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5E73DD95-497D-41DA-AE15-231D472ACF12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833C7AEA-7E75-4F96-A29D-6E01AE30A7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754A51D3-6BB0-4789-89BC-481D89445CBE}"/>
              </a:ext>
            </a:extLst>
          </p:cNvPr>
          <p:cNvGrpSpPr/>
          <p:nvPr userDrawn="1"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6F4FEE0A-400B-495A-BBAD-43B3BB9910CB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9BA932F8-ADAD-449E-8505-B146C5E26062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feld 14"/>
          <p:cNvSpPr txBox="1"/>
          <p:nvPr userDrawn="1"/>
        </p:nvSpPr>
        <p:spPr>
          <a:xfrm>
            <a:off x="779929" y="2399316"/>
            <a:ext cx="1119564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>
                <a:solidFill>
                  <a:schemeClr val="accent6"/>
                </a:solidFill>
              </a:rPr>
              <a:t>WRONG</a:t>
            </a:r>
            <a:r>
              <a:rPr lang="en-US" sz="9600" baseline="0">
                <a:solidFill>
                  <a:schemeClr val="accent6"/>
                </a:solidFill>
              </a:rPr>
              <a:t> </a:t>
            </a:r>
            <a:r>
              <a:rPr lang="en-US" sz="9600">
                <a:solidFill>
                  <a:schemeClr val="accent6"/>
                </a:solidFill>
              </a:rPr>
              <a:t>FORMAT</a:t>
            </a:r>
          </a:p>
          <a:p>
            <a:r>
              <a:rPr lang="en-US" sz="9600">
                <a:solidFill>
                  <a:schemeClr val="accent6"/>
                </a:solidFill>
              </a:rPr>
              <a:t>DO NOT USE </a:t>
            </a:r>
            <a:r>
              <a:rPr lang="en-US" sz="1800" err="1">
                <a:solidFill>
                  <a:schemeClr val="accent6"/>
                </a:solidFill>
              </a:rPr>
              <a:t>use</a:t>
            </a:r>
            <a:r>
              <a:rPr lang="en-US" sz="1800">
                <a:solidFill>
                  <a:schemeClr val="accent6"/>
                </a:solidFill>
              </a:rPr>
              <a:t> head instead</a:t>
            </a:r>
            <a:br>
              <a:rPr lang="en-US" sz="1800">
                <a:solidFill>
                  <a:schemeClr val="accent6"/>
                </a:solidFill>
              </a:rPr>
            </a:br>
            <a:r>
              <a:rPr lang="en-US" sz="1800">
                <a:solidFill>
                  <a:schemeClr val="accent6"/>
                </a:solidFill>
              </a:rPr>
              <a:t>(DO NOT REMOVE LAYOUT DUE TO REASONS OF BACKWARD COMPATIBILITY)</a:t>
            </a:r>
          </a:p>
        </p:txBody>
      </p:sp>
    </p:spTree>
    <p:extLst>
      <p:ext uri="{BB962C8B-B14F-4D97-AF65-F5344CB8AC3E}">
        <p14:creationId xmlns:p14="http://schemas.microsoft.com/office/powerpoint/2010/main" val="1132144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79053655"/>
              </p:ext>
            </p:extLst>
          </p:nvPr>
        </p:nvGraphicFramePr>
        <p:xfrm>
          <a:off x="1956" y="1591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270" imgH="270" progId="TCLayout.ActiveDocument.1">
                  <p:embed/>
                </p:oleObj>
              </mc:Choice>
              <mc:Fallback>
                <p:oleObj name="think-cell Folie" r:id="rId4" imgW="270" imgH="270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6" y="1591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rgbClr val="DDDDDD"/>
          </a:solidFill>
          <a:ln w="1079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708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28254" indent="-328254">
              <a:buFont typeface="Arial" panose="020B0604020202020204" pitchFamily="34" charset="0"/>
              <a:buChar char="•"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55580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 und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C:\Users\look\Desktop\vorlagen\02.logo\SE-Logo_RZ\01_bildmarke_und_text\PNG\rwth_se_rgb.png">
            <a:extLst>
              <a:ext uri="{FF2B5EF4-FFF2-40B4-BE49-F238E27FC236}">
                <a16:creationId xmlns:a16="http://schemas.microsoft.com/office/drawing/2014/main" id="{251D0BC9-2793-451A-BE70-01CA07A420C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2"/>
          <a:stretch/>
        </p:blipFill>
        <p:spPr bwMode="auto">
          <a:xfrm>
            <a:off x="8748998" y="6040438"/>
            <a:ext cx="3242693" cy="81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88F71EE3-D70A-4C02-A968-4B934D1A0EFF}"/>
              </a:ext>
            </a:extLst>
          </p:cNvPr>
          <p:cNvGrpSpPr/>
          <p:nvPr/>
        </p:nvGrpSpPr>
        <p:grpSpPr>
          <a:xfrm>
            <a:off x="107622" y="2351366"/>
            <a:ext cx="11972884" cy="50805"/>
            <a:chOff x="107622" y="6209964"/>
            <a:chExt cx="11972884" cy="50805"/>
          </a:xfrm>
        </p:grpSpPr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7C845E14-D05D-4847-8D0F-48B225F97F2B}"/>
                </a:ext>
              </a:extLst>
            </p:cNvPr>
            <p:cNvGrpSpPr/>
            <p:nvPr/>
          </p:nvGrpSpPr>
          <p:grpSpPr>
            <a:xfrm>
              <a:off x="107622" y="6209964"/>
              <a:ext cx="11533593" cy="50805"/>
              <a:chOff x="348640" y="815854"/>
              <a:chExt cx="11533593" cy="50805"/>
            </a:xfrm>
          </p:grpSpPr>
          <p:cxnSp>
            <p:nvCxnSpPr>
              <p:cNvPr id="22" name="Gerader Verbinder 21">
                <a:extLst>
                  <a:ext uri="{FF2B5EF4-FFF2-40B4-BE49-F238E27FC236}">
                    <a16:creationId xmlns:a16="http://schemas.microsoft.com/office/drawing/2014/main" id="{DEAA3F24-7ABD-43F2-AA45-BF5173CF32C5}"/>
                  </a:ext>
                </a:extLst>
              </p:cNvPr>
              <p:cNvCxnSpPr/>
              <p:nvPr/>
            </p:nvCxnSpPr>
            <p:spPr>
              <a:xfrm>
                <a:off x="348640" y="815854"/>
                <a:ext cx="11483975" cy="0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Gerader Verbinder 22">
                <a:extLst>
                  <a:ext uri="{FF2B5EF4-FFF2-40B4-BE49-F238E27FC236}">
                    <a16:creationId xmlns:a16="http://schemas.microsoft.com/office/drawing/2014/main" id="{6AFAD796-294C-4678-84E4-36609DA3DE96}"/>
                  </a:ext>
                </a:extLst>
              </p:cNvPr>
              <p:cNvCxnSpPr/>
              <p:nvPr/>
            </p:nvCxnSpPr>
            <p:spPr>
              <a:xfrm>
                <a:off x="398258" y="866659"/>
                <a:ext cx="11483975" cy="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uppieren 18">
              <a:extLst>
                <a:ext uri="{FF2B5EF4-FFF2-40B4-BE49-F238E27FC236}">
                  <a16:creationId xmlns:a16="http://schemas.microsoft.com/office/drawing/2014/main" id="{2C515608-7894-4009-BE21-62D65B382976}"/>
                </a:ext>
              </a:extLst>
            </p:cNvPr>
            <p:cNvGrpSpPr/>
            <p:nvPr/>
          </p:nvGrpSpPr>
          <p:grpSpPr>
            <a:xfrm>
              <a:off x="11552113" y="6209964"/>
              <a:ext cx="528393" cy="50805"/>
              <a:chOff x="422890" y="1711364"/>
              <a:chExt cx="528393" cy="50805"/>
            </a:xfrm>
          </p:grpSpPr>
          <p:cxnSp>
            <p:nvCxnSpPr>
              <p:cNvPr id="20" name="Gerader Verbinder 19">
                <a:extLst>
                  <a:ext uri="{FF2B5EF4-FFF2-40B4-BE49-F238E27FC236}">
                    <a16:creationId xmlns:a16="http://schemas.microsoft.com/office/drawing/2014/main" id="{0334CBD9-C046-4B8D-8306-1B31D1E6CD28}"/>
                  </a:ext>
                </a:extLst>
              </p:cNvPr>
              <p:cNvCxnSpPr/>
              <p:nvPr/>
            </p:nvCxnSpPr>
            <p:spPr>
              <a:xfrm>
                <a:off x="422890" y="1711364"/>
                <a:ext cx="478775" cy="0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Gerader Verbinder 20">
                <a:extLst>
                  <a:ext uri="{FF2B5EF4-FFF2-40B4-BE49-F238E27FC236}">
                    <a16:creationId xmlns:a16="http://schemas.microsoft.com/office/drawing/2014/main" id="{10AEC939-0940-4439-A734-7AAF6763DFF8}"/>
                  </a:ext>
                </a:extLst>
              </p:cNvPr>
              <p:cNvCxnSpPr/>
              <p:nvPr/>
            </p:nvCxnSpPr>
            <p:spPr>
              <a:xfrm>
                <a:off x="472508" y="1762169"/>
                <a:ext cx="478775" cy="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942CAEF3-4F48-4FEC-9E09-79D3F41BC518}"/>
              </a:ext>
            </a:extLst>
          </p:cNvPr>
          <p:cNvGrpSpPr/>
          <p:nvPr/>
        </p:nvGrpSpPr>
        <p:grpSpPr>
          <a:xfrm>
            <a:off x="643376" y="2351364"/>
            <a:ext cx="50806" cy="4388819"/>
            <a:chOff x="643376" y="2351365"/>
            <a:chExt cx="50806" cy="3909404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15E654C8-5ED2-482F-82FE-D8B7AB672D1B}"/>
                </a:ext>
              </a:extLst>
            </p:cNvPr>
            <p:cNvCxnSpPr/>
            <p:nvPr/>
          </p:nvCxnSpPr>
          <p:spPr>
            <a:xfrm flipH="1">
              <a:off x="643376" y="2351365"/>
              <a:ext cx="1" cy="38586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85CBF0CD-26F9-4ACF-A893-9837FC6A792A}"/>
                </a:ext>
              </a:extLst>
            </p:cNvPr>
            <p:cNvCxnSpPr/>
            <p:nvPr/>
          </p:nvCxnSpPr>
          <p:spPr>
            <a:xfrm flipH="1">
              <a:off x="694181" y="2400983"/>
              <a:ext cx="1" cy="3859786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3B422C15-1DE6-4DF9-8E96-5CA1632191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32434" y="2584876"/>
            <a:ext cx="10886925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noProof="0" dirty="0"/>
              <a:t>Digital Shadow </a:t>
            </a:r>
            <a:r>
              <a:rPr lang="de-DE" noProof="0" dirty="0" err="1"/>
              <a:t>Types</a:t>
            </a:r>
            <a:endParaRPr lang="en-US" noProof="0" dirty="0"/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983979DD-F31A-4483-BB1A-22D5710FA3C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434" y="3078076"/>
            <a:ext cx="10886925" cy="926892"/>
          </a:xfrm>
          <a:prstGeom prst="rect">
            <a:avLst/>
          </a:prstGeom>
        </p:spPr>
        <p:txBody>
          <a:bodyPr lIns="0" tIns="0" rIns="0" bIns="0"/>
          <a:lstStyle>
            <a:lvl1pPr marL="0" indent="0" algn="l" eaLnBrk="1" hangingPunct="1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eaLnBrk="1" hangingPunct="1"/>
            <a:r>
              <a:rPr lang="en-US" noProof="0" dirty="0" err="1"/>
              <a:t>FoWo</a:t>
            </a:r>
            <a:r>
              <a:rPr lang="en-US" noProof="0" dirty="0"/>
              <a:t> Herbst 21 - Malte Heithoff</a:t>
            </a:r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7EE02E37-16C7-4AED-B03D-D2D32DD5AE21}"/>
              </a:ext>
            </a:extLst>
          </p:cNvPr>
          <p:cNvGrpSpPr/>
          <p:nvPr userDrawn="1"/>
        </p:nvGrpSpPr>
        <p:grpSpPr>
          <a:xfrm>
            <a:off x="107622" y="2351366"/>
            <a:ext cx="11972884" cy="50805"/>
            <a:chOff x="107622" y="6209964"/>
            <a:chExt cx="11972884" cy="50805"/>
          </a:xfrm>
        </p:grpSpPr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757562EE-1B2D-44E7-A590-9E9EDBC85B94}"/>
                </a:ext>
              </a:extLst>
            </p:cNvPr>
            <p:cNvGrpSpPr/>
            <p:nvPr userDrawn="1"/>
          </p:nvGrpSpPr>
          <p:grpSpPr>
            <a:xfrm>
              <a:off x="107622" y="6209964"/>
              <a:ext cx="11533593" cy="50805"/>
              <a:chOff x="348640" y="815854"/>
              <a:chExt cx="11533593" cy="50805"/>
            </a:xfrm>
          </p:grpSpPr>
          <p:cxnSp>
            <p:nvCxnSpPr>
              <p:cNvPr id="31" name="Gerader Verbinder 30">
                <a:extLst>
                  <a:ext uri="{FF2B5EF4-FFF2-40B4-BE49-F238E27FC236}">
                    <a16:creationId xmlns:a16="http://schemas.microsoft.com/office/drawing/2014/main" id="{5705C926-C661-4870-90F5-B8FE6824FA3E}"/>
                  </a:ext>
                </a:extLst>
              </p:cNvPr>
              <p:cNvCxnSpPr/>
              <p:nvPr userDrawn="1"/>
            </p:nvCxnSpPr>
            <p:spPr>
              <a:xfrm>
                <a:off x="348640" y="815854"/>
                <a:ext cx="11483975" cy="0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Gerader Verbinder 31">
                <a:extLst>
                  <a:ext uri="{FF2B5EF4-FFF2-40B4-BE49-F238E27FC236}">
                    <a16:creationId xmlns:a16="http://schemas.microsoft.com/office/drawing/2014/main" id="{61340FDD-0028-43F6-9B43-780A9256EA84}"/>
                  </a:ext>
                </a:extLst>
              </p:cNvPr>
              <p:cNvCxnSpPr/>
              <p:nvPr userDrawn="1"/>
            </p:nvCxnSpPr>
            <p:spPr>
              <a:xfrm>
                <a:off x="398258" y="866659"/>
                <a:ext cx="11483975" cy="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67471FCE-9EBC-4563-B643-791B6D9CF2C5}"/>
                </a:ext>
              </a:extLst>
            </p:cNvPr>
            <p:cNvGrpSpPr/>
            <p:nvPr userDrawn="1"/>
          </p:nvGrpSpPr>
          <p:grpSpPr>
            <a:xfrm>
              <a:off x="11552113" y="6209964"/>
              <a:ext cx="528393" cy="50805"/>
              <a:chOff x="422890" y="1711364"/>
              <a:chExt cx="528393" cy="50805"/>
            </a:xfrm>
          </p:grpSpPr>
          <p:cxnSp>
            <p:nvCxnSpPr>
              <p:cNvPr id="29" name="Gerader Verbinder 28">
                <a:extLst>
                  <a:ext uri="{FF2B5EF4-FFF2-40B4-BE49-F238E27FC236}">
                    <a16:creationId xmlns:a16="http://schemas.microsoft.com/office/drawing/2014/main" id="{DEBBEDD9-913B-43A7-92D2-70200277794A}"/>
                  </a:ext>
                </a:extLst>
              </p:cNvPr>
              <p:cNvCxnSpPr/>
              <p:nvPr userDrawn="1"/>
            </p:nvCxnSpPr>
            <p:spPr>
              <a:xfrm>
                <a:off x="422890" y="1711364"/>
                <a:ext cx="478775" cy="0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Gerader Verbinder 29">
                <a:extLst>
                  <a:ext uri="{FF2B5EF4-FFF2-40B4-BE49-F238E27FC236}">
                    <a16:creationId xmlns:a16="http://schemas.microsoft.com/office/drawing/2014/main" id="{F7EBB47A-B507-4D7F-9E88-09CE2A7386CD}"/>
                  </a:ext>
                </a:extLst>
              </p:cNvPr>
              <p:cNvCxnSpPr/>
              <p:nvPr userDrawn="1"/>
            </p:nvCxnSpPr>
            <p:spPr>
              <a:xfrm>
                <a:off x="472508" y="1762169"/>
                <a:ext cx="478775" cy="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B17A0267-74CA-449E-AFFC-93B6796DAFC7}"/>
              </a:ext>
            </a:extLst>
          </p:cNvPr>
          <p:cNvGrpSpPr/>
          <p:nvPr userDrawn="1"/>
        </p:nvGrpSpPr>
        <p:grpSpPr>
          <a:xfrm>
            <a:off x="643376" y="2351364"/>
            <a:ext cx="50806" cy="4388819"/>
            <a:chOff x="643376" y="2351365"/>
            <a:chExt cx="50806" cy="3909404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298FA662-EA6F-40FE-BBAD-CBDF6AB6DBCB}"/>
                </a:ext>
              </a:extLst>
            </p:cNvPr>
            <p:cNvCxnSpPr/>
            <p:nvPr userDrawn="1"/>
          </p:nvCxnSpPr>
          <p:spPr>
            <a:xfrm flipH="1">
              <a:off x="643376" y="2351365"/>
              <a:ext cx="1" cy="38586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5A789B2B-F6CE-4245-989C-4A30EA0B1352}"/>
                </a:ext>
              </a:extLst>
            </p:cNvPr>
            <p:cNvCxnSpPr/>
            <p:nvPr userDrawn="1"/>
          </p:nvCxnSpPr>
          <p:spPr>
            <a:xfrm flipH="1">
              <a:off x="694181" y="2400983"/>
              <a:ext cx="1" cy="3859786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uppieren 36"/>
          <p:cNvGrpSpPr/>
          <p:nvPr userDrawn="1"/>
        </p:nvGrpSpPr>
        <p:grpSpPr>
          <a:xfrm>
            <a:off x="-8389" y="-8254"/>
            <a:ext cx="12204835" cy="2346530"/>
            <a:chOff x="-12835" y="1030557"/>
            <a:chExt cx="12204835" cy="2346530"/>
          </a:xfrm>
        </p:grpSpPr>
        <p:sp>
          <p:nvSpPr>
            <p:cNvPr id="38" name="Rechteck 37"/>
            <p:cNvSpPr/>
            <p:nvPr/>
          </p:nvSpPr>
          <p:spPr>
            <a:xfrm>
              <a:off x="0" y="1030557"/>
              <a:ext cx="12192000" cy="2297434"/>
            </a:xfrm>
            <a:prstGeom prst="rect">
              <a:avLst/>
            </a:prstGeom>
            <a:solidFill>
              <a:srgbClr val="00549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arrow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39" name="Gruppieren 38"/>
            <p:cNvGrpSpPr/>
            <p:nvPr/>
          </p:nvGrpSpPr>
          <p:grpSpPr>
            <a:xfrm>
              <a:off x="-12835" y="1030557"/>
              <a:ext cx="12204835" cy="2346530"/>
              <a:chOff x="-12835" y="1032778"/>
              <a:chExt cx="12204835" cy="2362969"/>
            </a:xfrm>
          </p:grpSpPr>
          <p:pic>
            <p:nvPicPr>
              <p:cNvPr id="40" name="Grafik 39"/>
              <p:cNvPicPr>
                <a:picLocks noChangeAspect="1"/>
              </p:cNvPicPr>
              <p:nvPr/>
            </p:nvPicPr>
            <p:blipFill rotWithShape="1">
              <a:blip r:embed="rId3">
                <a:lum bright="70000" contrast="-70000"/>
              </a:blip>
              <a:srcRect l="4123" t="5980" r="10107" b="34465"/>
              <a:stretch/>
            </p:blipFill>
            <p:spPr>
              <a:xfrm>
                <a:off x="6034471" y="1038029"/>
                <a:ext cx="6122894" cy="2357718"/>
              </a:xfrm>
              <a:prstGeom prst="rect">
                <a:avLst/>
              </a:prstGeom>
            </p:spPr>
          </p:pic>
          <p:pic>
            <p:nvPicPr>
              <p:cNvPr id="41" name="Grafik 40"/>
              <p:cNvPicPr>
                <a:picLocks noChangeAspect="1"/>
              </p:cNvPicPr>
              <p:nvPr/>
            </p:nvPicPr>
            <p:blipFill rotWithShape="1">
              <a:blip r:embed="rId4">
                <a:lum bright="70000" contrast="-70000"/>
              </a:blip>
              <a:srcRect l="2186" t="24453" r="3833" b="12011"/>
              <a:stretch/>
            </p:blipFill>
            <p:spPr>
              <a:xfrm>
                <a:off x="-12835" y="1064923"/>
                <a:ext cx="7293400" cy="2303930"/>
              </a:xfrm>
              <a:prstGeom prst="rect">
                <a:avLst/>
              </a:prstGeom>
            </p:spPr>
          </p:pic>
          <p:pic>
            <p:nvPicPr>
              <p:cNvPr id="42" name="Grafik 41"/>
              <p:cNvPicPr>
                <a:picLocks noChangeAspect="1"/>
              </p:cNvPicPr>
              <p:nvPr/>
            </p:nvPicPr>
            <p:blipFill rotWithShape="1">
              <a:blip r:embed="rId5">
                <a:lum bright="70000" contrast="-70000"/>
              </a:blip>
              <a:srcRect l="978" t="7138" r="438" b="7289"/>
              <a:stretch/>
            </p:blipFill>
            <p:spPr>
              <a:xfrm>
                <a:off x="4317730" y="1057451"/>
                <a:ext cx="4778188" cy="2300089"/>
              </a:xfrm>
              <a:prstGeom prst="rect">
                <a:avLst/>
              </a:prstGeom>
            </p:spPr>
          </p:pic>
          <p:pic>
            <p:nvPicPr>
              <p:cNvPr id="43" name="Grafik 42"/>
              <p:cNvPicPr>
                <a:picLocks noChangeAspect="1"/>
              </p:cNvPicPr>
              <p:nvPr/>
            </p:nvPicPr>
            <p:blipFill rotWithShape="1">
              <a:blip r:embed="rId6">
                <a:lum bright="70000" contrast="-70000"/>
              </a:blip>
              <a:srcRect r="642"/>
              <a:stretch/>
            </p:blipFill>
            <p:spPr>
              <a:xfrm>
                <a:off x="8558469" y="1170394"/>
                <a:ext cx="3403437" cy="2043006"/>
              </a:xfrm>
              <a:prstGeom prst="rect">
                <a:avLst/>
              </a:prstGeom>
            </p:spPr>
          </p:pic>
          <p:pic>
            <p:nvPicPr>
              <p:cNvPr id="44" name="Grafik 43"/>
              <p:cNvPicPr>
                <a:picLocks noChangeAspect="1"/>
              </p:cNvPicPr>
              <p:nvPr/>
            </p:nvPicPr>
            <p:blipFill rotWithShape="1">
              <a:blip r:embed="rId7">
                <a:lum bright="70000" contrast="-70000"/>
              </a:blip>
              <a:srcRect l="12615" t="8698" r="-1842" b="932"/>
              <a:stretch/>
            </p:blipFill>
            <p:spPr>
              <a:xfrm>
                <a:off x="331428" y="1059845"/>
                <a:ext cx="4655314" cy="2316480"/>
              </a:xfrm>
              <a:prstGeom prst="rect">
                <a:avLst/>
              </a:prstGeom>
            </p:spPr>
          </p:pic>
          <p:sp>
            <p:nvSpPr>
              <p:cNvPr id="45" name="Rechteck 44"/>
              <p:cNvSpPr/>
              <p:nvPr/>
            </p:nvSpPr>
            <p:spPr>
              <a:xfrm>
                <a:off x="-12835" y="1032778"/>
                <a:ext cx="12204835" cy="2318237"/>
              </a:xfrm>
              <a:prstGeom prst="rect">
                <a:avLst/>
              </a:prstGeom>
              <a:gradFill flip="none" rotWithShape="1">
                <a:gsLst>
                  <a:gs pos="49000">
                    <a:srgbClr val="8EBAE5">
                      <a:lumMod val="75000"/>
                      <a:alpha val="36000"/>
                    </a:srgbClr>
                  </a:gs>
                  <a:gs pos="100000">
                    <a:srgbClr val="00549F"/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  <a:headEnd type="none" w="med" len="med"/>
                <a:tailEnd type="arrow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86893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3F02B50-D467-41F6-8F0B-DF2AA821368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84000" y="1236273"/>
            <a:ext cx="11483975" cy="4385455"/>
          </a:xfrm>
          <a:prstGeom prst="rect">
            <a:avLst/>
          </a:prstGeom>
        </p:spPr>
        <p:txBody>
          <a:bodyPr wrap="square" lIns="0" tIns="0" rIns="0" bIns="0"/>
          <a:lstStyle>
            <a:lvl1pPr marL="216000" indent="-216000">
              <a:buFont typeface="Arial" panose="020B0604020202020204" pitchFamily="34" charset="0"/>
              <a:buChar char="•"/>
              <a:defRPr/>
            </a:lvl1pPr>
            <a:lvl2pPr marL="432000" indent="-216000">
              <a:buFont typeface="Symbol" panose="05050102010706020507" pitchFamily="18" charset="2"/>
              <a:buChar char="-"/>
              <a:defRPr/>
            </a:lvl2pPr>
            <a:lvl3pPr marL="648000" marR="0" indent="-21600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/>
            </a:lvl3pPr>
            <a:lvl4pPr marL="864000" indent="-216000">
              <a:buFont typeface="Symbol" panose="05050102010706020507" pitchFamily="18" charset="2"/>
              <a:buChar char="-"/>
              <a:defRPr/>
            </a:lvl4pPr>
            <a:lvl5pPr marL="647700" indent="0">
              <a:buNone/>
              <a:defRPr/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0"/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11432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5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 und 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AD89513B-8A7E-430E-8F63-7469EC1FB664}"/>
              </a:ext>
            </a:extLst>
          </p:cNvPr>
          <p:cNvGrpSpPr/>
          <p:nvPr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D6F83956-15CC-418E-B737-9061141E4CD3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66B5100-86F8-4E8C-9DE1-10AD5FB9BE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Rechteck 3"/>
          <p:cNvSpPr/>
          <p:nvPr/>
        </p:nvSpPr>
        <p:spPr>
          <a:xfrm>
            <a:off x="0" y="0"/>
            <a:ext cx="12192000" cy="23129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52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pic>
        <p:nvPicPr>
          <p:cNvPr id="9" name="Picture 2" descr="C:\Users\look\Desktop\vorlagen\02.logo\SE-Logo_RZ\01_bildmarke_und_text\PNG\rwth_se_rgb.png">
            <a:extLst>
              <a:ext uri="{FF2B5EF4-FFF2-40B4-BE49-F238E27FC236}">
                <a16:creationId xmlns:a16="http://schemas.microsoft.com/office/drawing/2014/main" id="{251D0BC9-2793-451A-BE70-01CA07A420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2"/>
          <a:stretch/>
        </p:blipFill>
        <p:spPr bwMode="auto">
          <a:xfrm>
            <a:off x="8748998" y="6040438"/>
            <a:ext cx="3242693" cy="81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5703F518-B554-4AC1-A90D-7EDD58F262C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4000" y="2980800"/>
            <a:ext cx="11484000" cy="926892"/>
          </a:xfrm>
          <a:prstGeom prst="rect">
            <a:avLst/>
          </a:prstGeom>
        </p:spPr>
        <p:txBody>
          <a:bodyPr lIns="0" tIns="0" rIns="0" bIns="0"/>
          <a:lstStyle>
            <a:lvl1pPr marL="0" indent="0" algn="l" eaLnBrk="1" hangingPunct="1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eaLnBrk="1" hangingPunct="1"/>
            <a:r>
              <a:rPr lang="de-DE" dirty="0"/>
              <a:t>Untertitelmasters durch Klicken bearbeiten</a:t>
            </a:r>
            <a:endParaRPr lang="en-US" dirty="0"/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7D9FA7CF-D871-4A92-B637-6BD1D2660BDF}"/>
              </a:ext>
            </a:extLst>
          </p:cNvPr>
          <p:cNvGrpSpPr/>
          <p:nvPr userDrawn="1"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2A6B56BE-B7D9-4ABB-9FC4-4C2C40CB6703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B385CDCE-8F09-4AAB-B014-0073E7D0486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feld 12"/>
          <p:cNvSpPr txBox="1"/>
          <p:nvPr userDrawn="1"/>
        </p:nvSpPr>
        <p:spPr>
          <a:xfrm>
            <a:off x="779929" y="2399316"/>
            <a:ext cx="1119564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accent6"/>
                </a:solidFill>
              </a:rPr>
              <a:t>WRONG</a:t>
            </a:r>
            <a:r>
              <a:rPr lang="en-US" sz="9600" baseline="0" dirty="0">
                <a:solidFill>
                  <a:schemeClr val="accent6"/>
                </a:solidFill>
              </a:rPr>
              <a:t> </a:t>
            </a:r>
            <a:r>
              <a:rPr lang="en-US" sz="9600" dirty="0">
                <a:solidFill>
                  <a:schemeClr val="accent6"/>
                </a:solidFill>
              </a:rPr>
              <a:t>FORMAT</a:t>
            </a:r>
          </a:p>
          <a:p>
            <a:r>
              <a:rPr lang="en-US" sz="9600" dirty="0">
                <a:solidFill>
                  <a:schemeClr val="accent6"/>
                </a:solidFill>
              </a:rPr>
              <a:t>DO NOT USE </a:t>
            </a:r>
            <a:r>
              <a:rPr lang="en-US" sz="1800" dirty="0" err="1">
                <a:solidFill>
                  <a:schemeClr val="accent6"/>
                </a:solidFill>
              </a:rPr>
              <a:t>use</a:t>
            </a:r>
            <a:r>
              <a:rPr lang="en-US" sz="1800" dirty="0">
                <a:solidFill>
                  <a:schemeClr val="accent6"/>
                </a:solidFill>
              </a:rPr>
              <a:t> head instead</a:t>
            </a:r>
          </a:p>
        </p:txBody>
      </p:sp>
    </p:spTree>
    <p:extLst>
      <p:ext uri="{BB962C8B-B14F-4D97-AF65-F5344CB8AC3E}">
        <p14:creationId xmlns:p14="http://schemas.microsoft.com/office/powerpoint/2010/main" val="18644422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1A05299-2FF2-4A4F-A821-7C9F8454768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84000" y="1235175"/>
            <a:ext cx="5652000" cy="4385941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  <a:lvl2pPr>
              <a:defRPr/>
            </a:lvl2pPr>
            <a:lvl3pPr marL="648000" indent="-216000">
              <a:buFont typeface="Wingdings" panose="05000000000000000000" pitchFamily="2" charset="2"/>
              <a:buChar char="§"/>
              <a:defRPr/>
            </a:lvl3pPr>
            <a:lvl4pPr marL="864000" marR="0" indent="-21600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tabLst>
                <a:tab pos="863600" algn="l"/>
              </a:tabLst>
              <a:defRPr spc="0" baseline="0"/>
            </a:lvl4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31E01F76-AA87-4FC5-AF89-220C0D5275B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16000" y="1236273"/>
            <a:ext cx="5652000" cy="4385455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3" name="Textfeld 2"/>
          <p:cNvSpPr txBox="1"/>
          <p:nvPr userDrawn="1"/>
        </p:nvSpPr>
        <p:spPr>
          <a:xfrm>
            <a:off x="779929" y="2430576"/>
            <a:ext cx="1119564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accent6"/>
                </a:solidFill>
              </a:rPr>
              <a:t>WRONG</a:t>
            </a:r>
            <a:r>
              <a:rPr lang="en-US" sz="9600" baseline="0" dirty="0">
                <a:solidFill>
                  <a:schemeClr val="accent6"/>
                </a:solidFill>
              </a:rPr>
              <a:t> </a:t>
            </a:r>
            <a:r>
              <a:rPr lang="en-US" sz="9600" dirty="0">
                <a:solidFill>
                  <a:schemeClr val="accent6"/>
                </a:solidFill>
              </a:rPr>
              <a:t>FORMAT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600" dirty="0">
                <a:solidFill>
                  <a:schemeClr val="accent6"/>
                </a:solidFill>
              </a:rPr>
              <a:t>DO NOT USE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071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use the flipped one instead (and manually copy the content(!) of the flipped pages)</a:t>
            </a:r>
          </a:p>
        </p:txBody>
      </p:sp>
    </p:spTree>
    <p:extLst>
      <p:ext uri="{BB962C8B-B14F-4D97-AF65-F5344CB8AC3E}">
        <p14:creationId xmlns:p14="http://schemas.microsoft.com/office/powerpoint/2010/main" val="3851872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1A05299-2FF2-4A4F-A821-7C9F8454768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16000" y="1234689"/>
            <a:ext cx="5652000" cy="4385941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  <a:lvl2pPr>
              <a:defRPr/>
            </a:lvl2pPr>
            <a:lvl3pPr marL="648000" indent="-216000">
              <a:buFont typeface="Wingdings" panose="05000000000000000000" pitchFamily="2" charset="2"/>
              <a:buChar char="§"/>
              <a:defRPr/>
            </a:lvl3pPr>
            <a:lvl4pPr marL="864000" marR="0" indent="-21600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tabLst>
                <a:tab pos="863600" algn="l"/>
              </a:tabLst>
              <a:defRPr spc="0" baseline="0"/>
            </a:lvl4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31E01F76-AA87-4FC5-AF89-220C0D5275B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84000" y="1235175"/>
            <a:ext cx="5652000" cy="4385455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35715055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mittig, Linie_u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6" name="Picture 2" descr="C:\Users\look\Desktop\vorlagen\02.logo\SE-Logo_RZ\01_bildmarke_und_text\PNG\rwth_se_rgb.png">
            <a:extLst>
              <a:ext uri="{FF2B5EF4-FFF2-40B4-BE49-F238E27FC236}">
                <a16:creationId xmlns:a16="http://schemas.microsoft.com/office/drawing/2014/main" id="{251D0BC9-2793-451A-BE70-01CA07A420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2"/>
          <a:stretch/>
        </p:blipFill>
        <p:spPr bwMode="auto">
          <a:xfrm>
            <a:off x="8748998" y="6040438"/>
            <a:ext cx="3242693" cy="81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BE9EC9F2-3C9F-4A4B-9463-32200C1888C5}"/>
              </a:ext>
            </a:extLst>
          </p:cNvPr>
          <p:cNvGrpSpPr/>
          <p:nvPr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5BE7F8F3-90E3-4324-B96F-F4C733799980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FB93F6E7-9B79-444E-9797-C017CBCD9F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7966A802-7238-4572-8B31-F10BAD15BE6A}"/>
              </a:ext>
            </a:extLst>
          </p:cNvPr>
          <p:cNvGrpSpPr/>
          <p:nvPr userDrawn="1"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9" name="Gerader Verbinder 8">
              <a:extLst>
                <a:ext uri="{FF2B5EF4-FFF2-40B4-BE49-F238E27FC236}">
                  <a16:creationId xmlns:a16="http://schemas.microsoft.com/office/drawing/2014/main" id="{01C63A65-01F5-4E3D-9EE7-E225D07B1954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97CBACAB-4E61-4BA4-A7E8-012536F511A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299031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mittig, Linie_mit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384000" y="3196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6" name="Picture 2" descr="C:\Users\look\Desktop\vorlagen\02.logo\SE-Logo_RZ\01_bildmarke_und_text\PNG\rwth_se_rgb.png">
            <a:extLst>
              <a:ext uri="{FF2B5EF4-FFF2-40B4-BE49-F238E27FC236}">
                <a16:creationId xmlns:a16="http://schemas.microsoft.com/office/drawing/2014/main" id="{251D0BC9-2793-451A-BE70-01CA07A420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2"/>
          <a:stretch/>
        </p:blipFill>
        <p:spPr bwMode="auto">
          <a:xfrm>
            <a:off x="8748998" y="6040438"/>
            <a:ext cx="3242693" cy="81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uppieren 14"/>
          <p:cNvGrpSpPr/>
          <p:nvPr/>
        </p:nvGrpSpPr>
        <p:grpSpPr>
          <a:xfrm>
            <a:off x="392113" y="3036888"/>
            <a:ext cx="11558225" cy="50805"/>
            <a:chOff x="360363" y="6040438"/>
            <a:chExt cx="11558225" cy="50805"/>
          </a:xfrm>
        </p:grpSpPr>
        <p:cxnSp>
          <p:nvCxnSpPr>
            <p:cNvPr id="16" name="Gerader Verbinder 15"/>
            <p:cNvCxnSpPr/>
            <p:nvPr/>
          </p:nvCxnSpPr>
          <p:spPr>
            <a:xfrm>
              <a:off x="360363" y="6040438"/>
              <a:ext cx="11483975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r Verbinder 16"/>
            <p:cNvCxnSpPr/>
            <p:nvPr/>
          </p:nvCxnSpPr>
          <p:spPr>
            <a:xfrm>
              <a:off x="434613" y="6091243"/>
              <a:ext cx="11483975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20B61E83-F62A-4E6F-9728-ABDE5413BA68}"/>
              </a:ext>
            </a:extLst>
          </p:cNvPr>
          <p:cNvGrpSpPr/>
          <p:nvPr/>
        </p:nvGrpSpPr>
        <p:grpSpPr>
          <a:xfrm>
            <a:off x="392113" y="3036888"/>
            <a:ext cx="11558225" cy="50805"/>
            <a:chOff x="360363" y="6040438"/>
            <a:chExt cx="11558225" cy="50805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D3ED25C8-3644-4C59-B80C-B3EC3EBB6C18}"/>
                </a:ext>
              </a:extLst>
            </p:cNvPr>
            <p:cNvCxnSpPr/>
            <p:nvPr/>
          </p:nvCxnSpPr>
          <p:spPr>
            <a:xfrm>
              <a:off x="360363" y="6040438"/>
              <a:ext cx="11483975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394E318B-6CC6-4660-9EC9-B8FEB8D24174}"/>
                </a:ext>
              </a:extLst>
            </p:cNvPr>
            <p:cNvCxnSpPr/>
            <p:nvPr/>
          </p:nvCxnSpPr>
          <p:spPr>
            <a:xfrm>
              <a:off x="434613" y="6091243"/>
              <a:ext cx="11483975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F7E0399E-000C-4919-9189-D72AC9F21B27}"/>
              </a:ext>
            </a:extLst>
          </p:cNvPr>
          <p:cNvGrpSpPr/>
          <p:nvPr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D39B952C-73F9-4639-9C6B-D79F321E7652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BD1F7EFE-C1E5-46CC-AC0C-2ACADE80B3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3BEA13B8-67E5-4E0C-87FF-5C3A86F3E1BB}"/>
              </a:ext>
            </a:extLst>
          </p:cNvPr>
          <p:cNvGrpSpPr/>
          <p:nvPr userDrawn="1"/>
        </p:nvGrpSpPr>
        <p:grpSpPr>
          <a:xfrm>
            <a:off x="392113" y="3036888"/>
            <a:ext cx="11558225" cy="50805"/>
            <a:chOff x="360363" y="6040438"/>
            <a:chExt cx="11558225" cy="50805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2D7C05B6-2FEC-4BCF-B0D2-C4E0FBD988C4}"/>
                </a:ext>
              </a:extLst>
            </p:cNvPr>
            <p:cNvCxnSpPr/>
            <p:nvPr/>
          </p:nvCxnSpPr>
          <p:spPr>
            <a:xfrm>
              <a:off x="360363" y="6040438"/>
              <a:ext cx="11483975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1DD01610-9DF8-4DC4-93DF-34D4ADF39035}"/>
                </a:ext>
              </a:extLst>
            </p:cNvPr>
            <p:cNvCxnSpPr/>
            <p:nvPr userDrawn="1"/>
          </p:nvCxnSpPr>
          <p:spPr>
            <a:xfrm>
              <a:off x="434613" y="6091243"/>
              <a:ext cx="11483975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EE00B62C-5012-43AC-B2B8-7ABCCC897041}"/>
              </a:ext>
            </a:extLst>
          </p:cNvPr>
          <p:cNvGrpSpPr/>
          <p:nvPr userDrawn="1"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98204F29-F5C4-4D02-857A-E600F35F2E4F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5F4B9776-75B3-46D2-8C19-AE6D80A6416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822165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382588" y="2487613"/>
            <a:ext cx="11483975" cy="10795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defRPr/>
            </a:pPr>
            <a:r>
              <a:rPr lang="de-DE" altLang="de-DE" sz="3200" b="1" dirty="0">
                <a:solidFill>
                  <a:schemeClr val="tx2"/>
                </a:solidFill>
              </a:rPr>
              <a:t>Vielen Dank</a:t>
            </a:r>
            <a:br>
              <a:rPr lang="de-DE" altLang="de-DE" sz="3200" b="1" dirty="0">
                <a:solidFill>
                  <a:schemeClr val="tx2"/>
                </a:solidFill>
              </a:rPr>
            </a:br>
            <a:r>
              <a:rPr lang="de-DE" altLang="de-DE" sz="3200" b="1" dirty="0">
                <a:solidFill>
                  <a:schemeClr val="tx2"/>
                </a:solidFill>
              </a:rPr>
              <a:t>für Ihre Aufmerksamkeit</a:t>
            </a:r>
            <a:endParaRPr lang="en-US" altLang="de-DE" sz="3200" b="1" dirty="0">
              <a:solidFill>
                <a:schemeClr val="tx2"/>
              </a:solidFill>
            </a:endParaRPr>
          </a:p>
        </p:txBody>
      </p:sp>
      <p:sp>
        <p:nvSpPr>
          <p:cNvPr id="9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0" y="3988800"/>
            <a:ext cx="11484000" cy="165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6" name="Picture 2" descr="C:\Users\look\Desktop\vorlagen\02.logo\SE-Logo_RZ\01_bildmarke_und_text\PNG\rwth_se_rgb.png">
            <a:extLst>
              <a:ext uri="{FF2B5EF4-FFF2-40B4-BE49-F238E27FC236}">
                <a16:creationId xmlns:a16="http://schemas.microsoft.com/office/drawing/2014/main" id="{251D0BC9-2793-451A-BE70-01CA07A420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2"/>
          <a:stretch/>
        </p:blipFill>
        <p:spPr bwMode="auto">
          <a:xfrm>
            <a:off x="8748998" y="6040438"/>
            <a:ext cx="3242693" cy="81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AD42372E-A88B-49BE-BF8B-A349B6BE88BB}"/>
              </a:ext>
            </a:extLst>
          </p:cNvPr>
          <p:cNvGrpSpPr/>
          <p:nvPr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5E73DD95-497D-41DA-AE15-231D472ACF12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833C7AEA-7E75-4F96-A29D-6E01AE30A7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754A51D3-6BB0-4789-89BC-481D89445CBE}"/>
              </a:ext>
            </a:extLst>
          </p:cNvPr>
          <p:cNvGrpSpPr/>
          <p:nvPr userDrawn="1"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6F4FEE0A-400B-495A-BBAD-43B3BB9910CB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9BA932F8-ADAD-449E-8505-B146C5E26062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7658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3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739CD8DE-4C7D-4115-826C-095081C9C550}"/>
              </a:ext>
            </a:extLst>
          </p:cNvPr>
          <p:cNvGrpSpPr/>
          <p:nvPr/>
        </p:nvGrpSpPr>
        <p:grpSpPr>
          <a:xfrm>
            <a:off x="173529" y="815854"/>
            <a:ext cx="11958041" cy="47645"/>
            <a:chOff x="118201" y="5981715"/>
            <a:chExt cx="11958041" cy="47645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E7A10CC4-C78C-496F-ADD8-BFFEA15832AC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8D031218-F43F-4F64-8EFA-18FF5CC8D4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Slide Number Placeholder 5"/>
          <p:cNvSpPr txBox="1">
            <a:spLocks/>
          </p:cNvSpPr>
          <p:nvPr/>
        </p:nvSpPr>
        <p:spPr>
          <a:xfrm>
            <a:off x="1195388" y="6227763"/>
            <a:ext cx="7002462" cy="6302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900" dirty="0">
                <a:solidFill>
                  <a:schemeClr val="tx2"/>
                </a:solidFill>
              </a:rPr>
              <a:t>Malte Heithoff | Software Engineering</a:t>
            </a:r>
          </a:p>
        </p:txBody>
      </p:sp>
      <p:sp>
        <p:nvSpPr>
          <p:cNvPr id="1031" name="Textfeld 13"/>
          <p:cNvSpPr txBox="1">
            <a:spLocks noChangeArrowheads="1"/>
          </p:cNvSpPr>
          <p:nvPr/>
        </p:nvSpPr>
        <p:spPr bwMode="auto">
          <a:xfrm>
            <a:off x="360363" y="6227763"/>
            <a:ext cx="730250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546A872-26C7-4E5C-9125-775206BCBEA4}" type="slidenum">
              <a:rPr lang="de-DE" altLang="de-DE" sz="900">
                <a:solidFill>
                  <a:schemeClr val="tx2"/>
                </a:solidFill>
              </a:rPr>
              <a:pPr eaLnBrk="1" hangingPunct="1"/>
              <a:t>‹Nr.›</a:t>
            </a:fld>
            <a:endParaRPr lang="de-DE" altLang="de-DE" sz="900">
              <a:solidFill>
                <a:schemeClr val="tx2"/>
              </a:solidFill>
            </a:endParaRPr>
          </a:p>
        </p:txBody>
      </p:sp>
      <p:pic>
        <p:nvPicPr>
          <p:cNvPr id="8" name="Picture 2" descr="C:\Users\look\Desktop\vorlagen\02.logo\SE-Logo_RZ\01_bildmarke_und_text\PNG\rwth_se_rgb.png">
            <a:extLst>
              <a:ext uri="{FF2B5EF4-FFF2-40B4-BE49-F238E27FC236}">
                <a16:creationId xmlns:a16="http://schemas.microsoft.com/office/drawing/2014/main" id="{251D0BC9-2793-451A-BE70-01CA07A420C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2"/>
          <a:stretch/>
        </p:blipFill>
        <p:spPr bwMode="auto">
          <a:xfrm>
            <a:off x="8748998" y="6040438"/>
            <a:ext cx="3242693" cy="8136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B07601A5-C709-41D1-A3FB-1067D511C6A0}"/>
              </a:ext>
            </a:extLst>
          </p:cNvPr>
          <p:cNvGrpSpPr/>
          <p:nvPr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23116334-B9FF-486F-853F-2FC0FEBBB345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0B09F16D-C13E-41E9-9D8E-F62185B5F9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3137B7CE-1B7B-4BD9-84EC-35BB2F899117}"/>
              </a:ext>
            </a:extLst>
          </p:cNvPr>
          <p:cNvGrpSpPr/>
          <p:nvPr/>
        </p:nvGrpSpPr>
        <p:grpSpPr>
          <a:xfrm>
            <a:off x="837717" y="5981714"/>
            <a:ext cx="60076" cy="756405"/>
            <a:chOff x="875817" y="5981714"/>
            <a:chExt cx="60076" cy="756405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662A21AE-7533-4515-8E6B-0629BDE1E199}"/>
                </a:ext>
              </a:extLst>
            </p:cNvPr>
            <p:cNvCxnSpPr>
              <a:cxnSpLocks/>
            </p:cNvCxnSpPr>
            <p:nvPr/>
          </p:nvCxnSpPr>
          <p:spPr>
            <a:xfrm>
              <a:off x="875817" y="5981714"/>
              <a:ext cx="0" cy="7056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C2D2DC96-2606-46A7-BE47-231944BE7F88}"/>
                </a:ext>
              </a:extLst>
            </p:cNvPr>
            <p:cNvCxnSpPr>
              <a:cxnSpLocks/>
            </p:cNvCxnSpPr>
            <p:nvPr/>
          </p:nvCxnSpPr>
          <p:spPr>
            <a:xfrm>
              <a:off x="935893" y="6032519"/>
              <a:ext cx="0" cy="70560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95E8F4D0-8DD9-4778-8FAF-1A3AAD236EE6}"/>
              </a:ext>
            </a:extLst>
          </p:cNvPr>
          <p:cNvGrpSpPr/>
          <p:nvPr userDrawn="1"/>
        </p:nvGrpSpPr>
        <p:grpSpPr>
          <a:xfrm>
            <a:off x="173529" y="815854"/>
            <a:ext cx="11958041" cy="47645"/>
            <a:chOff x="118201" y="5981715"/>
            <a:chExt cx="11958041" cy="47645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F39390DE-7CDF-413A-BA63-9DBE991A03FE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38FE4379-972E-42EA-875D-205082A0626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FD885A2B-353E-4CC6-AE36-D7FBA6412355}"/>
              </a:ext>
            </a:extLst>
          </p:cNvPr>
          <p:cNvGrpSpPr/>
          <p:nvPr userDrawn="1"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23" name="Gerader Verbinder 22">
              <a:extLst>
                <a:ext uri="{FF2B5EF4-FFF2-40B4-BE49-F238E27FC236}">
                  <a16:creationId xmlns:a16="http://schemas.microsoft.com/office/drawing/2014/main" id="{542BAD79-77B5-4F17-9B1B-118759906CC7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D49B137E-A382-4784-8424-D97BEBD109F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64B58725-E025-476C-8EFF-8D44F3A77022}"/>
              </a:ext>
            </a:extLst>
          </p:cNvPr>
          <p:cNvGrpSpPr/>
          <p:nvPr userDrawn="1"/>
        </p:nvGrpSpPr>
        <p:grpSpPr>
          <a:xfrm>
            <a:off x="837717" y="5981714"/>
            <a:ext cx="60076" cy="756405"/>
            <a:chOff x="875817" y="5981714"/>
            <a:chExt cx="60076" cy="756405"/>
          </a:xfrm>
        </p:grpSpPr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1243A30B-762F-4D0C-8856-A9541783A9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75817" y="5981714"/>
              <a:ext cx="0" cy="7056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BCB409D8-D56C-486C-ABAB-CCD3DECF18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5893" y="6032519"/>
              <a:ext cx="0" cy="70560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28331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6" r:id="rId2"/>
    <p:sldLayoutId id="2147483905" r:id="rId3"/>
    <p:sldLayoutId id="2147483907" r:id="rId4"/>
    <p:sldLayoutId id="2147483911" r:id="rId5"/>
    <p:sldLayoutId id="2147483908" r:id="rId6"/>
    <p:sldLayoutId id="2147483909" r:id="rId7"/>
    <p:sldLayoutId id="2147483910" r:id="rId8"/>
    <p:sldLayoutId id="2147483944" r:id="rId9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739CD8DE-4C7D-4115-826C-095081C9C550}"/>
              </a:ext>
            </a:extLst>
          </p:cNvPr>
          <p:cNvGrpSpPr/>
          <p:nvPr/>
        </p:nvGrpSpPr>
        <p:grpSpPr>
          <a:xfrm>
            <a:off x="173529" y="815854"/>
            <a:ext cx="11958041" cy="47645"/>
            <a:chOff x="118201" y="5981715"/>
            <a:chExt cx="11958041" cy="47645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E7A10CC4-C78C-496F-ADD8-BFFEA15832AC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8D031218-F43F-4F64-8EFA-18FF5CC8D4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Slide Number Placeholder 5"/>
          <p:cNvSpPr txBox="1">
            <a:spLocks/>
          </p:cNvSpPr>
          <p:nvPr/>
        </p:nvSpPr>
        <p:spPr>
          <a:xfrm>
            <a:off x="1195388" y="6227763"/>
            <a:ext cx="7002462" cy="6302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900" dirty="0" err="1">
                <a:solidFill>
                  <a:schemeClr val="tx2"/>
                </a:solidFill>
              </a:rPr>
              <a:t>FoWo</a:t>
            </a:r>
            <a:r>
              <a:rPr lang="de-DE" altLang="de-DE" sz="900" dirty="0">
                <a:solidFill>
                  <a:schemeClr val="tx2"/>
                </a:solidFill>
              </a:rPr>
              <a:t> 2021</a:t>
            </a:r>
            <a:r>
              <a:rPr lang="de-DE" altLang="de-DE" sz="900" baseline="0" dirty="0">
                <a:solidFill>
                  <a:schemeClr val="tx2"/>
                </a:solidFill>
              </a:rPr>
              <a:t>  |  Malte Heithoff</a:t>
            </a:r>
            <a:endParaRPr lang="de-DE" altLang="de-DE" sz="900" dirty="0">
              <a:solidFill>
                <a:schemeClr val="tx2"/>
              </a:solidFill>
            </a:endParaRPr>
          </a:p>
        </p:txBody>
      </p:sp>
      <p:sp>
        <p:nvSpPr>
          <p:cNvPr id="1031" name="Textfeld 13"/>
          <p:cNvSpPr txBox="1">
            <a:spLocks noChangeArrowheads="1"/>
          </p:cNvSpPr>
          <p:nvPr/>
        </p:nvSpPr>
        <p:spPr bwMode="auto">
          <a:xfrm>
            <a:off x="360363" y="6227763"/>
            <a:ext cx="730250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546A872-26C7-4E5C-9125-775206BCBEA4}" type="slidenum">
              <a:rPr lang="de-DE" altLang="de-DE" sz="900">
                <a:solidFill>
                  <a:schemeClr val="tx2"/>
                </a:solidFill>
              </a:rPr>
              <a:pPr eaLnBrk="1" hangingPunct="1"/>
              <a:t>‹Nr.›</a:t>
            </a:fld>
            <a:endParaRPr lang="de-DE" altLang="de-DE" sz="900" dirty="0">
              <a:solidFill>
                <a:schemeClr val="tx2"/>
              </a:solidFill>
            </a:endParaRPr>
          </a:p>
        </p:txBody>
      </p:sp>
      <p:pic>
        <p:nvPicPr>
          <p:cNvPr id="8" name="Picture 2" descr="C:\Users\look\Desktop\vorlagen\02.logo\SE-Logo_RZ\01_bildmarke_und_text\PNG\rwth_se_rgb.png">
            <a:extLst>
              <a:ext uri="{FF2B5EF4-FFF2-40B4-BE49-F238E27FC236}">
                <a16:creationId xmlns:a16="http://schemas.microsoft.com/office/drawing/2014/main" id="{251D0BC9-2793-451A-BE70-01CA07A420C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2"/>
          <a:stretch/>
        </p:blipFill>
        <p:spPr bwMode="auto">
          <a:xfrm>
            <a:off x="8748998" y="6040438"/>
            <a:ext cx="3242693" cy="81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B07601A5-C709-41D1-A3FB-1067D511C6A0}"/>
              </a:ext>
            </a:extLst>
          </p:cNvPr>
          <p:cNvGrpSpPr/>
          <p:nvPr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23116334-B9FF-486F-853F-2FC0FEBBB345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0B09F16D-C13E-41E9-9D8E-F62185B5F9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3137B7CE-1B7B-4BD9-84EC-35BB2F899117}"/>
              </a:ext>
            </a:extLst>
          </p:cNvPr>
          <p:cNvGrpSpPr/>
          <p:nvPr/>
        </p:nvGrpSpPr>
        <p:grpSpPr>
          <a:xfrm>
            <a:off x="837717" y="5981714"/>
            <a:ext cx="60076" cy="756405"/>
            <a:chOff x="875817" y="5981714"/>
            <a:chExt cx="60076" cy="756405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662A21AE-7533-4515-8E6B-0629BDE1E199}"/>
                </a:ext>
              </a:extLst>
            </p:cNvPr>
            <p:cNvCxnSpPr>
              <a:cxnSpLocks/>
            </p:cNvCxnSpPr>
            <p:nvPr/>
          </p:nvCxnSpPr>
          <p:spPr>
            <a:xfrm>
              <a:off x="875817" y="5981714"/>
              <a:ext cx="0" cy="7056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C2D2DC96-2606-46A7-BE47-231944BE7F88}"/>
                </a:ext>
              </a:extLst>
            </p:cNvPr>
            <p:cNvCxnSpPr>
              <a:cxnSpLocks/>
            </p:cNvCxnSpPr>
            <p:nvPr/>
          </p:nvCxnSpPr>
          <p:spPr>
            <a:xfrm>
              <a:off x="935893" y="6032519"/>
              <a:ext cx="0" cy="70560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95E8F4D0-8DD9-4778-8FAF-1A3AAD236EE6}"/>
              </a:ext>
            </a:extLst>
          </p:cNvPr>
          <p:cNvGrpSpPr/>
          <p:nvPr userDrawn="1"/>
        </p:nvGrpSpPr>
        <p:grpSpPr>
          <a:xfrm>
            <a:off x="173529" y="815854"/>
            <a:ext cx="11958041" cy="47645"/>
            <a:chOff x="118201" y="5981715"/>
            <a:chExt cx="11958041" cy="47645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F39390DE-7CDF-413A-BA63-9DBE991A03FE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38FE4379-972E-42EA-875D-205082A0626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FD885A2B-353E-4CC6-AE36-D7FBA6412355}"/>
              </a:ext>
            </a:extLst>
          </p:cNvPr>
          <p:cNvGrpSpPr/>
          <p:nvPr userDrawn="1"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23" name="Gerader Verbinder 22">
              <a:extLst>
                <a:ext uri="{FF2B5EF4-FFF2-40B4-BE49-F238E27FC236}">
                  <a16:creationId xmlns:a16="http://schemas.microsoft.com/office/drawing/2014/main" id="{542BAD79-77B5-4F17-9B1B-118759906CC7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D49B137E-A382-4784-8424-D97BEBD109F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64B58725-E025-476C-8EFF-8D44F3A77022}"/>
              </a:ext>
            </a:extLst>
          </p:cNvPr>
          <p:cNvGrpSpPr/>
          <p:nvPr userDrawn="1"/>
        </p:nvGrpSpPr>
        <p:grpSpPr>
          <a:xfrm>
            <a:off x="837717" y="5981714"/>
            <a:ext cx="60076" cy="756405"/>
            <a:chOff x="875817" y="5981714"/>
            <a:chExt cx="60076" cy="756405"/>
          </a:xfrm>
        </p:grpSpPr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1243A30B-762F-4D0C-8856-A9541783A9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75817" y="5981714"/>
              <a:ext cx="0" cy="7056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BCB409D8-D56C-486C-ABAB-CCD3DECF18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5893" y="6032519"/>
              <a:ext cx="0" cy="70560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82455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36" r:id="rId2"/>
    <p:sldLayoutId id="2147483937" r:id="rId3"/>
    <p:sldLayoutId id="2147483938" r:id="rId4"/>
    <p:sldLayoutId id="2147483939" r:id="rId5"/>
    <p:sldLayoutId id="2147483940" r:id="rId6"/>
    <p:sldLayoutId id="2147483941" r:id="rId7"/>
    <p:sldLayoutId id="2147483942" r:id="rId8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CD4Function</a:t>
            </a: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74EF9740-1DC3-44C4-BFAD-144CF7D8EE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138" y="4405079"/>
            <a:ext cx="2518575" cy="1538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en-US" sz="2000" dirty="0"/>
          </a:p>
          <a:p>
            <a:r>
              <a:rPr lang="en-US" sz="2000" dirty="0"/>
              <a:t>Software Engineering</a:t>
            </a:r>
          </a:p>
          <a:p>
            <a:r>
              <a:rPr lang="en-US" sz="2000" dirty="0"/>
              <a:t>RWTH Aachen </a:t>
            </a:r>
          </a:p>
          <a:p>
            <a:endParaRPr lang="en-US" sz="2000" dirty="0"/>
          </a:p>
          <a:p>
            <a:r>
              <a:rPr lang="en-US" sz="2000" dirty="0"/>
              <a:t>http://www.se-rwth.de/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9B48C8A0-5E06-613A-BB9E-C64900E2C1C9}"/>
              </a:ext>
            </a:extLst>
          </p:cNvPr>
          <p:cNvGrpSpPr>
            <a:grpSpLocks noChangeAspect="1"/>
          </p:cNvGrpSpPr>
          <p:nvPr/>
        </p:nvGrpSpPr>
        <p:grpSpPr>
          <a:xfrm>
            <a:off x="4294416" y="2788920"/>
            <a:ext cx="7524943" cy="2834640"/>
            <a:chOff x="7238764" y="3177220"/>
            <a:chExt cx="4550031" cy="1713991"/>
          </a:xfrm>
        </p:grpSpPr>
        <p:sp>
          <p:nvSpPr>
            <p:cNvPr id="3" name="Cube 6">
              <a:extLst>
                <a:ext uri="{FF2B5EF4-FFF2-40B4-BE49-F238E27FC236}">
                  <a16:creationId xmlns:a16="http://schemas.microsoft.com/office/drawing/2014/main" id="{6BA445C4-D951-34C1-10D2-05DA0EEFE495}"/>
                </a:ext>
              </a:extLst>
            </p:cNvPr>
            <p:cNvSpPr/>
            <p:nvPr/>
          </p:nvSpPr>
          <p:spPr>
            <a:xfrm>
              <a:off x="8920122" y="3298765"/>
              <a:ext cx="1388853" cy="1592446"/>
            </a:xfrm>
            <a:prstGeom prst="cub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800"/>
            </a:p>
          </p:txBody>
        </p:sp>
        <p:cxnSp>
          <p:nvCxnSpPr>
            <p:cNvPr id="4" name="Gerade Verbindung mit Pfeil 3">
              <a:extLst>
                <a:ext uri="{FF2B5EF4-FFF2-40B4-BE49-F238E27FC236}">
                  <a16:creationId xmlns:a16="http://schemas.microsoft.com/office/drawing/2014/main" id="{CCC334C0-8C60-08ED-9212-8CE394024BD6}"/>
                </a:ext>
              </a:extLst>
            </p:cNvPr>
            <p:cNvCxnSpPr/>
            <p:nvPr/>
          </p:nvCxnSpPr>
          <p:spPr>
            <a:xfrm>
              <a:off x="7979843" y="3806997"/>
              <a:ext cx="94027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Pfeil nach rechts 9">
              <a:extLst>
                <a:ext uri="{FF2B5EF4-FFF2-40B4-BE49-F238E27FC236}">
                  <a16:creationId xmlns:a16="http://schemas.microsoft.com/office/drawing/2014/main" id="{08F45EFD-49A1-C529-C94F-99EE8D47C0D2}"/>
                </a:ext>
              </a:extLst>
            </p:cNvPr>
            <p:cNvSpPr/>
            <p:nvPr/>
          </p:nvSpPr>
          <p:spPr>
            <a:xfrm>
              <a:off x="7941714" y="4189836"/>
              <a:ext cx="978408" cy="79914"/>
            </a:xfrm>
            <a:prstGeom prst="rightArrow">
              <a:avLst>
                <a:gd name="adj1" fmla="val 50000"/>
                <a:gd name="adj2" fmla="val 150746"/>
              </a:avLst>
            </a:prstGeom>
            <a:noFill/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800"/>
            </a:p>
          </p:txBody>
        </p:sp>
        <p:sp>
          <p:nvSpPr>
            <p:cNvPr id="6" name="Textfeld 10">
              <a:extLst>
                <a:ext uri="{FF2B5EF4-FFF2-40B4-BE49-F238E27FC236}">
                  <a16:creationId xmlns:a16="http://schemas.microsoft.com/office/drawing/2014/main" id="{0378BF45-E575-606C-E386-5DA4920FD2A8}"/>
                </a:ext>
              </a:extLst>
            </p:cNvPr>
            <p:cNvSpPr txBox="1"/>
            <p:nvPr/>
          </p:nvSpPr>
          <p:spPr>
            <a:xfrm>
              <a:off x="8920123" y="3844699"/>
              <a:ext cx="979211" cy="7257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 algn="ctr"/>
              <a:r>
                <a:rPr lang="de-DE" sz="2400" dirty="0"/>
                <a:t>Cyber-</a:t>
              </a:r>
              <a:br>
                <a:rPr lang="de-DE" sz="2400" dirty="0"/>
              </a:br>
              <a:r>
                <a:rPr lang="de-DE" sz="2400" dirty="0"/>
                <a:t>Physical System</a:t>
              </a:r>
              <a:endParaRPr lang="en-US" sz="2400" dirty="0"/>
            </a:p>
          </p:txBody>
        </p:sp>
        <p:cxnSp>
          <p:nvCxnSpPr>
            <p:cNvPr id="7" name="Gerade Verbindung mit Pfeil 6">
              <a:extLst>
                <a:ext uri="{FF2B5EF4-FFF2-40B4-BE49-F238E27FC236}">
                  <a16:creationId xmlns:a16="http://schemas.microsoft.com/office/drawing/2014/main" id="{75F8C01C-9059-26E3-92D2-BAB5662BF593}"/>
                </a:ext>
              </a:extLst>
            </p:cNvPr>
            <p:cNvCxnSpPr/>
            <p:nvPr/>
          </p:nvCxnSpPr>
          <p:spPr>
            <a:xfrm>
              <a:off x="7979842" y="4703676"/>
              <a:ext cx="94027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 Verbindung mit Pfeil 7">
              <a:extLst>
                <a:ext uri="{FF2B5EF4-FFF2-40B4-BE49-F238E27FC236}">
                  <a16:creationId xmlns:a16="http://schemas.microsoft.com/office/drawing/2014/main" id="{E36A4FD3-B734-3353-1D3B-67E6A628478E}"/>
                </a:ext>
              </a:extLst>
            </p:cNvPr>
            <p:cNvCxnSpPr/>
            <p:nvPr/>
          </p:nvCxnSpPr>
          <p:spPr>
            <a:xfrm>
              <a:off x="10099833" y="3806932"/>
              <a:ext cx="94027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Pfeil nach rechts 13">
              <a:extLst>
                <a:ext uri="{FF2B5EF4-FFF2-40B4-BE49-F238E27FC236}">
                  <a16:creationId xmlns:a16="http://schemas.microsoft.com/office/drawing/2014/main" id="{69AC3D63-A862-98AB-FB0E-0B21EDAC24FD}"/>
                </a:ext>
              </a:extLst>
            </p:cNvPr>
            <p:cNvSpPr/>
            <p:nvPr/>
          </p:nvSpPr>
          <p:spPr>
            <a:xfrm>
              <a:off x="10061704" y="4168505"/>
              <a:ext cx="978408" cy="79914"/>
            </a:xfrm>
            <a:prstGeom prst="rightArrow">
              <a:avLst>
                <a:gd name="adj1" fmla="val 50000"/>
                <a:gd name="adj2" fmla="val 150746"/>
              </a:avLst>
            </a:prstGeom>
            <a:noFill/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800"/>
            </a:p>
          </p:txBody>
        </p:sp>
        <p:cxnSp>
          <p:nvCxnSpPr>
            <p:cNvPr id="11" name="Gerade Verbindung mit Pfeil 10">
              <a:extLst>
                <a:ext uri="{FF2B5EF4-FFF2-40B4-BE49-F238E27FC236}">
                  <a16:creationId xmlns:a16="http://schemas.microsoft.com/office/drawing/2014/main" id="{C1C1E368-B029-EC83-AFFD-255AD8B1C32A}"/>
                </a:ext>
              </a:extLst>
            </p:cNvPr>
            <p:cNvCxnSpPr/>
            <p:nvPr/>
          </p:nvCxnSpPr>
          <p:spPr>
            <a:xfrm>
              <a:off x="10099832" y="4703611"/>
              <a:ext cx="94027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feld 15">
              <a:extLst>
                <a:ext uri="{FF2B5EF4-FFF2-40B4-BE49-F238E27FC236}">
                  <a16:creationId xmlns:a16="http://schemas.microsoft.com/office/drawing/2014/main" id="{F409FFEF-437A-DC5A-002E-A6BA7BB60049}"/>
                </a:ext>
              </a:extLst>
            </p:cNvPr>
            <p:cNvSpPr txBox="1"/>
            <p:nvPr/>
          </p:nvSpPr>
          <p:spPr>
            <a:xfrm>
              <a:off x="7244886" y="3390718"/>
              <a:ext cx="979211" cy="2791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 algn="ctr"/>
              <a:r>
                <a:rPr lang="de-DE" sz="2400" dirty="0"/>
                <a:t>Energy</a:t>
              </a:r>
              <a:endParaRPr lang="en-US" sz="2400" dirty="0"/>
            </a:p>
          </p:txBody>
        </p:sp>
        <p:sp>
          <p:nvSpPr>
            <p:cNvPr id="13" name="Textfeld 16">
              <a:extLst>
                <a:ext uri="{FF2B5EF4-FFF2-40B4-BE49-F238E27FC236}">
                  <a16:creationId xmlns:a16="http://schemas.microsoft.com/office/drawing/2014/main" id="{CA09DF99-B8F9-49F2-CD6F-1C5D53508FB1}"/>
                </a:ext>
              </a:extLst>
            </p:cNvPr>
            <p:cNvSpPr txBox="1"/>
            <p:nvPr/>
          </p:nvSpPr>
          <p:spPr>
            <a:xfrm>
              <a:off x="7244378" y="3870430"/>
              <a:ext cx="979212" cy="2791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 algn="ctr"/>
              <a:r>
                <a:rPr lang="de-DE" sz="2400" dirty="0"/>
                <a:t>Material</a:t>
              </a:r>
              <a:endParaRPr lang="en-US" sz="2400" dirty="0"/>
            </a:p>
          </p:txBody>
        </p:sp>
        <p:sp>
          <p:nvSpPr>
            <p:cNvPr id="14" name="Textfeld 17">
              <a:extLst>
                <a:ext uri="{FF2B5EF4-FFF2-40B4-BE49-F238E27FC236}">
                  <a16:creationId xmlns:a16="http://schemas.microsoft.com/office/drawing/2014/main" id="{81C1863B-805A-09CF-DF6B-E80D09A21C82}"/>
                </a:ext>
              </a:extLst>
            </p:cNvPr>
            <p:cNvSpPr txBox="1"/>
            <p:nvPr/>
          </p:nvSpPr>
          <p:spPr>
            <a:xfrm>
              <a:off x="7238764" y="4389428"/>
              <a:ext cx="979211" cy="2791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 algn="ctr"/>
              <a:r>
                <a:rPr lang="de-DE" sz="2400" dirty="0"/>
                <a:t>Data</a:t>
              </a:r>
              <a:endParaRPr lang="en-US" sz="2400" dirty="0"/>
            </a:p>
          </p:txBody>
        </p:sp>
        <p:sp>
          <p:nvSpPr>
            <p:cNvPr id="15" name="AutoShape 40">
              <a:extLst>
                <a:ext uri="{FF2B5EF4-FFF2-40B4-BE49-F238E27FC236}">
                  <a16:creationId xmlns:a16="http://schemas.microsoft.com/office/drawing/2014/main" id="{D878364E-F3EA-AE8B-AA61-89E30F06CE0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179195" y="3177220"/>
              <a:ext cx="609600" cy="304800"/>
            </a:xfrm>
            <a:prstGeom prst="foldedCorner">
              <a:avLst>
                <a:gd name="adj" fmla="val 27606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rot="10800000" wrap="none" anchor="ctr" anchorCtr="1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 eaLnBrk="0" hangingPunct="0">
                <a:lnSpc>
                  <a:spcPct val="70000"/>
                </a:lnSpc>
              </a:pPr>
              <a:r>
                <a:rPr lang="en-US" altLang="de-DE" sz="2400" dirty="0"/>
                <a:t>CPF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90968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3C43F92-72E7-5C19-A418-EAE1A0DB5BAE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342900" indent="-342900">
              <a:buFont typeface="+mj-lt"/>
              <a:buAutoNum type="alphaLcParenR"/>
            </a:pPr>
            <a:r>
              <a:rPr lang="de-DE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Wir beschreiben die physikalische Struktur von Maschinen, Produkten (im Prinzip von der kleinsten Schraube bis zur kompletten Produktionsstraße)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DE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ggf. inclusive expliziter Nennung von Softwarekomponenten</a:t>
            </a:r>
          </a:p>
          <a:p>
            <a:pPr marL="342900" indent="-342900">
              <a:buFont typeface="+mj-lt"/>
              <a:buAutoNum type="alphaLcParenR"/>
            </a:pPr>
            <a:endParaRPr lang="de-DE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lphaLcParenR"/>
            </a:pPr>
            <a:r>
              <a:rPr lang="de-DE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Wir beschreiben die Funktion der Komponenten und zwar in Form von Inputs und Outputs.</a:t>
            </a:r>
          </a:p>
          <a:p>
            <a:pPr marL="342900" indent="-342900">
              <a:buFont typeface="+mj-lt"/>
              <a:buAutoNum type="alphaLcParenR"/>
            </a:pPr>
            <a:endParaRPr lang="de-DE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lphaLcParenR"/>
            </a:pPr>
            <a:r>
              <a:rPr lang="de-DE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Dafür gibt es Kanäle, auf denen physikalische oder Daten technische Informationen fließen und deren Auftreten als Events verstanden werden kann</a:t>
            </a:r>
            <a:endParaRPr lang="de-DE" kern="1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indent="-342900">
              <a:buFont typeface="+mj-lt"/>
              <a:buAutoNum type="alphaLcParenR"/>
            </a:pPr>
            <a:endParaRPr lang="de-DE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lphaLcParenR"/>
            </a:pPr>
            <a:r>
              <a:rPr lang="de-DE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Die Funktionen können durchaus komplexe Eigenschaften besitzen, </a:t>
            </a:r>
            <a:r>
              <a:rPr lang="de-DE" kern="100" dirty="0">
                <a:latin typeface="Calibri" panose="020F0502020204030204" pitchFamily="34" charset="0"/>
                <a:ea typeface="Calibri" panose="020F0502020204030204" pitchFamily="34" charset="0"/>
              </a:rPr>
              <a:t>bre</a:t>
            </a:r>
            <a:r>
              <a:rPr lang="de-DE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chen sich aber letztlich runter auf entweder reine Software, Sensoren, Aktuatoren oder elementare Funktionen, wie sie der Maschinenbauer in Form von etwa 300 Stück kennt.</a:t>
            </a:r>
          </a:p>
          <a:p>
            <a:pPr marL="342900" indent="-342900">
              <a:buFont typeface="+mj-lt"/>
              <a:buAutoNum type="alphaLcParenR"/>
            </a:pPr>
            <a:endParaRPr lang="de-DE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lphaLcParenR"/>
            </a:pPr>
            <a:r>
              <a:rPr lang="de-DE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Die Funktionen können internen Zustand haben und diesen Zustand wechseln, was ebenfalls als Event auftritt</a:t>
            </a:r>
          </a:p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1DE7FE1-C0CA-F4B3-3D14-744CC8EE3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CD4Function: </a:t>
            </a:r>
            <a:r>
              <a:rPr lang="de-DE" dirty="0"/>
              <a:t>Metamodell á la OCEL</a:t>
            </a:r>
          </a:p>
        </p:txBody>
      </p:sp>
    </p:spTree>
    <p:extLst>
      <p:ext uri="{BB962C8B-B14F-4D97-AF65-F5344CB8AC3E}">
        <p14:creationId xmlns:p14="http://schemas.microsoft.com/office/powerpoint/2010/main" val="1658125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feld 169">
            <a:extLst>
              <a:ext uri="{FF2B5EF4-FFF2-40B4-BE49-F238E27FC236}">
                <a16:creationId xmlns:a16="http://schemas.microsoft.com/office/drawing/2014/main" id="{544756ED-B840-C025-3A4C-68E29AE63FA0}"/>
              </a:ext>
            </a:extLst>
          </p:cNvPr>
          <p:cNvSpPr txBox="1"/>
          <p:nvPr/>
        </p:nvSpPr>
        <p:spPr>
          <a:xfrm>
            <a:off x="7553629" y="4114307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out</a:t>
            </a:r>
          </a:p>
        </p:txBody>
      </p:sp>
      <p:sp>
        <p:nvSpPr>
          <p:cNvPr id="111" name="Textfeld 169">
            <a:extLst>
              <a:ext uri="{FF2B5EF4-FFF2-40B4-BE49-F238E27FC236}">
                <a16:creationId xmlns:a16="http://schemas.microsoft.com/office/drawing/2014/main" id="{45D6BDE6-289B-2D23-835E-AC7D0CA2EF04}"/>
              </a:ext>
            </a:extLst>
          </p:cNvPr>
          <p:cNvSpPr txBox="1"/>
          <p:nvPr/>
        </p:nvSpPr>
        <p:spPr>
          <a:xfrm>
            <a:off x="7927932" y="4116569"/>
            <a:ext cx="5239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2472BEB-1624-80A2-0806-D1BFE1276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CD4Function</a:t>
            </a:r>
          </a:p>
        </p:txBody>
      </p: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E6D7175A-5FFA-CA72-4D0C-436B010B5E4D}"/>
              </a:ext>
            </a:extLst>
          </p:cNvPr>
          <p:cNvGrpSpPr/>
          <p:nvPr/>
        </p:nvGrpSpPr>
        <p:grpSpPr>
          <a:xfrm>
            <a:off x="7245929" y="3429000"/>
            <a:ext cx="1414463" cy="412750"/>
            <a:chOff x="7497215" y="4334214"/>
            <a:chExt cx="1414463" cy="412750"/>
          </a:xfrm>
        </p:grpSpPr>
        <p:grpSp>
          <p:nvGrpSpPr>
            <p:cNvPr id="85" name="Group 87">
              <a:extLst>
                <a:ext uri="{FF2B5EF4-FFF2-40B4-BE49-F238E27FC236}">
                  <a16:creationId xmlns:a16="http://schemas.microsoft.com/office/drawing/2014/main" id="{08879DE1-631C-B3E6-79A9-0BF722F6BA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97215" y="4334214"/>
              <a:ext cx="1414463" cy="412750"/>
              <a:chOff x="3441" y="2592"/>
              <a:chExt cx="891" cy="260"/>
            </a:xfrm>
          </p:grpSpPr>
          <p:sp>
            <p:nvSpPr>
              <p:cNvPr id="87" name="Text Box 82">
                <a:extLst>
                  <a:ext uri="{FF2B5EF4-FFF2-40B4-BE49-F238E27FC236}">
                    <a16:creationId xmlns:a16="http://schemas.microsoft.com/office/drawing/2014/main" id="{CC66CF99-BB29-2EE8-6234-A661173090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61" y="2616"/>
                <a:ext cx="448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Inport</a:t>
                </a:r>
              </a:p>
            </p:txBody>
          </p:sp>
          <p:sp>
            <p:nvSpPr>
              <p:cNvPr id="88" name="Rectangle 83">
                <a:extLst>
                  <a:ext uri="{FF2B5EF4-FFF2-40B4-BE49-F238E27FC236}">
                    <a16:creationId xmlns:a16="http://schemas.microsoft.com/office/drawing/2014/main" id="{183A5675-C351-2D8D-7F51-457DE51C93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1" y="2592"/>
                <a:ext cx="891" cy="26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86" name="Textfeld 169">
              <a:extLst>
                <a:ext uri="{FF2B5EF4-FFF2-40B4-BE49-F238E27FC236}">
                  <a16:creationId xmlns:a16="http://schemas.microsoft.com/office/drawing/2014/main" id="{B71A5076-E84E-8975-93B3-6862861D1C53}"/>
                </a:ext>
              </a:extLst>
            </p:cNvPr>
            <p:cNvSpPr txBox="1"/>
            <p:nvPr/>
          </p:nvSpPr>
          <p:spPr>
            <a:xfrm>
              <a:off x="8446813" y="4334624"/>
              <a:ext cx="29835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8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grpSp>
        <p:nvGrpSpPr>
          <p:cNvPr id="89" name="Gruppieren 88">
            <a:extLst>
              <a:ext uri="{FF2B5EF4-FFF2-40B4-BE49-F238E27FC236}">
                <a16:creationId xmlns:a16="http://schemas.microsoft.com/office/drawing/2014/main" id="{20E5E315-5EC4-A924-2F47-D8E0B1C571D1}"/>
              </a:ext>
            </a:extLst>
          </p:cNvPr>
          <p:cNvGrpSpPr/>
          <p:nvPr/>
        </p:nvGrpSpPr>
        <p:grpSpPr>
          <a:xfrm>
            <a:off x="7246758" y="4376645"/>
            <a:ext cx="1414463" cy="412750"/>
            <a:chOff x="9978688" y="4334214"/>
            <a:chExt cx="1414463" cy="412750"/>
          </a:xfrm>
        </p:grpSpPr>
        <p:grpSp>
          <p:nvGrpSpPr>
            <p:cNvPr id="90" name="Group 87">
              <a:extLst>
                <a:ext uri="{FF2B5EF4-FFF2-40B4-BE49-F238E27FC236}">
                  <a16:creationId xmlns:a16="http://schemas.microsoft.com/office/drawing/2014/main" id="{E78A8A73-5FBD-78F1-1CD7-72D7C40187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78688" y="4334214"/>
              <a:ext cx="1414463" cy="412750"/>
              <a:chOff x="3441" y="2592"/>
              <a:chExt cx="891" cy="260"/>
            </a:xfrm>
          </p:grpSpPr>
          <p:sp>
            <p:nvSpPr>
              <p:cNvPr id="94" name="Text Box 82">
                <a:extLst>
                  <a:ext uri="{FF2B5EF4-FFF2-40B4-BE49-F238E27FC236}">
                    <a16:creationId xmlns:a16="http://schemas.microsoft.com/office/drawing/2014/main" id="{A0D32A82-610F-BB3D-5A3C-F59093EC15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11" y="2616"/>
                <a:ext cx="549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Outport</a:t>
                </a:r>
              </a:p>
            </p:txBody>
          </p:sp>
          <p:sp>
            <p:nvSpPr>
              <p:cNvPr id="98" name="Rectangle 83">
                <a:extLst>
                  <a:ext uri="{FF2B5EF4-FFF2-40B4-BE49-F238E27FC236}">
                    <a16:creationId xmlns:a16="http://schemas.microsoft.com/office/drawing/2014/main" id="{B68FA06F-4BE7-D52C-F927-B0BB2C0E34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1" y="2592"/>
                <a:ext cx="891" cy="26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91" name="Textfeld 169">
              <a:extLst>
                <a:ext uri="{FF2B5EF4-FFF2-40B4-BE49-F238E27FC236}">
                  <a16:creationId xmlns:a16="http://schemas.microsoft.com/office/drawing/2014/main" id="{FAE0DB3F-D9C9-DCD8-50E4-7F7ACFA3E93D}"/>
                </a:ext>
              </a:extLst>
            </p:cNvPr>
            <p:cNvSpPr txBox="1"/>
            <p:nvPr/>
          </p:nvSpPr>
          <p:spPr>
            <a:xfrm>
              <a:off x="10112009" y="4335290"/>
              <a:ext cx="29835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8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grpSp>
        <p:nvGrpSpPr>
          <p:cNvPr id="130" name="Group 87">
            <a:extLst>
              <a:ext uri="{FF2B5EF4-FFF2-40B4-BE49-F238E27FC236}">
                <a16:creationId xmlns:a16="http://schemas.microsoft.com/office/drawing/2014/main" id="{C2C111F6-8533-1094-3AE6-5B4B711A78AA}"/>
              </a:ext>
            </a:extLst>
          </p:cNvPr>
          <p:cNvGrpSpPr>
            <a:grpSpLocks/>
          </p:cNvGrpSpPr>
          <p:nvPr/>
        </p:nvGrpSpPr>
        <p:grpSpPr bwMode="auto">
          <a:xfrm>
            <a:off x="10045448" y="4376645"/>
            <a:ext cx="1414463" cy="412750"/>
            <a:chOff x="3441" y="2592"/>
            <a:chExt cx="891" cy="260"/>
          </a:xfrm>
        </p:grpSpPr>
        <p:sp>
          <p:nvSpPr>
            <p:cNvPr id="131" name="Text Box 82">
              <a:extLst>
                <a:ext uri="{FF2B5EF4-FFF2-40B4-BE49-F238E27FC236}">
                  <a16:creationId xmlns:a16="http://schemas.microsoft.com/office/drawing/2014/main" id="{3BEE62D8-0955-E8FE-34F9-2559A39081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8" y="2616"/>
              <a:ext cx="374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Kind</a:t>
              </a:r>
            </a:p>
          </p:txBody>
        </p:sp>
        <p:sp>
          <p:nvSpPr>
            <p:cNvPr id="132" name="Rectangle 83">
              <a:extLst>
                <a:ext uri="{FF2B5EF4-FFF2-40B4-BE49-F238E27FC236}">
                  <a16:creationId xmlns:a16="http://schemas.microsoft.com/office/drawing/2014/main" id="{BDC23866-7E6E-7F91-9386-140010FC16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" y="2592"/>
              <a:ext cx="891" cy="26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cxnSp>
        <p:nvCxnSpPr>
          <p:cNvPr id="2" name="Verbinder: gewinkelt 87">
            <a:extLst>
              <a:ext uri="{FF2B5EF4-FFF2-40B4-BE49-F238E27FC236}">
                <a16:creationId xmlns:a16="http://schemas.microsoft.com/office/drawing/2014/main" id="{E78214E8-980F-73A0-1988-80B2005C57C1}"/>
              </a:ext>
            </a:extLst>
          </p:cNvPr>
          <p:cNvCxnSpPr>
            <a:cxnSpLocks/>
            <a:stCxn id="88" idx="3"/>
            <a:endCxn id="116" idx="3"/>
          </p:cNvCxnSpPr>
          <p:nvPr/>
        </p:nvCxnSpPr>
        <p:spPr>
          <a:xfrm flipV="1">
            <a:off x="8660392" y="3460250"/>
            <a:ext cx="281464" cy="175125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none" w="med" len="med"/>
          </a:ln>
        </p:spPr>
      </p:cxnSp>
      <p:cxnSp>
        <p:nvCxnSpPr>
          <p:cNvPr id="6" name="Verbinder: gewinkelt 87">
            <a:extLst>
              <a:ext uri="{FF2B5EF4-FFF2-40B4-BE49-F238E27FC236}">
                <a16:creationId xmlns:a16="http://schemas.microsoft.com/office/drawing/2014/main" id="{510E37C7-F6E9-F32D-26D2-97D83A40CB66}"/>
              </a:ext>
            </a:extLst>
          </p:cNvPr>
          <p:cNvCxnSpPr>
            <a:cxnSpLocks/>
            <a:stCxn id="98" idx="3"/>
            <a:endCxn id="116" idx="3"/>
          </p:cNvCxnSpPr>
          <p:nvPr/>
        </p:nvCxnSpPr>
        <p:spPr>
          <a:xfrm flipV="1">
            <a:off x="8661221" y="3460250"/>
            <a:ext cx="280635" cy="1122770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none" w="med" len="med"/>
          </a:ln>
        </p:spPr>
      </p:cxnSp>
      <p:cxnSp>
        <p:nvCxnSpPr>
          <p:cNvPr id="21" name="Verbinder: gewinkelt 87">
            <a:extLst>
              <a:ext uri="{FF2B5EF4-FFF2-40B4-BE49-F238E27FC236}">
                <a16:creationId xmlns:a16="http://schemas.microsoft.com/office/drawing/2014/main" id="{ACF79AE6-0C37-92CA-3E62-D662C3D6344B}"/>
              </a:ext>
            </a:extLst>
          </p:cNvPr>
          <p:cNvCxnSpPr>
            <a:cxnSpLocks/>
            <a:stCxn id="120" idx="2"/>
            <a:endCxn id="108" idx="1"/>
          </p:cNvCxnSpPr>
          <p:nvPr/>
        </p:nvCxnSpPr>
        <p:spPr>
          <a:xfrm rot="16200000" flipH="1">
            <a:off x="9514639" y="3111994"/>
            <a:ext cx="482588" cy="574264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FF4C1D47-193E-F9D7-05CA-EB6617727CC6}"/>
              </a:ext>
            </a:extLst>
          </p:cNvPr>
          <p:cNvCxnSpPr>
            <a:cxnSpLocks/>
            <a:stCxn id="123" idx="2"/>
            <a:endCxn id="108" idx="0"/>
          </p:cNvCxnSpPr>
          <p:nvPr/>
        </p:nvCxnSpPr>
        <p:spPr>
          <a:xfrm>
            <a:off x="10750296" y="2114591"/>
            <a:ext cx="1" cy="1319454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8FD7B3C0-AE8C-95A0-8A04-F26B9239DD1B}"/>
              </a:ext>
            </a:extLst>
          </p:cNvPr>
          <p:cNvCxnSpPr>
            <a:cxnSpLocks/>
            <a:stCxn id="63" idx="0"/>
            <a:endCxn id="132" idx="0"/>
          </p:cNvCxnSpPr>
          <p:nvPr/>
        </p:nvCxnSpPr>
        <p:spPr>
          <a:xfrm>
            <a:off x="10750297" y="4105792"/>
            <a:ext cx="2383" cy="270853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1BF91FA5-D920-0099-1F3D-665E88A4BD7A}"/>
              </a:ext>
            </a:extLst>
          </p:cNvPr>
          <p:cNvCxnSpPr>
            <a:cxnSpLocks/>
            <a:stCxn id="98" idx="0"/>
            <a:endCxn id="88" idx="2"/>
          </p:cNvCxnSpPr>
          <p:nvPr/>
        </p:nvCxnSpPr>
        <p:spPr>
          <a:xfrm flipH="1" flipV="1">
            <a:off x="7953161" y="3841750"/>
            <a:ext cx="829" cy="534895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 type="triangle"/>
            <a:tailEnd type="triangle" w="med" len="med"/>
          </a:ln>
        </p:spPr>
      </p:cxn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D06CF1CF-F314-C363-F4CB-09387A4773FB}"/>
              </a:ext>
            </a:extLst>
          </p:cNvPr>
          <p:cNvGrpSpPr/>
          <p:nvPr/>
        </p:nvGrpSpPr>
        <p:grpSpPr>
          <a:xfrm>
            <a:off x="5746196" y="1700350"/>
            <a:ext cx="1930787" cy="415732"/>
            <a:chOff x="5746196" y="1700350"/>
            <a:chExt cx="1930787" cy="415732"/>
          </a:xfrm>
        </p:grpSpPr>
        <p:cxnSp>
          <p:nvCxnSpPr>
            <p:cNvPr id="47" name="Verbinder: gewinkelt 87">
              <a:extLst>
                <a:ext uri="{FF2B5EF4-FFF2-40B4-BE49-F238E27FC236}">
                  <a16:creationId xmlns:a16="http://schemas.microsoft.com/office/drawing/2014/main" id="{9BD66F53-02F8-0245-5342-5DB7E16F73E5}"/>
                </a:ext>
              </a:extLst>
            </p:cNvPr>
            <p:cNvCxnSpPr>
              <a:cxnSpLocks/>
              <a:stCxn id="74" idx="2"/>
              <a:endCxn id="57" idx="0"/>
            </p:cNvCxnSpPr>
            <p:nvPr/>
          </p:nvCxnSpPr>
          <p:spPr>
            <a:xfrm rot="10800000" flipH="1">
              <a:off x="5746196" y="1700351"/>
              <a:ext cx="965428" cy="213027"/>
            </a:xfrm>
            <a:prstGeom prst="bentConnector4">
              <a:avLst>
                <a:gd name="adj1" fmla="val -19321"/>
                <a:gd name="adj2" fmla="val 207310"/>
              </a:avLst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</p:spPr>
        </p:cxnSp>
        <p:sp>
          <p:nvSpPr>
            <p:cNvPr id="48" name="Text Box 82">
              <a:extLst>
                <a:ext uri="{FF2B5EF4-FFF2-40B4-BE49-F238E27FC236}">
                  <a16:creationId xmlns:a16="http://schemas.microsoft.com/office/drawing/2014/main" id="{2E6CCE68-4D26-3E46-3B4B-C83A7CA526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5055" y="1738450"/>
              <a:ext cx="969963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Function</a:t>
              </a:r>
            </a:p>
          </p:txBody>
        </p:sp>
        <p:sp>
          <p:nvSpPr>
            <p:cNvPr id="57" name="Rectangle 83">
              <a:extLst>
                <a:ext uri="{FF2B5EF4-FFF2-40B4-BE49-F238E27FC236}">
                  <a16:creationId xmlns:a16="http://schemas.microsoft.com/office/drawing/2014/main" id="{6C69CBA5-6820-2D85-A9E6-F0D687810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4392" y="1700350"/>
              <a:ext cx="1414463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4" name="AutoShape 50">
              <a:extLst>
                <a:ext uri="{FF2B5EF4-FFF2-40B4-BE49-F238E27FC236}">
                  <a16:creationId xmlns:a16="http://schemas.microsoft.com/office/drawing/2014/main" id="{4BCB37B3-246C-B80E-0B3B-27CE4BD5E8C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88264" y="1787170"/>
              <a:ext cx="168275" cy="252412"/>
            </a:xfrm>
            <a:prstGeom prst="diamond">
              <a:avLst/>
            </a:prstGeom>
            <a:solidFill>
              <a:sysClr val="windowText" lastClr="000000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5" name="Textfeld 169">
              <a:extLst>
                <a:ext uri="{FF2B5EF4-FFF2-40B4-BE49-F238E27FC236}">
                  <a16:creationId xmlns:a16="http://schemas.microsoft.com/office/drawing/2014/main" id="{A742F8FD-B8DE-99D1-3A56-9FF3B4EC2CF2}"/>
                </a:ext>
              </a:extLst>
            </p:cNvPr>
            <p:cNvSpPr txBox="1"/>
            <p:nvPr/>
          </p:nvSpPr>
          <p:spPr>
            <a:xfrm>
              <a:off x="6283785" y="1895925"/>
              <a:ext cx="29835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8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76" name="Textfeld 169">
              <a:extLst>
                <a:ext uri="{FF2B5EF4-FFF2-40B4-BE49-F238E27FC236}">
                  <a16:creationId xmlns:a16="http://schemas.microsoft.com/office/drawing/2014/main" id="{AA661F45-9377-AAD5-8921-3D60F173FBBC}"/>
                </a:ext>
              </a:extLst>
            </p:cNvPr>
            <p:cNvSpPr txBox="1"/>
            <p:nvPr/>
          </p:nvSpPr>
          <p:spPr>
            <a:xfrm>
              <a:off x="6847764" y="1900638"/>
              <a:ext cx="29835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8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81" name="AutoShape 50">
              <a:extLst>
                <a:ext uri="{FF2B5EF4-FFF2-40B4-BE49-F238E27FC236}">
                  <a16:creationId xmlns:a16="http://schemas.microsoft.com/office/drawing/2014/main" id="{7FBB79BE-5472-26D3-14BB-4674C5C0A19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466639" y="1782011"/>
              <a:ext cx="168275" cy="252412"/>
            </a:xfrm>
            <a:prstGeom prst="diamond">
              <a:avLst/>
            </a:prstGeom>
            <a:solidFill>
              <a:sysClr val="windowText" lastClr="000000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66" name="Textfeld 169">
            <a:extLst>
              <a:ext uri="{FF2B5EF4-FFF2-40B4-BE49-F238E27FC236}">
                <a16:creationId xmlns:a16="http://schemas.microsoft.com/office/drawing/2014/main" id="{7A66C475-C575-3B52-6A3D-CB34A715C6E5}"/>
              </a:ext>
            </a:extLst>
          </p:cNvPr>
          <p:cNvSpPr txBox="1"/>
          <p:nvPr/>
        </p:nvSpPr>
        <p:spPr>
          <a:xfrm>
            <a:off x="6705005" y="1465211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68" name="Textfeld 169">
            <a:extLst>
              <a:ext uri="{FF2B5EF4-FFF2-40B4-BE49-F238E27FC236}">
                <a16:creationId xmlns:a16="http://schemas.microsoft.com/office/drawing/2014/main" id="{9282EF4C-19BB-40F8-96CB-B9980AB3981C}"/>
              </a:ext>
            </a:extLst>
          </p:cNvPr>
          <p:cNvSpPr txBox="1"/>
          <p:nvPr/>
        </p:nvSpPr>
        <p:spPr>
          <a:xfrm>
            <a:off x="9472891" y="1889133"/>
            <a:ext cx="572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state</a:t>
            </a:r>
          </a:p>
        </p:txBody>
      </p:sp>
      <p:sp>
        <p:nvSpPr>
          <p:cNvPr id="69" name="Textfeld 169">
            <a:extLst>
              <a:ext uri="{FF2B5EF4-FFF2-40B4-BE49-F238E27FC236}">
                <a16:creationId xmlns:a16="http://schemas.microsoft.com/office/drawing/2014/main" id="{C360610D-FC9F-4055-0CFF-58ECA127EB77}"/>
              </a:ext>
            </a:extLst>
          </p:cNvPr>
          <p:cNvSpPr txBox="1"/>
          <p:nvPr/>
        </p:nvSpPr>
        <p:spPr>
          <a:xfrm>
            <a:off x="9759558" y="1635468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15B3519F-5A9B-181D-818C-0019A1D6B38B}"/>
              </a:ext>
            </a:extLst>
          </p:cNvPr>
          <p:cNvGrpSpPr/>
          <p:nvPr/>
        </p:nvGrpSpPr>
        <p:grpSpPr>
          <a:xfrm>
            <a:off x="10045448" y="1701841"/>
            <a:ext cx="1410052" cy="412750"/>
            <a:chOff x="6133049" y="1935065"/>
            <a:chExt cx="1410052" cy="412750"/>
          </a:xfrm>
        </p:grpSpPr>
        <p:sp>
          <p:nvSpPr>
            <p:cNvPr id="121" name="Text Box 82">
              <a:extLst>
                <a:ext uri="{FF2B5EF4-FFF2-40B4-BE49-F238E27FC236}">
                  <a16:creationId xmlns:a16="http://schemas.microsoft.com/office/drawing/2014/main" id="{DB97B62D-7852-1951-5753-9C8B3D4A74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3753" y="1973165"/>
              <a:ext cx="846707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Stream</a:t>
              </a:r>
            </a:p>
          </p:txBody>
        </p:sp>
        <p:sp>
          <p:nvSpPr>
            <p:cNvPr id="123" name="Rectangle 83">
              <a:extLst>
                <a:ext uri="{FF2B5EF4-FFF2-40B4-BE49-F238E27FC236}">
                  <a16:creationId xmlns:a16="http://schemas.microsoft.com/office/drawing/2014/main" id="{BF5759FB-D2C0-3651-529A-95B580D842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3049" y="1935065"/>
              <a:ext cx="1409695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24" name="Textfeld 169">
              <a:extLst>
                <a:ext uri="{FF2B5EF4-FFF2-40B4-BE49-F238E27FC236}">
                  <a16:creationId xmlns:a16="http://schemas.microsoft.com/office/drawing/2014/main" id="{67432E70-327C-5769-D573-FF8AA74DAFF9}"/>
                </a:ext>
              </a:extLst>
            </p:cNvPr>
            <p:cNvSpPr txBox="1"/>
            <p:nvPr/>
          </p:nvSpPr>
          <p:spPr>
            <a:xfrm>
              <a:off x="6329512" y="1935116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25" name="Textfeld 169">
              <a:extLst>
                <a:ext uri="{FF2B5EF4-FFF2-40B4-BE49-F238E27FC236}">
                  <a16:creationId xmlns:a16="http://schemas.microsoft.com/office/drawing/2014/main" id="{C8B76388-0F8E-C1DE-3B10-A902B3179C02}"/>
                </a:ext>
              </a:extLst>
            </p:cNvPr>
            <p:cNvSpPr txBox="1"/>
            <p:nvPr/>
          </p:nvSpPr>
          <p:spPr>
            <a:xfrm>
              <a:off x="7035803" y="1935116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29" name="Textfeld 169">
              <a:extLst>
                <a:ext uri="{FF2B5EF4-FFF2-40B4-BE49-F238E27FC236}">
                  <a16:creationId xmlns:a16="http://schemas.microsoft.com/office/drawing/2014/main" id="{5C9F63D6-6797-9E22-329B-792FA6544F76}"/>
                </a:ext>
              </a:extLst>
            </p:cNvPr>
            <p:cNvSpPr txBox="1"/>
            <p:nvPr/>
          </p:nvSpPr>
          <p:spPr>
            <a:xfrm>
              <a:off x="6231404" y="2189581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70" name="Textfeld 169">
              <a:extLst>
                <a:ext uri="{FF2B5EF4-FFF2-40B4-BE49-F238E27FC236}">
                  <a16:creationId xmlns:a16="http://schemas.microsoft.com/office/drawing/2014/main" id="{95D28428-8C6A-10F6-4129-8E98A8E7D605}"/>
                </a:ext>
              </a:extLst>
            </p:cNvPr>
            <p:cNvSpPr txBox="1"/>
            <p:nvPr/>
          </p:nvSpPr>
          <p:spPr>
            <a:xfrm>
              <a:off x="7244743" y="1984753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71" name="Textfeld 169">
              <a:extLst>
                <a:ext uri="{FF2B5EF4-FFF2-40B4-BE49-F238E27FC236}">
                  <a16:creationId xmlns:a16="http://schemas.microsoft.com/office/drawing/2014/main" id="{70AB998D-93B2-4237-B4A2-12065D6F97BE}"/>
                </a:ext>
              </a:extLst>
            </p:cNvPr>
            <p:cNvSpPr txBox="1"/>
            <p:nvPr/>
          </p:nvSpPr>
          <p:spPr>
            <a:xfrm>
              <a:off x="7244743" y="2163318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sp>
        <p:nvSpPr>
          <p:cNvPr id="101" name="Textfeld 169">
            <a:extLst>
              <a:ext uri="{FF2B5EF4-FFF2-40B4-BE49-F238E27FC236}">
                <a16:creationId xmlns:a16="http://schemas.microsoft.com/office/drawing/2014/main" id="{08611245-C212-9B72-1629-BF3A342CBB74}"/>
              </a:ext>
            </a:extLst>
          </p:cNvPr>
          <p:cNvSpPr txBox="1"/>
          <p:nvPr/>
        </p:nvSpPr>
        <p:spPr>
          <a:xfrm>
            <a:off x="6972380" y="2073216"/>
            <a:ext cx="547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1..*</a:t>
            </a:r>
          </a:p>
        </p:txBody>
      </p:sp>
      <p:sp>
        <p:nvSpPr>
          <p:cNvPr id="102" name="Textfeld 169">
            <a:extLst>
              <a:ext uri="{FF2B5EF4-FFF2-40B4-BE49-F238E27FC236}">
                <a16:creationId xmlns:a16="http://schemas.microsoft.com/office/drawing/2014/main" id="{F6EB8E70-FBFE-2B71-EA44-942975F5B5A0}"/>
              </a:ext>
            </a:extLst>
          </p:cNvPr>
          <p:cNvSpPr txBox="1"/>
          <p:nvPr/>
        </p:nvSpPr>
        <p:spPr>
          <a:xfrm>
            <a:off x="6382940" y="2070853"/>
            <a:ext cx="547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1..*</a:t>
            </a:r>
          </a:p>
        </p:txBody>
      </p:sp>
      <p:sp>
        <p:nvSpPr>
          <p:cNvPr id="104" name="Textfeld 169">
            <a:extLst>
              <a:ext uri="{FF2B5EF4-FFF2-40B4-BE49-F238E27FC236}">
                <a16:creationId xmlns:a16="http://schemas.microsoft.com/office/drawing/2014/main" id="{5BC84E8F-A35F-A352-1E52-E02675B7D1FB}"/>
              </a:ext>
            </a:extLst>
          </p:cNvPr>
          <p:cNvSpPr txBox="1"/>
          <p:nvPr/>
        </p:nvSpPr>
        <p:spPr>
          <a:xfrm>
            <a:off x="7024160" y="3397080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05" name="Textfeld 169">
            <a:extLst>
              <a:ext uri="{FF2B5EF4-FFF2-40B4-BE49-F238E27FC236}">
                <a16:creationId xmlns:a16="http://schemas.microsoft.com/office/drawing/2014/main" id="{702B0F8E-D738-AD6F-1862-AD36BE633553}"/>
              </a:ext>
            </a:extLst>
          </p:cNvPr>
          <p:cNvSpPr txBox="1"/>
          <p:nvPr/>
        </p:nvSpPr>
        <p:spPr>
          <a:xfrm>
            <a:off x="7015763" y="4353135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09" name="Textfeld 169">
            <a:extLst>
              <a:ext uri="{FF2B5EF4-FFF2-40B4-BE49-F238E27FC236}">
                <a16:creationId xmlns:a16="http://schemas.microsoft.com/office/drawing/2014/main" id="{76D7673B-AF82-00F2-8198-406F547CA2EA}"/>
              </a:ext>
            </a:extLst>
          </p:cNvPr>
          <p:cNvSpPr txBox="1"/>
          <p:nvPr/>
        </p:nvSpPr>
        <p:spPr>
          <a:xfrm>
            <a:off x="7663059" y="3797537"/>
            <a:ext cx="328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in</a:t>
            </a:r>
          </a:p>
        </p:txBody>
      </p:sp>
      <p:sp>
        <p:nvSpPr>
          <p:cNvPr id="110" name="Textfeld 169">
            <a:extLst>
              <a:ext uri="{FF2B5EF4-FFF2-40B4-BE49-F238E27FC236}">
                <a16:creationId xmlns:a16="http://schemas.microsoft.com/office/drawing/2014/main" id="{DB071100-D853-40E9-1BD9-36E255024260}"/>
              </a:ext>
            </a:extLst>
          </p:cNvPr>
          <p:cNvSpPr txBox="1"/>
          <p:nvPr/>
        </p:nvSpPr>
        <p:spPr>
          <a:xfrm>
            <a:off x="7943693" y="3847704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375561C5-77E1-02C4-9FE4-EDB9F8608322}"/>
              </a:ext>
            </a:extLst>
          </p:cNvPr>
          <p:cNvGrpSpPr/>
          <p:nvPr/>
        </p:nvGrpSpPr>
        <p:grpSpPr>
          <a:xfrm>
            <a:off x="8234626" y="2747559"/>
            <a:ext cx="1415104" cy="712691"/>
            <a:chOff x="4164286" y="2980783"/>
            <a:chExt cx="1415104" cy="712691"/>
          </a:xfrm>
        </p:grpSpPr>
        <p:grpSp>
          <p:nvGrpSpPr>
            <p:cNvPr id="115" name="Group 87">
              <a:extLst>
                <a:ext uri="{FF2B5EF4-FFF2-40B4-BE49-F238E27FC236}">
                  <a16:creationId xmlns:a16="http://schemas.microsoft.com/office/drawing/2014/main" id="{9235F5D3-5A12-B93E-A970-0DFF852505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64286" y="2980783"/>
              <a:ext cx="1414463" cy="412750"/>
              <a:chOff x="3441" y="2592"/>
              <a:chExt cx="891" cy="260"/>
            </a:xfrm>
          </p:grpSpPr>
          <p:sp>
            <p:nvSpPr>
              <p:cNvPr id="117" name="Text Box 82">
                <a:extLst>
                  <a:ext uri="{FF2B5EF4-FFF2-40B4-BE49-F238E27FC236}">
                    <a16:creationId xmlns:a16="http://schemas.microsoft.com/office/drawing/2014/main" id="{6364B172-4927-CA14-8041-03FD85DB24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08" y="2616"/>
                <a:ext cx="354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Port</a:t>
                </a:r>
              </a:p>
            </p:txBody>
          </p:sp>
          <p:sp>
            <p:nvSpPr>
              <p:cNvPr id="118" name="Rectangle 83">
                <a:extLst>
                  <a:ext uri="{FF2B5EF4-FFF2-40B4-BE49-F238E27FC236}">
                    <a16:creationId xmlns:a16="http://schemas.microsoft.com/office/drawing/2014/main" id="{ABA119B7-07A6-01C7-76FA-824327710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1" y="2592"/>
                <a:ext cx="891" cy="26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116" name="AutoShape 37">
              <a:extLst>
                <a:ext uri="{FF2B5EF4-FFF2-40B4-BE49-F238E27FC236}">
                  <a16:creationId xmlns:a16="http://schemas.microsoft.com/office/drawing/2014/main" id="{5708A57A-2241-BE1F-2238-61CC96523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9116" y="3402961"/>
              <a:ext cx="304800" cy="29051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>
              <a:spAutoFit/>
            </a:bodyPr>
            <a:lstStyle/>
            <a:p>
              <a:endParaRPr lang="en-US" dirty="0"/>
            </a:p>
          </p:txBody>
        </p:sp>
        <p:sp>
          <p:nvSpPr>
            <p:cNvPr id="113" name="Textfeld 169">
              <a:extLst>
                <a:ext uri="{FF2B5EF4-FFF2-40B4-BE49-F238E27FC236}">
                  <a16:creationId xmlns:a16="http://schemas.microsoft.com/office/drawing/2014/main" id="{3FDBF117-AC16-0CE1-E857-A2C897DBAF22}"/>
                </a:ext>
              </a:extLst>
            </p:cNvPr>
            <p:cNvSpPr txBox="1"/>
            <p:nvPr/>
          </p:nvSpPr>
          <p:spPr>
            <a:xfrm>
              <a:off x="5281032" y="3004628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20" name="Textfeld 169">
              <a:extLst>
                <a:ext uri="{FF2B5EF4-FFF2-40B4-BE49-F238E27FC236}">
                  <a16:creationId xmlns:a16="http://schemas.microsoft.com/office/drawing/2014/main" id="{62505F43-22F5-C76F-72BD-A546837054CE}"/>
                </a:ext>
              </a:extLst>
            </p:cNvPr>
            <p:cNvSpPr txBox="1"/>
            <p:nvPr/>
          </p:nvSpPr>
          <p:spPr>
            <a:xfrm>
              <a:off x="5249282" y="3237168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sp>
        <p:nvSpPr>
          <p:cNvPr id="135" name="Textfeld 169">
            <a:extLst>
              <a:ext uri="{FF2B5EF4-FFF2-40B4-BE49-F238E27FC236}">
                <a16:creationId xmlns:a16="http://schemas.microsoft.com/office/drawing/2014/main" id="{7F28EFBB-45F7-626C-3B51-7E592B2F483A}"/>
              </a:ext>
            </a:extLst>
          </p:cNvPr>
          <p:cNvSpPr txBox="1"/>
          <p:nvPr/>
        </p:nvSpPr>
        <p:spPr>
          <a:xfrm>
            <a:off x="10237481" y="2157471"/>
            <a:ext cx="4891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</a:rPr>
              <a:t>0..1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167" name="Gruppieren 166">
            <a:extLst>
              <a:ext uri="{FF2B5EF4-FFF2-40B4-BE49-F238E27FC236}">
                <a16:creationId xmlns:a16="http://schemas.microsoft.com/office/drawing/2014/main" id="{B7C03D2D-AC68-2259-7EE6-C3530266FFF7}"/>
              </a:ext>
            </a:extLst>
          </p:cNvPr>
          <p:cNvGrpSpPr/>
          <p:nvPr/>
        </p:nvGrpSpPr>
        <p:grpSpPr>
          <a:xfrm>
            <a:off x="10043065" y="3434045"/>
            <a:ext cx="1414463" cy="671747"/>
            <a:chOff x="6130666" y="3341842"/>
            <a:chExt cx="1414463" cy="671747"/>
          </a:xfrm>
        </p:grpSpPr>
        <p:sp>
          <p:nvSpPr>
            <p:cNvPr id="107" name="Text Box 82">
              <a:extLst>
                <a:ext uri="{FF2B5EF4-FFF2-40B4-BE49-F238E27FC236}">
                  <a16:creationId xmlns:a16="http://schemas.microsoft.com/office/drawing/2014/main" id="{89B7DD98-5465-6A8B-D0B9-3D67263988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21191" y="3379942"/>
              <a:ext cx="628650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Type</a:t>
              </a:r>
            </a:p>
          </p:txBody>
        </p:sp>
        <p:sp>
          <p:nvSpPr>
            <p:cNvPr id="108" name="Rectangle 83">
              <a:extLst>
                <a:ext uri="{FF2B5EF4-FFF2-40B4-BE49-F238E27FC236}">
                  <a16:creationId xmlns:a16="http://schemas.microsoft.com/office/drawing/2014/main" id="{6344571D-9725-529C-61F1-398BAB5C65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0666" y="3341842"/>
              <a:ext cx="1414463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63" name="AutoShape 50">
              <a:extLst>
                <a:ext uri="{FF2B5EF4-FFF2-40B4-BE49-F238E27FC236}">
                  <a16:creationId xmlns:a16="http://schemas.microsoft.com/office/drawing/2014/main" id="{66FEB1FD-044A-6BAA-171B-172122658BE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6753761" y="3761177"/>
              <a:ext cx="168275" cy="252412"/>
            </a:xfrm>
            <a:prstGeom prst="diamond">
              <a:avLst/>
            </a:prstGeom>
            <a:solidFill>
              <a:sysClr val="windowText" lastClr="000000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66" name="Textfeld 169">
              <a:extLst>
                <a:ext uri="{FF2B5EF4-FFF2-40B4-BE49-F238E27FC236}">
                  <a16:creationId xmlns:a16="http://schemas.microsoft.com/office/drawing/2014/main" id="{3B1220EA-3474-1410-3E4B-D09C4774D7C4}"/>
                </a:ext>
              </a:extLst>
            </p:cNvPr>
            <p:cNvSpPr txBox="1"/>
            <p:nvPr/>
          </p:nvSpPr>
          <p:spPr>
            <a:xfrm>
              <a:off x="7172157" y="3602244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sp>
        <p:nvSpPr>
          <p:cNvPr id="173" name="Textfeld 169">
            <a:extLst>
              <a:ext uri="{FF2B5EF4-FFF2-40B4-BE49-F238E27FC236}">
                <a16:creationId xmlns:a16="http://schemas.microsoft.com/office/drawing/2014/main" id="{9B7BB3A9-EAA3-3A7E-30D2-989D9E578004}"/>
              </a:ext>
            </a:extLst>
          </p:cNvPr>
          <p:cNvSpPr txBox="1"/>
          <p:nvPr/>
        </p:nvSpPr>
        <p:spPr>
          <a:xfrm>
            <a:off x="9644327" y="2602274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74" name="Textfeld 169">
            <a:extLst>
              <a:ext uri="{FF2B5EF4-FFF2-40B4-BE49-F238E27FC236}">
                <a16:creationId xmlns:a16="http://schemas.microsoft.com/office/drawing/2014/main" id="{F8379769-3C79-2C5E-AD2F-30A7EAEB5323}"/>
              </a:ext>
            </a:extLst>
          </p:cNvPr>
          <p:cNvSpPr txBox="1"/>
          <p:nvPr/>
        </p:nvSpPr>
        <p:spPr>
          <a:xfrm>
            <a:off x="9760490" y="3375599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75" name="Textfeld 169">
            <a:extLst>
              <a:ext uri="{FF2B5EF4-FFF2-40B4-BE49-F238E27FC236}">
                <a16:creationId xmlns:a16="http://schemas.microsoft.com/office/drawing/2014/main" id="{86C41B41-D4C4-E842-32F0-98AD32F355D9}"/>
              </a:ext>
            </a:extLst>
          </p:cNvPr>
          <p:cNvSpPr txBox="1"/>
          <p:nvPr/>
        </p:nvSpPr>
        <p:spPr>
          <a:xfrm>
            <a:off x="10697506" y="3177082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77" name="Textfeld 169">
            <a:extLst>
              <a:ext uri="{FF2B5EF4-FFF2-40B4-BE49-F238E27FC236}">
                <a16:creationId xmlns:a16="http://schemas.microsoft.com/office/drawing/2014/main" id="{EFE19DE9-0B1E-4076-A166-58225CAFF176}"/>
              </a:ext>
            </a:extLst>
          </p:cNvPr>
          <p:cNvSpPr txBox="1"/>
          <p:nvPr/>
        </p:nvSpPr>
        <p:spPr>
          <a:xfrm>
            <a:off x="10715990" y="4101805"/>
            <a:ext cx="6669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sp>
        <p:nvSpPr>
          <p:cNvPr id="178" name="Textfeld 169">
            <a:extLst>
              <a:ext uri="{FF2B5EF4-FFF2-40B4-BE49-F238E27FC236}">
                <a16:creationId xmlns:a16="http://schemas.microsoft.com/office/drawing/2014/main" id="{7B494332-8610-3D5B-6FB4-4DBD6CABC7E6}"/>
              </a:ext>
            </a:extLst>
          </p:cNvPr>
          <p:cNvSpPr txBox="1"/>
          <p:nvPr/>
        </p:nvSpPr>
        <p:spPr>
          <a:xfrm>
            <a:off x="9423359" y="3114396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79" name="Textfeld 169">
            <a:extLst>
              <a:ext uri="{FF2B5EF4-FFF2-40B4-BE49-F238E27FC236}">
                <a16:creationId xmlns:a16="http://schemas.microsoft.com/office/drawing/2014/main" id="{48661ED5-BA68-EBF3-8607-19C54C044862}"/>
              </a:ext>
            </a:extLst>
          </p:cNvPr>
          <p:cNvSpPr txBox="1"/>
          <p:nvPr/>
        </p:nvSpPr>
        <p:spPr>
          <a:xfrm>
            <a:off x="10716556" y="2186840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88" name="Textfeld 187">
            <a:extLst>
              <a:ext uri="{FF2B5EF4-FFF2-40B4-BE49-F238E27FC236}">
                <a16:creationId xmlns:a16="http://schemas.microsoft.com/office/drawing/2014/main" id="{0F4664C9-38E2-89A3-CD02-A231130E1A01}"/>
              </a:ext>
            </a:extLst>
          </p:cNvPr>
          <p:cNvSpPr txBox="1"/>
          <p:nvPr/>
        </p:nvSpPr>
        <p:spPr>
          <a:xfrm>
            <a:off x="10121169" y="4979921"/>
            <a:ext cx="19983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i="1" dirty="0">
                <a:solidFill>
                  <a:srgbClr val="00549F"/>
                </a:solidFill>
                <a:latin typeface="Trebuchet MS" panose="020B0603020202020204" pitchFamily="34" charset="0"/>
              </a:rPr>
              <a:t>e.g., Diesel </a:t>
            </a:r>
            <a:r>
              <a:rPr lang="de-DE" i="1" dirty="0" err="1">
                <a:solidFill>
                  <a:srgbClr val="00549F"/>
                </a:solidFill>
                <a:latin typeface="Trebuchet MS" panose="020B0603020202020204" pitchFamily="34" charset="0"/>
              </a:rPr>
              <a:t>as</a:t>
            </a:r>
            <a:r>
              <a:rPr lang="de-DE" i="1" dirty="0">
                <a:solidFill>
                  <a:srgbClr val="00549F"/>
                </a:solidFill>
                <a:latin typeface="Trebuchet MS" panose="020B0603020202020204" pitchFamily="34" charset="0"/>
              </a:rPr>
              <a:t> </a:t>
            </a:r>
            <a:br>
              <a:rPr lang="de-DE" i="1" dirty="0">
                <a:solidFill>
                  <a:srgbClr val="00549F"/>
                </a:solidFill>
                <a:latin typeface="Trebuchet MS" panose="020B0603020202020204" pitchFamily="34" charset="0"/>
              </a:rPr>
            </a:br>
            <a:r>
              <a:rPr lang="de-DE" i="1" dirty="0">
                <a:solidFill>
                  <a:srgbClr val="00549F"/>
                </a:solidFill>
                <a:latin typeface="Trebuchet MS" panose="020B0603020202020204" pitchFamily="34" charset="0"/>
              </a:rPr>
              <a:t>Fluid in l/s &lt;</a:t>
            </a:r>
            <a:r>
              <a:rPr lang="de-DE" i="1" dirty="0" err="1">
                <a:solidFill>
                  <a:srgbClr val="00549F"/>
                </a:solidFill>
                <a:latin typeface="Trebuchet MS" panose="020B0603020202020204" pitchFamily="34" charset="0"/>
              </a:rPr>
              <a:t>Int</a:t>
            </a:r>
            <a:r>
              <a:rPr lang="de-DE" i="1" dirty="0">
                <a:solidFill>
                  <a:srgbClr val="00549F"/>
                </a:solidFill>
                <a:latin typeface="Trebuchet MS" panose="020B0603020202020204" pitchFamily="34" charset="0"/>
              </a:rPr>
              <a:t>&gt;</a:t>
            </a:r>
            <a:endParaRPr lang="de-DE" dirty="0"/>
          </a:p>
        </p:txBody>
      </p:sp>
      <p:sp>
        <p:nvSpPr>
          <p:cNvPr id="195" name="Textfeld 194">
            <a:extLst>
              <a:ext uri="{FF2B5EF4-FFF2-40B4-BE49-F238E27FC236}">
                <a16:creationId xmlns:a16="http://schemas.microsoft.com/office/drawing/2014/main" id="{D74C2742-7972-3379-324A-EC02FFED322D}"/>
              </a:ext>
            </a:extLst>
          </p:cNvPr>
          <p:cNvSpPr txBox="1"/>
          <p:nvPr/>
        </p:nvSpPr>
        <p:spPr>
          <a:xfrm>
            <a:off x="8799394" y="4987485"/>
            <a:ext cx="12186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>
                <a:solidFill>
                  <a:srgbClr val="00549F"/>
                </a:solidFill>
                <a:latin typeface="Trebuchet MS" panose="020B0603020202020204" pitchFamily="34" charset="0"/>
              </a:rPr>
              <a:t>Material, </a:t>
            </a:r>
            <a:br>
              <a:rPr lang="de-DE" i="1" dirty="0">
                <a:solidFill>
                  <a:srgbClr val="00549F"/>
                </a:solidFill>
                <a:latin typeface="Trebuchet MS" panose="020B0603020202020204" pitchFamily="34" charset="0"/>
              </a:rPr>
            </a:br>
            <a:r>
              <a:rPr lang="de-DE" i="1" dirty="0">
                <a:solidFill>
                  <a:srgbClr val="00549F"/>
                </a:solidFill>
                <a:latin typeface="Trebuchet MS" panose="020B0603020202020204" pitchFamily="34" charset="0"/>
              </a:rPr>
              <a:t>Data, </a:t>
            </a:r>
            <a:br>
              <a:rPr lang="de-DE" i="1" dirty="0">
                <a:solidFill>
                  <a:srgbClr val="00549F"/>
                </a:solidFill>
                <a:latin typeface="Trebuchet MS" panose="020B0603020202020204" pitchFamily="34" charset="0"/>
              </a:rPr>
            </a:br>
            <a:r>
              <a:rPr lang="de-DE" i="1" dirty="0">
                <a:solidFill>
                  <a:srgbClr val="00549F"/>
                </a:solidFill>
                <a:latin typeface="Trebuchet MS" panose="020B0603020202020204" pitchFamily="34" charset="0"/>
              </a:rPr>
              <a:t>Energy</a:t>
            </a:r>
          </a:p>
        </p:txBody>
      </p:sp>
      <p:sp>
        <p:nvSpPr>
          <p:cNvPr id="11" name="AutoShape 40">
            <a:extLst>
              <a:ext uri="{FF2B5EF4-FFF2-40B4-BE49-F238E27FC236}">
                <a16:creationId xmlns:a16="http://schemas.microsoft.com/office/drawing/2014/main" id="{93ED320D-E348-306D-E77F-264C9FF87CB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515987" y="1277481"/>
            <a:ext cx="423156" cy="211578"/>
          </a:xfrm>
          <a:prstGeom prst="foldedCorner">
            <a:avLst>
              <a:gd name="adj" fmla="val 27606"/>
            </a:avLst>
          </a:prstGeom>
          <a:solidFill>
            <a:sysClr val="window" lastClr="FFFFFF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rot="10800000" wrap="none" anchor="ctr" anchorCtr="1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CD</a:t>
            </a:r>
          </a:p>
        </p:txBody>
      </p:sp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2DD9BD00-0882-B499-939C-44D4760205A1}"/>
              </a:ext>
            </a:extLst>
          </p:cNvPr>
          <p:cNvSpPr/>
          <p:nvPr/>
        </p:nvSpPr>
        <p:spPr bwMode="auto">
          <a:xfrm>
            <a:off x="11518900" y="3758025"/>
            <a:ext cx="374885" cy="1225550"/>
          </a:xfrm>
          <a:custGeom>
            <a:avLst/>
            <a:gdLst>
              <a:gd name="connsiteX0" fmla="*/ 44450 w 374885"/>
              <a:gd name="connsiteY0" fmla="*/ 1225550 h 1225550"/>
              <a:gd name="connsiteX1" fmla="*/ 374650 w 374885"/>
              <a:gd name="connsiteY1" fmla="*/ 571500 h 1225550"/>
              <a:gd name="connsiteX2" fmla="*/ 0 w 374885"/>
              <a:gd name="connsiteY2" fmla="*/ 0 h 1225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4885" h="1225550">
                <a:moveTo>
                  <a:pt x="44450" y="1225550"/>
                </a:moveTo>
                <a:cubicBezTo>
                  <a:pt x="213254" y="1000654"/>
                  <a:pt x="382058" y="775758"/>
                  <a:pt x="374650" y="571500"/>
                </a:cubicBezTo>
                <a:cubicBezTo>
                  <a:pt x="367242" y="367242"/>
                  <a:pt x="183621" y="183621"/>
                  <a:pt x="0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70B0CA57-B685-838B-8E88-F171C0E9660F}"/>
              </a:ext>
            </a:extLst>
          </p:cNvPr>
          <p:cNvSpPr/>
          <p:nvPr/>
        </p:nvSpPr>
        <p:spPr bwMode="auto">
          <a:xfrm>
            <a:off x="9317569" y="4608925"/>
            <a:ext cx="677331" cy="463550"/>
          </a:xfrm>
          <a:custGeom>
            <a:avLst/>
            <a:gdLst>
              <a:gd name="connsiteX0" fmla="*/ 55031 w 677331"/>
              <a:gd name="connsiteY0" fmla="*/ 463550 h 463550"/>
              <a:gd name="connsiteX1" fmla="*/ 61381 w 677331"/>
              <a:gd name="connsiteY1" fmla="*/ 133350 h 463550"/>
              <a:gd name="connsiteX2" fmla="*/ 677331 w 677331"/>
              <a:gd name="connsiteY2" fmla="*/ 0 h 46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7331" h="463550">
                <a:moveTo>
                  <a:pt x="55031" y="463550"/>
                </a:moveTo>
                <a:cubicBezTo>
                  <a:pt x="6347" y="337079"/>
                  <a:pt x="-42336" y="210608"/>
                  <a:pt x="61381" y="133350"/>
                </a:cubicBezTo>
                <a:cubicBezTo>
                  <a:pt x="165098" y="56092"/>
                  <a:pt x="421214" y="28046"/>
                  <a:pt x="677331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131">
            <a:extLst>
              <a:ext uri="{FF2B5EF4-FFF2-40B4-BE49-F238E27FC236}">
                <a16:creationId xmlns:a16="http://schemas.microsoft.com/office/drawing/2014/main" id="{89ECDBD6-824D-5B6E-472C-B1A0051378B3}"/>
              </a:ext>
            </a:extLst>
          </p:cNvPr>
          <p:cNvSpPr txBox="1">
            <a:spLocks/>
          </p:cNvSpPr>
          <p:nvPr/>
        </p:nvSpPr>
        <p:spPr>
          <a:xfrm>
            <a:off x="384000" y="1236273"/>
            <a:ext cx="5957577" cy="4385455"/>
          </a:xfrm>
          <a:prstGeom prst="rect">
            <a:avLst/>
          </a:prstGeom>
        </p:spPr>
        <p:txBody>
          <a:bodyPr lIns="0" tIns="0" rIns="0" bIns="0"/>
          <a:lstStyle>
            <a:lvl1pPr marL="2159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>
                <a:tab pos="215900" algn="l"/>
              </a:tabLs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8636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863600" indent="-2159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/>
              <a:t>For (de-) coding of functional models </a:t>
            </a:r>
            <a:br>
              <a:rPr lang="en-US" dirty="0"/>
            </a:br>
            <a:r>
              <a:rPr lang="en-US" dirty="0"/>
              <a:t>(à la MontiArc)</a:t>
            </a:r>
          </a:p>
          <a:p>
            <a:endParaRPr lang="en-US" dirty="0"/>
          </a:p>
          <a:p>
            <a:r>
              <a:rPr lang="en-US" dirty="0"/>
              <a:t>Hierarchical </a:t>
            </a:r>
            <a:r>
              <a:rPr lang="en-US" dirty="0">
                <a:solidFill>
                  <a:srgbClr val="00549F"/>
                </a:solidFill>
              </a:rPr>
              <a:t>(de-) composition</a:t>
            </a:r>
            <a:r>
              <a:rPr lang="en-US" dirty="0"/>
              <a:t> possible</a:t>
            </a:r>
          </a:p>
          <a:p>
            <a:pPr lvl="1"/>
            <a:r>
              <a:rPr lang="en-US" sz="1800" dirty="0">
                <a:solidFill>
                  <a:srgbClr val="00549F"/>
                </a:solidFill>
              </a:rPr>
              <a:t>Composition</a:t>
            </a:r>
            <a:r>
              <a:rPr lang="en-US" sz="1800" dirty="0"/>
              <a:t> in a tree-structure (OCL)</a:t>
            </a:r>
          </a:p>
          <a:p>
            <a:pPr lvl="1"/>
            <a:r>
              <a:rPr lang="en-US" sz="1800" dirty="0">
                <a:solidFill>
                  <a:srgbClr val="00549F"/>
                </a:solidFill>
              </a:rPr>
              <a:t>Atomic</a:t>
            </a:r>
            <a:r>
              <a:rPr lang="en-US" sz="1800" dirty="0"/>
              <a:t> function</a:t>
            </a:r>
          </a:p>
          <a:p>
            <a:endParaRPr lang="en-US" dirty="0"/>
          </a:p>
          <a:p>
            <a:r>
              <a:rPr lang="en-US" dirty="0"/>
              <a:t>Two ways of connecting two ports</a:t>
            </a:r>
          </a:p>
          <a:p>
            <a:pPr lvl="1"/>
            <a:r>
              <a:rPr lang="en-US" sz="1800" dirty="0"/>
              <a:t>Inside of one function: association of </a:t>
            </a:r>
            <a:r>
              <a:rPr lang="en-US" sz="1800" dirty="0">
                <a:solidFill>
                  <a:srgbClr val="00549F"/>
                </a:solidFill>
                <a:latin typeface="Trebuchet MS" panose="020B0603020202020204" pitchFamily="34" charset="0"/>
              </a:rPr>
              <a:t>Outport</a:t>
            </a:r>
            <a:r>
              <a:rPr lang="en-US" sz="1800" dirty="0"/>
              <a:t> to </a:t>
            </a:r>
            <a:r>
              <a:rPr lang="en-US" sz="1800" dirty="0">
                <a:solidFill>
                  <a:srgbClr val="00549F"/>
                </a:solidFill>
                <a:latin typeface="Trebuchet MS" panose="020B0603020202020204" pitchFamily="34" charset="0"/>
              </a:rPr>
              <a:t>Inport</a:t>
            </a:r>
          </a:p>
          <a:p>
            <a:pPr lvl="1"/>
            <a:r>
              <a:rPr lang="en-US" sz="1800" dirty="0">
                <a:latin typeface="+mj-lt"/>
              </a:rPr>
              <a:t>Connection of an outer function with an inner function</a:t>
            </a:r>
            <a:r>
              <a:rPr lang="en-US" sz="1800" dirty="0"/>
              <a:t>: </a:t>
            </a:r>
            <a:r>
              <a:rPr lang="en-US" sz="1800" dirty="0">
                <a:solidFill>
                  <a:srgbClr val="00549F"/>
                </a:solidFill>
              </a:rPr>
              <a:t>use the same (shared) port object</a:t>
            </a:r>
          </a:p>
          <a:p>
            <a:pPr lvl="2"/>
            <a:r>
              <a:rPr lang="en-US" sz="1800" dirty="0"/>
              <a:t>OCL: permit connection of ports of different type (Double -&gt; Integer) which leads to implicit type conversion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j-lt"/>
            </a:endParaRPr>
          </a:p>
        </p:txBody>
      </p:sp>
      <p:sp>
        <p:nvSpPr>
          <p:cNvPr id="7" name="Textfeld 44">
            <a:extLst>
              <a:ext uri="{FF2B5EF4-FFF2-40B4-BE49-F238E27FC236}">
                <a16:creationId xmlns:a16="http://schemas.microsoft.com/office/drawing/2014/main" id="{17B2A8AD-7256-5245-0156-AEFE56B5E376}"/>
              </a:ext>
            </a:extLst>
          </p:cNvPr>
          <p:cNvSpPr txBox="1"/>
          <p:nvPr/>
        </p:nvSpPr>
        <p:spPr>
          <a:xfrm>
            <a:off x="5166526" y="2184077"/>
            <a:ext cx="13059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shared port object</a:t>
            </a:r>
          </a:p>
        </p:txBody>
      </p:sp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E6F64434-E633-8F9D-4CFB-5A18068867F8}"/>
              </a:ext>
            </a:extLst>
          </p:cNvPr>
          <p:cNvSpPr/>
          <p:nvPr/>
        </p:nvSpPr>
        <p:spPr>
          <a:xfrm>
            <a:off x="6071936" y="2354596"/>
            <a:ext cx="545123" cy="258791"/>
          </a:xfrm>
          <a:custGeom>
            <a:avLst/>
            <a:gdLst>
              <a:gd name="connsiteX0" fmla="*/ 0 w 545123"/>
              <a:gd name="connsiteY0" fmla="*/ 257908 h 258791"/>
              <a:gd name="connsiteX1" fmla="*/ 281354 w 545123"/>
              <a:gd name="connsiteY1" fmla="*/ 246185 h 258791"/>
              <a:gd name="connsiteX2" fmla="*/ 480646 w 545123"/>
              <a:gd name="connsiteY2" fmla="*/ 169985 h 258791"/>
              <a:gd name="connsiteX3" fmla="*/ 545123 w 545123"/>
              <a:gd name="connsiteY3" fmla="*/ 0 h 258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5123" h="258791">
                <a:moveTo>
                  <a:pt x="0" y="257908"/>
                </a:moveTo>
                <a:cubicBezTo>
                  <a:pt x="100623" y="259373"/>
                  <a:pt x="201247" y="260839"/>
                  <a:pt x="281354" y="246185"/>
                </a:cubicBezTo>
                <a:cubicBezTo>
                  <a:pt x="361461" y="231531"/>
                  <a:pt x="436685" y="211016"/>
                  <a:pt x="480646" y="169985"/>
                </a:cubicBezTo>
                <a:cubicBezTo>
                  <a:pt x="524607" y="128954"/>
                  <a:pt x="534865" y="64477"/>
                  <a:pt x="545123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feld 44">
            <a:extLst>
              <a:ext uri="{FF2B5EF4-FFF2-40B4-BE49-F238E27FC236}">
                <a16:creationId xmlns:a16="http://schemas.microsoft.com/office/drawing/2014/main" id="{0BBFAED8-E268-7CC9-C076-09887EFB89EE}"/>
              </a:ext>
            </a:extLst>
          </p:cNvPr>
          <p:cNvSpPr txBox="1"/>
          <p:nvPr/>
        </p:nvSpPr>
        <p:spPr>
          <a:xfrm>
            <a:off x="6343558" y="811492"/>
            <a:ext cx="20024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OCL: tree structure</a:t>
            </a:r>
          </a:p>
        </p:txBody>
      </p:sp>
      <p:sp>
        <p:nvSpPr>
          <p:cNvPr id="16" name="Freihandform: Form 15">
            <a:extLst>
              <a:ext uri="{FF2B5EF4-FFF2-40B4-BE49-F238E27FC236}">
                <a16:creationId xmlns:a16="http://schemas.microsoft.com/office/drawing/2014/main" id="{358FF456-DFEE-D7DC-E393-AD4F86641A86}"/>
              </a:ext>
            </a:extLst>
          </p:cNvPr>
          <p:cNvSpPr/>
          <p:nvPr/>
        </p:nvSpPr>
        <p:spPr>
          <a:xfrm>
            <a:off x="6221418" y="1085263"/>
            <a:ext cx="197910" cy="339970"/>
          </a:xfrm>
          <a:custGeom>
            <a:avLst/>
            <a:gdLst>
              <a:gd name="connsiteX0" fmla="*/ 197910 w 197910"/>
              <a:gd name="connsiteY0" fmla="*/ 0 h 339970"/>
              <a:gd name="connsiteX1" fmla="*/ 4479 w 197910"/>
              <a:gd name="connsiteY1" fmla="*/ 58616 h 339970"/>
              <a:gd name="connsiteX2" fmla="*/ 80679 w 197910"/>
              <a:gd name="connsiteY2" fmla="*/ 339970 h 339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910" h="339970">
                <a:moveTo>
                  <a:pt x="197910" y="0"/>
                </a:moveTo>
                <a:cubicBezTo>
                  <a:pt x="110963" y="977"/>
                  <a:pt x="24017" y="1954"/>
                  <a:pt x="4479" y="58616"/>
                </a:cubicBezTo>
                <a:cubicBezTo>
                  <a:pt x="-15060" y="115278"/>
                  <a:pt x="32809" y="227624"/>
                  <a:pt x="80679" y="339970"/>
                </a:cubicBezTo>
              </a:path>
            </a:pathLst>
          </a:custGeom>
          <a:noFill/>
          <a:ln w="12700" cap="flat" cmpd="sng" algn="ctr">
            <a:solidFill>
              <a:srgbClr val="00549F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Textfeld 44">
            <a:extLst>
              <a:ext uri="{FF2B5EF4-FFF2-40B4-BE49-F238E27FC236}">
                <a16:creationId xmlns:a16="http://schemas.microsoft.com/office/drawing/2014/main" id="{4D42BBD1-5514-2049-0F02-604D736681E3}"/>
              </a:ext>
            </a:extLst>
          </p:cNvPr>
          <p:cNvSpPr txBox="1"/>
          <p:nvPr/>
        </p:nvSpPr>
        <p:spPr>
          <a:xfrm>
            <a:off x="7917513" y="1967631"/>
            <a:ext cx="19144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Values can be multi-dimensional</a:t>
            </a:r>
          </a:p>
        </p:txBody>
      </p:sp>
      <p:sp>
        <p:nvSpPr>
          <p:cNvPr id="25" name="Textfeld 169">
            <a:extLst>
              <a:ext uri="{FF2B5EF4-FFF2-40B4-BE49-F238E27FC236}">
                <a16:creationId xmlns:a16="http://schemas.microsoft.com/office/drawing/2014/main" id="{5604E4AF-B59F-DB75-20B4-1D9659723E5A}"/>
              </a:ext>
            </a:extLst>
          </p:cNvPr>
          <p:cNvSpPr txBox="1"/>
          <p:nvPr/>
        </p:nvSpPr>
        <p:spPr>
          <a:xfrm>
            <a:off x="9755179" y="2155537"/>
            <a:ext cx="572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state</a:t>
            </a:r>
          </a:p>
        </p:txBody>
      </p:sp>
      <p:sp>
        <p:nvSpPr>
          <p:cNvPr id="31" name="Freihandform: Form 30">
            <a:extLst>
              <a:ext uri="{FF2B5EF4-FFF2-40B4-BE49-F238E27FC236}">
                <a16:creationId xmlns:a16="http://schemas.microsoft.com/office/drawing/2014/main" id="{33CCE1E2-8AAC-1BBA-EC46-D987B10AFBB7}"/>
              </a:ext>
            </a:extLst>
          </p:cNvPr>
          <p:cNvSpPr/>
          <p:nvPr/>
        </p:nvSpPr>
        <p:spPr bwMode="auto">
          <a:xfrm>
            <a:off x="6076950" y="2339340"/>
            <a:ext cx="1089660" cy="391125"/>
          </a:xfrm>
          <a:custGeom>
            <a:avLst/>
            <a:gdLst>
              <a:gd name="connsiteX0" fmla="*/ 0 w 1089660"/>
              <a:gd name="connsiteY0" fmla="*/ 369570 h 391125"/>
              <a:gd name="connsiteX1" fmla="*/ 864870 w 1089660"/>
              <a:gd name="connsiteY1" fmla="*/ 350520 h 391125"/>
              <a:gd name="connsiteX2" fmla="*/ 1089660 w 1089660"/>
              <a:gd name="connsiteY2" fmla="*/ 0 h 391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89660" h="391125">
                <a:moveTo>
                  <a:pt x="0" y="369570"/>
                </a:moveTo>
                <a:cubicBezTo>
                  <a:pt x="341630" y="390842"/>
                  <a:pt x="683260" y="412115"/>
                  <a:pt x="864870" y="350520"/>
                </a:cubicBezTo>
                <a:cubicBezTo>
                  <a:pt x="1046480" y="288925"/>
                  <a:pt x="1068070" y="144462"/>
                  <a:pt x="1089660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FCCF4947-F0A4-50F8-B261-40234925D4E1}"/>
              </a:ext>
            </a:extLst>
          </p:cNvPr>
          <p:cNvSpPr/>
          <p:nvPr/>
        </p:nvSpPr>
        <p:spPr bwMode="auto">
          <a:xfrm>
            <a:off x="6403895" y="2534902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76140065-CE66-A407-2068-6AF03E2AE1F4}"/>
              </a:ext>
            </a:extLst>
          </p:cNvPr>
          <p:cNvSpPr/>
          <p:nvPr/>
        </p:nvSpPr>
        <p:spPr bwMode="auto">
          <a:xfrm>
            <a:off x="6410009" y="2691223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DA5F2A3F-B659-2B1D-A0DA-98B6129E794F}"/>
              </a:ext>
            </a:extLst>
          </p:cNvPr>
          <p:cNvSpPr/>
          <p:nvPr/>
        </p:nvSpPr>
        <p:spPr bwMode="auto">
          <a:xfrm>
            <a:off x="6969820" y="2617103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cxnSp>
        <p:nvCxnSpPr>
          <p:cNvPr id="15" name="Verbinder: gewinkelt 87">
            <a:extLst>
              <a:ext uri="{FF2B5EF4-FFF2-40B4-BE49-F238E27FC236}">
                <a16:creationId xmlns:a16="http://schemas.microsoft.com/office/drawing/2014/main" id="{7B30A56A-863D-F485-DE66-7EE3C1D1DBB8}"/>
              </a:ext>
            </a:extLst>
          </p:cNvPr>
          <p:cNvCxnSpPr>
            <a:cxnSpLocks/>
            <a:stCxn id="76" idx="2"/>
            <a:endCxn id="88" idx="1"/>
          </p:cNvCxnSpPr>
          <p:nvPr/>
        </p:nvCxnSpPr>
        <p:spPr>
          <a:xfrm rot="16200000" flipH="1">
            <a:off x="6361790" y="2751235"/>
            <a:ext cx="1519293" cy="248986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36" name="Freihandform: Form 35">
            <a:extLst>
              <a:ext uri="{FF2B5EF4-FFF2-40B4-BE49-F238E27FC236}">
                <a16:creationId xmlns:a16="http://schemas.microsoft.com/office/drawing/2014/main" id="{45DBABB6-7F7F-5763-F183-93D8B37C3068}"/>
              </a:ext>
            </a:extLst>
          </p:cNvPr>
          <p:cNvSpPr/>
          <p:nvPr/>
        </p:nvSpPr>
        <p:spPr bwMode="auto">
          <a:xfrm>
            <a:off x="8899666" y="1752378"/>
            <a:ext cx="890510" cy="265398"/>
          </a:xfrm>
          <a:custGeom>
            <a:avLst/>
            <a:gdLst>
              <a:gd name="connsiteX0" fmla="*/ 61454 w 890510"/>
              <a:gd name="connsiteY0" fmla="*/ 265398 h 265398"/>
              <a:gd name="connsiteX1" fmla="*/ 85838 w 890510"/>
              <a:gd name="connsiteY1" fmla="*/ 21558 h 265398"/>
              <a:gd name="connsiteX2" fmla="*/ 890510 w 890510"/>
              <a:gd name="connsiteY2" fmla="*/ 27654 h 265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90510" h="265398">
                <a:moveTo>
                  <a:pt x="61454" y="265398"/>
                </a:moveTo>
                <a:cubicBezTo>
                  <a:pt x="4558" y="163290"/>
                  <a:pt x="-52338" y="61182"/>
                  <a:pt x="85838" y="21558"/>
                </a:cubicBezTo>
                <a:cubicBezTo>
                  <a:pt x="224014" y="-18066"/>
                  <a:pt x="557262" y="4794"/>
                  <a:pt x="890510" y="27654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ihandform: Form 37">
            <a:extLst>
              <a:ext uri="{FF2B5EF4-FFF2-40B4-BE49-F238E27FC236}">
                <a16:creationId xmlns:a16="http://schemas.microsoft.com/office/drawing/2014/main" id="{A27B292F-8418-A5AA-0242-170338D3285F}"/>
              </a:ext>
            </a:extLst>
          </p:cNvPr>
          <p:cNvSpPr/>
          <p:nvPr/>
        </p:nvSpPr>
        <p:spPr bwMode="auto">
          <a:xfrm>
            <a:off x="9730740" y="2404110"/>
            <a:ext cx="693420" cy="229507"/>
          </a:xfrm>
          <a:custGeom>
            <a:avLst/>
            <a:gdLst>
              <a:gd name="connsiteX0" fmla="*/ 0 w 693420"/>
              <a:gd name="connsiteY0" fmla="*/ 64770 h 229507"/>
              <a:gd name="connsiteX1" fmla="*/ 567690 w 693420"/>
              <a:gd name="connsiteY1" fmla="*/ 228600 h 229507"/>
              <a:gd name="connsiteX2" fmla="*/ 693420 w 693420"/>
              <a:gd name="connsiteY2" fmla="*/ 0 h 229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3420" h="229507">
                <a:moveTo>
                  <a:pt x="0" y="64770"/>
                </a:moveTo>
                <a:cubicBezTo>
                  <a:pt x="226060" y="152082"/>
                  <a:pt x="452120" y="239395"/>
                  <a:pt x="567690" y="228600"/>
                </a:cubicBezTo>
                <a:cubicBezTo>
                  <a:pt x="683260" y="217805"/>
                  <a:pt x="688340" y="108902"/>
                  <a:pt x="693420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215EB11F-2A5A-4C99-4873-B95739AA028F}"/>
              </a:ext>
            </a:extLst>
          </p:cNvPr>
          <p:cNvSpPr/>
          <p:nvPr/>
        </p:nvSpPr>
        <p:spPr bwMode="auto">
          <a:xfrm>
            <a:off x="8861075" y="1884375"/>
            <a:ext cx="89545" cy="45719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406CA2DA-F89E-2944-77D8-AE0C78C3EFEA}"/>
              </a:ext>
            </a:extLst>
          </p:cNvPr>
          <p:cNvSpPr/>
          <p:nvPr/>
        </p:nvSpPr>
        <p:spPr bwMode="auto">
          <a:xfrm>
            <a:off x="10265354" y="2583443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cxnSp>
        <p:nvCxnSpPr>
          <p:cNvPr id="127" name="Verbinder: gewinkelt 87">
            <a:extLst>
              <a:ext uri="{FF2B5EF4-FFF2-40B4-BE49-F238E27FC236}">
                <a16:creationId xmlns:a16="http://schemas.microsoft.com/office/drawing/2014/main" id="{86D099F0-2225-F6F5-AF06-B3681D86A972}"/>
              </a:ext>
            </a:extLst>
          </p:cNvPr>
          <p:cNvCxnSpPr>
            <a:cxnSpLocks/>
            <a:stCxn id="113" idx="3"/>
            <a:endCxn id="129" idx="2"/>
          </p:cNvCxnSpPr>
          <p:nvPr/>
        </p:nvCxnSpPr>
        <p:spPr>
          <a:xfrm flipV="1">
            <a:off x="9649730" y="2110245"/>
            <a:ext cx="643252" cy="738103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 type="triangle"/>
            <a:tailEnd type="triangle" w="med" len="med"/>
          </a:ln>
        </p:spPr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BCE70D65-9980-87B3-AB46-055BC15D88BF}"/>
              </a:ext>
            </a:extLst>
          </p:cNvPr>
          <p:cNvCxnSpPr>
            <a:cxnSpLocks/>
            <a:stCxn id="81" idx="2"/>
            <a:endCxn id="123" idx="1"/>
          </p:cNvCxnSpPr>
          <p:nvPr/>
        </p:nvCxnSpPr>
        <p:spPr>
          <a:xfrm flipV="1">
            <a:off x="7676983" y="1908216"/>
            <a:ext cx="2368465" cy="1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41" name="Textfeld 44">
            <a:extLst>
              <a:ext uri="{FF2B5EF4-FFF2-40B4-BE49-F238E27FC236}">
                <a16:creationId xmlns:a16="http://schemas.microsoft.com/office/drawing/2014/main" id="{B1BEFFD0-23B1-DBD3-9958-A0C5C087FDFE}"/>
              </a:ext>
            </a:extLst>
          </p:cNvPr>
          <p:cNvSpPr txBox="1"/>
          <p:nvPr/>
        </p:nvSpPr>
        <p:spPr>
          <a:xfrm>
            <a:off x="8420672" y="1038276"/>
            <a:ext cx="21597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Time Series of Values</a:t>
            </a:r>
          </a:p>
        </p:txBody>
      </p:sp>
      <p:sp>
        <p:nvSpPr>
          <p:cNvPr id="42" name="Freihandform: Form 41">
            <a:extLst>
              <a:ext uri="{FF2B5EF4-FFF2-40B4-BE49-F238E27FC236}">
                <a16:creationId xmlns:a16="http://schemas.microsoft.com/office/drawing/2014/main" id="{5C25647C-1A1E-43BE-875E-847609E9149E}"/>
              </a:ext>
            </a:extLst>
          </p:cNvPr>
          <p:cNvSpPr/>
          <p:nvPr/>
        </p:nvSpPr>
        <p:spPr bwMode="auto">
          <a:xfrm>
            <a:off x="10546080" y="1159454"/>
            <a:ext cx="445268" cy="532186"/>
          </a:xfrm>
          <a:custGeom>
            <a:avLst/>
            <a:gdLst>
              <a:gd name="connsiteX0" fmla="*/ 0 w 445268"/>
              <a:gd name="connsiteY0" fmla="*/ 52126 h 532186"/>
              <a:gd name="connsiteX1" fmla="*/ 419100 w 445268"/>
              <a:gd name="connsiteY1" fmla="*/ 44506 h 532186"/>
              <a:gd name="connsiteX2" fmla="*/ 365760 w 445268"/>
              <a:gd name="connsiteY2" fmla="*/ 532186 h 532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45268" h="532186">
                <a:moveTo>
                  <a:pt x="0" y="52126"/>
                </a:moveTo>
                <a:cubicBezTo>
                  <a:pt x="179070" y="8311"/>
                  <a:pt x="358140" y="-35504"/>
                  <a:pt x="419100" y="44506"/>
                </a:cubicBezTo>
                <a:cubicBezTo>
                  <a:pt x="480060" y="124516"/>
                  <a:pt x="422910" y="328351"/>
                  <a:pt x="365760" y="532186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feld 44">
            <a:extLst>
              <a:ext uri="{FF2B5EF4-FFF2-40B4-BE49-F238E27FC236}">
                <a16:creationId xmlns:a16="http://schemas.microsoft.com/office/drawing/2014/main" id="{C704CFFB-686E-BCB9-3B48-DF54E85AC59C}"/>
              </a:ext>
            </a:extLst>
          </p:cNvPr>
          <p:cNvSpPr txBox="1"/>
          <p:nvPr/>
        </p:nvSpPr>
        <p:spPr>
          <a:xfrm>
            <a:off x="6618359" y="4847318"/>
            <a:ext cx="1779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Connector inside of a function</a:t>
            </a:r>
          </a:p>
        </p:txBody>
      </p:sp>
      <p:sp>
        <p:nvSpPr>
          <p:cNvPr id="49" name="Freihandform: Form 48">
            <a:extLst>
              <a:ext uri="{FF2B5EF4-FFF2-40B4-BE49-F238E27FC236}">
                <a16:creationId xmlns:a16="http://schemas.microsoft.com/office/drawing/2014/main" id="{2C43FE29-2F88-85F3-6730-6C72F27F806F}"/>
              </a:ext>
            </a:extLst>
          </p:cNvPr>
          <p:cNvSpPr/>
          <p:nvPr/>
        </p:nvSpPr>
        <p:spPr bwMode="auto">
          <a:xfrm>
            <a:off x="6622755" y="3999923"/>
            <a:ext cx="1279185" cy="861637"/>
          </a:xfrm>
          <a:custGeom>
            <a:avLst/>
            <a:gdLst>
              <a:gd name="connsiteX0" fmla="*/ 128565 w 1279185"/>
              <a:gd name="connsiteY0" fmla="*/ 861637 h 861637"/>
              <a:gd name="connsiteX1" fmla="*/ 105705 w 1279185"/>
              <a:gd name="connsiteY1" fmla="*/ 69157 h 861637"/>
              <a:gd name="connsiteX2" fmla="*/ 1279185 w 1279185"/>
              <a:gd name="connsiteY2" fmla="*/ 92017 h 861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79185" h="861637">
                <a:moveTo>
                  <a:pt x="128565" y="861637"/>
                </a:moveTo>
                <a:cubicBezTo>
                  <a:pt x="21250" y="529532"/>
                  <a:pt x="-86065" y="197427"/>
                  <a:pt x="105705" y="69157"/>
                </a:cubicBezTo>
                <a:cubicBezTo>
                  <a:pt x="297475" y="-59113"/>
                  <a:pt x="788330" y="16452"/>
                  <a:pt x="1279185" y="92017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61E045BE-5F3A-DD85-9FFA-838FC1BD1095}"/>
              </a:ext>
            </a:extLst>
          </p:cNvPr>
          <p:cNvSpPr/>
          <p:nvPr/>
        </p:nvSpPr>
        <p:spPr bwMode="auto">
          <a:xfrm>
            <a:off x="6623520" y="4560304"/>
            <a:ext cx="89545" cy="45719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cxnSp>
        <p:nvCxnSpPr>
          <p:cNvPr id="18" name="Verbinder: gewinkelt 87">
            <a:extLst>
              <a:ext uri="{FF2B5EF4-FFF2-40B4-BE49-F238E27FC236}">
                <a16:creationId xmlns:a16="http://schemas.microsoft.com/office/drawing/2014/main" id="{FB09C0AE-45B7-FED5-8D63-694C9B96404C}"/>
              </a:ext>
            </a:extLst>
          </p:cNvPr>
          <p:cNvCxnSpPr>
            <a:cxnSpLocks/>
            <a:stCxn id="75" idx="2"/>
            <a:endCxn id="98" idx="1"/>
          </p:cNvCxnSpPr>
          <p:nvPr/>
        </p:nvCxnSpPr>
        <p:spPr>
          <a:xfrm rot="16200000" flipH="1">
            <a:off x="5604036" y="2940297"/>
            <a:ext cx="2471651" cy="813794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9" name="Textfeld 169">
            <a:extLst>
              <a:ext uri="{FF2B5EF4-FFF2-40B4-BE49-F238E27FC236}">
                <a16:creationId xmlns:a16="http://schemas.microsoft.com/office/drawing/2014/main" id="{84BD94CF-9748-A9EB-57F9-C78EA415E0C3}"/>
              </a:ext>
            </a:extLst>
          </p:cNvPr>
          <p:cNvSpPr txBox="1"/>
          <p:nvPr/>
        </p:nvSpPr>
        <p:spPr>
          <a:xfrm>
            <a:off x="5656606" y="1406648"/>
            <a:ext cx="10994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subfunction</a:t>
            </a:r>
          </a:p>
        </p:txBody>
      </p:sp>
    </p:spTree>
    <p:extLst>
      <p:ext uri="{BB962C8B-B14F-4D97-AF65-F5344CB8AC3E}">
        <p14:creationId xmlns:p14="http://schemas.microsoft.com/office/powerpoint/2010/main" val="3557277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feld 169">
            <a:extLst>
              <a:ext uri="{FF2B5EF4-FFF2-40B4-BE49-F238E27FC236}">
                <a16:creationId xmlns:a16="http://schemas.microsoft.com/office/drawing/2014/main" id="{544756ED-B840-C025-3A4C-68E29AE63FA0}"/>
              </a:ext>
            </a:extLst>
          </p:cNvPr>
          <p:cNvSpPr txBox="1"/>
          <p:nvPr/>
        </p:nvSpPr>
        <p:spPr>
          <a:xfrm>
            <a:off x="7553629" y="4114307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out</a:t>
            </a:r>
          </a:p>
        </p:txBody>
      </p:sp>
      <p:sp>
        <p:nvSpPr>
          <p:cNvPr id="111" name="Textfeld 169">
            <a:extLst>
              <a:ext uri="{FF2B5EF4-FFF2-40B4-BE49-F238E27FC236}">
                <a16:creationId xmlns:a16="http://schemas.microsoft.com/office/drawing/2014/main" id="{45D6BDE6-289B-2D23-835E-AC7D0CA2EF04}"/>
              </a:ext>
            </a:extLst>
          </p:cNvPr>
          <p:cNvSpPr txBox="1"/>
          <p:nvPr/>
        </p:nvSpPr>
        <p:spPr>
          <a:xfrm>
            <a:off x="7927932" y="4116569"/>
            <a:ext cx="5239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2472BEB-1624-80A2-0806-D1BFE1276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CD4Function</a:t>
            </a:r>
          </a:p>
        </p:txBody>
      </p: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E6D7175A-5FFA-CA72-4D0C-436B010B5E4D}"/>
              </a:ext>
            </a:extLst>
          </p:cNvPr>
          <p:cNvGrpSpPr/>
          <p:nvPr/>
        </p:nvGrpSpPr>
        <p:grpSpPr>
          <a:xfrm>
            <a:off x="7245929" y="3429000"/>
            <a:ext cx="1414463" cy="412750"/>
            <a:chOff x="7497215" y="4334214"/>
            <a:chExt cx="1414463" cy="412750"/>
          </a:xfrm>
        </p:grpSpPr>
        <p:grpSp>
          <p:nvGrpSpPr>
            <p:cNvPr id="85" name="Group 87">
              <a:extLst>
                <a:ext uri="{FF2B5EF4-FFF2-40B4-BE49-F238E27FC236}">
                  <a16:creationId xmlns:a16="http://schemas.microsoft.com/office/drawing/2014/main" id="{08879DE1-631C-B3E6-79A9-0BF722F6BA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97215" y="4334214"/>
              <a:ext cx="1414463" cy="412750"/>
              <a:chOff x="3441" y="2592"/>
              <a:chExt cx="891" cy="260"/>
            </a:xfrm>
          </p:grpSpPr>
          <p:sp>
            <p:nvSpPr>
              <p:cNvPr id="87" name="Text Box 82">
                <a:extLst>
                  <a:ext uri="{FF2B5EF4-FFF2-40B4-BE49-F238E27FC236}">
                    <a16:creationId xmlns:a16="http://schemas.microsoft.com/office/drawing/2014/main" id="{CC66CF99-BB29-2EE8-6234-A661173090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61" y="2616"/>
                <a:ext cx="448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Inport</a:t>
                </a:r>
              </a:p>
            </p:txBody>
          </p:sp>
          <p:sp>
            <p:nvSpPr>
              <p:cNvPr id="88" name="Rectangle 83">
                <a:extLst>
                  <a:ext uri="{FF2B5EF4-FFF2-40B4-BE49-F238E27FC236}">
                    <a16:creationId xmlns:a16="http://schemas.microsoft.com/office/drawing/2014/main" id="{183A5675-C351-2D8D-7F51-457DE51C93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1" y="2592"/>
                <a:ext cx="891" cy="26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86" name="Textfeld 169">
              <a:extLst>
                <a:ext uri="{FF2B5EF4-FFF2-40B4-BE49-F238E27FC236}">
                  <a16:creationId xmlns:a16="http://schemas.microsoft.com/office/drawing/2014/main" id="{B71A5076-E84E-8975-93B3-6862861D1C53}"/>
                </a:ext>
              </a:extLst>
            </p:cNvPr>
            <p:cNvSpPr txBox="1"/>
            <p:nvPr/>
          </p:nvSpPr>
          <p:spPr>
            <a:xfrm>
              <a:off x="8446813" y="4334624"/>
              <a:ext cx="29835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8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grpSp>
        <p:nvGrpSpPr>
          <p:cNvPr id="89" name="Gruppieren 88">
            <a:extLst>
              <a:ext uri="{FF2B5EF4-FFF2-40B4-BE49-F238E27FC236}">
                <a16:creationId xmlns:a16="http://schemas.microsoft.com/office/drawing/2014/main" id="{20E5E315-5EC4-A924-2F47-D8E0B1C571D1}"/>
              </a:ext>
            </a:extLst>
          </p:cNvPr>
          <p:cNvGrpSpPr/>
          <p:nvPr/>
        </p:nvGrpSpPr>
        <p:grpSpPr>
          <a:xfrm>
            <a:off x="7246758" y="4376645"/>
            <a:ext cx="1414463" cy="412750"/>
            <a:chOff x="9978688" y="4334214"/>
            <a:chExt cx="1414463" cy="412750"/>
          </a:xfrm>
        </p:grpSpPr>
        <p:grpSp>
          <p:nvGrpSpPr>
            <p:cNvPr id="90" name="Group 87">
              <a:extLst>
                <a:ext uri="{FF2B5EF4-FFF2-40B4-BE49-F238E27FC236}">
                  <a16:creationId xmlns:a16="http://schemas.microsoft.com/office/drawing/2014/main" id="{E78A8A73-5FBD-78F1-1CD7-72D7C40187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78688" y="4334214"/>
              <a:ext cx="1414463" cy="412750"/>
              <a:chOff x="3441" y="2592"/>
              <a:chExt cx="891" cy="260"/>
            </a:xfrm>
          </p:grpSpPr>
          <p:sp>
            <p:nvSpPr>
              <p:cNvPr id="94" name="Text Box 82">
                <a:extLst>
                  <a:ext uri="{FF2B5EF4-FFF2-40B4-BE49-F238E27FC236}">
                    <a16:creationId xmlns:a16="http://schemas.microsoft.com/office/drawing/2014/main" id="{A0D32A82-610F-BB3D-5A3C-F59093EC15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11" y="2616"/>
                <a:ext cx="549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Outport</a:t>
                </a:r>
              </a:p>
            </p:txBody>
          </p:sp>
          <p:sp>
            <p:nvSpPr>
              <p:cNvPr id="98" name="Rectangle 83">
                <a:extLst>
                  <a:ext uri="{FF2B5EF4-FFF2-40B4-BE49-F238E27FC236}">
                    <a16:creationId xmlns:a16="http://schemas.microsoft.com/office/drawing/2014/main" id="{B68FA06F-4BE7-D52C-F927-B0BB2C0E34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1" y="2592"/>
                <a:ext cx="891" cy="26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91" name="Textfeld 169">
              <a:extLst>
                <a:ext uri="{FF2B5EF4-FFF2-40B4-BE49-F238E27FC236}">
                  <a16:creationId xmlns:a16="http://schemas.microsoft.com/office/drawing/2014/main" id="{FAE0DB3F-D9C9-DCD8-50E4-7F7ACFA3E93D}"/>
                </a:ext>
              </a:extLst>
            </p:cNvPr>
            <p:cNvSpPr txBox="1"/>
            <p:nvPr/>
          </p:nvSpPr>
          <p:spPr>
            <a:xfrm>
              <a:off x="10112009" y="4335290"/>
              <a:ext cx="29835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8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grpSp>
        <p:nvGrpSpPr>
          <p:cNvPr id="130" name="Group 87">
            <a:extLst>
              <a:ext uri="{FF2B5EF4-FFF2-40B4-BE49-F238E27FC236}">
                <a16:creationId xmlns:a16="http://schemas.microsoft.com/office/drawing/2014/main" id="{C2C111F6-8533-1094-3AE6-5B4B711A78AA}"/>
              </a:ext>
            </a:extLst>
          </p:cNvPr>
          <p:cNvGrpSpPr>
            <a:grpSpLocks/>
          </p:cNvGrpSpPr>
          <p:nvPr/>
        </p:nvGrpSpPr>
        <p:grpSpPr bwMode="auto">
          <a:xfrm>
            <a:off x="10045448" y="4376645"/>
            <a:ext cx="1414463" cy="412750"/>
            <a:chOff x="3441" y="2592"/>
            <a:chExt cx="891" cy="260"/>
          </a:xfrm>
        </p:grpSpPr>
        <p:sp>
          <p:nvSpPr>
            <p:cNvPr id="131" name="Text Box 82">
              <a:extLst>
                <a:ext uri="{FF2B5EF4-FFF2-40B4-BE49-F238E27FC236}">
                  <a16:creationId xmlns:a16="http://schemas.microsoft.com/office/drawing/2014/main" id="{3BEE62D8-0955-E8FE-34F9-2559A39081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8" y="2616"/>
              <a:ext cx="374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Kind</a:t>
              </a:r>
            </a:p>
          </p:txBody>
        </p:sp>
        <p:sp>
          <p:nvSpPr>
            <p:cNvPr id="132" name="Rectangle 83">
              <a:extLst>
                <a:ext uri="{FF2B5EF4-FFF2-40B4-BE49-F238E27FC236}">
                  <a16:creationId xmlns:a16="http://schemas.microsoft.com/office/drawing/2014/main" id="{BDC23866-7E6E-7F91-9386-140010FC16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" y="2592"/>
              <a:ext cx="891" cy="26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cxnSp>
        <p:nvCxnSpPr>
          <p:cNvPr id="2" name="Verbinder: gewinkelt 87">
            <a:extLst>
              <a:ext uri="{FF2B5EF4-FFF2-40B4-BE49-F238E27FC236}">
                <a16:creationId xmlns:a16="http://schemas.microsoft.com/office/drawing/2014/main" id="{E78214E8-980F-73A0-1988-80B2005C57C1}"/>
              </a:ext>
            </a:extLst>
          </p:cNvPr>
          <p:cNvCxnSpPr>
            <a:cxnSpLocks/>
            <a:stCxn id="88" idx="3"/>
            <a:endCxn id="116" idx="3"/>
          </p:cNvCxnSpPr>
          <p:nvPr/>
        </p:nvCxnSpPr>
        <p:spPr>
          <a:xfrm flipV="1">
            <a:off x="8660392" y="3460250"/>
            <a:ext cx="281464" cy="175125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none" w="med" len="med"/>
          </a:ln>
        </p:spPr>
      </p:cxnSp>
      <p:cxnSp>
        <p:nvCxnSpPr>
          <p:cNvPr id="6" name="Verbinder: gewinkelt 87">
            <a:extLst>
              <a:ext uri="{FF2B5EF4-FFF2-40B4-BE49-F238E27FC236}">
                <a16:creationId xmlns:a16="http://schemas.microsoft.com/office/drawing/2014/main" id="{510E37C7-F6E9-F32D-26D2-97D83A40CB66}"/>
              </a:ext>
            </a:extLst>
          </p:cNvPr>
          <p:cNvCxnSpPr>
            <a:cxnSpLocks/>
            <a:stCxn id="98" idx="3"/>
            <a:endCxn id="116" idx="3"/>
          </p:cNvCxnSpPr>
          <p:nvPr/>
        </p:nvCxnSpPr>
        <p:spPr>
          <a:xfrm flipV="1">
            <a:off x="8661221" y="3460250"/>
            <a:ext cx="280635" cy="1122770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none" w="med" len="med"/>
          </a:ln>
        </p:spPr>
      </p:cxnSp>
      <p:cxnSp>
        <p:nvCxnSpPr>
          <p:cNvPr id="21" name="Verbinder: gewinkelt 87">
            <a:extLst>
              <a:ext uri="{FF2B5EF4-FFF2-40B4-BE49-F238E27FC236}">
                <a16:creationId xmlns:a16="http://schemas.microsoft.com/office/drawing/2014/main" id="{ACF79AE6-0C37-92CA-3E62-D662C3D6344B}"/>
              </a:ext>
            </a:extLst>
          </p:cNvPr>
          <p:cNvCxnSpPr>
            <a:cxnSpLocks/>
            <a:stCxn id="120" idx="2"/>
            <a:endCxn id="108" idx="1"/>
          </p:cNvCxnSpPr>
          <p:nvPr/>
        </p:nvCxnSpPr>
        <p:spPr>
          <a:xfrm rot="16200000" flipH="1">
            <a:off x="9514639" y="3111994"/>
            <a:ext cx="482588" cy="574264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FF4C1D47-193E-F9D7-05CA-EB6617727CC6}"/>
              </a:ext>
            </a:extLst>
          </p:cNvPr>
          <p:cNvCxnSpPr>
            <a:cxnSpLocks/>
            <a:stCxn id="123" idx="2"/>
            <a:endCxn id="108" idx="0"/>
          </p:cNvCxnSpPr>
          <p:nvPr/>
        </p:nvCxnSpPr>
        <p:spPr>
          <a:xfrm>
            <a:off x="10750296" y="2114591"/>
            <a:ext cx="1" cy="1319454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8FD7B3C0-AE8C-95A0-8A04-F26B9239DD1B}"/>
              </a:ext>
            </a:extLst>
          </p:cNvPr>
          <p:cNvCxnSpPr>
            <a:cxnSpLocks/>
            <a:stCxn id="63" idx="0"/>
            <a:endCxn id="132" idx="0"/>
          </p:cNvCxnSpPr>
          <p:nvPr/>
        </p:nvCxnSpPr>
        <p:spPr>
          <a:xfrm>
            <a:off x="10750297" y="4105792"/>
            <a:ext cx="2383" cy="270853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1BF91FA5-D920-0099-1F3D-665E88A4BD7A}"/>
              </a:ext>
            </a:extLst>
          </p:cNvPr>
          <p:cNvCxnSpPr>
            <a:cxnSpLocks/>
            <a:stCxn id="98" idx="0"/>
            <a:endCxn id="88" idx="2"/>
          </p:cNvCxnSpPr>
          <p:nvPr/>
        </p:nvCxnSpPr>
        <p:spPr>
          <a:xfrm flipH="1" flipV="1">
            <a:off x="7953161" y="3841750"/>
            <a:ext cx="829" cy="534895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 type="triangle"/>
            <a:tailEnd type="triangle" w="med" len="med"/>
          </a:ln>
        </p:spPr>
      </p:cxn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D06CF1CF-F314-C363-F4CB-09387A4773FB}"/>
              </a:ext>
            </a:extLst>
          </p:cNvPr>
          <p:cNvGrpSpPr/>
          <p:nvPr/>
        </p:nvGrpSpPr>
        <p:grpSpPr>
          <a:xfrm>
            <a:off x="5746196" y="1700350"/>
            <a:ext cx="1930787" cy="415732"/>
            <a:chOff x="5746196" y="1700350"/>
            <a:chExt cx="1930787" cy="415732"/>
          </a:xfrm>
        </p:grpSpPr>
        <p:cxnSp>
          <p:nvCxnSpPr>
            <p:cNvPr id="47" name="Verbinder: gewinkelt 87">
              <a:extLst>
                <a:ext uri="{FF2B5EF4-FFF2-40B4-BE49-F238E27FC236}">
                  <a16:creationId xmlns:a16="http://schemas.microsoft.com/office/drawing/2014/main" id="{9BD66F53-02F8-0245-5342-5DB7E16F73E5}"/>
                </a:ext>
              </a:extLst>
            </p:cNvPr>
            <p:cNvCxnSpPr>
              <a:cxnSpLocks/>
              <a:stCxn id="74" idx="2"/>
              <a:endCxn id="57" idx="0"/>
            </p:cNvCxnSpPr>
            <p:nvPr/>
          </p:nvCxnSpPr>
          <p:spPr>
            <a:xfrm rot="10800000" flipH="1">
              <a:off x="5746196" y="1700351"/>
              <a:ext cx="965428" cy="213027"/>
            </a:xfrm>
            <a:prstGeom prst="bentConnector4">
              <a:avLst>
                <a:gd name="adj1" fmla="val -19321"/>
                <a:gd name="adj2" fmla="val 207310"/>
              </a:avLst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</p:spPr>
        </p:cxnSp>
        <p:sp>
          <p:nvSpPr>
            <p:cNvPr id="48" name="Text Box 82">
              <a:extLst>
                <a:ext uri="{FF2B5EF4-FFF2-40B4-BE49-F238E27FC236}">
                  <a16:creationId xmlns:a16="http://schemas.microsoft.com/office/drawing/2014/main" id="{2E6CCE68-4D26-3E46-3B4B-C83A7CA526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5055" y="1738450"/>
              <a:ext cx="969963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Function</a:t>
              </a:r>
            </a:p>
          </p:txBody>
        </p:sp>
        <p:sp>
          <p:nvSpPr>
            <p:cNvPr id="57" name="Rectangle 83">
              <a:extLst>
                <a:ext uri="{FF2B5EF4-FFF2-40B4-BE49-F238E27FC236}">
                  <a16:creationId xmlns:a16="http://schemas.microsoft.com/office/drawing/2014/main" id="{6C69CBA5-6820-2D85-A9E6-F0D687810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4392" y="1700350"/>
              <a:ext cx="1414463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4" name="AutoShape 50">
              <a:extLst>
                <a:ext uri="{FF2B5EF4-FFF2-40B4-BE49-F238E27FC236}">
                  <a16:creationId xmlns:a16="http://schemas.microsoft.com/office/drawing/2014/main" id="{4BCB37B3-246C-B80E-0B3B-27CE4BD5E8C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88264" y="1787170"/>
              <a:ext cx="168275" cy="252412"/>
            </a:xfrm>
            <a:prstGeom prst="diamond">
              <a:avLst/>
            </a:prstGeom>
            <a:solidFill>
              <a:sysClr val="windowText" lastClr="000000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5" name="Textfeld 169">
              <a:extLst>
                <a:ext uri="{FF2B5EF4-FFF2-40B4-BE49-F238E27FC236}">
                  <a16:creationId xmlns:a16="http://schemas.microsoft.com/office/drawing/2014/main" id="{A742F8FD-B8DE-99D1-3A56-9FF3B4EC2CF2}"/>
                </a:ext>
              </a:extLst>
            </p:cNvPr>
            <p:cNvSpPr txBox="1"/>
            <p:nvPr/>
          </p:nvSpPr>
          <p:spPr>
            <a:xfrm>
              <a:off x="6283785" y="1895925"/>
              <a:ext cx="29835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8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76" name="Textfeld 169">
              <a:extLst>
                <a:ext uri="{FF2B5EF4-FFF2-40B4-BE49-F238E27FC236}">
                  <a16:creationId xmlns:a16="http://schemas.microsoft.com/office/drawing/2014/main" id="{AA661F45-9377-AAD5-8921-3D60F173FBBC}"/>
                </a:ext>
              </a:extLst>
            </p:cNvPr>
            <p:cNvSpPr txBox="1"/>
            <p:nvPr/>
          </p:nvSpPr>
          <p:spPr>
            <a:xfrm>
              <a:off x="6847764" y="1900638"/>
              <a:ext cx="29835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8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81" name="AutoShape 50">
              <a:extLst>
                <a:ext uri="{FF2B5EF4-FFF2-40B4-BE49-F238E27FC236}">
                  <a16:creationId xmlns:a16="http://schemas.microsoft.com/office/drawing/2014/main" id="{7FBB79BE-5472-26D3-14BB-4674C5C0A19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466639" y="1782011"/>
              <a:ext cx="168275" cy="252412"/>
            </a:xfrm>
            <a:prstGeom prst="diamond">
              <a:avLst/>
            </a:prstGeom>
            <a:solidFill>
              <a:sysClr val="windowText" lastClr="000000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66" name="Textfeld 169">
            <a:extLst>
              <a:ext uri="{FF2B5EF4-FFF2-40B4-BE49-F238E27FC236}">
                <a16:creationId xmlns:a16="http://schemas.microsoft.com/office/drawing/2014/main" id="{7A66C475-C575-3B52-6A3D-CB34A715C6E5}"/>
              </a:ext>
            </a:extLst>
          </p:cNvPr>
          <p:cNvSpPr txBox="1"/>
          <p:nvPr/>
        </p:nvSpPr>
        <p:spPr>
          <a:xfrm>
            <a:off x="6705005" y="1465211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68" name="Textfeld 169">
            <a:extLst>
              <a:ext uri="{FF2B5EF4-FFF2-40B4-BE49-F238E27FC236}">
                <a16:creationId xmlns:a16="http://schemas.microsoft.com/office/drawing/2014/main" id="{9282EF4C-19BB-40F8-96CB-B9980AB3981C}"/>
              </a:ext>
            </a:extLst>
          </p:cNvPr>
          <p:cNvSpPr txBox="1"/>
          <p:nvPr/>
        </p:nvSpPr>
        <p:spPr>
          <a:xfrm>
            <a:off x="9472891" y="1889133"/>
            <a:ext cx="572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state</a:t>
            </a:r>
          </a:p>
        </p:txBody>
      </p:sp>
      <p:sp>
        <p:nvSpPr>
          <p:cNvPr id="69" name="Textfeld 169">
            <a:extLst>
              <a:ext uri="{FF2B5EF4-FFF2-40B4-BE49-F238E27FC236}">
                <a16:creationId xmlns:a16="http://schemas.microsoft.com/office/drawing/2014/main" id="{C360610D-FC9F-4055-0CFF-58ECA127EB77}"/>
              </a:ext>
            </a:extLst>
          </p:cNvPr>
          <p:cNvSpPr txBox="1"/>
          <p:nvPr/>
        </p:nvSpPr>
        <p:spPr>
          <a:xfrm>
            <a:off x="9759558" y="1635468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15B3519F-5A9B-181D-818C-0019A1D6B38B}"/>
              </a:ext>
            </a:extLst>
          </p:cNvPr>
          <p:cNvGrpSpPr/>
          <p:nvPr/>
        </p:nvGrpSpPr>
        <p:grpSpPr>
          <a:xfrm>
            <a:off x="10045448" y="1701841"/>
            <a:ext cx="1410052" cy="412750"/>
            <a:chOff x="6133049" y="1935065"/>
            <a:chExt cx="1410052" cy="412750"/>
          </a:xfrm>
        </p:grpSpPr>
        <p:sp>
          <p:nvSpPr>
            <p:cNvPr id="121" name="Text Box 82">
              <a:extLst>
                <a:ext uri="{FF2B5EF4-FFF2-40B4-BE49-F238E27FC236}">
                  <a16:creationId xmlns:a16="http://schemas.microsoft.com/office/drawing/2014/main" id="{DB97B62D-7852-1951-5753-9C8B3D4A74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3753" y="1973165"/>
              <a:ext cx="846707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Stream</a:t>
              </a:r>
            </a:p>
          </p:txBody>
        </p:sp>
        <p:sp>
          <p:nvSpPr>
            <p:cNvPr id="123" name="Rectangle 83">
              <a:extLst>
                <a:ext uri="{FF2B5EF4-FFF2-40B4-BE49-F238E27FC236}">
                  <a16:creationId xmlns:a16="http://schemas.microsoft.com/office/drawing/2014/main" id="{BF5759FB-D2C0-3651-529A-95B580D842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3049" y="1935065"/>
              <a:ext cx="1409695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24" name="Textfeld 169">
              <a:extLst>
                <a:ext uri="{FF2B5EF4-FFF2-40B4-BE49-F238E27FC236}">
                  <a16:creationId xmlns:a16="http://schemas.microsoft.com/office/drawing/2014/main" id="{67432E70-327C-5769-D573-FF8AA74DAFF9}"/>
                </a:ext>
              </a:extLst>
            </p:cNvPr>
            <p:cNvSpPr txBox="1"/>
            <p:nvPr/>
          </p:nvSpPr>
          <p:spPr>
            <a:xfrm>
              <a:off x="6329512" y="1935116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25" name="Textfeld 169">
              <a:extLst>
                <a:ext uri="{FF2B5EF4-FFF2-40B4-BE49-F238E27FC236}">
                  <a16:creationId xmlns:a16="http://schemas.microsoft.com/office/drawing/2014/main" id="{C8B76388-0F8E-C1DE-3B10-A902B3179C02}"/>
                </a:ext>
              </a:extLst>
            </p:cNvPr>
            <p:cNvSpPr txBox="1"/>
            <p:nvPr/>
          </p:nvSpPr>
          <p:spPr>
            <a:xfrm>
              <a:off x="7035803" y="1935116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29" name="Textfeld 169">
              <a:extLst>
                <a:ext uri="{FF2B5EF4-FFF2-40B4-BE49-F238E27FC236}">
                  <a16:creationId xmlns:a16="http://schemas.microsoft.com/office/drawing/2014/main" id="{5C9F63D6-6797-9E22-329B-792FA6544F76}"/>
                </a:ext>
              </a:extLst>
            </p:cNvPr>
            <p:cNvSpPr txBox="1"/>
            <p:nvPr/>
          </p:nvSpPr>
          <p:spPr>
            <a:xfrm>
              <a:off x="6231404" y="2189581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70" name="Textfeld 169">
              <a:extLst>
                <a:ext uri="{FF2B5EF4-FFF2-40B4-BE49-F238E27FC236}">
                  <a16:creationId xmlns:a16="http://schemas.microsoft.com/office/drawing/2014/main" id="{95D28428-8C6A-10F6-4129-8E98A8E7D605}"/>
                </a:ext>
              </a:extLst>
            </p:cNvPr>
            <p:cNvSpPr txBox="1"/>
            <p:nvPr/>
          </p:nvSpPr>
          <p:spPr>
            <a:xfrm>
              <a:off x="7244743" y="1984753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71" name="Textfeld 169">
              <a:extLst>
                <a:ext uri="{FF2B5EF4-FFF2-40B4-BE49-F238E27FC236}">
                  <a16:creationId xmlns:a16="http://schemas.microsoft.com/office/drawing/2014/main" id="{70AB998D-93B2-4237-B4A2-12065D6F97BE}"/>
                </a:ext>
              </a:extLst>
            </p:cNvPr>
            <p:cNvSpPr txBox="1"/>
            <p:nvPr/>
          </p:nvSpPr>
          <p:spPr>
            <a:xfrm>
              <a:off x="7244743" y="2163318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sp>
        <p:nvSpPr>
          <p:cNvPr id="101" name="Textfeld 169">
            <a:extLst>
              <a:ext uri="{FF2B5EF4-FFF2-40B4-BE49-F238E27FC236}">
                <a16:creationId xmlns:a16="http://schemas.microsoft.com/office/drawing/2014/main" id="{08611245-C212-9B72-1629-BF3A342CBB74}"/>
              </a:ext>
            </a:extLst>
          </p:cNvPr>
          <p:cNvSpPr txBox="1"/>
          <p:nvPr/>
        </p:nvSpPr>
        <p:spPr>
          <a:xfrm>
            <a:off x="6972380" y="2073216"/>
            <a:ext cx="547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1..*</a:t>
            </a:r>
          </a:p>
        </p:txBody>
      </p:sp>
      <p:sp>
        <p:nvSpPr>
          <p:cNvPr id="102" name="Textfeld 169">
            <a:extLst>
              <a:ext uri="{FF2B5EF4-FFF2-40B4-BE49-F238E27FC236}">
                <a16:creationId xmlns:a16="http://schemas.microsoft.com/office/drawing/2014/main" id="{F6EB8E70-FBFE-2B71-EA44-942975F5B5A0}"/>
              </a:ext>
            </a:extLst>
          </p:cNvPr>
          <p:cNvSpPr txBox="1"/>
          <p:nvPr/>
        </p:nvSpPr>
        <p:spPr>
          <a:xfrm>
            <a:off x="6382940" y="2070853"/>
            <a:ext cx="547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1..*</a:t>
            </a:r>
          </a:p>
        </p:txBody>
      </p:sp>
      <p:sp>
        <p:nvSpPr>
          <p:cNvPr id="104" name="Textfeld 169">
            <a:extLst>
              <a:ext uri="{FF2B5EF4-FFF2-40B4-BE49-F238E27FC236}">
                <a16:creationId xmlns:a16="http://schemas.microsoft.com/office/drawing/2014/main" id="{5BC84E8F-A35F-A352-1E52-E02675B7D1FB}"/>
              </a:ext>
            </a:extLst>
          </p:cNvPr>
          <p:cNvSpPr txBox="1"/>
          <p:nvPr/>
        </p:nvSpPr>
        <p:spPr>
          <a:xfrm>
            <a:off x="7024160" y="3397080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05" name="Textfeld 169">
            <a:extLst>
              <a:ext uri="{FF2B5EF4-FFF2-40B4-BE49-F238E27FC236}">
                <a16:creationId xmlns:a16="http://schemas.microsoft.com/office/drawing/2014/main" id="{702B0F8E-D738-AD6F-1862-AD36BE633553}"/>
              </a:ext>
            </a:extLst>
          </p:cNvPr>
          <p:cNvSpPr txBox="1"/>
          <p:nvPr/>
        </p:nvSpPr>
        <p:spPr>
          <a:xfrm>
            <a:off x="7015763" y="4353135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09" name="Textfeld 169">
            <a:extLst>
              <a:ext uri="{FF2B5EF4-FFF2-40B4-BE49-F238E27FC236}">
                <a16:creationId xmlns:a16="http://schemas.microsoft.com/office/drawing/2014/main" id="{76D7673B-AF82-00F2-8198-406F547CA2EA}"/>
              </a:ext>
            </a:extLst>
          </p:cNvPr>
          <p:cNvSpPr txBox="1"/>
          <p:nvPr/>
        </p:nvSpPr>
        <p:spPr>
          <a:xfrm>
            <a:off x="7663059" y="3797537"/>
            <a:ext cx="328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in</a:t>
            </a:r>
          </a:p>
        </p:txBody>
      </p:sp>
      <p:sp>
        <p:nvSpPr>
          <p:cNvPr id="110" name="Textfeld 169">
            <a:extLst>
              <a:ext uri="{FF2B5EF4-FFF2-40B4-BE49-F238E27FC236}">
                <a16:creationId xmlns:a16="http://schemas.microsoft.com/office/drawing/2014/main" id="{DB071100-D853-40E9-1BD9-36E255024260}"/>
              </a:ext>
            </a:extLst>
          </p:cNvPr>
          <p:cNvSpPr txBox="1"/>
          <p:nvPr/>
        </p:nvSpPr>
        <p:spPr>
          <a:xfrm>
            <a:off x="7943693" y="3847704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375561C5-77E1-02C4-9FE4-EDB9F8608322}"/>
              </a:ext>
            </a:extLst>
          </p:cNvPr>
          <p:cNvGrpSpPr/>
          <p:nvPr/>
        </p:nvGrpSpPr>
        <p:grpSpPr>
          <a:xfrm>
            <a:off x="8234626" y="2747559"/>
            <a:ext cx="1415104" cy="712691"/>
            <a:chOff x="4164286" y="2980783"/>
            <a:chExt cx="1415104" cy="712691"/>
          </a:xfrm>
        </p:grpSpPr>
        <p:grpSp>
          <p:nvGrpSpPr>
            <p:cNvPr id="115" name="Group 87">
              <a:extLst>
                <a:ext uri="{FF2B5EF4-FFF2-40B4-BE49-F238E27FC236}">
                  <a16:creationId xmlns:a16="http://schemas.microsoft.com/office/drawing/2014/main" id="{9235F5D3-5A12-B93E-A970-0DFF852505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64286" y="2980783"/>
              <a:ext cx="1414463" cy="412750"/>
              <a:chOff x="3441" y="2592"/>
              <a:chExt cx="891" cy="260"/>
            </a:xfrm>
          </p:grpSpPr>
          <p:sp>
            <p:nvSpPr>
              <p:cNvPr id="117" name="Text Box 82">
                <a:extLst>
                  <a:ext uri="{FF2B5EF4-FFF2-40B4-BE49-F238E27FC236}">
                    <a16:creationId xmlns:a16="http://schemas.microsoft.com/office/drawing/2014/main" id="{6364B172-4927-CA14-8041-03FD85DB24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08" y="2616"/>
                <a:ext cx="354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Port</a:t>
                </a:r>
              </a:p>
            </p:txBody>
          </p:sp>
          <p:sp>
            <p:nvSpPr>
              <p:cNvPr id="118" name="Rectangle 83">
                <a:extLst>
                  <a:ext uri="{FF2B5EF4-FFF2-40B4-BE49-F238E27FC236}">
                    <a16:creationId xmlns:a16="http://schemas.microsoft.com/office/drawing/2014/main" id="{ABA119B7-07A6-01C7-76FA-824327710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1" y="2592"/>
                <a:ext cx="891" cy="26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116" name="AutoShape 37">
              <a:extLst>
                <a:ext uri="{FF2B5EF4-FFF2-40B4-BE49-F238E27FC236}">
                  <a16:creationId xmlns:a16="http://schemas.microsoft.com/office/drawing/2014/main" id="{5708A57A-2241-BE1F-2238-61CC96523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9116" y="3402961"/>
              <a:ext cx="304800" cy="29051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>
              <a:spAutoFit/>
            </a:bodyPr>
            <a:lstStyle/>
            <a:p>
              <a:endParaRPr lang="en-US" dirty="0"/>
            </a:p>
          </p:txBody>
        </p:sp>
        <p:sp>
          <p:nvSpPr>
            <p:cNvPr id="113" name="Textfeld 169">
              <a:extLst>
                <a:ext uri="{FF2B5EF4-FFF2-40B4-BE49-F238E27FC236}">
                  <a16:creationId xmlns:a16="http://schemas.microsoft.com/office/drawing/2014/main" id="{3FDBF117-AC16-0CE1-E857-A2C897DBAF22}"/>
                </a:ext>
              </a:extLst>
            </p:cNvPr>
            <p:cNvSpPr txBox="1"/>
            <p:nvPr/>
          </p:nvSpPr>
          <p:spPr>
            <a:xfrm>
              <a:off x="5281032" y="3004628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20" name="Textfeld 169">
              <a:extLst>
                <a:ext uri="{FF2B5EF4-FFF2-40B4-BE49-F238E27FC236}">
                  <a16:creationId xmlns:a16="http://schemas.microsoft.com/office/drawing/2014/main" id="{62505F43-22F5-C76F-72BD-A546837054CE}"/>
                </a:ext>
              </a:extLst>
            </p:cNvPr>
            <p:cNvSpPr txBox="1"/>
            <p:nvPr/>
          </p:nvSpPr>
          <p:spPr>
            <a:xfrm>
              <a:off x="5249282" y="3237168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sp>
        <p:nvSpPr>
          <p:cNvPr id="135" name="Textfeld 169">
            <a:extLst>
              <a:ext uri="{FF2B5EF4-FFF2-40B4-BE49-F238E27FC236}">
                <a16:creationId xmlns:a16="http://schemas.microsoft.com/office/drawing/2014/main" id="{7F28EFBB-45F7-626C-3B51-7E592B2F483A}"/>
              </a:ext>
            </a:extLst>
          </p:cNvPr>
          <p:cNvSpPr txBox="1"/>
          <p:nvPr/>
        </p:nvSpPr>
        <p:spPr>
          <a:xfrm>
            <a:off x="10237481" y="2157471"/>
            <a:ext cx="4891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</a:rPr>
              <a:t>0..1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167" name="Gruppieren 166">
            <a:extLst>
              <a:ext uri="{FF2B5EF4-FFF2-40B4-BE49-F238E27FC236}">
                <a16:creationId xmlns:a16="http://schemas.microsoft.com/office/drawing/2014/main" id="{B7C03D2D-AC68-2259-7EE6-C3530266FFF7}"/>
              </a:ext>
            </a:extLst>
          </p:cNvPr>
          <p:cNvGrpSpPr/>
          <p:nvPr/>
        </p:nvGrpSpPr>
        <p:grpSpPr>
          <a:xfrm>
            <a:off x="10043065" y="3434045"/>
            <a:ext cx="1414463" cy="671747"/>
            <a:chOff x="6130666" y="3341842"/>
            <a:chExt cx="1414463" cy="671747"/>
          </a:xfrm>
        </p:grpSpPr>
        <p:sp>
          <p:nvSpPr>
            <p:cNvPr id="107" name="Text Box 82">
              <a:extLst>
                <a:ext uri="{FF2B5EF4-FFF2-40B4-BE49-F238E27FC236}">
                  <a16:creationId xmlns:a16="http://schemas.microsoft.com/office/drawing/2014/main" id="{89B7DD98-5465-6A8B-D0B9-3D67263988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21191" y="3379942"/>
              <a:ext cx="628650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Type</a:t>
              </a:r>
            </a:p>
          </p:txBody>
        </p:sp>
        <p:sp>
          <p:nvSpPr>
            <p:cNvPr id="108" name="Rectangle 83">
              <a:extLst>
                <a:ext uri="{FF2B5EF4-FFF2-40B4-BE49-F238E27FC236}">
                  <a16:creationId xmlns:a16="http://schemas.microsoft.com/office/drawing/2014/main" id="{6344571D-9725-529C-61F1-398BAB5C65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0666" y="3341842"/>
              <a:ext cx="1414463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63" name="AutoShape 50">
              <a:extLst>
                <a:ext uri="{FF2B5EF4-FFF2-40B4-BE49-F238E27FC236}">
                  <a16:creationId xmlns:a16="http://schemas.microsoft.com/office/drawing/2014/main" id="{66FEB1FD-044A-6BAA-171B-172122658BE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6753761" y="3761177"/>
              <a:ext cx="168275" cy="252412"/>
            </a:xfrm>
            <a:prstGeom prst="diamond">
              <a:avLst/>
            </a:prstGeom>
            <a:solidFill>
              <a:sysClr val="windowText" lastClr="000000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66" name="Textfeld 169">
              <a:extLst>
                <a:ext uri="{FF2B5EF4-FFF2-40B4-BE49-F238E27FC236}">
                  <a16:creationId xmlns:a16="http://schemas.microsoft.com/office/drawing/2014/main" id="{3B1220EA-3474-1410-3E4B-D09C4774D7C4}"/>
                </a:ext>
              </a:extLst>
            </p:cNvPr>
            <p:cNvSpPr txBox="1"/>
            <p:nvPr/>
          </p:nvSpPr>
          <p:spPr>
            <a:xfrm>
              <a:off x="7172157" y="3602244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sp>
        <p:nvSpPr>
          <p:cNvPr id="173" name="Textfeld 169">
            <a:extLst>
              <a:ext uri="{FF2B5EF4-FFF2-40B4-BE49-F238E27FC236}">
                <a16:creationId xmlns:a16="http://schemas.microsoft.com/office/drawing/2014/main" id="{9B7BB3A9-EAA3-3A7E-30D2-989D9E578004}"/>
              </a:ext>
            </a:extLst>
          </p:cNvPr>
          <p:cNvSpPr txBox="1"/>
          <p:nvPr/>
        </p:nvSpPr>
        <p:spPr>
          <a:xfrm>
            <a:off x="9644327" y="2602274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74" name="Textfeld 169">
            <a:extLst>
              <a:ext uri="{FF2B5EF4-FFF2-40B4-BE49-F238E27FC236}">
                <a16:creationId xmlns:a16="http://schemas.microsoft.com/office/drawing/2014/main" id="{F8379769-3C79-2C5E-AD2F-30A7EAEB5323}"/>
              </a:ext>
            </a:extLst>
          </p:cNvPr>
          <p:cNvSpPr txBox="1"/>
          <p:nvPr/>
        </p:nvSpPr>
        <p:spPr>
          <a:xfrm>
            <a:off x="9760490" y="3375599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75" name="Textfeld 169">
            <a:extLst>
              <a:ext uri="{FF2B5EF4-FFF2-40B4-BE49-F238E27FC236}">
                <a16:creationId xmlns:a16="http://schemas.microsoft.com/office/drawing/2014/main" id="{86C41B41-D4C4-E842-32F0-98AD32F355D9}"/>
              </a:ext>
            </a:extLst>
          </p:cNvPr>
          <p:cNvSpPr txBox="1"/>
          <p:nvPr/>
        </p:nvSpPr>
        <p:spPr>
          <a:xfrm>
            <a:off x="10697506" y="3177082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77" name="Textfeld 169">
            <a:extLst>
              <a:ext uri="{FF2B5EF4-FFF2-40B4-BE49-F238E27FC236}">
                <a16:creationId xmlns:a16="http://schemas.microsoft.com/office/drawing/2014/main" id="{EFE19DE9-0B1E-4076-A166-58225CAFF176}"/>
              </a:ext>
            </a:extLst>
          </p:cNvPr>
          <p:cNvSpPr txBox="1"/>
          <p:nvPr/>
        </p:nvSpPr>
        <p:spPr>
          <a:xfrm>
            <a:off x="10715990" y="4101805"/>
            <a:ext cx="6669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sp>
        <p:nvSpPr>
          <p:cNvPr id="178" name="Textfeld 169">
            <a:extLst>
              <a:ext uri="{FF2B5EF4-FFF2-40B4-BE49-F238E27FC236}">
                <a16:creationId xmlns:a16="http://schemas.microsoft.com/office/drawing/2014/main" id="{7B494332-8610-3D5B-6FB4-4DBD6CABC7E6}"/>
              </a:ext>
            </a:extLst>
          </p:cNvPr>
          <p:cNvSpPr txBox="1"/>
          <p:nvPr/>
        </p:nvSpPr>
        <p:spPr>
          <a:xfrm>
            <a:off x="9423359" y="3114396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79" name="Textfeld 169">
            <a:extLst>
              <a:ext uri="{FF2B5EF4-FFF2-40B4-BE49-F238E27FC236}">
                <a16:creationId xmlns:a16="http://schemas.microsoft.com/office/drawing/2014/main" id="{48661ED5-BA68-EBF3-8607-19C54C044862}"/>
              </a:ext>
            </a:extLst>
          </p:cNvPr>
          <p:cNvSpPr txBox="1"/>
          <p:nvPr/>
        </p:nvSpPr>
        <p:spPr>
          <a:xfrm>
            <a:off x="10716556" y="2186840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88" name="Textfeld 187">
            <a:extLst>
              <a:ext uri="{FF2B5EF4-FFF2-40B4-BE49-F238E27FC236}">
                <a16:creationId xmlns:a16="http://schemas.microsoft.com/office/drawing/2014/main" id="{0F4664C9-38E2-89A3-CD02-A231130E1A01}"/>
              </a:ext>
            </a:extLst>
          </p:cNvPr>
          <p:cNvSpPr txBox="1"/>
          <p:nvPr/>
        </p:nvSpPr>
        <p:spPr>
          <a:xfrm>
            <a:off x="10121169" y="4979921"/>
            <a:ext cx="19983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i="1" dirty="0">
                <a:solidFill>
                  <a:srgbClr val="00549F"/>
                </a:solidFill>
                <a:latin typeface="Trebuchet MS" panose="020B0603020202020204" pitchFamily="34" charset="0"/>
              </a:rPr>
              <a:t>e.g., Diesel </a:t>
            </a:r>
            <a:r>
              <a:rPr lang="de-DE" i="1" dirty="0" err="1">
                <a:solidFill>
                  <a:srgbClr val="00549F"/>
                </a:solidFill>
                <a:latin typeface="Trebuchet MS" panose="020B0603020202020204" pitchFamily="34" charset="0"/>
              </a:rPr>
              <a:t>as</a:t>
            </a:r>
            <a:r>
              <a:rPr lang="de-DE" i="1" dirty="0">
                <a:solidFill>
                  <a:srgbClr val="00549F"/>
                </a:solidFill>
                <a:latin typeface="Trebuchet MS" panose="020B0603020202020204" pitchFamily="34" charset="0"/>
              </a:rPr>
              <a:t> </a:t>
            </a:r>
            <a:br>
              <a:rPr lang="de-DE" i="1" dirty="0">
                <a:solidFill>
                  <a:srgbClr val="00549F"/>
                </a:solidFill>
                <a:latin typeface="Trebuchet MS" panose="020B0603020202020204" pitchFamily="34" charset="0"/>
              </a:rPr>
            </a:br>
            <a:r>
              <a:rPr lang="de-DE" i="1" dirty="0">
                <a:solidFill>
                  <a:srgbClr val="00549F"/>
                </a:solidFill>
                <a:latin typeface="Trebuchet MS" panose="020B0603020202020204" pitchFamily="34" charset="0"/>
              </a:rPr>
              <a:t>Fluid in l/s &lt;</a:t>
            </a:r>
            <a:r>
              <a:rPr lang="de-DE" i="1" dirty="0" err="1">
                <a:solidFill>
                  <a:srgbClr val="00549F"/>
                </a:solidFill>
                <a:latin typeface="Trebuchet MS" panose="020B0603020202020204" pitchFamily="34" charset="0"/>
              </a:rPr>
              <a:t>Int</a:t>
            </a:r>
            <a:r>
              <a:rPr lang="de-DE" i="1" dirty="0">
                <a:solidFill>
                  <a:srgbClr val="00549F"/>
                </a:solidFill>
                <a:latin typeface="Trebuchet MS" panose="020B0603020202020204" pitchFamily="34" charset="0"/>
              </a:rPr>
              <a:t>&gt;</a:t>
            </a:r>
            <a:endParaRPr lang="de-DE" dirty="0"/>
          </a:p>
        </p:txBody>
      </p:sp>
      <p:sp>
        <p:nvSpPr>
          <p:cNvPr id="195" name="Textfeld 194">
            <a:extLst>
              <a:ext uri="{FF2B5EF4-FFF2-40B4-BE49-F238E27FC236}">
                <a16:creationId xmlns:a16="http://schemas.microsoft.com/office/drawing/2014/main" id="{D74C2742-7972-3379-324A-EC02FFED322D}"/>
              </a:ext>
            </a:extLst>
          </p:cNvPr>
          <p:cNvSpPr txBox="1"/>
          <p:nvPr/>
        </p:nvSpPr>
        <p:spPr>
          <a:xfrm>
            <a:off x="8799394" y="4987485"/>
            <a:ext cx="12186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>
                <a:solidFill>
                  <a:srgbClr val="00549F"/>
                </a:solidFill>
                <a:latin typeface="Trebuchet MS" panose="020B0603020202020204" pitchFamily="34" charset="0"/>
              </a:rPr>
              <a:t>Material, </a:t>
            </a:r>
            <a:br>
              <a:rPr lang="de-DE" i="1" dirty="0">
                <a:solidFill>
                  <a:srgbClr val="00549F"/>
                </a:solidFill>
                <a:latin typeface="Trebuchet MS" panose="020B0603020202020204" pitchFamily="34" charset="0"/>
              </a:rPr>
            </a:br>
            <a:r>
              <a:rPr lang="de-DE" i="1" dirty="0">
                <a:solidFill>
                  <a:srgbClr val="00549F"/>
                </a:solidFill>
                <a:latin typeface="Trebuchet MS" panose="020B0603020202020204" pitchFamily="34" charset="0"/>
              </a:rPr>
              <a:t>Data, </a:t>
            </a:r>
            <a:br>
              <a:rPr lang="de-DE" i="1" dirty="0">
                <a:solidFill>
                  <a:srgbClr val="00549F"/>
                </a:solidFill>
                <a:latin typeface="Trebuchet MS" panose="020B0603020202020204" pitchFamily="34" charset="0"/>
              </a:rPr>
            </a:br>
            <a:r>
              <a:rPr lang="de-DE" i="1" dirty="0">
                <a:solidFill>
                  <a:srgbClr val="00549F"/>
                </a:solidFill>
                <a:latin typeface="Trebuchet MS" panose="020B0603020202020204" pitchFamily="34" charset="0"/>
              </a:rPr>
              <a:t>Energy</a:t>
            </a:r>
          </a:p>
        </p:txBody>
      </p:sp>
      <p:sp>
        <p:nvSpPr>
          <p:cNvPr id="11" name="AutoShape 40">
            <a:extLst>
              <a:ext uri="{FF2B5EF4-FFF2-40B4-BE49-F238E27FC236}">
                <a16:creationId xmlns:a16="http://schemas.microsoft.com/office/drawing/2014/main" id="{93ED320D-E348-306D-E77F-264C9FF87CB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515987" y="1277481"/>
            <a:ext cx="423156" cy="211578"/>
          </a:xfrm>
          <a:prstGeom prst="foldedCorner">
            <a:avLst>
              <a:gd name="adj" fmla="val 27606"/>
            </a:avLst>
          </a:prstGeom>
          <a:solidFill>
            <a:sysClr val="window" lastClr="FFFFFF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rot="10800000" wrap="none" anchor="ctr" anchorCtr="1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CD</a:t>
            </a:r>
          </a:p>
        </p:txBody>
      </p:sp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2DD9BD00-0882-B499-939C-44D4760205A1}"/>
              </a:ext>
            </a:extLst>
          </p:cNvPr>
          <p:cNvSpPr/>
          <p:nvPr/>
        </p:nvSpPr>
        <p:spPr bwMode="auto">
          <a:xfrm>
            <a:off x="11518900" y="3758025"/>
            <a:ext cx="374885" cy="1225550"/>
          </a:xfrm>
          <a:custGeom>
            <a:avLst/>
            <a:gdLst>
              <a:gd name="connsiteX0" fmla="*/ 44450 w 374885"/>
              <a:gd name="connsiteY0" fmla="*/ 1225550 h 1225550"/>
              <a:gd name="connsiteX1" fmla="*/ 374650 w 374885"/>
              <a:gd name="connsiteY1" fmla="*/ 571500 h 1225550"/>
              <a:gd name="connsiteX2" fmla="*/ 0 w 374885"/>
              <a:gd name="connsiteY2" fmla="*/ 0 h 1225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4885" h="1225550">
                <a:moveTo>
                  <a:pt x="44450" y="1225550"/>
                </a:moveTo>
                <a:cubicBezTo>
                  <a:pt x="213254" y="1000654"/>
                  <a:pt x="382058" y="775758"/>
                  <a:pt x="374650" y="571500"/>
                </a:cubicBezTo>
                <a:cubicBezTo>
                  <a:pt x="367242" y="367242"/>
                  <a:pt x="183621" y="183621"/>
                  <a:pt x="0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70B0CA57-B685-838B-8E88-F171C0E9660F}"/>
              </a:ext>
            </a:extLst>
          </p:cNvPr>
          <p:cNvSpPr/>
          <p:nvPr/>
        </p:nvSpPr>
        <p:spPr bwMode="auto">
          <a:xfrm>
            <a:off x="9317569" y="4608925"/>
            <a:ext cx="677331" cy="463550"/>
          </a:xfrm>
          <a:custGeom>
            <a:avLst/>
            <a:gdLst>
              <a:gd name="connsiteX0" fmla="*/ 55031 w 677331"/>
              <a:gd name="connsiteY0" fmla="*/ 463550 h 463550"/>
              <a:gd name="connsiteX1" fmla="*/ 61381 w 677331"/>
              <a:gd name="connsiteY1" fmla="*/ 133350 h 463550"/>
              <a:gd name="connsiteX2" fmla="*/ 677331 w 677331"/>
              <a:gd name="connsiteY2" fmla="*/ 0 h 46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7331" h="463550">
                <a:moveTo>
                  <a:pt x="55031" y="463550"/>
                </a:moveTo>
                <a:cubicBezTo>
                  <a:pt x="6347" y="337079"/>
                  <a:pt x="-42336" y="210608"/>
                  <a:pt x="61381" y="133350"/>
                </a:cubicBezTo>
                <a:cubicBezTo>
                  <a:pt x="165098" y="56092"/>
                  <a:pt x="421214" y="28046"/>
                  <a:pt x="677331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131">
            <a:extLst>
              <a:ext uri="{FF2B5EF4-FFF2-40B4-BE49-F238E27FC236}">
                <a16:creationId xmlns:a16="http://schemas.microsoft.com/office/drawing/2014/main" id="{89ECDBD6-824D-5B6E-472C-B1A0051378B3}"/>
              </a:ext>
            </a:extLst>
          </p:cNvPr>
          <p:cNvSpPr txBox="1">
            <a:spLocks/>
          </p:cNvSpPr>
          <p:nvPr/>
        </p:nvSpPr>
        <p:spPr>
          <a:xfrm>
            <a:off x="384000" y="1236273"/>
            <a:ext cx="5957577" cy="4385455"/>
          </a:xfrm>
          <a:prstGeom prst="rect">
            <a:avLst/>
          </a:prstGeom>
        </p:spPr>
        <p:txBody>
          <a:bodyPr lIns="0" tIns="0" rIns="0" bIns="0"/>
          <a:lstStyle>
            <a:lvl1pPr marL="2159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>
                <a:tab pos="215900" algn="l"/>
              </a:tabLs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8636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863600" indent="-2159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Trebuchet MS" panose="020B0603020202020204" pitchFamily="34" charset="0"/>
            </a:endParaRPr>
          </a:p>
          <a:p>
            <a:r>
              <a:rPr lang="en-US" dirty="0">
                <a:latin typeface="+mj-lt"/>
              </a:rPr>
              <a:t>Each port and each stream has a </a:t>
            </a:r>
            <a:r>
              <a:rPr lang="en-US" dirty="0">
                <a:solidFill>
                  <a:srgbClr val="00549F"/>
                </a:solidFill>
                <a:latin typeface="+mj-lt"/>
              </a:rPr>
              <a:t>type</a:t>
            </a:r>
          </a:p>
          <a:p>
            <a:pPr lvl="1"/>
            <a:r>
              <a:rPr lang="en-US" sz="1800" dirty="0">
                <a:latin typeface="+mj-lt"/>
              </a:rPr>
              <a:t>Ports and their streams are of the same type</a:t>
            </a:r>
          </a:p>
          <a:p>
            <a:endParaRPr lang="en-US" dirty="0">
              <a:solidFill>
                <a:srgbClr val="00549F"/>
              </a:solidFill>
              <a:latin typeface="Trebuchet MS" panose="020B0603020202020204" pitchFamily="34" charset="0"/>
            </a:endParaRPr>
          </a:p>
          <a:p>
            <a:r>
              <a:rPr lang="en-US" dirty="0">
                <a:solidFill>
                  <a:srgbClr val="00549F"/>
                </a:solidFill>
                <a:latin typeface="Trebuchet MS" panose="020B0603020202020204" pitchFamily="34" charset="0"/>
              </a:rPr>
              <a:t>Stream</a:t>
            </a:r>
            <a:r>
              <a:rPr lang="en-US" dirty="0">
                <a:latin typeface="+mj-lt"/>
              </a:rPr>
              <a:t> is intentionally under-specified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Output ports “produce” data, input ports “consume” 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it. Data is therefore associated with output ports 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and only indirectly with input ports</a:t>
            </a:r>
          </a:p>
          <a:p>
            <a:pPr lvl="1"/>
            <a:r>
              <a:rPr lang="en-US" dirty="0">
                <a:latin typeface="+mj-lt"/>
              </a:rPr>
              <a:t>Only exception: data is also present at the outermost input ports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Data in streams can be multi-dimensional</a:t>
            </a: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</p:txBody>
      </p:sp>
      <p:sp>
        <p:nvSpPr>
          <p:cNvPr id="7" name="Textfeld 44">
            <a:extLst>
              <a:ext uri="{FF2B5EF4-FFF2-40B4-BE49-F238E27FC236}">
                <a16:creationId xmlns:a16="http://schemas.microsoft.com/office/drawing/2014/main" id="{17B2A8AD-7256-5245-0156-AEFE56B5E376}"/>
              </a:ext>
            </a:extLst>
          </p:cNvPr>
          <p:cNvSpPr txBox="1"/>
          <p:nvPr/>
        </p:nvSpPr>
        <p:spPr>
          <a:xfrm>
            <a:off x="5166526" y="2184077"/>
            <a:ext cx="13059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shared port object</a:t>
            </a:r>
          </a:p>
        </p:txBody>
      </p:sp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E6F64434-E633-8F9D-4CFB-5A18068867F8}"/>
              </a:ext>
            </a:extLst>
          </p:cNvPr>
          <p:cNvSpPr/>
          <p:nvPr/>
        </p:nvSpPr>
        <p:spPr>
          <a:xfrm>
            <a:off x="6071936" y="2354596"/>
            <a:ext cx="545123" cy="258791"/>
          </a:xfrm>
          <a:custGeom>
            <a:avLst/>
            <a:gdLst>
              <a:gd name="connsiteX0" fmla="*/ 0 w 545123"/>
              <a:gd name="connsiteY0" fmla="*/ 257908 h 258791"/>
              <a:gd name="connsiteX1" fmla="*/ 281354 w 545123"/>
              <a:gd name="connsiteY1" fmla="*/ 246185 h 258791"/>
              <a:gd name="connsiteX2" fmla="*/ 480646 w 545123"/>
              <a:gd name="connsiteY2" fmla="*/ 169985 h 258791"/>
              <a:gd name="connsiteX3" fmla="*/ 545123 w 545123"/>
              <a:gd name="connsiteY3" fmla="*/ 0 h 258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5123" h="258791">
                <a:moveTo>
                  <a:pt x="0" y="257908"/>
                </a:moveTo>
                <a:cubicBezTo>
                  <a:pt x="100623" y="259373"/>
                  <a:pt x="201247" y="260839"/>
                  <a:pt x="281354" y="246185"/>
                </a:cubicBezTo>
                <a:cubicBezTo>
                  <a:pt x="361461" y="231531"/>
                  <a:pt x="436685" y="211016"/>
                  <a:pt x="480646" y="169985"/>
                </a:cubicBezTo>
                <a:cubicBezTo>
                  <a:pt x="524607" y="128954"/>
                  <a:pt x="534865" y="64477"/>
                  <a:pt x="545123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feld 44">
            <a:extLst>
              <a:ext uri="{FF2B5EF4-FFF2-40B4-BE49-F238E27FC236}">
                <a16:creationId xmlns:a16="http://schemas.microsoft.com/office/drawing/2014/main" id="{0BBFAED8-E268-7CC9-C076-09887EFB89EE}"/>
              </a:ext>
            </a:extLst>
          </p:cNvPr>
          <p:cNvSpPr txBox="1"/>
          <p:nvPr/>
        </p:nvSpPr>
        <p:spPr>
          <a:xfrm>
            <a:off x="6343558" y="811492"/>
            <a:ext cx="20024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OCL: tree structure</a:t>
            </a:r>
          </a:p>
        </p:txBody>
      </p:sp>
      <p:sp>
        <p:nvSpPr>
          <p:cNvPr id="16" name="Freihandform: Form 15">
            <a:extLst>
              <a:ext uri="{FF2B5EF4-FFF2-40B4-BE49-F238E27FC236}">
                <a16:creationId xmlns:a16="http://schemas.microsoft.com/office/drawing/2014/main" id="{358FF456-DFEE-D7DC-E393-AD4F86641A86}"/>
              </a:ext>
            </a:extLst>
          </p:cNvPr>
          <p:cNvSpPr/>
          <p:nvPr/>
        </p:nvSpPr>
        <p:spPr>
          <a:xfrm>
            <a:off x="6221418" y="1085263"/>
            <a:ext cx="197910" cy="339970"/>
          </a:xfrm>
          <a:custGeom>
            <a:avLst/>
            <a:gdLst>
              <a:gd name="connsiteX0" fmla="*/ 197910 w 197910"/>
              <a:gd name="connsiteY0" fmla="*/ 0 h 339970"/>
              <a:gd name="connsiteX1" fmla="*/ 4479 w 197910"/>
              <a:gd name="connsiteY1" fmla="*/ 58616 h 339970"/>
              <a:gd name="connsiteX2" fmla="*/ 80679 w 197910"/>
              <a:gd name="connsiteY2" fmla="*/ 339970 h 339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910" h="339970">
                <a:moveTo>
                  <a:pt x="197910" y="0"/>
                </a:moveTo>
                <a:cubicBezTo>
                  <a:pt x="110963" y="977"/>
                  <a:pt x="24017" y="1954"/>
                  <a:pt x="4479" y="58616"/>
                </a:cubicBezTo>
                <a:cubicBezTo>
                  <a:pt x="-15060" y="115278"/>
                  <a:pt x="32809" y="227624"/>
                  <a:pt x="80679" y="339970"/>
                </a:cubicBezTo>
              </a:path>
            </a:pathLst>
          </a:custGeom>
          <a:noFill/>
          <a:ln w="12700" cap="flat" cmpd="sng" algn="ctr">
            <a:solidFill>
              <a:srgbClr val="00549F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Textfeld 44">
            <a:extLst>
              <a:ext uri="{FF2B5EF4-FFF2-40B4-BE49-F238E27FC236}">
                <a16:creationId xmlns:a16="http://schemas.microsoft.com/office/drawing/2014/main" id="{4D42BBD1-5514-2049-0F02-604D736681E3}"/>
              </a:ext>
            </a:extLst>
          </p:cNvPr>
          <p:cNvSpPr txBox="1"/>
          <p:nvPr/>
        </p:nvSpPr>
        <p:spPr>
          <a:xfrm>
            <a:off x="7917513" y="1967631"/>
            <a:ext cx="19144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Values can be multi-dimensional</a:t>
            </a:r>
          </a:p>
        </p:txBody>
      </p:sp>
      <p:sp>
        <p:nvSpPr>
          <p:cNvPr id="25" name="Textfeld 169">
            <a:extLst>
              <a:ext uri="{FF2B5EF4-FFF2-40B4-BE49-F238E27FC236}">
                <a16:creationId xmlns:a16="http://schemas.microsoft.com/office/drawing/2014/main" id="{5604E4AF-B59F-DB75-20B4-1D9659723E5A}"/>
              </a:ext>
            </a:extLst>
          </p:cNvPr>
          <p:cNvSpPr txBox="1"/>
          <p:nvPr/>
        </p:nvSpPr>
        <p:spPr>
          <a:xfrm>
            <a:off x="9755179" y="2155537"/>
            <a:ext cx="572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state</a:t>
            </a:r>
          </a:p>
        </p:txBody>
      </p:sp>
      <p:sp>
        <p:nvSpPr>
          <p:cNvPr id="31" name="Freihandform: Form 30">
            <a:extLst>
              <a:ext uri="{FF2B5EF4-FFF2-40B4-BE49-F238E27FC236}">
                <a16:creationId xmlns:a16="http://schemas.microsoft.com/office/drawing/2014/main" id="{33CCE1E2-8AAC-1BBA-EC46-D987B10AFBB7}"/>
              </a:ext>
            </a:extLst>
          </p:cNvPr>
          <p:cNvSpPr/>
          <p:nvPr/>
        </p:nvSpPr>
        <p:spPr bwMode="auto">
          <a:xfrm>
            <a:off x="6076950" y="2339340"/>
            <a:ext cx="1089660" cy="391125"/>
          </a:xfrm>
          <a:custGeom>
            <a:avLst/>
            <a:gdLst>
              <a:gd name="connsiteX0" fmla="*/ 0 w 1089660"/>
              <a:gd name="connsiteY0" fmla="*/ 369570 h 391125"/>
              <a:gd name="connsiteX1" fmla="*/ 864870 w 1089660"/>
              <a:gd name="connsiteY1" fmla="*/ 350520 h 391125"/>
              <a:gd name="connsiteX2" fmla="*/ 1089660 w 1089660"/>
              <a:gd name="connsiteY2" fmla="*/ 0 h 391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89660" h="391125">
                <a:moveTo>
                  <a:pt x="0" y="369570"/>
                </a:moveTo>
                <a:cubicBezTo>
                  <a:pt x="341630" y="390842"/>
                  <a:pt x="683260" y="412115"/>
                  <a:pt x="864870" y="350520"/>
                </a:cubicBezTo>
                <a:cubicBezTo>
                  <a:pt x="1046480" y="288925"/>
                  <a:pt x="1068070" y="144462"/>
                  <a:pt x="1089660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FCCF4947-F0A4-50F8-B261-40234925D4E1}"/>
              </a:ext>
            </a:extLst>
          </p:cNvPr>
          <p:cNvSpPr/>
          <p:nvPr/>
        </p:nvSpPr>
        <p:spPr bwMode="auto">
          <a:xfrm>
            <a:off x="6403895" y="2534902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76140065-CE66-A407-2068-6AF03E2AE1F4}"/>
              </a:ext>
            </a:extLst>
          </p:cNvPr>
          <p:cNvSpPr/>
          <p:nvPr/>
        </p:nvSpPr>
        <p:spPr bwMode="auto">
          <a:xfrm>
            <a:off x="6410009" y="2691223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DA5F2A3F-B659-2B1D-A0DA-98B6129E794F}"/>
              </a:ext>
            </a:extLst>
          </p:cNvPr>
          <p:cNvSpPr/>
          <p:nvPr/>
        </p:nvSpPr>
        <p:spPr bwMode="auto">
          <a:xfrm>
            <a:off x="6969820" y="2617103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cxnSp>
        <p:nvCxnSpPr>
          <p:cNvPr id="15" name="Verbinder: gewinkelt 87">
            <a:extLst>
              <a:ext uri="{FF2B5EF4-FFF2-40B4-BE49-F238E27FC236}">
                <a16:creationId xmlns:a16="http://schemas.microsoft.com/office/drawing/2014/main" id="{7B30A56A-863D-F485-DE66-7EE3C1D1DBB8}"/>
              </a:ext>
            </a:extLst>
          </p:cNvPr>
          <p:cNvCxnSpPr>
            <a:cxnSpLocks/>
            <a:stCxn id="76" idx="2"/>
            <a:endCxn id="88" idx="1"/>
          </p:cNvCxnSpPr>
          <p:nvPr/>
        </p:nvCxnSpPr>
        <p:spPr>
          <a:xfrm rot="16200000" flipH="1">
            <a:off x="6361790" y="2751235"/>
            <a:ext cx="1519293" cy="248986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36" name="Freihandform: Form 35">
            <a:extLst>
              <a:ext uri="{FF2B5EF4-FFF2-40B4-BE49-F238E27FC236}">
                <a16:creationId xmlns:a16="http://schemas.microsoft.com/office/drawing/2014/main" id="{45DBABB6-7F7F-5763-F183-93D8B37C3068}"/>
              </a:ext>
            </a:extLst>
          </p:cNvPr>
          <p:cNvSpPr/>
          <p:nvPr/>
        </p:nvSpPr>
        <p:spPr bwMode="auto">
          <a:xfrm>
            <a:off x="8899666" y="1752378"/>
            <a:ext cx="890510" cy="265398"/>
          </a:xfrm>
          <a:custGeom>
            <a:avLst/>
            <a:gdLst>
              <a:gd name="connsiteX0" fmla="*/ 61454 w 890510"/>
              <a:gd name="connsiteY0" fmla="*/ 265398 h 265398"/>
              <a:gd name="connsiteX1" fmla="*/ 85838 w 890510"/>
              <a:gd name="connsiteY1" fmla="*/ 21558 h 265398"/>
              <a:gd name="connsiteX2" fmla="*/ 890510 w 890510"/>
              <a:gd name="connsiteY2" fmla="*/ 27654 h 265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90510" h="265398">
                <a:moveTo>
                  <a:pt x="61454" y="265398"/>
                </a:moveTo>
                <a:cubicBezTo>
                  <a:pt x="4558" y="163290"/>
                  <a:pt x="-52338" y="61182"/>
                  <a:pt x="85838" y="21558"/>
                </a:cubicBezTo>
                <a:cubicBezTo>
                  <a:pt x="224014" y="-18066"/>
                  <a:pt x="557262" y="4794"/>
                  <a:pt x="890510" y="27654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ihandform: Form 37">
            <a:extLst>
              <a:ext uri="{FF2B5EF4-FFF2-40B4-BE49-F238E27FC236}">
                <a16:creationId xmlns:a16="http://schemas.microsoft.com/office/drawing/2014/main" id="{A27B292F-8418-A5AA-0242-170338D3285F}"/>
              </a:ext>
            </a:extLst>
          </p:cNvPr>
          <p:cNvSpPr/>
          <p:nvPr/>
        </p:nvSpPr>
        <p:spPr bwMode="auto">
          <a:xfrm>
            <a:off x="9730740" y="2404110"/>
            <a:ext cx="693420" cy="229507"/>
          </a:xfrm>
          <a:custGeom>
            <a:avLst/>
            <a:gdLst>
              <a:gd name="connsiteX0" fmla="*/ 0 w 693420"/>
              <a:gd name="connsiteY0" fmla="*/ 64770 h 229507"/>
              <a:gd name="connsiteX1" fmla="*/ 567690 w 693420"/>
              <a:gd name="connsiteY1" fmla="*/ 228600 h 229507"/>
              <a:gd name="connsiteX2" fmla="*/ 693420 w 693420"/>
              <a:gd name="connsiteY2" fmla="*/ 0 h 229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3420" h="229507">
                <a:moveTo>
                  <a:pt x="0" y="64770"/>
                </a:moveTo>
                <a:cubicBezTo>
                  <a:pt x="226060" y="152082"/>
                  <a:pt x="452120" y="239395"/>
                  <a:pt x="567690" y="228600"/>
                </a:cubicBezTo>
                <a:cubicBezTo>
                  <a:pt x="683260" y="217805"/>
                  <a:pt x="688340" y="108902"/>
                  <a:pt x="693420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215EB11F-2A5A-4C99-4873-B95739AA028F}"/>
              </a:ext>
            </a:extLst>
          </p:cNvPr>
          <p:cNvSpPr/>
          <p:nvPr/>
        </p:nvSpPr>
        <p:spPr bwMode="auto">
          <a:xfrm>
            <a:off x="8861075" y="1884375"/>
            <a:ext cx="89545" cy="45719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406CA2DA-F89E-2944-77D8-AE0C78C3EFEA}"/>
              </a:ext>
            </a:extLst>
          </p:cNvPr>
          <p:cNvSpPr/>
          <p:nvPr/>
        </p:nvSpPr>
        <p:spPr bwMode="auto">
          <a:xfrm>
            <a:off x="10265354" y="2583443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cxnSp>
        <p:nvCxnSpPr>
          <p:cNvPr id="127" name="Verbinder: gewinkelt 87">
            <a:extLst>
              <a:ext uri="{FF2B5EF4-FFF2-40B4-BE49-F238E27FC236}">
                <a16:creationId xmlns:a16="http://schemas.microsoft.com/office/drawing/2014/main" id="{86D099F0-2225-F6F5-AF06-B3681D86A972}"/>
              </a:ext>
            </a:extLst>
          </p:cNvPr>
          <p:cNvCxnSpPr>
            <a:cxnSpLocks/>
            <a:stCxn id="113" idx="3"/>
            <a:endCxn id="129" idx="2"/>
          </p:cNvCxnSpPr>
          <p:nvPr/>
        </p:nvCxnSpPr>
        <p:spPr>
          <a:xfrm flipV="1">
            <a:off x="9649730" y="2110245"/>
            <a:ext cx="643252" cy="738103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 type="triangle"/>
            <a:tailEnd type="triangle" w="med" len="med"/>
          </a:ln>
        </p:spPr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BCE70D65-9980-87B3-AB46-055BC15D88BF}"/>
              </a:ext>
            </a:extLst>
          </p:cNvPr>
          <p:cNvCxnSpPr>
            <a:cxnSpLocks/>
            <a:stCxn id="81" idx="2"/>
            <a:endCxn id="123" idx="1"/>
          </p:cNvCxnSpPr>
          <p:nvPr/>
        </p:nvCxnSpPr>
        <p:spPr>
          <a:xfrm flipV="1">
            <a:off x="7676983" y="1908216"/>
            <a:ext cx="2368465" cy="1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41" name="Textfeld 44">
            <a:extLst>
              <a:ext uri="{FF2B5EF4-FFF2-40B4-BE49-F238E27FC236}">
                <a16:creationId xmlns:a16="http://schemas.microsoft.com/office/drawing/2014/main" id="{B1BEFFD0-23B1-DBD3-9958-A0C5C087FDFE}"/>
              </a:ext>
            </a:extLst>
          </p:cNvPr>
          <p:cNvSpPr txBox="1"/>
          <p:nvPr/>
        </p:nvSpPr>
        <p:spPr>
          <a:xfrm>
            <a:off x="8420672" y="1038276"/>
            <a:ext cx="21597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Time Series of Values</a:t>
            </a:r>
          </a:p>
        </p:txBody>
      </p:sp>
      <p:sp>
        <p:nvSpPr>
          <p:cNvPr id="42" name="Freihandform: Form 41">
            <a:extLst>
              <a:ext uri="{FF2B5EF4-FFF2-40B4-BE49-F238E27FC236}">
                <a16:creationId xmlns:a16="http://schemas.microsoft.com/office/drawing/2014/main" id="{5C25647C-1A1E-43BE-875E-847609E9149E}"/>
              </a:ext>
            </a:extLst>
          </p:cNvPr>
          <p:cNvSpPr/>
          <p:nvPr/>
        </p:nvSpPr>
        <p:spPr bwMode="auto">
          <a:xfrm>
            <a:off x="10546080" y="1159454"/>
            <a:ext cx="445268" cy="532186"/>
          </a:xfrm>
          <a:custGeom>
            <a:avLst/>
            <a:gdLst>
              <a:gd name="connsiteX0" fmla="*/ 0 w 445268"/>
              <a:gd name="connsiteY0" fmla="*/ 52126 h 532186"/>
              <a:gd name="connsiteX1" fmla="*/ 419100 w 445268"/>
              <a:gd name="connsiteY1" fmla="*/ 44506 h 532186"/>
              <a:gd name="connsiteX2" fmla="*/ 365760 w 445268"/>
              <a:gd name="connsiteY2" fmla="*/ 532186 h 532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45268" h="532186">
                <a:moveTo>
                  <a:pt x="0" y="52126"/>
                </a:moveTo>
                <a:cubicBezTo>
                  <a:pt x="179070" y="8311"/>
                  <a:pt x="358140" y="-35504"/>
                  <a:pt x="419100" y="44506"/>
                </a:cubicBezTo>
                <a:cubicBezTo>
                  <a:pt x="480060" y="124516"/>
                  <a:pt x="422910" y="328351"/>
                  <a:pt x="365760" y="532186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feld 44">
            <a:extLst>
              <a:ext uri="{FF2B5EF4-FFF2-40B4-BE49-F238E27FC236}">
                <a16:creationId xmlns:a16="http://schemas.microsoft.com/office/drawing/2014/main" id="{C704CFFB-686E-BCB9-3B48-DF54E85AC59C}"/>
              </a:ext>
            </a:extLst>
          </p:cNvPr>
          <p:cNvSpPr txBox="1"/>
          <p:nvPr/>
        </p:nvSpPr>
        <p:spPr>
          <a:xfrm>
            <a:off x="6618359" y="4847318"/>
            <a:ext cx="1779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Connector inside of a function</a:t>
            </a:r>
          </a:p>
        </p:txBody>
      </p:sp>
      <p:sp>
        <p:nvSpPr>
          <p:cNvPr id="49" name="Freihandform: Form 48">
            <a:extLst>
              <a:ext uri="{FF2B5EF4-FFF2-40B4-BE49-F238E27FC236}">
                <a16:creationId xmlns:a16="http://schemas.microsoft.com/office/drawing/2014/main" id="{2C43FE29-2F88-85F3-6730-6C72F27F806F}"/>
              </a:ext>
            </a:extLst>
          </p:cNvPr>
          <p:cNvSpPr/>
          <p:nvPr/>
        </p:nvSpPr>
        <p:spPr bwMode="auto">
          <a:xfrm>
            <a:off x="6622755" y="3999923"/>
            <a:ext cx="1279185" cy="861637"/>
          </a:xfrm>
          <a:custGeom>
            <a:avLst/>
            <a:gdLst>
              <a:gd name="connsiteX0" fmla="*/ 128565 w 1279185"/>
              <a:gd name="connsiteY0" fmla="*/ 861637 h 861637"/>
              <a:gd name="connsiteX1" fmla="*/ 105705 w 1279185"/>
              <a:gd name="connsiteY1" fmla="*/ 69157 h 861637"/>
              <a:gd name="connsiteX2" fmla="*/ 1279185 w 1279185"/>
              <a:gd name="connsiteY2" fmla="*/ 92017 h 861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79185" h="861637">
                <a:moveTo>
                  <a:pt x="128565" y="861637"/>
                </a:moveTo>
                <a:cubicBezTo>
                  <a:pt x="21250" y="529532"/>
                  <a:pt x="-86065" y="197427"/>
                  <a:pt x="105705" y="69157"/>
                </a:cubicBezTo>
                <a:cubicBezTo>
                  <a:pt x="297475" y="-59113"/>
                  <a:pt x="788330" y="16452"/>
                  <a:pt x="1279185" y="92017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61E045BE-5F3A-DD85-9FFA-838FC1BD1095}"/>
              </a:ext>
            </a:extLst>
          </p:cNvPr>
          <p:cNvSpPr/>
          <p:nvPr/>
        </p:nvSpPr>
        <p:spPr bwMode="auto">
          <a:xfrm>
            <a:off x="6623520" y="4560304"/>
            <a:ext cx="89545" cy="45719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cxnSp>
        <p:nvCxnSpPr>
          <p:cNvPr id="18" name="Verbinder: gewinkelt 87">
            <a:extLst>
              <a:ext uri="{FF2B5EF4-FFF2-40B4-BE49-F238E27FC236}">
                <a16:creationId xmlns:a16="http://schemas.microsoft.com/office/drawing/2014/main" id="{FB09C0AE-45B7-FED5-8D63-694C9B96404C}"/>
              </a:ext>
            </a:extLst>
          </p:cNvPr>
          <p:cNvCxnSpPr>
            <a:cxnSpLocks/>
            <a:stCxn id="75" idx="2"/>
            <a:endCxn id="98" idx="1"/>
          </p:cNvCxnSpPr>
          <p:nvPr/>
        </p:nvCxnSpPr>
        <p:spPr>
          <a:xfrm rot="16200000" flipH="1">
            <a:off x="5604036" y="2940297"/>
            <a:ext cx="2471651" cy="813794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9" name="Textfeld 169">
            <a:extLst>
              <a:ext uri="{FF2B5EF4-FFF2-40B4-BE49-F238E27FC236}">
                <a16:creationId xmlns:a16="http://schemas.microsoft.com/office/drawing/2014/main" id="{84BD94CF-9748-A9EB-57F9-C78EA415E0C3}"/>
              </a:ext>
            </a:extLst>
          </p:cNvPr>
          <p:cNvSpPr txBox="1"/>
          <p:nvPr/>
        </p:nvSpPr>
        <p:spPr>
          <a:xfrm>
            <a:off x="5656606" y="1406648"/>
            <a:ext cx="10994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subfunction</a:t>
            </a:r>
          </a:p>
        </p:txBody>
      </p:sp>
    </p:spTree>
    <p:extLst>
      <p:ext uri="{BB962C8B-B14F-4D97-AF65-F5344CB8AC3E}">
        <p14:creationId xmlns:p14="http://schemas.microsoft.com/office/powerpoint/2010/main" val="556232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5" name="Verbinder: gewinkelt 126">
            <a:extLst>
              <a:ext uri="{FF2B5EF4-FFF2-40B4-BE49-F238E27FC236}">
                <a16:creationId xmlns:a16="http://schemas.microsoft.com/office/drawing/2014/main" id="{9B3BB713-CDC6-34C4-338E-34D340C080EC}"/>
              </a:ext>
            </a:extLst>
          </p:cNvPr>
          <p:cNvCxnSpPr>
            <a:cxnSpLocks/>
            <a:stCxn id="189" idx="3"/>
            <a:endCxn id="231" idx="1"/>
          </p:cNvCxnSpPr>
          <p:nvPr/>
        </p:nvCxnSpPr>
        <p:spPr>
          <a:xfrm>
            <a:off x="4336146" y="2846774"/>
            <a:ext cx="759201" cy="1282786"/>
          </a:xfrm>
          <a:prstGeom prst="bentConnector3">
            <a:avLst>
              <a:gd name="adj1" fmla="val 64721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05" name="Rechteck 304">
            <a:extLst>
              <a:ext uri="{FF2B5EF4-FFF2-40B4-BE49-F238E27FC236}">
                <a16:creationId xmlns:a16="http://schemas.microsoft.com/office/drawing/2014/main" id="{B121B567-3942-9004-3D40-41BBA67F92D6}"/>
              </a:ext>
            </a:extLst>
          </p:cNvPr>
          <p:cNvSpPr/>
          <p:nvPr/>
        </p:nvSpPr>
        <p:spPr bwMode="auto">
          <a:xfrm rot="5400000">
            <a:off x="4802484" y="3709728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224" name="Textfeld 169">
            <a:extLst>
              <a:ext uri="{FF2B5EF4-FFF2-40B4-BE49-F238E27FC236}">
                <a16:creationId xmlns:a16="http://schemas.microsoft.com/office/drawing/2014/main" id="{FBE7F8F2-3CDB-F794-90D3-C3115C22EF53}"/>
              </a:ext>
            </a:extLst>
          </p:cNvPr>
          <p:cNvSpPr txBox="1"/>
          <p:nvPr/>
        </p:nvSpPr>
        <p:spPr>
          <a:xfrm>
            <a:off x="3488956" y="4065395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</a:t>
            </a:r>
          </a:p>
        </p:txBody>
      </p:sp>
      <p:sp>
        <p:nvSpPr>
          <p:cNvPr id="225" name="Textfeld 169">
            <a:extLst>
              <a:ext uri="{FF2B5EF4-FFF2-40B4-BE49-F238E27FC236}">
                <a16:creationId xmlns:a16="http://schemas.microsoft.com/office/drawing/2014/main" id="{BD408BDA-0891-B4A7-5E61-FF58BBA96045}"/>
              </a:ext>
            </a:extLst>
          </p:cNvPr>
          <p:cNvSpPr txBox="1"/>
          <p:nvPr/>
        </p:nvSpPr>
        <p:spPr>
          <a:xfrm>
            <a:off x="3488957" y="3453929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out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066F73B-7FFD-AA6B-520B-D7CE68965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endParaRPr lang="de-DE" dirty="0"/>
          </a:p>
        </p:txBody>
      </p:sp>
      <p:sp>
        <p:nvSpPr>
          <p:cNvPr id="52" name="AutoShape 50">
            <a:extLst>
              <a:ext uri="{FF2B5EF4-FFF2-40B4-BE49-F238E27FC236}">
                <a16:creationId xmlns:a16="http://schemas.microsoft.com/office/drawing/2014/main" id="{2689F7A2-0FDA-A390-6393-280C7A521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515" y="1454863"/>
            <a:ext cx="168275" cy="252412"/>
          </a:xfrm>
          <a:prstGeom prst="diamond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cxnSp>
        <p:nvCxnSpPr>
          <p:cNvPr id="107" name="Verbinder: gewinkelt 126">
            <a:extLst>
              <a:ext uri="{FF2B5EF4-FFF2-40B4-BE49-F238E27FC236}">
                <a16:creationId xmlns:a16="http://schemas.microsoft.com/office/drawing/2014/main" id="{2B330A06-71BC-C704-DB37-9DBF68EE666D}"/>
              </a:ext>
            </a:extLst>
          </p:cNvPr>
          <p:cNvCxnSpPr>
            <a:cxnSpLocks/>
            <a:stCxn id="52" idx="2"/>
            <a:endCxn id="152" idx="1"/>
          </p:cNvCxnSpPr>
          <p:nvPr/>
        </p:nvCxnSpPr>
        <p:spPr>
          <a:xfrm rot="16200000" flipH="1">
            <a:off x="197238" y="1867690"/>
            <a:ext cx="512617" cy="191786"/>
          </a:xfrm>
          <a:prstGeom prst="bent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D5E0A6EF-69DC-4E33-D654-A4FF0EA65638}"/>
              </a:ext>
            </a:extLst>
          </p:cNvPr>
          <p:cNvGrpSpPr/>
          <p:nvPr/>
        </p:nvGrpSpPr>
        <p:grpSpPr>
          <a:xfrm>
            <a:off x="7844774" y="1041524"/>
            <a:ext cx="4245198" cy="1942009"/>
            <a:chOff x="7780197" y="3118762"/>
            <a:chExt cx="4245198" cy="1942009"/>
          </a:xfrm>
        </p:grpSpPr>
        <p:sp>
          <p:nvSpPr>
            <p:cNvPr id="31" name="Rectangle 27">
              <a:extLst>
                <a:ext uri="{FF2B5EF4-FFF2-40B4-BE49-F238E27FC236}">
                  <a16:creationId xmlns:a16="http://schemas.microsoft.com/office/drawing/2014/main" id="{E35D8789-056C-0CCF-15AC-A784F9DB5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7499" y="3118762"/>
              <a:ext cx="4029362" cy="1942009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 anchor="t"/>
            <a:lstStyle/>
            <a:p>
              <a:pPr lvl="0"/>
              <a:r>
                <a:rPr lang="en-US" sz="1600" dirty="0">
                  <a:solidFill>
                    <a:srgbClr val="000000"/>
                  </a:solidFill>
                </a:rPr>
                <a:t>F</a:t>
              </a: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0C1CDB0-A162-9852-4D54-89C73D316DBA}"/>
                </a:ext>
              </a:extLst>
            </p:cNvPr>
            <p:cNvGrpSpPr/>
            <p:nvPr/>
          </p:nvGrpSpPr>
          <p:grpSpPr>
            <a:xfrm>
              <a:off x="8815914" y="3367363"/>
              <a:ext cx="1071989" cy="919048"/>
              <a:chOff x="5433573" y="2209305"/>
              <a:chExt cx="1071989" cy="919048"/>
            </a:xfrm>
          </p:grpSpPr>
          <p:sp>
            <p:nvSpPr>
              <p:cNvPr id="5" name="Rectangle 27">
                <a:extLst>
                  <a:ext uri="{FF2B5EF4-FFF2-40B4-BE49-F238E27FC236}">
                    <a16:creationId xmlns:a16="http://schemas.microsoft.com/office/drawing/2014/main" id="{6C5577BA-1A28-656A-A16A-861C732AAE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42384" y="2209305"/>
                <a:ext cx="858416" cy="919048"/>
              </a:xfrm>
              <a:prstGeom prst="rect">
                <a:avLst/>
              </a:prstGeom>
              <a:solidFill>
                <a:schemeClr val="bg1"/>
              </a:solidFill>
              <a:ln w="9525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lvl="0" algn="ctr"/>
                <a:r>
                  <a:rPr lang="en-US" sz="1600" dirty="0">
                    <a:solidFill>
                      <a:srgbClr val="000000"/>
                    </a:solidFill>
                  </a:rPr>
                  <a:t>G</a:t>
                </a:r>
              </a:p>
            </p:txBody>
          </p:sp>
          <p:sp>
            <p:nvSpPr>
              <p:cNvPr id="7" name="Rechteck 64">
                <a:extLst>
                  <a:ext uri="{FF2B5EF4-FFF2-40B4-BE49-F238E27FC236}">
                    <a16:creationId xmlns:a16="http://schemas.microsoft.com/office/drawing/2014/main" id="{7CAD9612-7189-9619-D770-AAC86C3B9F22}"/>
                  </a:ext>
                </a:extLst>
              </p:cNvPr>
              <p:cNvSpPr/>
              <p:nvPr/>
            </p:nvSpPr>
            <p:spPr>
              <a:xfrm>
                <a:off x="5433573" y="2560829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</a:t>
                </a:r>
              </a:p>
            </p:txBody>
          </p:sp>
          <p:sp>
            <p:nvSpPr>
              <p:cNvPr id="9" name="Rechteck 66">
                <a:extLst>
                  <a:ext uri="{FF2B5EF4-FFF2-40B4-BE49-F238E27FC236}">
                    <a16:creationId xmlns:a16="http://schemas.microsoft.com/office/drawing/2014/main" id="{BD7D162F-1017-8255-B5C5-2C7520B9E36E}"/>
                  </a:ext>
                </a:extLst>
              </p:cNvPr>
              <p:cNvSpPr/>
              <p:nvPr/>
            </p:nvSpPr>
            <p:spPr>
              <a:xfrm>
                <a:off x="6289562" y="2377479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</a:t>
                </a:r>
              </a:p>
            </p:txBody>
          </p:sp>
          <p:sp>
            <p:nvSpPr>
              <p:cNvPr id="12" name="Rechteck 71">
                <a:extLst>
                  <a:ext uri="{FF2B5EF4-FFF2-40B4-BE49-F238E27FC236}">
                    <a16:creationId xmlns:a16="http://schemas.microsoft.com/office/drawing/2014/main" id="{F36A44C2-EEC8-80F7-52A6-6B3D502238DD}"/>
                  </a:ext>
                </a:extLst>
              </p:cNvPr>
              <p:cNvSpPr/>
              <p:nvPr/>
            </p:nvSpPr>
            <p:spPr>
              <a:xfrm>
                <a:off x="6289562" y="2758461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</a:t>
                </a:r>
              </a:p>
            </p:txBody>
          </p:sp>
        </p:grpSp>
        <p:cxnSp>
          <p:nvCxnSpPr>
            <p:cNvPr id="22" name="Gerade Verbindung mit Pfeil 63">
              <a:extLst>
                <a:ext uri="{FF2B5EF4-FFF2-40B4-BE49-F238E27FC236}">
                  <a16:creationId xmlns:a16="http://schemas.microsoft.com/office/drawing/2014/main" id="{D39678FC-62FB-4B8A-1960-511240C95AA6}"/>
                </a:ext>
              </a:extLst>
            </p:cNvPr>
            <p:cNvCxnSpPr>
              <a:cxnSpLocks/>
              <a:stCxn id="24" idx="3"/>
              <a:endCxn id="35" idx="1"/>
            </p:cNvCxnSpPr>
            <p:nvPr/>
          </p:nvCxnSpPr>
          <p:spPr>
            <a:xfrm>
              <a:off x="11612003" y="4484043"/>
              <a:ext cx="19739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5AB752EF-A7E6-D54D-FE84-FA9FF3869AEC}"/>
                </a:ext>
              </a:extLst>
            </p:cNvPr>
            <p:cNvGrpSpPr/>
            <p:nvPr/>
          </p:nvGrpSpPr>
          <p:grpSpPr>
            <a:xfrm>
              <a:off x="10537587" y="4024519"/>
              <a:ext cx="1074416" cy="919048"/>
              <a:chOff x="7591431" y="2820281"/>
              <a:chExt cx="1074416" cy="919048"/>
            </a:xfrm>
          </p:grpSpPr>
          <p:sp>
            <p:nvSpPr>
              <p:cNvPr id="21" name="Rectangle 27">
                <a:extLst>
                  <a:ext uri="{FF2B5EF4-FFF2-40B4-BE49-F238E27FC236}">
                    <a16:creationId xmlns:a16="http://schemas.microsoft.com/office/drawing/2014/main" id="{4560859C-94D1-C1A6-6D08-FFC5CEF4C0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99431" y="2820281"/>
                <a:ext cx="858416" cy="919048"/>
              </a:xfrm>
              <a:prstGeom prst="rect">
                <a:avLst/>
              </a:prstGeom>
              <a:solidFill>
                <a:schemeClr val="bg1"/>
              </a:solidFill>
              <a:ln w="9525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lvl="0" algn="ctr"/>
                <a:r>
                  <a:rPr lang="en-US" sz="1600" dirty="0">
                    <a:solidFill>
                      <a:srgbClr val="000000"/>
                    </a:solidFill>
                  </a:rPr>
                  <a:t>H</a:t>
                </a:r>
              </a:p>
            </p:txBody>
          </p:sp>
          <p:sp>
            <p:nvSpPr>
              <p:cNvPr id="23" name="Rechteck 64">
                <a:extLst>
                  <a:ext uri="{FF2B5EF4-FFF2-40B4-BE49-F238E27FC236}">
                    <a16:creationId xmlns:a16="http://schemas.microsoft.com/office/drawing/2014/main" id="{AA6335BC-55C3-26BE-FCDB-EAE62E647F7B}"/>
                  </a:ext>
                </a:extLst>
              </p:cNvPr>
              <p:cNvSpPr/>
              <p:nvPr/>
            </p:nvSpPr>
            <p:spPr>
              <a:xfrm>
                <a:off x="7591431" y="3171805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e</a:t>
                </a:r>
              </a:p>
            </p:txBody>
          </p:sp>
          <p:sp>
            <p:nvSpPr>
              <p:cNvPr id="24" name="Rechteck 66">
                <a:extLst>
                  <a:ext uri="{FF2B5EF4-FFF2-40B4-BE49-F238E27FC236}">
                    <a16:creationId xmlns:a16="http://schemas.microsoft.com/office/drawing/2014/main" id="{09FBF61C-7369-2045-13E3-CF481DE31A28}"/>
                  </a:ext>
                </a:extLst>
              </p:cNvPr>
              <p:cNvSpPr/>
              <p:nvPr/>
            </p:nvSpPr>
            <p:spPr>
              <a:xfrm>
                <a:off x="8449847" y="3171805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f</a:t>
                </a:r>
              </a:p>
            </p:txBody>
          </p:sp>
        </p:grpSp>
        <p:sp>
          <p:nvSpPr>
            <p:cNvPr id="32" name="Rechteck 64">
              <a:extLst>
                <a:ext uri="{FF2B5EF4-FFF2-40B4-BE49-F238E27FC236}">
                  <a16:creationId xmlns:a16="http://schemas.microsoft.com/office/drawing/2014/main" id="{6C711B4E-B4DE-5C84-0EA9-5F579AAF9C44}"/>
                </a:ext>
              </a:extLst>
            </p:cNvPr>
            <p:cNvSpPr/>
            <p:nvPr/>
          </p:nvSpPr>
          <p:spPr>
            <a:xfrm>
              <a:off x="7780197" y="3818198"/>
              <a:ext cx="216000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35" name="Rechteck 64">
              <a:extLst>
                <a:ext uri="{FF2B5EF4-FFF2-40B4-BE49-F238E27FC236}">
                  <a16:creationId xmlns:a16="http://schemas.microsoft.com/office/drawing/2014/main" id="{13C68ECD-C8EF-264A-CB42-325003CBEA80}"/>
                </a:ext>
              </a:extLst>
            </p:cNvPr>
            <p:cNvSpPr/>
            <p:nvPr/>
          </p:nvSpPr>
          <p:spPr>
            <a:xfrm>
              <a:off x="11809394" y="4376043"/>
              <a:ext cx="216000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</a:t>
              </a:r>
            </a:p>
          </p:txBody>
        </p:sp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49403DEB-F64C-9D87-AC65-7D0152B9C313}"/>
                </a:ext>
              </a:extLst>
            </p:cNvPr>
            <p:cNvCxnSpPr>
              <a:stCxn id="32" idx="3"/>
              <a:endCxn id="7" idx="1"/>
            </p:cNvCxnSpPr>
            <p:nvPr/>
          </p:nvCxnSpPr>
          <p:spPr>
            <a:xfrm flipV="1">
              <a:off x="7996197" y="3826887"/>
              <a:ext cx="819717" cy="99311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Connector: Elbow 52">
              <a:extLst>
                <a:ext uri="{FF2B5EF4-FFF2-40B4-BE49-F238E27FC236}">
                  <a16:creationId xmlns:a16="http://schemas.microsoft.com/office/drawing/2014/main" id="{7ECC7113-487B-52F5-BC32-DCC0BB80E283}"/>
                </a:ext>
              </a:extLst>
            </p:cNvPr>
            <p:cNvCxnSpPr>
              <a:cxnSpLocks/>
              <a:stCxn id="12" idx="3"/>
              <a:endCxn id="23" idx="1"/>
            </p:cNvCxnSpPr>
            <p:nvPr/>
          </p:nvCxnSpPr>
          <p:spPr>
            <a:xfrm>
              <a:off x="9887903" y="4024519"/>
              <a:ext cx="649684" cy="459524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Rechteck 64">
              <a:extLst>
                <a:ext uri="{FF2B5EF4-FFF2-40B4-BE49-F238E27FC236}">
                  <a16:creationId xmlns:a16="http://schemas.microsoft.com/office/drawing/2014/main" id="{9828DAB6-939D-31E6-2238-D96A2C4DFCD0}"/>
                </a:ext>
              </a:extLst>
            </p:cNvPr>
            <p:cNvSpPr/>
            <p:nvPr/>
          </p:nvSpPr>
          <p:spPr>
            <a:xfrm>
              <a:off x="11809395" y="3535537"/>
              <a:ext cx="216000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</a:p>
          </p:txBody>
        </p:sp>
        <p:cxnSp>
          <p:nvCxnSpPr>
            <p:cNvPr id="60" name="Gerade Verbindung mit Pfeil 63">
              <a:extLst>
                <a:ext uri="{FF2B5EF4-FFF2-40B4-BE49-F238E27FC236}">
                  <a16:creationId xmlns:a16="http://schemas.microsoft.com/office/drawing/2014/main" id="{6EE080D8-F8C2-5F70-56F6-A1B3E3408AB7}"/>
                </a:ext>
              </a:extLst>
            </p:cNvPr>
            <p:cNvCxnSpPr>
              <a:cxnSpLocks/>
              <a:stCxn id="9" idx="3"/>
              <a:endCxn id="59" idx="1"/>
            </p:cNvCxnSpPr>
            <p:nvPr/>
          </p:nvCxnSpPr>
          <p:spPr>
            <a:xfrm>
              <a:off x="9887903" y="3643537"/>
              <a:ext cx="192149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8" name="AutoShape 40">
            <a:extLst>
              <a:ext uri="{FF2B5EF4-FFF2-40B4-BE49-F238E27FC236}">
                <a16:creationId xmlns:a16="http://schemas.microsoft.com/office/drawing/2014/main" id="{62AA2151-551F-78E9-2306-9F1DA2667EE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528094" y="1065918"/>
            <a:ext cx="423156" cy="211578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eaLnBrk="0" hangingPunct="0">
              <a:lnSpc>
                <a:spcPct val="70000"/>
              </a:lnSpc>
            </a:pPr>
            <a:r>
              <a:rPr lang="en-US" altLang="de-DE" sz="1000" dirty="0"/>
              <a:t>OD</a:t>
            </a:r>
          </a:p>
        </p:txBody>
      </p:sp>
      <p:cxnSp>
        <p:nvCxnSpPr>
          <p:cNvPr id="159" name="Verbinder: gewinkelt 126">
            <a:extLst>
              <a:ext uri="{FF2B5EF4-FFF2-40B4-BE49-F238E27FC236}">
                <a16:creationId xmlns:a16="http://schemas.microsoft.com/office/drawing/2014/main" id="{030D9945-9019-551D-A4FE-41A4CEB027E5}"/>
              </a:ext>
            </a:extLst>
          </p:cNvPr>
          <p:cNvCxnSpPr>
            <a:cxnSpLocks/>
            <a:stCxn id="52" idx="2"/>
            <a:endCxn id="156" idx="1"/>
          </p:cNvCxnSpPr>
          <p:nvPr/>
        </p:nvCxnSpPr>
        <p:spPr>
          <a:xfrm rot="16200000" flipH="1">
            <a:off x="-969325" y="3034253"/>
            <a:ext cx="2845743" cy="191786"/>
          </a:xfrm>
          <a:prstGeom prst="bent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86" name="Verbinder: gewinkelt 126">
            <a:extLst>
              <a:ext uri="{FF2B5EF4-FFF2-40B4-BE49-F238E27FC236}">
                <a16:creationId xmlns:a16="http://schemas.microsoft.com/office/drawing/2014/main" id="{E2566A95-82D2-F965-D04D-290B087347F7}"/>
              </a:ext>
            </a:extLst>
          </p:cNvPr>
          <p:cNvCxnSpPr>
            <a:cxnSpLocks/>
            <a:stCxn id="132" idx="3"/>
            <a:endCxn id="173" idx="0"/>
          </p:cNvCxnSpPr>
          <p:nvPr/>
        </p:nvCxnSpPr>
        <p:spPr>
          <a:xfrm>
            <a:off x="1709379" y="1343164"/>
            <a:ext cx="1829047" cy="670353"/>
          </a:xfrm>
          <a:prstGeom prst="bent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03" name="Verbinder: gewinkelt 126">
            <a:extLst>
              <a:ext uri="{FF2B5EF4-FFF2-40B4-BE49-F238E27FC236}">
                <a16:creationId xmlns:a16="http://schemas.microsoft.com/office/drawing/2014/main" id="{4DF13B7E-4514-8D41-9DA8-0E4C0E478315}"/>
              </a:ext>
            </a:extLst>
          </p:cNvPr>
          <p:cNvCxnSpPr>
            <a:cxnSpLocks/>
            <a:stCxn id="152" idx="3"/>
            <a:endCxn id="182" idx="1"/>
          </p:cNvCxnSpPr>
          <p:nvPr/>
        </p:nvCxnSpPr>
        <p:spPr>
          <a:xfrm>
            <a:off x="2157577" y="2219892"/>
            <a:ext cx="576780" cy="52309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06" name="Verbinder: gewinkelt 126">
            <a:extLst>
              <a:ext uri="{FF2B5EF4-FFF2-40B4-BE49-F238E27FC236}">
                <a16:creationId xmlns:a16="http://schemas.microsoft.com/office/drawing/2014/main" id="{6947B75E-65FC-6B59-2E5E-5444ADBE4623}"/>
              </a:ext>
            </a:extLst>
          </p:cNvPr>
          <p:cNvCxnSpPr>
            <a:cxnSpLocks/>
            <a:stCxn id="145" idx="3"/>
            <a:endCxn id="185" idx="1"/>
          </p:cNvCxnSpPr>
          <p:nvPr/>
        </p:nvCxnSpPr>
        <p:spPr>
          <a:xfrm>
            <a:off x="2158093" y="2326557"/>
            <a:ext cx="576264" cy="939532"/>
          </a:xfrm>
          <a:prstGeom prst="bentConnector3">
            <a:avLst>
              <a:gd name="adj1" fmla="val 32149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09" name="Gerade Verbindung mit Pfeil 208">
            <a:extLst>
              <a:ext uri="{FF2B5EF4-FFF2-40B4-BE49-F238E27FC236}">
                <a16:creationId xmlns:a16="http://schemas.microsoft.com/office/drawing/2014/main" id="{D249D6FD-E908-5FD4-5540-CD465918A1A9}"/>
              </a:ext>
            </a:extLst>
          </p:cNvPr>
          <p:cNvCxnSpPr>
            <a:cxnSpLocks/>
            <a:stCxn id="156" idx="3"/>
            <a:endCxn id="196" idx="1"/>
          </p:cNvCxnSpPr>
          <p:nvPr/>
        </p:nvCxnSpPr>
        <p:spPr>
          <a:xfrm>
            <a:off x="2157577" y="4553018"/>
            <a:ext cx="57678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12" name="Verbinder: gewinkelt 126">
            <a:extLst>
              <a:ext uri="{FF2B5EF4-FFF2-40B4-BE49-F238E27FC236}">
                <a16:creationId xmlns:a16="http://schemas.microsoft.com/office/drawing/2014/main" id="{CBAC3719-C914-7B30-F071-E2C362759D40}"/>
              </a:ext>
            </a:extLst>
          </p:cNvPr>
          <p:cNvCxnSpPr>
            <a:cxnSpLocks/>
            <a:stCxn id="138" idx="3"/>
            <a:endCxn id="199" idx="1"/>
          </p:cNvCxnSpPr>
          <p:nvPr/>
        </p:nvCxnSpPr>
        <p:spPr>
          <a:xfrm>
            <a:off x="2158872" y="4662543"/>
            <a:ext cx="575485" cy="40919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21" name="Gerade Verbindung mit Pfeil 220">
            <a:extLst>
              <a:ext uri="{FF2B5EF4-FFF2-40B4-BE49-F238E27FC236}">
                <a16:creationId xmlns:a16="http://schemas.microsoft.com/office/drawing/2014/main" id="{E8B8C5DB-9C17-FDC3-1B1F-671C5B66F4AE}"/>
              </a:ext>
            </a:extLst>
          </p:cNvPr>
          <p:cNvCxnSpPr>
            <a:cxnSpLocks/>
            <a:stCxn id="196" idx="0"/>
            <a:endCxn id="185" idx="2"/>
          </p:cNvCxnSpPr>
          <p:nvPr/>
        </p:nvCxnSpPr>
        <p:spPr>
          <a:xfrm flipV="1">
            <a:off x="3538426" y="3472464"/>
            <a:ext cx="0" cy="87417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/>
            <a:tailEnd type="triangle" w="med" len="med"/>
          </a:ln>
        </p:spPr>
      </p:cxnSp>
      <p:sp>
        <p:nvSpPr>
          <p:cNvPr id="2" name="AutoShape 40">
            <a:extLst>
              <a:ext uri="{FF2B5EF4-FFF2-40B4-BE49-F238E27FC236}">
                <a16:creationId xmlns:a16="http://schemas.microsoft.com/office/drawing/2014/main" id="{613EB7B1-7430-36AF-4E6F-3B631DF293A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465002" y="1100827"/>
            <a:ext cx="423156" cy="211578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eaLnBrk="0" hangingPunct="0">
              <a:lnSpc>
                <a:spcPct val="70000"/>
              </a:lnSpc>
            </a:pPr>
            <a:r>
              <a:rPr lang="en-US" altLang="de-DE" sz="1000" dirty="0"/>
              <a:t>MA</a:t>
            </a:r>
          </a:p>
        </p:txBody>
      </p:sp>
      <p:grpSp>
        <p:nvGrpSpPr>
          <p:cNvPr id="11" name="Group 140">
            <a:extLst>
              <a:ext uri="{FF2B5EF4-FFF2-40B4-BE49-F238E27FC236}">
                <a16:creationId xmlns:a16="http://schemas.microsoft.com/office/drawing/2014/main" id="{30F46719-0869-216D-93CB-A6AC12BAD1D3}"/>
              </a:ext>
            </a:extLst>
          </p:cNvPr>
          <p:cNvGrpSpPr>
            <a:grpSpLocks/>
          </p:cNvGrpSpPr>
          <p:nvPr/>
        </p:nvGrpSpPr>
        <p:grpSpPr bwMode="auto">
          <a:xfrm>
            <a:off x="5095347" y="2013517"/>
            <a:ext cx="1608138" cy="412750"/>
            <a:chOff x="3381" y="2592"/>
            <a:chExt cx="1013" cy="260"/>
          </a:xfrm>
        </p:grpSpPr>
        <p:sp>
          <p:nvSpPr>
            <p:cNvPr id="13" name="Text Box 141">
              <a:extLst>
                <a:ext uri="{FF2B5EF4-FFF2-40B4-BE49-F238E27FC236}">
                  <a16:creationId xmlns:a16="http://schemas.microsoft.com/office/drawing/2014/main" id="{71909902-00E5-B8BB-8C30-F391C162C6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0" y="2616"/>
              <a:ext cx="76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noProof="1"/>
                <a:t>diesel:Type</a:t>
              </a:r>
            </a:p>
          </p:txBody>
        </p:sp>
        <p:sp>
          <p:nvSpPr>
            <p:cNvPr id="14" name="Rectangle 142">
              <a:extLst>
                <a:ext uri="{FF2B5EF4-FFF2-40B4-BE49-F238E27FC236}">
                  <a16:creationId xmlns:a16="http://schemas.microsoft.com/office/drawing/2014/main" id="{49935D48-C897-1EEC-0787-020268F518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noProof="1"/>
            </a:p>
          </p:txBody>
        </p:sp>
      </p:grpSp>
      <p:sp>
        <p:nvSpPr>
          <p:cNvPr id="16" name="Textfeld 44">
            <a:extLst>
              <a:ext uri="{FF2B5EF4-FFF2-40B4-BE49-F238E27FC236}">
                <a16:creationId xmlns:a16="http://schemas.microsoft.com/office/drawing/2014/main" id="{A528B237-6005-6A10-C164-A5EE806104D5}"/>
              </a:ext>
            </a:extLst>
          </p:cNvPr>
          <p:cNvSpPr txBox="1"/>
          <p:nvPr/>
        </p:nvSpPr>
        <p:spPr>
          <a:xfrm>
            <a:off x="10602164" y="3010025"/>
            <a:ext cx="1379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Acceleration</a:t>
            </a:r>
          </a:p>
        </p:txBody>
      </p:sp>
      <p:sp>
        <p:nvSpPr>
          <p:cNvPr id="17" name="Textfeld 44">
            <a:extLst>
              <a:ext uri="{FF2B5EF4-FFF2-40B4-BE49-F238E27FC236}">
                <a16:creationId xmlns:a16="http://schemas.microsoft.com/office/drawing/2014/main" id="{6A28862B-ACF8-2857-881E-13AB96E76909}"/>
              </a:ext>
            </a:extLst>
          </p:cNvPr>
          <p:cNvSpPr txBox="1"/>
          <p:nvPr/>
        </p:nvSpPr>
        <p:spPr>
          <a:xfrm>
            <a:off x="8116092" y="1249095"/>
            <a:ext cx="8178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Diesel</a:t>
            </a:r>
          </a:p>
        </p:txBody>
      </p:sp>
      <p:sp>
        <p:nvSpPr>
          <p:cNvPr id="18" name="Textfeld 44">
            <a:extLst>
              <a:ext uri="{FF2B5EF4-FFF2-40B4-BE49-F238E27FC236}">
                <a16:creationId xmlns:a16="http://schemas.microsoft.com/office/drawing/2014/main" id="{5BBCA4C7-F3BD-F883-8F54-7E45D9884471}"/>
              </a:ext>
            </a:extLst>
          </p:cNvPr>
          <p:cNvSpPr txBox="1"/>
          <p:nvPr/>
        </p:nvSpPr>
        <p:spPr>
          <a:xfrm>
            <a:off x="9483324" y="2504504"/>
            <a:ext cx="8178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Float</a:t>
            </a:r>
          </a:p>
        </p:txBody>
      </p:sp>
      <p:sp>
        <p:nvSpPr>
          <p:cNvPr id="19" name="Textfeld 44">
            <a:extLst>
              <a:ext uri="{FF2B5EF4-FFF2-40B4-BE49-F238E27FC236}">
                <a16:creationId xmlns:a16="http://schemas.microsoft.com/office/drawing/2014/main" id="{CC8DECB8-3E7F-8AB8-9596-BDBDB73CAF75}"/>
              </a:ext>
            </a:extLst>
          </p:cNvPr>
          <p:cNvSpPr txBox="1"/>
          <p:nvPr/>
        </p:nvSpPr>
        <p:spPr>
          <a:xfrm>
            <a:off x="10472583" y="1139997"/>
            <a:ext cx="8178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Float</a:t>
            </a:r>
          </a:p>
        </p:txBody>
      </p:sp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AC91D182-D705-2398-CB97-7ACF6725003F}"/>
              </a:ext>
            </a:extLst>
          </p:cNvPr>
          <p:cNvSpPr/>
          <p:nvPr/>
        </p:nvSpPr>
        <p:spPr bwMode="auto">
          <a:xfrm>
            <a:off x="8100060" y="1554480"/>
            <a:ext cx="198120" cy="228600"/>
          </a:xfrm>
          <a:custGeom>
            <a:avLst/>
            <a:gdLst>
              <a:gd name="connsiteX0" fmla="*/ 198120 w 198120"/>
              <a:gd name="connsiteY0" fmla="*/ 0 h 228600"/>
              <a:gd name="connsiteX1" fmla="*/ 144780 w 198120"/>
              <a:gd name="connsiteY1" fmla="*/ 121920 h 228600"/>
              <a:gd name="connsiteX2" fmla="*/ 0 w 198120"/>
              <a:gd name="connsiteY2" fmla="*/ 2286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8120" h="228600">
                <a:moveTo>
                  <a:pt x="198120" y="0"/>
                </a:moveTo>
                <a:cubicBezTo>
                  <a:pt x="187960" y="41910"/>
                  <a:pt x="177800" y="83820"/>
                  <a:pt x="144780" y="121920"/>
                </a:cubicBezTo>
                <a:cubicBezTo>
                  <a:pt x="111760" y="160020"/>
                  <a:pt x="55880" y="194310"/>
                  <a:pt x="0" y="22860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ihandform: Form 24">
            <a:extLst>
              <a:ext uri="{FF2B5EF4-FFF2-40B4-BE49-F238E27FC236}">
                <a16:creationId xmlns:a16="http://schemas.microsoft.com/office/drawing/2014/main" id="{7BE0ECD7-9DEE-CF8A-E096-7A24D1AAB12C}"/>
              </a:ext>
            </a:extLst>
          </p:cNvPr>
          <p:cNvSpPr/>
          <p:nvPr/>
        </p:nvSpPr>
        <p:spPr bwMode="auto">
          <a:xfrm>
            <a:off x="8587740" y="1539240"/>
            <a:ext cx="259080" cy="140040"/>
          </a:xfrm>
          <a:custGeom>
            <a:avLst/>
            <a:gdLst>
              <a:gd name="connsiteX0" fmla="*/ 0 w 259080"/>
              <a:gd name="connsiteY0" fmla="*/ 0 h 140040"/>
              <a:gd name="connsiteX1" fmla="*/ 76200 w 259080"/>
              <a:gd name="connsiteY1" fmla="*/ 121920 h 140040"/>
              <a:gd name="connsiteX2" fmla="*/ 259080 w 259080"/>
              <a:gd name="connsiteY2" fmla="*/ 137160 h 140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9080" h="140040">
                <a:moveTo>
                  <a:pt x="0" y="0"/>
                </a:moveTo>
                <a:cubicBezTo>
                  <a:pt x="16510" y="49530"/>
                  <a:pt x="33020" y="99060"/>
                  <a:pt x="76200" y="121920"/>
                </a:cubicBezTo>
                <a:cubicBezTo>
                  <a:pt x="119380" y="144780"/>
                  <a:pt x="189230" y="140970"/>
                  <a:pt x="259080" y="13716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ihandform: Form 25">
            <a:extLst>
              <a:ext uri="{FF2B5EF4-FFF2-40B4-BE49-F238E27FC236}">
                <a16:creationId xmlns:a16="http://schemas.microsoft.com/office/drawing/2014/main" id="{FDF91A8C-7E54-4456-9113-DB007F7DEA1C}"/>
              </a:ext>
            </a:extLst>
          </p:cNvPr>
          <p:cNvSpPr/>
          <p:nvPr/>
        </p:nvSpPr>
        <p:spPr bwMode="auto">
          <a:xfrm>
            <a:off x="9974580" y="1363980"/>
            <a:ext cx="541020" cy="114300"/>
          </a:xfrm>
          <a:custGeom>
            <a:avLst/>
            <a:gdLst>
              <a:gd name="connsiteX0" fmla="*/ 541020 w 541020"/>
              <a:gd name="connsiteY0" fmla="*/ 0 h 114300"/>
              <a:gd name="connsiteX1" fmla="*/ 236220 w 541020"/>
              <a:gd name="connsiteY1" fmla="*/ 22860 h 114300"/>
              <a:gd name="connsiteX2" fmla="*/ 0 w 541020"/>
              <a:gd name="connsiteY2" fmla="*/ 11430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1020" h="114300">
                <a:moveTo>
                  <a:pt x="541020" y="0"/>
                </a:moveTo>
                <a:cubicBezTo>
                  <a:pt x="433705" y="1905"/>
                  <a:pt x="326390" y="3810"/>
                  <a:pt x="236220" y="22860"/>
                </a:cubicBezTo>
                <a:cubicBezTo>
                  <a:pt x="146050" y="41910"/>
                  <a:pt x="73025" y="78105"/>
                  <a:pt x="0" y="11430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ihandform: Form 26">
            <a:extLst>
              <a:ext uri="{FF2B5EF4-FFF2-40B4-BE49-F238E27FC236}">
                <a16:creationId xmlns:a16="http://schemas.microsoft.com/office/drawing/2014/main" id="{0744F670-239B-4317-A1BA-871A080B0B4A}"/>
              </a:ext>
            </a:extLst>
          </p:cNvPr>
          <p:cNvSpPr/>
          <p:nvPr/>
        </p:nvSpPr>
        <p:spPr bwMode="auto">
          <a:xfrm>
            <a:off x="11056620" y="1325880"/>
            <a:ext cx="815340" cy="129540"/>
          </a:xfrm>
          <a:custGeom>
            <a:avLst/>
            <a:gdLst>
              <a:gd name="connsiteX0" fmla="*/ 0 w 815340"/>
              <a:gd name="connsiteY0" fmla="*/ 0 h 129540"/>
              <a:gd name="connsiteX1" fmla="*/ 533400 w 815340"/>
              <a:gd name="connsiteY1" fmla="*/ 38100 h 129540"/>
              <a:gd name="connsiteX2" fmla="*/ 815340 w 815340"/>
              <a:gd name="connsiteY2" fmla="*/ 129540 h 129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15340" h="129540">
                <a:moveTo>
                  <a:pt x="0" y="0"/>
                </a:moveTo>
                <a:cubicBezTo>
                  <a:pt x="198755" y="8255"/>
                  <a:pt x="397510" y="16510"/>
                  <a:pt x="533400" y="38100"/>
                </a:cubicBezTo>
                <a:cubicBezTo>
                  <a:pt x="669290" y="59690"/>
                  <a:pt x="742315" y="94615"/>
                  <a:pt x="815340" y="12954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ihandform: Form 27">
            <a:extLst>
              <a:ext uri="{FF2B5EF4-FFF2-40B4-BE49-F238E27FC236}">
                <a16:creationId xmlns:a16="http://schemas.microsoft.com/office/drawing/2014/main" id="{94A6E433-0ACF-1CA4-86C4-23B4B8F58029}"/>
              </a:ext>
            </a:extLst>
          </p:cNvPr>
          <p:cNvSpPr/>
          <p:nvPr/>
        </p:nvSpPr>
        <p:spPr bwMode="auto">
          <a:xfrm>
            <a:off x="9875520" y="2049780"/>
            <a:ext cx="215116" cy="533400"/>
          </a:xfrm>
          <a:custGeom>
            <a:avLst/>
            <a:gdLst>
              <a:gd name="connsiteX0" fmla="*/ 0 w 215116"/>
              <a:gd name="connsiteY0" fmla="*/ 533400 h 533400"/>
              <a:gd name="connsiteX1" fmla="*/ 213360 w 215116"/>
              <a:gd name="connsiteY1" fmla="*/ 297180 h 533400"/>
              <a:gd name="connsiteX2" fmla="*/ 83820 w 215116"/>
              <a:gd name="connsiteY2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5116" h="533400">
                <a:moveTo>
                  <a:pt x="0" y="533400"/>
                </a:moveTo>
                <a:cubicBezTo>
                  <a:pt x="99695" y="459740"/>
                  <a:pt x="199390" y="386080"/>
                  <a:pt x="213360" y="297180"/>
                </a:cubicBezTo>
                <a:cubicBezTo>
                  <a:pt x="227330" y="208280"/>
                  <a:pt x="155575" y="104140"/>
                  <a:pt x="83820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ihandform: Form 29">
            <a:extLst>
              <a:ext uri="{FF2B5EF4-FFF2-40B4-BE49-F238E27FC236}">
                <a16:creationId xmlns:a16="http://schemas.microsoft.com/office/drawing/2014/main" id="{2C6D928F-AFBC-277E-E31B-70DC50179272}"/>
              </a:ext>
            </a:extLst>
          </p:cNvPr>
          <p:cNvSpPr/>
          <p:nvPr/>
        </p:nvSpPr>
        <p:spPr bwMode="auto">
          <a:xfrm>
            <a:off x="10096500" y="2545080"/>
            <a:ext cx="518160" cy="144780"/>
          </a:xfrm>
          <a:custGeom>
            <a:avLst/>
            <a:gdLst>
              <a:gd name="connsiteX0" fmla="*/ 0 w 518160"/>
              <a:gd name="connsiteY0" fmla="*/ 144780 h 144780"/>
              <a:gd name="connsiteX1" fmla="*/ 396240 w 518160"/>
              <a:gd name="connsiteY1" fmla="*/ 106680 h 144780"/>
              <a:gd name="connsiteX2" fmla="*/ 518160 w 518160"/>
              <a:gd name="connsiteY2" fmla="*/ 0 h 144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8160" h="144780">
                <a:moveTo>
                  <a:pt x="0" y="144780"/>
                </a:moveTo>
                <a:cubicBezTo>
                  <a:pt x="154940" y="137795"/>
                  <a:pt x="309880" y="130810"/>
                  <a:pt x="396240" y="106680"/>
                </a:cubicBezTo>
                <a:cubicBezTo>
                  <a:pt x="482600" y="82550"/>
                  <a:pt x="500380" y="41275"/>
                  <a:pt x="518160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ihandform: Form 32">
            <a:extLst>
              <a:ext uri="{FF2B5EF4-FFF2-40B4-BE49-F238E27FC236}">
                <a16:creationId xmlns:a16="http://schemas.microsoft.com/office/drawing/2014/main" id="{02F10A9B-800D-1858-FBE6-FE560D65E860}"/>
              </a:ext>
            </a:extLst>
          </p:cNvPr>
          <p:cNvSpPr/>
          <p:nvPr/>
        </p:nvSpPr>
        <p:spPr bwMode="auto">
          <a:xfrm>
            <a:off x="11673840" y="2529840"/>
            <a:ext cx="70606" cy="548640"/>
          </a:xfrm>
          <a:custGeom>
            <a:avLst/>
            <a:gdLst>
              <a:gd name="connsiteX0" fmla="*/ 45720 w 70606"/>
              <a:gd name="connsiteY0" fmla="*/ 548640 h 548640"/>
              <a:gd name="connsiteX1" fmla="*/ 68580 w 70606"/>
              <a:gd name="connsiteY1" fmla="*/ 144780 h 548640"/>
              <a:gd name="connsiteX2" fmla="*/ 0 w 70606"/>
              <a:gd name="connsiteY2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606" h="548640">
                <a:moveTo>
                  <a:pt x="45720" y="548640"/>
                </a:moveTo>
                <a:cubicBezTo>
                  <a:pt x="60960" y="392430"/>
                  <a:pt x="76200" y="236220"/>
                  <a:pt x="68580" y="144780"/>
                </a:cubicBezTo>
                <a:cubicBezTo>
                  <a:pt x="60960" y="53340"/>
                  <a:pt x="30480" y="26670"/>
                  <a:pt x="0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ihandform: Form 33">
            <a:extLst>
              <a:ext uri="{FF2B5EF4-FFF2-40B4-BE49-F238E27FC236}">
                <a16:creationId xmlns:a16="http://schemas.microsoft.com/office/drawing/2014/main" id="{FAD98A37-9C0D-3C88-BF02-A20E1C1DEB42}"/>
              </a:ext>
            </a:extLst>
          </p:cNvPr>
          <p:cNvSpPr/>
          <p:nvPr/>
        </p:nvSpPr>
        <p:spPr bwMode="auto">
          <a:xfrm>
            <a:off x="11826240" y="2522220"/>
            <a:ext cx="106680" cy="563880"/>
          </a:xfrm>
          <a:custGeom>
            <a:avLst/>
            <a:gdLst>
              <a:gd name="connsiteX0" fmla="*/ 0 w 106680"/>
              <a:gd name="connsiteY0" fmla="*/ 563880 h 563880"/>
              <a:gd name="connsiteX1" fmla="*/ 83820 w 106680"/>
              <a:gd name="connsiteY1" fmla="*/ 205740 h 563880"/>
              <a:gd name="connsiteX2" fmla="*/ 106680 w 106680"/>
              <a:gd name="connsiteY2" fmla="*/ 0 h 56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6680" h="563880">
                <a:moveTo>
                  <a:pt x="0" y="563880"/>
                </a:moveTo>
                <a:cubicBezTo>
                  <a:pt x="33020" y="431800"/>
                  <a:pt x="66040" y="299720"/>
                  <a:pt x="83820" y="205740"/>
                </a:cubicBezTo>
                <a:cubicBezTo>
                  <a:pt x="101600" y="111760"/>
                  <a:pt x="104140" y="55880"/>
                  <a:pt x="106680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140">
            <a:extLst>
              <a:ext uri="{FF2B5EF4-FFF2-40B4-BE49-F238E27FC236}">
                <a16:creationId xmlns:a16="http://schemas.microsoft.com/office/drawing/2014/main" id="{42FBC61F-90A4-809F-B9B3-A12B3970DB7B}"/>
              </a:ext>
            </a:extLst>
          </p:cNvPr>
          <p:cNvGrpSpPr>
            <a:grpSpLocks/>
          </p:cNvGrpSpPr>
          <p:nvPr/>
        </p:nvGrpSpPr>
        <p:grpSpPr bwMode="auto">
          <a:xfrm>
            <a:off x="5095347" y="4545325"/>
            <a:ext cx="1608138" cy="412750"/>
            <a:chOff x="3381" y="2592"/>
            <a:chExt cx="1013" cy="260"/>
          </a:xfrm>
        </p:grpSpPr>
        <p:sp>
          <p:nvSpPr>
            <p:cNvPr id="41" name="Text Box 141">
              <a:extLst>
                <a:ext uri="{FF2B5EF4-FFF2-40B4-BE49-F238E27FC236}">
                  <a16:creationId xmlns:a16="http://schemas.microsoft.com/office/drawing/2014/main" id="{988FC40F-5956-E8A9-0D32-C0A7A977A3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9" y="2616"/>
              <a:ext cx="633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noProof="1"/>
                <a:t>acc:Type</a:t>
              </a:r>
            </a:p>
          </p:txBody>
        </p:sp>
        <p:sp>
          <p:nvSpPr>
            <p:cNvPr id="42" name="Rectangle 142">
              <a:extLst>
                <a:ext uri="{FF2B5EF4-FFF2-40B4-BE49-F238E27FC236}">
                  <a16:creationId xmlns:a16="http://schemas.microsoft.com/office/drawing/2014/main" id="{8EE2197B-7E09-E980-2DE6-D1C3F732D7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noProof="1"/>
            </a:p>
          </p:txBody>
        </p:sp>
      </p:grpSp>
      <p:grpSp>
        <p:nvGrpSpPr>
          <p:cNvPr id="54" name="Group 140">
            <a:extLst>
              <a:ext uri="{FF2B5EF4-FFF2-40B4-BE49-F238E27FC236}">
                <a16:creationId xmlns:a16="http://schemas.microsoft.com/office/drawing/2014/main" id="{8D125345-AABF-4F5B-D672-D2561C4E6B89}"/>
              </a:ext>
            </a:extLst>
          </p:cNvPr>
          <p:cNvGrpSpPr>
            <a:grpSpLocks/>
          </p:cNvGrpSpPr>
          <p:nvPr/>
        </p:nvGrpSpPr>
        <p:grpSpPr bwMode="auto">
          <a:xfrm>
            <a:off x="5438778" y="2508165"/>
            <a:ext cx="1608138" cy="412750"/>
            <a:chOff x="3381" y="2592"/>
            <a:chExt cx="1013" cy="260"/>
          </a:xfrm>
        </p:grpSpPr>
        <p:sp>
          <p:nvSpPr>
            <p:cNvPr id="55" name="Text Box 141">
              <a:extLst>
                <a:ext uri="{FF2B5EF4-FFF2-40B4-BE49-F238E27FC236}">
                  <a16:creationId xmlns:a16="http://schemas.microsoft.com/office/drawing/2014/main" id="{8BC3BE7C-2977-2E09-9943-43F11837AC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2" y="2616"/>
              <a:ext cx="646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noProof="1"/>
                <a:t>fluid:Kind</a:t>
              </a:r>
            </a:p>
          </p:txBody>
        </p:sp>
        <p:sp>
          <p:nvSpPr>
            <p:cNvPr id="56" name="Rectangle 142">
              <a:extLst>
                <a:ext uri="{FF2B5EF4-FFF2-40B4-BE49-F238E27FC236}">
                  <a16:creationId xmlns:a16="http://schemas.microsoft.com/office/drawing/2014/main" id="{5B81D1D9-7A76-4BE6-090A-CDB1B45EA0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noProof="1"/>
            </a:p>
          </p:txBody>
        </p:sp>
      </p:grpSp>
      <p:grpSp>
        <p:nvGrpSpPr>
          <p:cNvPr id="57" name="Group 140">
            <a:extLst>
              <a:ext uri="{FF2B5EF4-FFF2-40B4-BE49-F238E27FC236}">
                <a16:creationId xmlns:a16="http://schemas.microsoft.com/office/drawing/2014/main" id="{6DCF251E-56CA-5D62-EB3A-76CA6E113B8D}"/>
              </a:ext>
            </a:extLst>
          </p:cNvPr>
          <p:cNvGrpSpPr>
            <a:grpSpLocks/>
          </p:cNvGrpSpPr>
          <p:nvPr/>
        </p:nvGrpSpPr>
        <p:grpSpPr bwMode="auto">
          <a:xfrm>
            <a:off x="5438778" y="5038636"/>
            <a:ext cx="1608138" cy="412750"/>
            <a:chOff x="3381" y="2592"/>
            <a:chExt cx="1013" cy="260"/>
          </a:xfrm>
        </p:grpSpPr>
        <p:sp>
          <p:nvSpPr>
            <p:cNvPr id="58" name="Text Box 141">
              <a:extLst>
                <a:ext uri="{FF2B5EF4-FFF2-40B4-BE49-F238E27FC236}">
                  <a16:creationId xmlns:a16="http://schemas.microsoft.com/office/drawing/2014/main" id="{161440B1-D4DD-2F9A-C8BF-375E6A21C9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2" y="2616"/>
              <a:ext cx="646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noProof="1"/>
                <a:t>fluid:Kind</a:t>
              </a:r>
            </a:p>
          </p:txBody>
        </p:sp>
        <p:sp>
          <p:nvSpPr>
            <p:cNvPr id="61" name="Rectangle 142">
              <a:extLst>
                <a:ext uri="{FF2B5EF4-FFF2-40B4-BE49-F238E27FC236}">
                  <a16:creationId xmlns:a16="http://schemas.microsoft.com/office/drawing/2014/main" id="{20D6EF9E-1374-A531-D6E0-E9C0B2640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noProof="1"/>
            </a:p>
          </p:txBody>
        </p:sp>
      </p:grpSp>
      <p:sp>
        <p:nvSpPr>
          <p:cNvPr id="62" name="AutoShape 50">
            <a:extLst>
              <a:ext uri="{FF2B5EF4-FFF2-40B4-BE49-F238E27FC236}">
                <a16:creationId xmlns:a16="http://schemas.microsoft.com/office/drawing/2014/main" id="{D7A6F448-9D9E-1524-F37B-7CB81E7AD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167" y="2435950"/>
            <a:ext cx="168275" cy="252412"/>
          </a:xfrm>
          <a:prstGeom prst="diamond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 dirty="0"/>
          </a:p>
        </p:txBody>
      </p:sp>
      <p:sp>
        <p:nvSpPr>
          <p:cNvPr id="63" name="AutoShape 50">
            <a:extLst>
              <a:ext uri="{FF2B5EF4-FFF2-40B4-BE49-F238E27FC236}">
                <a16:creationId xmlns:a16="http://schemas.microsoft.com/office/drawing/2014/main" id="{6183F128-4D14-6180-160B-C1A057A43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166" y="4965852"/>
            <a:ext cx="168275" cy="252412"/>
          </a:xfrm>
          <a:prstGeom prst="diamond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 dirty="0"/>
          </a:p>
        </p:txBody>
      </p:sp>
      <p:cxnSp>
        <p:nvCxnSpPr>
          <p:cNvPr id="66" name="Verbinder: gewinkelt 126">
            <a:extLst>
              <a:ext uri="{FF2B5EF4-FFF2-40B4-BE49-F238E27FC236}">
                <a16:creationId xmlns:a16="http://schemas.microsoft.com/office/drawing/2014/main" id="{2BC93DC1-4B36-B89D-1691-DB36CA0079CB}"/>
              </a:ext>
            </a:extLst>
          </p:cNvPr>
          <p:cNvCxnSpPr>
            <a:cxnSpLocks/>
            <a:stCxn id="62" idx="2"/>
            <a:endCxn id="56" idx="1"/>
          </p:cNvCxnSpPr>
          <p:nvPr/>
        </p:nvCxnSpPr>
        <p:spPr>
          <a:xfrm rot="16200000" flipH="1">
            <a:off x="5323452" y="2599214"/>
            <a:ext cx="26178" cy="204473"/>
          </a:xfrm>
          <a:prstGeom prst="bent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9" name="Verbinder: gewinkelt 126">
            <a:extLst>
              <a:ext uri="{FF2B5EF4-FFF2-40B4-BE49-F238E27FC236}">
                <a16:creationId xmlns:a16="http://schemas.microsoft.com/office/drawing/2014/main" id="{868DD8EB-636F-9323-7516-15B0596EA7B8}"/>
              </a:ext>
            </a:extLst>
          </p:cNvPr>
          <p:cNvCxnSpPr>
            <a:cxnSpLocks/>
            <a:stCxn id="63" idx="2"/>
            <a:endCxn id="61" idx="1"/>
          </p:cNvCxnSpPr>
          <p:nvPr/>
        </p:nvCxnSpPr>
        <p:spPr>
          <a:xfrm rot="16200000" flipH="1">
            <a:off x="5323168" y="5129400"/>
            <a:ext cx="26747" cy="204474"/>
          </a:xfrm>
          <a:prstGeom prst="bent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grpSp>
        <p:nvGrpSpPr>
          <p:cNvPr id="78" name="Group 140">
            <a:extLst>
              <a:ext uri="{FF2B5EF4-FFF2-40B4-BE49-F238E27FC236}">
                <a16:creationId xmlns:a16="http://schemas.microsoft.com/office/drawing/2014/main" id="{9B576DF5-7D86-AA11-0080-BA90DB39767D}"/>
              </a:ext>
            </a:extLst>
          </p:cNvPr>
          <p:cNvGrpSpPr>
            <a:grpSpLocks/>
          </p:cNvGrpSpPr>
          <p:nvPr/>
        </p:nvGrpSpPr>
        <p:grpSpPr bwMode="auto">
          <a:xfrm>
            <a:off x="5095347" y="1300168"/>
            <a:ext cx="1608138" cy="412750"/>
            <a:chOff x="3381" y="2592"/>
            <a:chExt cx="1013" cy="260"/>
          </a:xfrm>
        </p:grpSpPr>
        <p:sp>
          <p:nvSpPr>
            <p:cNvPr id="85" name="Text Box 141">
              <a:extLst>
                <a:ext uri="{FF2B5EF4-FFF2-40B4-BE49-F238E27FC236}">
                  <a16:creationId xmlns:a16="http://schemas.microsoft.com/office/drawing/2014/main" id="{3D1B46D2-744B-09F6-BB62-76FC9A78EF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7" y="2616"/>
              <a:ext cx="713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noProof="1"/>
                <a:t>ab:Stream</a:t>
              </a:r>
            </a:p>
          </p:txBody>
        </p:sp>
        <p:sp>
          <p:nvSpPr>
            <p:cNvPr id="86" name="Rectangle 142">
              <a:extLst>
                <a:ext uri="{FF2B5EF4-FFF2-40B4-BE49-F238E27FC236}">
                  <a16:creationId xmlns:a16="http://schemas.microsoft.com/office/drawing/2014/main" id="{201AAF89-4F58-21C8-4D1C-66BFCFC68A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noProof="1"/>
            </a:p>
          </p:txBody>
        </p:sp>
      </p:grpSp>
      <p:grpSp>
        <p:nvGrpSpPr>
          <p:cNvPr id="88" name="Group 140">
            <a:extLst>
              <a:ext uri="{FF2B5EF4-FFF2-40B4-BE49-F238E27FC236}">
                <a16:creationId xmlns:a16="http://schemas.microsoft.com/office/drawing/2014/main" id="{50B82128-B2F7-B075-8A4C-C95C4CEBEB6B}"/>
              </a:ext>
            </a:extLst>
          </p:cNvPr>
          <p:cNvGrpSpPr>
            <a:grpSpLocks/>
          </p:cNvGrpSpPr>
          <p:nvPr/>
        </p:nvGrpSpPr>
        <p:grpSpPr bwMode="auto">
          <a:xfrm>
            <a:off x="549439" y="3521721"/>
            <a:ext cx="1608138" cy="412750"/>
            <a:chOff x="3381" y="2592"/>
            <a:chExt cx="1013" cy="260"/>
          </a:xfrm>
        </p:grpSpPr>
        <p:sp>
          <p:nvSpPr>
            <p:cNvPr id="95" name="Text Box 141">
              <a:extLst>
                <a:ext uri="{FF2B5EF4-FFF2-40B4-BE49-F238E27FC236}">
                  <a16:creationId xmlns:a16="http://schemas.microsoft.com/office/drawing/2014/main" id="{67A08043-01D8-CE78-D4EE-6C734A9EBF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9" y="2616"/>
              <a:ext cx="57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dirty="0"/>
                <a:t>:Stream</a:t>
              </a:r>
            </a:p>
          </p:txBody>
        </p:sp>
        <p:sp>
          <p:nvSpPr>
            <p:cNvPr id="104" name="Rectangle 142">
              <a:extLst>
                <a:ext uri="{FF2B5EF4-FFF2-40B4-BE49-F238E27FC236}">
                  <a16:creationId xmlns:a16="http://schemas.microsoft.com/office/drawing/2014/main" id="{350E6068-0B2C-364A-FC59-074AF1E59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5" name="Group 140">
            <a:extLst>
              <a:ext uri="{FF2B5EF4-FFF2-40B4-BE49-F238E27FC236}">
                <a16:creationId xmlns:a16="http://schemas.microsoft.com/office/drawing/2014/main" id="{5426F574-C5EC-399F-1BB1-D3EA22544C5F}"/>
              </a:ext>
            </a:extLst>
          </p:cNvPr>
          <p:cNvGrpSpPr>
            <a:grpSpLocks/>
          </p:cNvGrpSpPr>
          <p:nvPr/>
        </p:nvGrpSpPr>
        <p:grpSpPr bwMode="auto">
          <a:xfrm>
            <a:off x="549439" y="2835371"/>
            <a:ext cx="1608138" cy="412750"/>
            <a:chOff x="3381" y="2592"/>
            <a:chExt cx="1013" cy="260"/>
          </a:xfrm>
        </p:grpSpPr>
        <p:sp>
          <p:nvSpPr>
            <p:cNvPr id="106" name="Text Box 141">
              <a:extLst>
                <a:ext uri="{FF2B5EF4-FFF2-40B4-BE49-F238E27FC236}">
                  <a16:creationId xmlns:a16="http://schemas.microsoft.com/office/drawing/2014/main" id="{F06B9CB9-CE3D-EC08-8F1F-D534F92C2E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9" y="2616"/>
              <a:ext cx="57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dirty="0"/>
                <a:t>:Stream</a:t>
              </a:r>
            </a:p>
          </p:txBody>
        </p:sp>
        <p:sp>
          <p:nvSpPr>
            <p:cNvPr id="108" name="Rectangle 142">
              <a:extLst>
                <a:ext uri="{FF2B5EF4-FFF2-40B4-BE49-F238E27FC236}">
                  <a16:creationId xmlns:a16="http://schemas.microsoft.com/office/drawing/2014/main" id="{55E2C20F-E0C2-C967-1C85-5465ECFEA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9" name="Group 140">
            <a:extLst>
              <a:ext uri="{FF2B5EF4-FFF2-40B4-BE49-F238E27FC236}">
                <a16:creationId xmlns:a16="http://schemas.microsoft.com/office/drawing/2014/main" id="{7F7E0B3D-3AEF-9A18-DD7B-6329E577AB6B}"/>
              </a:ext>
            </a:extLst>
          </p:cNvPr>
          <p:cNvGrpSpPr>
            <a:grpSpLocks/>
          </p:cNvGrpSpPr>
          <p:nvPr/>
        </p:nvGrpSpPr>
        <p:grpSpPr bwMode="auto">
          <a:xfrm>
            <a:off x="949871" y="1513725"/>
            <a:ext cx="1608138" cy="412750"/>
            <a:chOff x="3381" y="2592"/>
            <a:chExt cx="1013" cy="260"/>
          </a:xfrm>
        </p:grpSpPr>
        <p:sp>
          <p:nvSpPr>
            <p:cNvPr id="110" name="Text Box 141">
              <a:extLst>
                <a:ext uri="{FF2B5EF4-FFF2-40B4-BE49-F238E27FC236}">
                  <a16:creationId xmlns:a16="http://schemas.microsoft.com/office/drawing/2014/main" id="{D44B1439-C48A-C16D-AA39-09DE0718B1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9" y="2616"/>
              <a:ext cx="57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dirty="0"/>
                <a:t>:Stream</a:t>
              </a:r>
            </a:p>
          </p:txBody>
        </p:sp>
        <p:sp>
          <p:nvSpPr>
            <p:cNvPr id="111" name="Rectangle 142">
              <a:extLst>
                <a:ext uri="{FF2B5EF4-FFF2-40B4-BE49-F238E27FC236}">
                  <a16:creationId xmlns:a16="http://schemas.microsoft.com/office/drawing/2014/main" id="{40E03B1D-5C20-3925-18F9-8B49C4F17C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2" name="AutoShape 50">
            <a:extLst>
              <a:ext uri="{FF2B5EF4-FFF2-40B4-BE49-F238E27FC236}">
                <a16:creationId xmlns:a16="http://schemas.microsoft.com/office/drawing/2014/main" id="{79557560-8DDB-52F3-B01C-D7D167F6D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9371" y="2440237"/>
            <a:ext cx="168275" cy="252412"/>
          </a:xfrm>
          <a:prstGeom prst="diamond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3" name="AutoShape 50">
            <a:extLst>
              <a:ext uri="{FF2B5EF4-FFF2-40B4-BE49-F238E27FC236}">
                <a16:creationId xmlns:a16="http://schemas.microsoft.com/office/drawing/2014/main" id="{8525D9EE-F364-38BC-B2EA-04EE8EAC1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9371" y="4081769"/>
            <a:ext cx="168275" cy="252412"/>
          </a:xfrm>
          <a:prstGeom prst="diamond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6" name="AutoShape 50">
            <a:extLst>
              <a:ext uri="{FF2B5EF4-FFF2-40B4-BE49-F238E27FC236}">
                <a16:creationId xmlns:a16="http://schemas.microsoft.com/office/drawing/2014/main" id="{975D31BD-C6D4-9144-2659-384C39F3C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83" y="1454863"/>
            <a:ext cx="168275" cy="252412"/>
          </a:xfrm>
          <a:prstGeom prst="diamond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cxnSp>
        <p:nvCxnSpPr>
          <p:cNvPr id="117" name="Verbinder: gewinkelt 126">
            <a:extLst>
              <a:ext uri="{FF2B5EF4-FFF2-40B4-BE49-F238E27FC236}">
                <a16:creationId xmlns:a16="http://schemas.microsoft.com/office/drawing/2014/main" id="{6013BC41-6BD4-1FCA-6B52-E1C1C4B8DAD8}"/>
              </a:ext>
            </a:extLst>
          </p:cNvPr>
          <p:cNvCxnSpPr>
            <a:cxnSpLocks/>
            <a:stCxn id="116" idx="2"/>
            <a:endCxn id="111" idx="1"/>
          </p:cNvCxnSpPr>
          <p:nvPr/>
        </p:nvCxnSpPr>
        <p:spPr>
          <a:xfrm rot="16200000" flipH="1">
            <a:off x="804684" y="1574912"/>
            <a:ext cx="12825" cy="277550"/>
          </a:xfrm>
          <a:prstGeom prst="bent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22" name="Gerade Verbindung mit Pfeil 121">
            <a:extLst>
              <a:ext uri="{FF2B5EF4-FFF2-40B4-BE49-F238E27FC236}">
                <a16:creationId xmlns:a16="http://schemas.microsoft.com/office/drawing/2014/main" id="{955D9AEC-52C5-BA09-C2E6-5711C806EFFA}"/>
              </a:ext>
            </a:extLst>
          </p:cNvPr>
          <p:cNvCxnSpPr>
            <a:cxnSpLocks/>
            <a:stCxn id="112" idx="2"/>
            <a:endCxn id="108" idx="0"/>
          </p:cNvCxnSpPr>
          <p:nvPr/>
        </p:nvCxnSpPr>
        <p:spPr>
          <a:xfrm flipH="1">
            <a:off x="1353508" y="2692649"/>
            <a:ext cx="1" cy="14272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28" name="Gerade Verbindung mit Pfeil 127">
            <a:extLst>
              <a:ext uri="{FF2B5EF4-FFF2-40B4-BE49-F238E27FC236}">
                <a16:creationId xmlns:a16="http://schemas.microsoft.com/office/drawing/2014/main" id="{7520DF90-E7C6-87EA-B505-0BB6C01AF8BE}"/>
              </a:ext>
            </a:extLst>
          </p:cNvPr>
          <p:cNvCxnSpPr>
            <a:cxnSpLocks/>
            <a:stCxn id="113" idx="0"/>
            <a:endCxn id="104" idx="2"/>
          </p:cNvCxnSpPr>
          <p:nvPr/>
        </p:nvCxnSpPr>
        <p:spPr>
          <a:xfrm flipH="1" flipV="1">
            <a:off x="1353508" y="3934471"/>
            <a:ext cx="1" cy="14729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grpSp>
        <p:nvGrpSpPr>
          <p:cNvPr id="133" name="Gruppieren 132">
            <a:extLst>
              <a:ext uri="{FF2B5EF4-FFF2-40B4-BE49-F238E27FC236}">
                <a16:creationId xmlns:a16="http://schemas.microsoft.com/office/drawing/2014/main" id="{C04F75F9-1830-9806-D3F2-8FE9AC003147}"/>
              </a:ext>
            </a:extLst>
          </p:cNvPr>
          <p:cNvGrpSpPr/>
          <p:nvPr/>
        </p:nvGrpSpPr>
        <p:grpSpPr>
          <a:xfrm>
            <a:off x="102028" y="1033904"/>
            <a:ext cx="1608138" cy="412750"/>
            <a:chOff x="477989" y="1048316"/>
            <a:chExt cx="1608138" cy="412750"/>
          </a:xfrm>
        </p:grpSpPr>
        <p:sp>
          <p:nvSpPr>
            <p:cNvPr id="6" name="Text Box 141">
              <a:extLst>
                <a:ext uri="{FF2B5EF4-FFF2-40B4-BE49-F238E27FC236}">
                  <a16:creationId xmlns:a16="http://schemas.microsoft.com/office/drawing/2014/main" id="{738BCFEA-E1EA-99C7-CDB4-D0E4EC1236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5002" y="1086416"/>
              <a:ext cx="1152525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dirty="0"/>
                <a:t>F:Function</a:t>
              </a:r>
            </a:p>
          </p:txBody>
        </p:sp>
        <p:sp>
          <p:nvSpPr>
            <p:cNvPr id="8" name="Rectangle 142">
              <a:extLst>
                <a:ext uri="{FF2B5EF4-FFF2-40B4-BE49-F238E27FC236}">
                  <a16:creationId xmlns:a16="http://schemas.microsoft.com/office/drawing/2014/main" id="{E86FB0F4-6437-C074-10A9-8AFE1DBA6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989" y="1048316"/>
              <a:ext cx="1608138" cy="4127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" name="Rechteck 130">
              <a:extLst>
                <a:ext uri="{FF2B5EF4-FFF2-40B4-BE49-F238E27FC236}">
                  <a16:creationId xmlns:a16="http://schemas.microsoft.com/office/drawing/2014/main" id="{567D4C3C-4663-9A63-6C73-9B9105A6B3D8}"/>
                </a:ext>
              </a:extLst>
            </p:cNvPr>
            <p:cNvSpPr/>
            <p:nvPr/>
          </p:nvSpPr>
          <p:spPr bwMode="auto">
            <a:xfrm>
              <a:off x="1849120" y="1082040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/>
            </a:p>
          </p:txBody>
        </p:sp>
        <p:sp>
          <p:nvSpPr>
            <p:cNvPr id="132" name="Rechteck 131">
              <a:extLst>
                <a:ext uri="{FF2B5EF4-FFF2-40B4-BE49-F238E27FC236}">
                  <a16:creationId xmlns:a16="http://schemas.microsoft.com/office/drawing/2014/main" id="{C7521A57-45D7-3E12-56EF-0F4FE0DBC2AB}"/>
                </a:ext>
              </a:extLst>
            </p:cNvPr>
            <p:cNvSpPr/>
            <p:nvPr/>
          </p:nvSpPr>
          <p:spPr bwMode="auto">
            <a:xfrm>
              <a:off x="1849120" y="1294581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 dirty="0"/>
            </a:p>
          </p:txBody>
        </p:sp>
      </p:grpSp>
      <p:grpSp>
        <p:nvGrpSpPr>
          <p:cNvPr id="139" name="Gruppieren 138">
            <a:extLst>
              <a:ext uri="{FF2B5EF4-FFF2-40B4-BE49-F238E27FC236}">
                <a16:creationId xmlns:a16="http://schemas.microsoft.com/office/drawing/2014/main" id="{B427BB2F-B4C3-3D4F-F295-496B8FCB9BF0}"/>
              </a:ext>
            </a:extLst>
          </p:cNvPr>
          <p:cNvGrpSpPr/>
          <p:nvPr/>
        </p:nvGrpSpPr>
        <p:grpSpPr>
          <a:xfrm>
            <a:off x="549439" y="4346643"/>
            <a:ext cx="1609433" cy="412750"/>
            <a:chOff x="925400" y="4041015"/>
            <a:chExt cx="1609433" cy="412750"/>
          </a:xfrm>
        </p:grpSpPr>
        <p:grpSp>
          <p:nvGrpSpPr>
            <p:cNvPr id="154" name="Group 140">
              <a:extLst>
                <a:ext uri="{FF2B5EF4-FFF2-40B4-BE49-F238E27FC236}">
                  <a16:creationId xmlns:a16="http://schemas.microsoft.com/office/drawing/2014/main" id="{A40F5A39-ADB9-E917-65CE-8946DF27BA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25400" y="4041015"/>
              <a:ext cx="1608138" cy="412750"/>
              <a:chOff x="3381" y="2592"/>
              <a:chExt cx="1013" cy="260"/>
            </a:xfrm>
          </p:grpSpPr>
          <p:sp>
            <p:nvSpPr>
              <p:cNvPr id="155" name="Text Box 141">
                <a:extLst>
                  <a:ext uri="{FF2B5EF4-FFF2-40B4-BE49-F238E27FC236}">
                    <a16:creationId xmlns:a16="http://schemas.microsoft.com/office/drawing/2014/main" id="{FA30B2D9-6A14-7763-3F18-FD9714B6A1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12" y="2616"/>
                <a:ext cx="748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altLang="de-DE" sz="1600" u="sng" dirty="0"/>
                  <a:t>H:Function</a:t>
                </a:r>
              </a:p>
            </p:txBody>
          </p:sp>
          <p:sp>
            <p:nvSpPr>
              <p:cNvPr id="156" name="Rectangle 142">
                <a:extLst>
                  <a:ext uri="{FF2B5EF4-FFF2-40B4-BE49-F238E27FC236}">
                    <a16:creationId xmlns:a16="http://schemas.microsoft.com/office/drawing/2014/main" id="{6E794CC0-2DBA-0CB3-57D7-CD48CE78FC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1" y="2592"/>
                <a:ext cx="1013" cy="2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37" name="Rechteck 136">
              <a:extLst>
                <a:ext uri="{FF2B5EF4-FFF2-40B4-BE49-F238E27FC236}">
                  <a16:creationId xmlns:a16="http://schemas.microsoft.com/office/drawing/2014/main" id="{ABE49EFC-81D8-D982-F78E-7A018A7AB266}"/>
                </a:ext>
              </a:extLst>
            </p:cNvPr>
            <p:cNvSpPr/>
            <p:nvPr/>
          </p:nvSpPr>
          <p:spPr bwMode="auto">
            <a:xfrm>
              <a:off x="2298613" y="4081379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/>
            </a:p>
          </p:txBody>
        </p:sp>
        <p:sp>
          <p:nvSpPr>
            <p:cNvPr id="138" name="Rechteck 137">
              <a:extLst>
                <a:ext uri="{FF2B5EF4-FFF2-40B4-BE49-F238E27FC236}">
                  <a16:creationId xmlns:a16="http://schemas.microsoft.com/office/drawing/2014/main" id="{D703DE3D-155E-9F5D-B5B7-3D60EB1E3CC3}"/>
                </a:ext>
              </a:extLst>
            </p:cNvPr>
            <p:cNvSpPr/>
            <p:nvPr/>
          </p:nvSpPr>
          <p:spPr bwMode="auto">
            <a:xfrm>
              <a:off x="2298613" y="4293920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/>
            </a:p>
          </p:txBody>
        </p:sp>
      </p:grpSp>
      <p:grpSp>
        <p:nvGrpSpPr>
          <p:cNvPr id="146" name="Gruppieren 145">
            <a:extLst>
              <a:ext uri="{FF2B5EF4-FFF2-40B4-BE49-F238E27FC236}">
                <a16:creationId xmlns:a16="http://schemas.microsoft.com/office/drawing/2014/main" id="{7672395A-D655-9F26-F25D-B2672DE864E6}"/>
              </a:ext>
            </a:extLst>
          </p:cNvPr>
          <p:cNvGrpSpPr/>
          <p:nvPr/>
        </p:nvGrpSpPr>
        <p:grpSpPr>
          <a:xfrm>
            <a:off x="549439" y="2013517"/>
            <a:ext cx="1608654" cy="412750"/>
            <a:chOff x="925400" y="2027929"/>
            <a:chExt cx="1608654" cy="412750"/>
          </a:xfrm>
        </p:grpSpPr>
        <p:grpSp>
          <p:nvGrpSpPr>
            <p:cNvPr id="150" name="Group 140">
              <a:extLst>
                <a:ext uri="{FF2B5EF4-FFF2-40B4-BE49-F238E27FC236}">
                  <a16:creationId xmlns:a16="http://schemas.microsoft.com/office/drawing/2014/main" id="{3CFE91B6-EA76-72C8-5749-831F67AA50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25400" y="2027929"/>
              <a:ext cx="1608138" cy="412750"/>
              <a:chOff x="3381" y="2592"/>
              <a:chExt cx="1013" cy="260"/>
            </a:xfrm>
          </p:grpSpPr>
          <p:sp>
            <p:nvSpPr>
              <p:cNvPr id="151" name="Text Box 141">
                <a:extLst>
                  <a:ext uri="{FF2B5EF4-FFF2-40B4-BE49-F238E27FC236}">
                    <a16:creationId xmlns:a16="http://schemas.microsoft.com/office/drawing/2014/main" id="{41CBCD28-9704-B2C8-0EEA-357FD16FF4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12" y="2616"/>
                <a:ext cx="748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altLang="de-DE" sz="1600" u="sng" dirty="0"/>
                  <a:t>G:Function</a:t>
                </a:r>
              </a:p>
            </p:txBody>
          </p:sp>
          <p:sp>
            <p:nvSpPr>
              <p:cNvPr id="152" name="Rectangle 142">
                <a:extLst>
                  <a:ext uri="{FF2B5EF4-FFF2-40B4-BE49-F238E27FC236}">
                    <a16:creationId xmlns:a16="http://schemas.microsoft.com/office/drawing/2014/main" id="{3DAD01A5-1056-AF5D-FF91-48E408E562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1" y="2592"/>
                <a:ext cx="1013" cy="2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44" name="Rechteck 143">
              <a:extLst>
                <a:ext uri="{FF2B5EF4-FFF2-40B4-BE49-F238E27FC236}">
                  <a16:creationId xmlns:a16="http://schemas.microsoft.com/office/drawing/2014/main" id="{F7E17A83-0DDC-AC98-F18A-4D0CB306E2A1}"/>
                </a:ext>
              </a:extLst>
            </p:cNvPr>
            <p:cNvSpPr/>
            <p:nvPr/>
          </p:nvSpPr>
          <p:spPr bwMode="auto">
            <a:xfrm>
              <a:off x="2297834" y="2065433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/>
            </a:p>
          </p:txBody>
        </p:sp>
        <p:sp>
          <p:nvSpPr>
            <p:cNvPr id="145" name="Rechteck 144">
              <a:extLst>
                <a:ext uri="{FF2B5EF4-FFF2-40B4-BE49-F238E27FC236}">
                  <a16:creationId xmlns:a16="http://schemas.microsoft.com/office/drawing/2014/main" id="{AAE33E52-6855-0101-FC2A-09874165A4BA}"/>
                </a:ext>
              </a:extLst>
            </p:cNvPr>
            <p:cNvSpPr/>
            <p:nvPr/>
          </p:nvSpPr>
          <p:spPr bwMode="auto">
            <a:xfrm>
              <a:off x="2297834" y="2277974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/>
            </a:p>
          </p:txBody>
        </p:sp>
      </p:grpSp>
      <p:cxnSp>
        <p:nvCxnSpPr>
          <p:cNvPr id="153" name="Verbinder: gewinkelt 126">
            <a:extLst>
              <a:ext uri="{FF2B5EF4-FFF2-40B4-BE49-F238E27FC236}">
                <a16:creationId xmlns:a16="http://schemas.microsoft.com/office/drawing/2014/main" id="{6C2A50D7-148C-8857-75D2-DC8CA3468173}"/>
              </a:ext>
            </a:extLst>
          </p:cNvPr>
          <p:cNvCxnSpPr>
            <a:cxnSpLocks/>
            <a:stCxn id="144" idx="3"/>
            <a:endCxn id="173" idx="1"/>
          </p:cNvCxnSpPr>
          <p:nvPr/>
        </p:nvCxnSpPr>
        <p:spPr>
          <a:xfrm>
            <a:off x="2158093" y="2114016"/>
            <a:ext cx="576264" cy="105876"/>
          </a:xfrm>
          <a:prstGeom prst="bentConnector3">
            <a:avLst>
              <a:gd name="adj1" fmla="val 66529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grpSp>
        <p:nvGrpSpPr>
          <p:cNvPr id="165" name="Group 140">
            <a:extLst>
              <a:ext uri="{FF2B5EF4-FFF2-40B4-BE49-F238E27FC236}">
                <a16:creationId xmlns:a16="http://schemas.microsoft.com/office/drawing/2014/main" id="{E15C76AD-A297-F991-7C01-A0C71E88D14A}"/>
              </a:ext>
            </a:extLst>
          </p:cNvPr>
          <p:cNvGrpSpPr>
            <a:grpSpLocks/>
          </p:cNvGrpSpPr>
          <p:nvPr/>
        </p:nvGrpSpPr>
        <p:grpSpPr bwMode="auto">
          <a:xfrm>
            <a:off x="5095347" y="3059714"/>
            <a:ext cx="1608138" cy="412750"/>
            <a:chOff x="3381" y="2592"/>
            <a:chExt cx="1013" cy="260"/>
          </a:xfrm>
        </p:grpSpPr>
        <p:sp>
          <p:nvSpPr>
            <p:cNvPr id="166" name="Text Box 141">
              <a:extLst>
                <a:ext uri="{FF2B5EF4-FFF2-40B4-BE49-F238E27FC236}">
                  <a16:creationId xmlns:a16="http://schemas.microsoft.com/office/drawing/2014/main" id="{6EC36D36-21D0-11C5-8EF1-B7AB6AEF89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1" y="2616"/>
              <a:ext cx="706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noProof="1"/>
                <a:t>cg:Stream</a:t>
              </a:r>
            </a:p>
          </p:txBody>
        </p:sp>
        <p:sp>
          <p:nvSpPr>
            <p:cNvPr id="167" name="Rectangle 142">
              <a:extLst>
                <a:ext uri="{FF2B5EF4-FFF2-40B4-BE49-F238E27FC236}">
                  <a16:creationId xmlns:a16="http://schemas.microsoft.com/office/drawing/2014/main" id="{3BFF7DE9-47D5-59FA-7F0A-2953C4158B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noProof="1"/>
            </a:p>
          </p:txBody>
        </p:sp>
      </p:grpSp>
      <p:grpSp>
        <p:nvGrpSpPr>
          <p:cNvPr id="169" name="Group 140">
            <a:extLst>
              <a:ext uri="{FF2B5EF4-FFF2-40B4-BE49-F238E27FC236}">
                <a16:creationId xmlns:a16="http://schemas.microsoft.com/office/drawing/2014/main" id="{75A64567-8CD5-3548-E28C-1F7EB0906069}"/>
              </a:ext>
            </a:extLst>
          </p:cNvPr>
          <p:cNvGrpSpPr>
            <a:grpSpLocks/>
          </p:cNvGrpSpPr>
          <p:nvPr/>
        </p:nvGrpSpPr>
        <p:grpSpPr bwMode="auto">
          <a:xfrm>
            <a:off x="5095347" y="5535299"/>
            <a:ext cx="1608138" cy="412750"/>
            <a:chOff x="3381" y="2592"/>
            <a:chExt cx="1013" cy="260"/>
          </a:xfrm>
        </p:grpSpPr>
        <p:sp>
          <p:nvSpPr>
            <p:cNvPr id="170" name="Text Box 141">
              <a:extLst>
                <a:ext uri="{FF2B5EF4-FFF2-40B4-BE49-F238E27FC236}">
                  <a16:creationId xmlns:a16="http://schemas.microsoft.com/office/drawing/2014/main" id="{68BC0225-279A-FFD3-7542-3B2FD70E2E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5" y="2616"/>
              <a:ext cx="678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noProof="1"/>
                <a:t>fh:Stream</a:t>
              </a:r>
            </a:p>
          </p:txBody>
        </p:sp>
        <p:sp>
          <p:nvSpPr>
            <p:cNvPr id="171" name="Rectangle 142">
              <a:extLst>
                <a:ext uri="{FF2B5EF4-FFF2-40B4-BE49-F238E27FC236}">
                  <a16:creationId xmlns:a16="http://schemas.microsoft.com/office/drawing/2014/main" id="{F1BD2686-9B38-18D6-FAD2-A59FB71B82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noProof="1"/>
            </a:p>
          </p:txBody>
        </p:sp>
      </p:grpSp>
      <p:cxnSp>
        <p:nvCxnSpPr>
          <p:cNvPr id="175" name="Verbinder: gewinkelt 126">
            <a:extLst>
              <a:ext uri="{FF2B5EF4-FFF2-40B4-BE49-F238E27FC236}">
                <a16:creationId xmlns:a16="http://schemas.microsoft.com/office/drawing/2014/main" id="{0574FB78-AC88-D296-3832-F421D924F09A}"/>
              </a:ext>
            </a:extLst>
          </p:cNvPr>
          <p:cNvCxnSpPr>
            <a:cxnSpLocks/>
            <a:stCxn id="179" idx="3"/>
            <a:endCxn id="86" idx="1"/>
          </p:cNvCxnSpPr>
          <p:nvPr/>
        </p:nvCxnSpPr>
        <p:spPr>
          <a:xfrm flipV="1">
            <a:off x="4340827" y="1506543"/>
            <a:ext cx="754520" cy="610279"/>
          </a:xfrm>
          <a:prstGeom prst="bentConnector3">
            <a:avLst>
              <a:gd name="adj1" fmla="val 13644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grpSp>
        <p:nvGrpSpPr>
          <p:cNvPr id="187" name="Gruppieren 186">
            <a:extLst>
              <a:ext uri="{FF2B5EF4-FFF2-40B4-BE49-F238E27FC236}">
                <a16:creationId xmlns:a16="http://schemas.microsoft.com/office/drawing/2014/main" id="{77188EAB-7A0C-9CC3-18FD-85E475FC7F3B}"/>
              </a:ext>
            </a:extLst>
          </p:cNvPr>
          <p:cNvGrpSpPr/>
          <p:nvPr/>
        </p:nvGrpSpPr>
        <p:grpSpPr>
          <a:xfrm>
            <a:off x="2734357" y="2013517"/>
            <a:ext cx="1608138" cy="412750"/>
            <a:chOff x="3110318" y="2027929"/>
            <a:chExt cx="1608138" cy="412750"/>
          </a:xfrm>
        </p:grpSpPr>
        <p:grpSp>
          <p:nvGrpSpPr>
            <p:cNvPr id="168" name="Group 140">
              <a:extLst>
                <a:ext uri="{FF2B5EF4-FFF2-40B4-BE49-F238E27FC236}">
                  <a16:creationId xmlns:a16="http://schemas.microsoft.com/office/drawing/2014/main" id="{CD864ACF-4CD5-A5A5-A44D-B4998944FD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10318" y="2027929"/>
              <a:ext cx="1608138" cy="412750"/>
              <a:chOff x="3381" y="2592"/>
              <a:chExt cx="1013" cy="260"/>
            </a:xfrm>
          </p:grpSpPr>
          <p:sp>
            <p:nvSpPr>
              <p:cNvPr id="172" name="Text Box 141">
                <a:extLst>
                  <a:ext uri="{FF2B5EF4-FFF2-40B4-BE49-F238E27FC236}">
                    <a16:creationId xmlns:a16="http://schemas.microsoft.com/office/drawing/2014/main" id="{AFF1DC53-6A21-34BE-6CCE-8570B2523C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7" y="2616"/>
                <a:ext cx="556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altLang="de-DE" sz="1600" u="sng" dirty="0"/>
                  <a:t>a:Inport</a:t>
                </a:r>
              </a:p>
            </p:txBody>
          </p:sp>
          <p:sp>
            <p:nvSpPr>
              <p:cNvPr id="173" name="Rectangle 142">
                <a:extLst>
                  <a:ext uri="{FF2B5EF4-FFF2-40B4-BE49-F238E27FC236}">
                    <a16:creationId xmlns:a16="http://schemas.microsoft.com/office/drawing/2014/main" id="{C77D4CE4-CCA1-8600-9891-73464E2223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1" y="2592"/>
                <a:ext cx="1013" cy="2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79" name="Rechteck 178">
              <a:extLst>
                <a:ext uri="{FF2B5EF4-FFF2-40B4-BE49-F238E27FC236}">
                  <a16:creationId xmlns:a16="http://schemas.microsoft.com/office/drawing/2014/main" id="{25EB1EB3-F1D2-3E21-7626-C77800D73D16}"/>
                </a:ext>
              </a:extLst>
            </p:cNvPr>
            <p:cNvSpPr/>
            <p:nvPr/>
          </p:nvSpPr>
          <p:spPr bwMode="auto">
            <a:xfrm>
              <a:off x="4480568" y="2068239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/>
            </a:p>
          </p:txBody>
        </p:sp>
        <p:sp>
          <p:nvSpPr>
            <p:cNvPr id="180" name="Rechteck 179">
              <a:extLst>
                <a:ext uri="{FF2B5EF4-FFF2-40B4-BE49-F238E27FC236}">
                  <a16:creationId xmlns:a16="http://schemas.microsoft.com/office/drawing/2014/main" id="{F16A9641-F661-D760-32B9-3D76DAED6406}"/>
                </a:ext>
              </a:extLst>
            </p:cNvPr>
            <p:cNvSpPr/>
            <p:nvPr/>
          </p:nvSpPr>
          <p:spPr bwMode="auto">
            <a:xfrm>
              <a:off x="4480568" y="2280780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 dirty="0"/>
            </a:p>
          </p:txBody>
        </p:sp>
      </p:grpSp>
      <p:grpSp>
        <p:nvGrpSpPr>
          <p:cNvPr id="204" name="Gruppieren 203">
            <a:extLst>
              <a:ext uri="{FF2B5EF4-FFF2-40B4-BE49-F238E27FC236}">
                <a16:creationId xmlns:a16="http://schemas.microsoft.com/office/drawing/2014/main" id="{0AA37C3A-E3E2-ECFA-615C-5F078E4CDDB5}"/>
              </a:ext>
            </a:extLst>
          </p:cNvPr>
          <p:cNvGrpSpPr/>
          <p:nvPr/>
        </p:nvGrpSpPr>
        <p:grpSpPr>
          <a:xfrm>
            <a:off x="2734357" y="2536615"/>
            <a:ext cx="1608138" cy="412750"/>
            <a:chOff x="3110318" y="2551027"/>
            <a:chExt cx="1608138" cy="412750"/>
          </a:xfrm>
        </p:grpSpPr>
        <p:grpSp>
          <p:nvGrpSpPr>
            <p:cNvPr id="174" name="Group 140">
              <a:extLst>
                <a:ext uri="{FF2B5EF4-FFF2-40B4-BE49-F238E27FC236}">
                  <a16:creationId xmlns:a16="http://schemas.microsoft.com/office/drawing/2014/main" id="{26AE5296-5C6B-3310-C8D8-9EF17A31E8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10318" y="2551027"/>
              <a:ext cx="1608138" cy="412750"/>
              <a:chOff x="3381" y="2592"/>
              <a:chExt cx="1013" cy="260"/>
            </a:xfrm>
          </p:grpSpPr>
          <p:sp>
            <p:nvSpPr>
              <p:cNvPr id="181" name="Text Box 141">
                <a:extLst>
                  <a:ext uri="{FF2B5EF4-FFF2-40B4-BE49-F238E27FC236}">
                    <a16:creationId xmlns:a16="http://schemas.microsoft.com/office/drawing/2014/main" id="{71C43ACA-479A-DEA0-4EF3-95ED94F2E7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0" y="2616"/>
                <a:ext cx="649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altLang="de-DE" sz="1600" u="sng" dirty="0"/>
                  <a:t>c:Outport</a:t>
                </a:r>
              </a:p>
            </p:txBody>
          </p:sp>
          <p:sp>
            <p:nvSpPr>
              <p:cNvPr id="182" name="Rectangle 142">
                <a:extLst>
                  <a:ext uri="{FF2B5EF4-FFF2-40B4-BE49-F238E27FC236}">
                    <a16:creationId xmlns:a16="http://schemas.microsoft.com/office/drawing/2014/main" id="{7034A55D-8997-D387-BC75-82E836B16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1" y="2592"/>
                <a:ext cx="1013" cy="2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88" name="Rechteck 187">
              <a:extLst>
                <a:ext uri="{FF2B5EF4-FFF2-40B4-BE49-F238E27FC236}">
                  <a16:creationId xmlns:a16="http://schemas.microsoft.com/office/drawing/2014/main" id="{751A8AF0-6D88-8AA2-9557-6F2C06181FD2}"/>
                </a:ext>
              </a:extLst>
            </p:cNvPr>
            <p:cNvSpPr/>
            <p:nvPr/>
          </p:nvSpPr>
          <p:spPr bwMode="auto">
            <a:xfrm>
              <a:off x="4475887" y="2585650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/>
            </a:p>
          </p:txBody>
        </p:sp>
        <p:sp>
          <p:nvSpPr>
            <p:cNvPr id="189" name="Rechteck 188">
              <a:extLst>
                <a:ext uri="{FF2B5EF4-FFF2-40B4-BE49-F238E27FC236}">
                  <a16:creationId xmlns:a16="http://schemas.microsoft.com/office/drawing/2014/main" id="{C529B839-E1E6-86F3-72B1-725D09F1F701}"/>
                </a:ext>
              </a:extLst>
            </p:cNvPr>
            <p:cNvSpPr/>
            <p:nvPr/>
          </p:nvSpPr>
          <p:spPr bwMode="auto">
            <a:xfrm>
              <a:off x="4475887" y="2798191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 dirty="0"/>
            </a:p>
          </p:txBody>
        </p:sp>
      </p:grpSp>
      <p:grpSp>
        <p:nvGrpSpPr>
          <p:cNvPr id="202" name="Gruppieren 201">
            <a:extLst>
              <a:ext uri="{FF2B5EF4-FFF2-40B4-BE49-F238E27FC236}">
                <a16:creationId xmlns:a16="http://schemas.microsoft.com/office/drawing/2014/main" id="{1CC90ACB-1B73-467F-E36C-C4EEF5C2848B}"/>
              </a:ext>
            </a:extLst>
          </p:cNvPr>
          <p:cNvGrpSpPr/>
          <p:nvPr/>
        </p:nvGrpSpPr>
        <p:grpSpPr>
          <a:xfrm>
            <a:off x="2734357" y="3059714"/>
            <a:ext cx="1608138" cy="412750"/>
            <a:chOff x="3110318" y="3074126"/>
            <a:chExt cx="1608138" cy="412750"/>
          </a:xfrm>
        </p:grpSpPr>
        <p:grpSp>
          <p:nvGrpSpPr>
            <p:cNvPr id="183" name="Group 140">
              <a:extLst>
                <a:ext uri="{FF2B5EF4-FFF2-40B4-BE49-F238E27FC236}">
                  <a16:creationId xmlns:a16="http://schemas.microsoft.com/office/drawing/2014/main" id="{C115E254-536E-A317-DF7B-710460E170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10318" y="3074126"/>
              <a:ext cx="1608138" cy="412750"/>
              <a:chOff x="3381" y="2592"/>
              <a:chExt cx="1013" cy="260"/>
            </a:xfrm>
          </p:grpSpPr>
          <p:sp>
            <p:nvSpPr>
              <p:cNvPr id="184" name="Text Box 141">
                <a:extLst>
                  <a:ext uri="{FF2B5EF4-FFF2-40B4-BE49-F238E27FC236}">
                    <a16:creationId xmlns:a16="http://schemas.microsoft.com/office/drawing/2014/main" id="{DFD8B7F5-574F-FB23-CA5D-AE94DECC24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6" y="2616"/>
                <a:ext cx="657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altLang="de-DE" sz="1600" u="sng" dirty="0"/>
                  <a:t>d:Outport</a:t>
                </a:r>
              </a:p>
            </p:txBody>
          </p:sp>
          <p:sp>
            <p:nvSpPr>
              <p:cNvPr id="185" name="Rectangle 142">
                <a:extLst>
                  <a:ext uri="{FF2B5EF4-FFF2-40B4-BE49-F238E27FC236}">
                    <a16:creationId xmlns:a16="http://schemas.microsoft.com/office/drawing/2014/main" id="{8D5E6C46-23DE-384E-17FB-1D923563E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1" y="2592"/>
                <a:ext cx="1013" cy="2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90" name="Rechteck 189">
              <a:extLst>
                <a:ext uri="{FF2B5EF4-FFF2-40B4-BE49-F238E27FC236}">
                  <a16:creationId xmlns:a16="http://schemas.microsoft.com/office/drawing/2014/main" id="{F0841523-3F5E-499F-4D5E-3D69DD08FD1E}"/>
                </a:ext>
              </a:extLst>
            </p:cNvPr>
            <p:cNvSpPr/>
            <p:nvPr/>
          </p:nvSpPr>
          <p:spPr bwMode="auto">
            <a:xfrm>
              <a:off x="4475887" y="3111181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/>
            </a:p>
          </p:txBody>
        </p:sp>
        <p:sp>
          <p:nvSpPr>
            <p:cNvPr id="191" name="Rechteck 190">
              <a:extLst>
                <a:ext uri="{FF2B5EF4-FFF2-40B4-BE49-F238E27FC236}">
                  <a16:creationId xmlns:a16="http://schemas.microsoft.com/office/drawing/2014/main" id="{42B68009-12D3-D64E-592C-B50D3D0D208D}"/>
                </a:ext>
              </a:extLst>
            </p:cNvPr>
            <p:cNvSpPr/>
            <p:nvPr/>
          </p:nvSpPr>
          <p:spPr bwMode="auto">
            <a:xfrm>
              <a:off x="4475887" y="3323722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 dirty="0"/>
            </a:p>
          </p:txBody>
        </p:sp>
      </p:grpSp>
      <p:grpSp>
        <p:nvGrpSpPr>
          <p:cNvPr id="201" name="Gruppieren 200">
            <a:extLst>
              <a:ext uri="{FF2B5EF4-FFF2-40B4-BE49-F238E27FC236}">
                <a16:creationId xmlns:a16="http://schemas.microsoft.com/office/drawing/2014/main" id="{D0D77F38-EFBB-532F-8DA5-337C6E48536F}"/>
              </a:ext>
            </a:extLst>
          </p:cNvPr>
          <p:cNvGrpSpPr/>
          <p:nvPr/>
        </p:nvGrpSpPr>
        <p:grpSpPr>
          <a:xfrm>
            <a:off x="2734357" y="4865365"/>
            <a:ext cx="1608774" cy="412750"/>
            <a:chOff x="3110318" y="4879777"/>
            <a:chExt cx="1608774" cy="412750"/>
          </a:xfrm>
        </p:grpSpPr>
        <p:grpSp>
          <p:nvGrpSpPr>
            <p:cNvPr id="197" name="Group 140">
              <a:extLst>
                <a:ext uri="{FF2B5EF4-FFF2-40B4-BE49-F238E27FC236}">
                  <a16:creationId xmlns:a16="http://schemas.microsoft.com/office/drawing/2014/main" id="{8704B5A7-D5CA-62E6-5B0E-D875B760F7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10318" y="4879777"/>
              <a:ext cx="1608138" cy="412750"/>
              <a:chOff x="3381" y="2592"/>
              <a:chExt cx="1013" cy="260"/>
            </a:xfrm>
          </p:grpSpPr>
          <p:sp>
            <p:nvSpPr>
              <p:cNvPr id="198" name="Text Box 141">
                <a:extLst>
                  <a:ext uri="{FF2B5EF4-FFF2-40B4-BE49-F238E27FC236}">
                    <a16:creationId xmlns:a16="http://schemas.microsoft.com/office/drawing/2014/main" id="{02B483D5-F446-1B25-1CB3-41687BB254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4" y="2616"/>
                <a:ext cx="621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altLang="de-DE" sz="1600" u="sng" dirty="0"/>
                  <a:t>f:Outport</a:t>
                </a:r>
              </a:p>
            </p:txBody>
          </p:sp>
          <p:sp>
            <p:nvSpPr>
              <p:cNvPr id="199" name="Rectangle 142">
                <a:extLst>
                  <a:ext uri="{FF2B5EF4-FFF2-40B4-BE49-F238E27FC236}">
                    <a16:creationId xmlns:a16="http://schemas.microsoft.com/office/drawing/2014/main" id="{8FFB8BC5-1BAC-B1ED-48B5-5E8D5296F4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1" y="2592"/>
                <a:ext cx="1013" cy="2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92" name="Rechteck 191">
              <a:extLst>
                <a:ext uri="{FF2B5EF4-FFF2-40B4-BE49-F238E27FC236}">
                  <a16:creationId xmlns:a16="http://schemas.microsoft.com/office/drawing/2014/main" id="{3EA62541-70E6-FBD3-A233-888ACC989D22}"/>
                </a:ext>
              </a:extLst>
            </p:cNvPr>
            <p:cNvSpPr/>
            <p:nvPr/>
          </p:nvSpPr>
          <p:spPr bwMode="auto">
            <a:xfrm>
              <a:off x="4482872" y="4915741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/>
            </a:p>
          </p:txBody>
        </p:sp>
        <p:sp>
          <p:nvSpPr>
            <p:cNvPr id="193" name="Rechteck 192">
              <a:extLst>
                <a:ext uri="{FF2B5EF4-FFF2-40B4-BE49-F238E27FC236}">
                  <a16:creationId xmlns:a16="http://schemas.microsoft.com/office/drawing/2014/main" id="{5F7735DC-C626-ECCC-5A51-82D68265E528}"/>
                </a:ext>
              </a:extLst>
            </p:cNvPr>
            <p:cNvSpPr/>
            <p:nvPr/>
          </p:nvSpPr>
          <p:spPr bwMode="auto">
            <a:xfrm>
              <a:off x="4482872" y="5128282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 dirty="0"/>
            </a:p>
          </p:txBody>
        </p:sp>
      </p:grpSp>
      <p:grpSp>
        <p:nvGrpSpPr>
          <p:cNvPr id="208" name="Gruppieren 207">
            <a:extLst>
              <a:ext uri="{FF2B5EF4-FFF2-40B4-BE49-F238E27FC236}">
                <a16:creationId xmlns:a16="http://schemas.microsoft.com/office/drawing/2014/main" id="{B1B2AD24-5534-13A3-374E-B8ED4674E9FB}"/>
              </a:ext>
            </a:extLst>
          </p:cNvPr>
          <p:cNvGrpSpPr/>
          <p:nvPr/>
        </p:nvGrpSpPr>
        <p:grpSpPr>
          <a:xfrm>
            <a:off x="2734357" y="4346643"/>
            <a:ext cx="1608138" cy="412750"/>
            <a:chOff x="3110318" y="4361055"/>
            <a:chExt cx="1608138" cy="412750"/>
          </a:xfrm>
        </p:grpSpPr>
        <p:grpSp>
          <p:nvGrpSpPr>
            <p:cNvPr id="194" name="Group 140">
              <a:extLst>
                <a:ext uri="{FF2B5EF4-FFF2-40B4-BE49-F238E27FC236}">
                  <a16:creationId xmlns:a16="http://schemas.microsoft.com/office/drawing/2014/main" id="{5F7E4DDA-2D49-72CE-B6F5-9FD65CE77D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10318" y="4361055"/>
              <a:ext cx="1608138" cy="412750"/>
              <a:chOff x="3381" y="2592"/>
              <a:chExt cx="1013" cy="260"/>
            </a:xfrm>
          </p:grpSpPr>
          <p:sp>
            <p:nvSpPr>
              <p:cNvPr id="195" name="Text Box 141">
                <a:extLst>
                  <a:ext uri="{FF2B5EF4-FFF2-40B4-BE49-F238E27FC236}">
                    <a16:creationId xmlns:a16="http://schemas.microsoft.com/office/drawing/2014/main" id="{75C647DB-D611-1CA1-1650-EB36E177E4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7" y="2616"/>
                <a:ext cx="556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altLang="de-DE" sz="1600" u="sng" dirty="0"/>
                  <a:t>e:Inport</a:t>
                </a:r>
              </a:p>
            </p:txBody>
          </p:sp>
          <p:sp>
            <p:nvSpPr>
              <p:cNvPr id="196" name="Rectangle 142">
                <a:extLst>
                  <a:ext uri="{FF2B5EF4-FFF2-40B4-BE49-F238E27FC236}">
                    <a16:creationId xmlns:a16="http://schemas.microsoft.com/office/drawing/2014/main" id="{2B192D8A-FBFD-6710-128B-EF6D679D08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1" y="2592"/>
                <a:ext cx="1013" cy="2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05" name="Rechteck 204">
              <a:extLst>
                <a:ext uri="{FF2B5EF4-FFF2-40B4-BE49-F238E27FC236}">
                  <a16:creationId xmlns:a16="http://schemas.microsoft.com/office/drawing/2014/main" id="{61CE9758-D116-2D87-7BF9-6B5ECD0DCE74}"/>
                </a:ext>
              </a:extLst>
            </p:cNvPr>
            <p:cNvSpPr/>
            <p:nvPr/>
          </p:nvSpPr>
          <p:spPr bwMode="auto">
            <a:xfrm>
              <a:off x="4479697" y="4397866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/>
            </a:p>
          </p:txBody>
        </p:sp>
        <p:sp>
          <p:nvSpPr>
            <p:cNvPr id="207" name="Rechteck 206">
              <a:extLst>
                <a:ext uri="{FF2B5EF4-FFF2-40B4-BE49-F238E27FC236}">
                  <a16:creationId xmlns:a16="http://schemas.microsoft.com/office/drawing/2014/main" id="{B71CFD19-390F-B74C-FE16-71557AFA19DC}"/>
                </a:ext>
              </a:extLst>
            </p:cNvPr>
            <p:cNvSpPr/>
            <p:nvPr/>
          </p:nvSpPr>
          <p:spPr bwMode="auto">
            <a:xfrm>
              <a:off x="4479697" y="4610407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 dirty="0"/>
            </a:p>
          </p:txBody>
        </p:sp>
      </p:grpSp>
      <p:cxnSp>
        <p:nvCxnSpPr>
          <p:cNvPr id="217" name="Gerade Verbindung mit Pfeil 216">
            <a:extLst>
              <a:ext uri="{FF2B5EF4-FFF2-40B4-BE49-F238E27FC236}">
                <a16:creationId xmlns:a16="http://schemas.microsoft.com/office/drawing/2014/main" id="{C64D4BA1-D8C3-944D-AF9F-EEDF889C3B05}"/>
              </a:ext>
            </a:extLst>
          </p:cNvPr>
          <p:cNvCxnSpPr>
            <a:cxnSpLocks/>
            <a:stCxn id="173" idx="3"/>
            <a:endCxn id="14" idx="1"/>
          </p:cNvCxnSpPr>
          <p:nvPr/>
        </p:nvCxnSpPr>
        <p:spPr>
          <a:xfrm>
            <a:off x="4342495" y="2219892"/>
            <a:ext cx="75285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27" name="Verbinder: gewinkelt 126">
            <a:extLst>
              <a:ext uri="{FF2B5EF4-FFF2-40B4-BE49-F238E27FC236}">
                <a16:creationId xmlns:a16="http://schemas.microsoft.com/office/drawing/2014/main" id="{CC2B0FC5-BB35-EB40-9441-B55DE829779D}"/>
              </a:ext>
            </a:extLst>
          </p:cNvPr>
          <p:cNvCxnSpPr>
            <a:cxnSpLocks/>
            <a:stCxn id="191" idx="3"/>
            <a:endCxn id="39" idx="1"/>
          </p:cNvCxnSpPr>
          <p:nvPr/>
        </p:nvCxnSpPr>
        <p:spPr>
          <a:xfrm>
            <a:off x="4336146" y="3372305"/>
            <a:ext cx="759201" cy="866433"/>
          </a:xfrm>
          <a:prstGeom prst="bentConnector3">
            <a:avLst>
              <a:gd name="adj1" fmla="val 13867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48" name="Verbinder: gewinkelt 126">
            <a:extLst>
              <a:ext uri="{FF2B5EF4-FFF2-40B4-BE49-F238E27FC236}">
                <a16:creationId xmlns:a16="http://schemas.microsoft.com/office/drawing/2014/main" id="{A76335E0-06A8-39E5-2493-1913685F2289}"/>
              </a:ext>
            </a:extLst>
          </p:cNvPr>
          <p:cNvCxnSpPr>
            <a:cxnSpLocks/>
            <a:stCxn id="196" idx="3"/>
            <a:endCxn id="232" idx="1"/>
          </p:cNvCxnSpPr>
          <p:nvPr/>
        </p:nvCxnSpPr>
        <p:spPr>
          <a:xfrm flipV="1">
            <a:off x="4342495" y="4342101"/>
            <a:ext cx="752852" cy="210917"/>
          </a:xfrm>
          <a:prstGeom prst="bentConnector3">
            <a:avLst>
              <a:gd name="adj1" fmla="val 14912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52" name="Verbinder: gewinkelt 126">
            <a:extLst>
              <a:ext uri="{FF2B5EF4-FFF2-40B4-BE49-F238E27FC236}">
                <a16:creationId xmlns:a16="http://schemas.microsoft.com/office/drawing/2014/main" id="{2EBB27BC-0809-D94D-C45A-9ABC2FD90021}"/>
              </a:ext>
            </a:extLst>
          </p:cNvPr>
          <p:cNvCxnSpPr>
            <a:cxnSpLocks/>
            <a:endCxn id="42" idx="1"/>
          </p:cNvCxnSpPr>
          <p:nvPr/>
        </p:nvCxnSpPr>
        <p:spPr>
          <a:xfrm flipV="1">
            <a:off x="4342495" y="4751700"/>
            <a:ext cx="752852" cy="187405"/>
          </a:xfrm>
          <a:prstGeom prst="bentConnector3">
            <a:avLst>
              <a:gd name="adj1" fmla="val 14912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55" name="Verbinder: gewinkelt 126">
            <a:extLst>
              <a:ext uri="{FF2B5EF4-FFF2-40B4-BE49-F238E27FC236}">
                <a16:creationId xmlns:a16="http://schemas.microsoft.com/office/drawing/2014/main" id="{C6E4D753-952E-E8E7-0411-17C7954C6941}"/>
              </a:ext>
            </a:extLst>
          </p:cNvPr>
          <p:cNvCxnSpPr>
            <a:cxnSpLocks/>
            <a:stCxn id="193" idx="3"/>
            <a:endCxn id="171" idx="1"/>
          </p:cNvCxnSpPr>
          <p:nvPr/>
        </p:nvCxnSpPr>
        <p:spPr>
          <a:xfrm>
            <a:off x="4343131" y="5176865"/>
            <a:ext cx="752216" cy="564809"/>
          </a:xfrm>
          <a:prstGeom prst="bentConnector3">
            <a:avLst>
              <a:gd name="adj1" fmla="val 1623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58" name="Verbinder: gewinkelt 126">
            <a:extLst>
              <a:ext uri="{FF2B5EF4-FFF2-40B4-BE49-F238E27FC236}">
                <a16:creationId xmlns:a16="http://schemas.microsoft.com/office/drawing/2014/main" id="{1DC08D05-3EA1-530C-7CC9-7BEF4842A334}"/>
              </a:ext>
            </a:extLst>
          </p:cNvPr>
          <p:cNvCxnSpPr>
            <a:cxnSpLocks/>
            <a:stCxn id="171" idx="3"/>
            <a:endCxn id="42" idx="3"/>
          </p:cNvCxnSpPr>
          <p:nvPr/>
        </p:nvCxnSpPr>
        <p:spPr>
          <a:xfrm flipV="1">
            <a:off x="6703485" y="4751700"/>
            <a:ext cx="12700" cy="989974"/>
          </a:xfrm>
          <a:prstGeom prst="bentConnector3">
            <a:avLst>
              <a:gd name="adj1" fmla="val 36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grpSp>
        <p:nvGrpSpPr>
          <p:cNvPr id="268" name="Group 140">
            <a:extLst>
              <a:ext uri="{FF2B5EF4-FFF2-40B4-BE49-F238E27FC236}">
                <a16:creationId xmlns:a16="http://schemas.microsoft.com/office/drawing/2014/main" id="{77D5ED0E-3797-06D4-537A-C460468BC181}"/>
              </a:ext>
            </a:extLst>
          </p:cNvPr>
          <p:cNvGrpSpPr>
            <a:grpSpLocks/>
          </p:cNvGrpSpPr>
          <p:nvPr/>
        </p:nvGrpSpPr>
        <p:grpSpPr bwMode="auto">
          <a:xfrm>
            <a:off x="5095347" y="3548434"/>
            <a:ext cx="1608138" cy="412750"/>
            <a:chOff x="3381" y="2592"/>
            <a:chExt cx="1013" cy="260"/>
          </a:xfrm>
        </p:grpSpPr>
        <p:sp>
          <p:nvSpPr>
            <p:cNvPr id="269" name="Text Box 141">
              <a:extLst>
                <a:ext uri="{FF2B5EF4-FFF2-40B4-BE49-F238E27FC236}">
                  <a16:creationId xmlns:a16="http://schemas.microsoft.com/office/drawing/2014/main" id="{D8135184-B1EF-BB61-92DA-C6E68B8CD4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7" y="2616"/>
              <a:ext cx="713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noProof="1"/>
                <a:t>de:Stream</a:t>
              </a:r>
            </a:p>
          </p:txBody>
        </p:sp>
        <p:sp>
          <p:nvSpPr>
            <p:cNvPr id="270" name="Rectangle 142">
              <a:extLst>
                <a:ext uri="{FF2B5EF4-FFF2-40B4-BE49-F238E27FC236}">
                  <a16:creationId xmlns:a16="http://schemas.microsoft.com/office/drawing/2014/main" id="{9C851DF3-1890-669C-5D53-B298525C7A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noProof="1"/>
            </a:p>
          </p:txBody>
        </p:sp>
      </p:grpSp>
      <p:cxnSp>
        <p:nvCxnSpPr>
          <p:cNvPr id="272" name="Verbinder: gewinkelt 126">
            <a:extLst>
              <a:ext uri="{FF2B5EF4-FFF2-40B4-BE49-F238E27FC236}">
                <a16:creationId xmlns:a16="http://schemas.microsoft.com/office/drawing/2014/main" id="{FAD118F0-11A4-910D-C603-C97D0E067EC2}"/>
              </a:ext>
            </a:extLst>
          </p:cNvPr>
          <p:cNvCxnSpPr>
            <a:cxnSpLocks/>
            <a:stCxn id="182" idx="3"/>
            <a:endCxn id="167" idx="1"/>
          </p:cNvCxnSpPr>
          <p:nvPr/>
        </p:nvCxnSpPr>
        <p:spPr>
          <a:xfrm>
            <a:off x="4342495" y="2742990"/>
            <a:ext cx="752852" cy="523099"/>
          </a:xfrm>
          <a:prstGeom prst="bentConnector3">
            <a:avLst>
              <a:gd name="adj1" fmla="val 72942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75" name="Verbinder: gewinkelt 126">
            <a:extLst>
              <a:ext uri="{FF2B5EF4-FFF2-40B4-BE49-F238E27FC236}">
                <a16:creationId xmlns:a16="http://schemas.microsoft.com/office/drawing/2014/main" id="{096E876C-E96E-65E9-EC9A-206BD5AE2D3B}"/>
              </a:ext>
            </a:extLst>
          </p:cNvPr>
          <p:cNvCxnSpPr>
            <a:cxnSpLocks/>
            <a:stCxn id="185" idx="3"/>
            <a:endCxn id="270" idx="1"/>
          </p:cNvCxnSpPr>
          <p:nvPr/>
        </p:nvCxnSpPr>
        <p:spPr>
          <a:xfrm>
            <a:off x="4342495" y="3266089"/>
            <a:ext cx="752852" cy="488720"/>
          </a:xfrm>
          <a:prstGeom prst="bentConnector3">
            <a:avLst>
              <a:gd name="adj1" fmla="val 2166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grpSp>
        <p:nvGrpSpPr>
          <p:cNvPr id="280" name="Gruppieren 279">
            <a:extLst>
              <a:ext uri="{FF2B5EF4-FFF2-40B4-BE49-F238E27FC236}">
                <a16:creationId xmlns:a16="http://schemas.microsoft.com/office/drawing/2014/main" id="{B6985607-3D5F-A99E-C987-30805F8D432A}"/>
              </a:ext>
            </a:extLst>
          </p:cNvPr>
          <p:cNvGrpSpPr/>
          <p:nvPr/>
        </p:nvGrpSpPr>
        <p:grpSpPr>
          <a:xfrm>
            <a:off x="5095347" y="4032363"/>
            <a:ext cx="1608138" cy="412750"/>
            <a:chOff x="5471308" y="4046775"/>
            <a:chExt cx="1608138" cy="412750"/>
          </a:xfrm>
        </p:grpSpPr>
        <p:grpSp>
          <p:nvGrpSpPr>
            <p:cNvPr id="244" name="Gruppieren 243">
              <a:extLst>
                <a:ext uri="{FF2B5EF4-FFF2-40B4-BE49-F238E27FC236}">
                  <a16:creationId xmlns:a16="http://schemas.microsoft.com/office/drawing/2014/main" id="{7285ADCA-B4BC-12AF-3311-D33AFBC3C28D}"/>
                </a:ext>
              </a:extLst>
            </p:cNvPr>
            <p:cNvGrpSpPr/>
            <p:nvPr/>
          </p:nvGrpSpPr>
          <p:grpSpPr>
            <a:xfrm>
              <a:off x="5471308" y="4046775"/>
              <a:ext cx="1608138" cy="412750"/>
              <a:chOff x="5471308" y="3717591"/>
              <a:chExt cx="1608138" cy="412750"/>
            </a:xfrm>
          </p:grpSpPr>
          <p:grpSp>
            <p:nvGrpSpPr>
              <p:cNvPr id="36" name="Group 140">
                <a:extLst>
                  <a:ext uri="{FF2B5EF4-FFF2-40B4-BE49-F238E27FC236}">
                    <a16:creationId xmlns:a16="http://schemas.microsoft.com/office/drawing/2014/main" id="{A0858AE6-14AB-D271-E928-3B9CDE90CD6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471308" y="3717591"/>
                <a:ext cx="1608138" cy="412750"/>
                <a:chOff x="3381" y="2592"/>
                <a:chExt cx="1013" cy="260"/>
              </a:xfrm>
            </p:grpSpPr>
            <p:sp>
              <p:nvSpPr>
                <p:cNvPr id="37" name="Text Box 141">
                  <a:extLst>
                    <a:ext uri="{FF2B5EF4-FFF2-40B4-BE49-F238E27FC236}">
                      <a16:creationId xmlns:a16="http://schemas.microsoft.com/office/drawing/2014/main" id="{32B97C8F-AF10-E82F-0235-1197AC813D6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46" y="2616"/>
                  <a:ext cx="677" cy="21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 eaLnBrk="0" hangingPunct="0"/>
                  <a:r>
                    <a:rPr lang="en-US" altLang="de-DE" sz="1600" u="sng" noProof="1"/>
                    <a:t>float:Type</a:t>
                  </a:r>
                </a:p>
              </p:txBody>
            </p:sp>
            <p:sp>
              <p:nvSpPr>
                <p:cNvPr id="39" name="Rectangle 142">
                  <a:extLst>
                    <a:ext uri="{FF2B5EF4-FFF2-40B4-BE49-F238E27FC236}">
                      <a16:creationId xmlns:a16="http://schemas.microsoft.com/office/drawing/2014/main" id="{44AA518A-7EAA-25DD-3B50-D97AD44FE8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81" y="2592"/>
                  <a:ext cx="1013" cy="26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noProof="1"/>
                </a:p>
              </p:txBody>
            </p:sp>
          </p:grpSp>
          <p:sp>
            <p:nvSpPr>
              <p:cNvPr id="231" name="Rechteck 230">
                <a:extLst>
                  <a:ext uri="{FF2B5EF4-FFF2-40B4-BE49-F238E27FC236}">
                    <a16:creationId xmlns:a16="http://schemas.microsoft.com/office/drawing/2014/main" id="{14760B5C-AEEC-E7B1-AAF3-55548731E975}"/>
                  </a:ext>
                </a:extLst>
              </p:cNvPr>
              <p:cNvSpPr/>
              <p:nvPr/>
            </p:nvSpPr>
            <p:spPr bwMode="auto">
              <a:xfrm>
                <a:off x="5471308" y="3751793"/>
                <a:ext cx="236220" cy="125990"/>
              </a:xfrm>
              <a:prstGeom prst="rect">
                <a:avLst/>
              </a:prstGeom>
              <a:noFill/>
              <a:ln w="9525">
                <a:noFill/>
                <a:round/>
                <a:headEnd type="none" w="sm" len="sm"/>
                <a:tailEnd type="arrow" w="med" len="med"/>
              </a:ln>
            </p:spPr>
            <p:txBody>
              <a:bodyPr wrap="none" rtlCol="0" anchor="ctr"/>
              <a:lstStyle/>
              <a:p>
                <a:pPr algn="l"/>
                <a:endParaRPr lang="en-US" noProof="1"/>
              </a:p>
            </p:txBody>
          </p:sp>
          <p:sp>
            <p:nvSpPr>
              <p:cNvPr id="232" name="Rechteck 231">
                <a:extLst>
                  <a:ext uri="{FF2B5EF4-FFF2-40B4-BE49-F238E27FC236}">
                    <a16:creationId xmlns:a16="http://schemas.microsoft.com/office/drawing/2014/main" id="{B0C4DCEA-5EC0-D7CF-928D-A4558A3B0168}"/>
                  </a:ext>
                </a:extLst>
              </p:cNvPr>
              <p:cNvSpPr/>
              <p:nvPr/>
            </p:nvSpPr>
            <p:spPr bwMode="auto">
              <a:xfrm>
                <a:off x="5471308" y="3964334"/>
                <a:ext cx="236220" cy="125990"/>
              </a:xfrm>
              <a:prstGeom prst="rect">
                <a:avLst/>
              </a:prstGeom>
              <a:noFill/>
              <a:ln w="9525">
                <a:noFill/>
                <a:round/>
                <a:headEnd type="none" w="sm" len="sm"/>
                <a:tailEnd type="arrow" w="med" len="med"/>
              </a:ln>
            </p:spPr>
            <p:txBody>
              <a:bodyPr wrap="none" rtlCol="0" anchor="ctr"/>
              <a:lstStyle/>
              <a:p>
                <a:pPr algn="l"/>
                <a:endParaRPr lang="en-US" noProof="1"/>
              </a:p>
            </p:txBody>
          </p:sp>
        </p:grpSp>
        <p:sp>
          <p:nvSpPr>
            <p:cNvPr id="278" name="Rechteck 277">
              <a:extLst>
                <a:ext uri="{FF2B5EF4-FFF2-40B4-BE49-F238E27FC236}">
                  <a16:creationId xmlns:a16="http://schemas.microsoft.com/office/drawing/2014/main" id="{48751B37-653C-532D-E597-2341BA99247B}"/>
                </a:ext>
              </a:extLst>
            </p:cNvPr>
            <p:cNvSpPr/>
            <p:nvPr/>
          </p:nvSpPr>
          <p:spPr bwMode="auto">
            <a:xfrm>
              <a:off x="6841990" y="4081971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 noProof="1"/>
            </a:p>
          </p:txBody>
        </p:sp>
        <p:sp>
          <p:nvSpPr>
            <p:cNvPr id="279" name="Rechteck 278">
              <a:extLst>
                <a:ext uri="{FF2B5EF4-FFF2-40B4-BE49-F238E27FC236}">
                  <a16:creationId xmlns:a16="http://schemas.microsoft.com/office/drawing/2014/main" id="{956ECA7D-935B-F24F-7BF4-CA813581378B}"/>
                </a:ext>
              </a:extLst>
            </p:cNvPr>
            <p:cNvSpPr/>
            <p:nvPr/>
          </p:nvSpPr>
          <p:spPr bwMode="auto">
            <a:xfrm>
              <a:off x="6841990" y="4294512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 noProof="1"/>
            </a:p>
          </p:txBody>
        </p:sp>
      </p:grpSp>
      <p:cxnSp>
        <p:nvCxnSpPr>
          <p:cNvPr id="282" name="Verbinder: gewinkelt 126">
            <a:extLst>
              <a:ext uri="{FF2B5EF4-FFF2-40B4-BE49-F238E27FC236}">
                <a16:creationId xmlns:a16="http://schemas.microsoft.com/office/drawing/2014/main" id="{97954924-5146-9277-2E84-35D1E747623F}"/>
              </a:ext>
            </a:extLst>
          </p:cNvPr>
          <p:cNvCxnSpPr>
            <a:cxnSpLocks/>
            <a:stCxn id="270" idx="3"/>
            <a:endCxn id="278" idx="3"/>
          </p:cNvCxnSpPr>
          <p:nvPr/>
        </p:nvCxnSpPr>
        <p:spPr>
          <a:xfrm flipH="1">
            <a:off x="6702249" y="3754809"/>
            <a:ext cx="1236" cy="375745"/>
          </a:xfrm>
          <a:prstGeom prst="bentConnector3">
            <a:avLst>
              <a:gd name="adj1" fmla="val -18495146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99" name="Rechteck 298">
            <a:extLst>
              <a:ext uri="{FF2B5EF4-FFF2-40B4-BE49-F238E27FC236}">
                <a16:creationId xmlns:a16="http://schemas.microsoft.com/office/drawing/2014/main" id="{FDDC1CE6-9E23-39E4-DC53-9F82DE9BAEB2}"/>
              </a:ext>
            </a:extLst>
          </p:cNvPr>
          <p:cNvSpPr/>
          <p:nvPr/>
        </p:nvSpPr>
        <p:spPr bwMode="auto">
          <a:xfrm>
            <a:off x="4537799" y="1459582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300" name="Rechteck 299">
            <a:extLst>
              <a:ext uri="{FF2B5EF4-FFF2-40B4-BE49-F238E27FC236}">
                <a16:creationId xmlns:a16="http://schemas.microsoft.com/office/drawing/2014/main" id="{BBFF39DD-D21C-3045-137E-B0293DBD1DAE}"/>
              </a:ext>
            </a:extLst>
          </p:cNvPr>
          <p:cNvSpPr/>
          <p:nvPr/>
        </p:nvSpPr>
        <p:spPr bwMode="auto">
          <a:xfrm>
            <a:off x="4667385" y="1459581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302" name="Rechteck 301">
            <a:extLst>
              <a:ext uri="{FF2B5EF4-FFF2-40B4-BE49-F238E27FC236}">
                <a16:creationId xmlns:a16="http://schemas.microsoft.com/office/drawing/2014/main" id="{D6DE8885-C32F-9CF4-D060-C8F504BF8F78}"/>
              </a:ext>
            </a:extLst>
          </p:cNvPr>
          <p:cNvSpPr/>
          <p:nvPr/>
        </p:nvSpPr>
        <p:spPr bwMode="auto">
          <a:xfrm>
            <a:off x="4535309" y="2176196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303" name="Rechteck 302">
            <a:extLst>
              <a:ext uri="{FF2B5EF4-FFF2-40B4-BE49-F238E27FC236}">
                <a16:creationId xmlns:a16="http://schemas.microsoft.com/office/drawing/2014/main" id="{E6F6AA86-1FE9-1E5F-7AE7-A5DE20818D43}"/>
              </a:ext>
            </a:extLst>
          </p:cNvPr>
          <p:cNvSpPr/>
          <p:nvPr/>
        </p:nvSpPr>
        <p:spPr bwMode="auto">
          <a:xfrm>
            <a:off x="4664895" y="2176195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304" name="Rechteck 303">
            <a:extLst>
              <a:ext uri="{FF2B5EF4-FFF2-40B4-BE49-F238E27FC236}">
                <a16:creationId xmlns:a16="http://schemas.microsoft.com/office/drawing/2014/main" id="{5513AFFE-618F-4ED0-186D-25E3A3A7F5D4}"/>
              </a:ext>
            </a:extLst>
          </p:cNvPr>
          <p:cNvSpPr/>
          <p:nvPr/>
        </p:nvSpPr>
        <p:spPr bwMode="auto">
          <a:xfrm>
            <a:off x="4669088" y="3713539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306" name="Rechteck 305">
            <a:extLst>
              <a:ext uri="{FF2B5EF4-FFF2-40B4-BE49-F238E27FC236}">
                <a16:creationId xmlns:a16="http://schemas.microsoft.com/office/drawing/2014/main" id="{E1275849-D489-F5DF-9F20-720136D1BB19}"/>
              </a:ext>
            </a:extLst>
          </p:cNvPr>
          <p:cNvSpPr/>
          <p:nvPr/>
        </p:nvSpPr>
        <p:spPr bwMode="auto">
          <a:xfrm>
            <a:off x="4667923" y="4189520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307" name="Rechteck 306">
            <a:extLst>
              <a:ext uri="{FF2B5EF4-FFF2-40B4-BE49-F238E27FC236}">
                <a16:creationId xmlns:a16="http://schemas.microsoft.com/office/drawing/2014/main" id="{007DCCC4-872C-6DBE-A585-3AEA18E767C8}"/>
              </a:ext>
            </a:extLst>
          </p:cNvPr>
          <p:cNvSpPr/>
          <p:nvPr/>
        </p:nvSpPr>
        <p:spPr bwMode="auto">
          <a:xfrm>
            <a:off x="4665862" y="4297578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308" name="Rechteck 307">
            <a:extLst>
              <a:ext uri="{FF2B5EF4-FFF2-40B4-BE49-F238E27FC236}">
                <a16:creationId xmlns:a16="http://schemas.microsoft.com/office/drawing/2014/main" id="{B55A44AE-2E9C-EF84-41FB-A7117A873C4F}"/>
              </a:ext>
            </a:extLst>
          </p:cNvPr>
          <p:cNvSpPr/>
          <p:nvPr/>
        </p:nvSpPr>
        <p:spPr bwMode="auto">
          <a:xfrm>
            <a:off x="4668267" y="2695307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309" name="Rechteck 308">
            <a:extLst>
              <a:ext uri="{FF2B5EF4-FFF2-40B4-BE49-F238E27FC236}">
                <a16:creationId xmlns:a16="http://schemas.microsoft.com/office/drawing/2014/main" id="{8CB59345-4529-F52D-B40A-A9E50A4D97CD}"/>
              </a:ext>
            </a:extLst>
          </p:cNvPr>
          <p:cNvSpPr/>
          <p:nvPr/>
        </p:nvSpPr>
        <p:spPr bwMode="auto">
          <a:xfrm>
            <a:off x="4666206" y="2803365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310" name="Rechteck 309">
            <a:extLst>
              <a:ext uri="{FF2B5EF4-FFF2-40B4-BE49-F238E27FC236}">
                <a16:creationId xmlns:a16="http://schemas.microsoft.com/office/drawing/2014/main" id="{F0BD019D-9ECF-AD65-0CD3-C7B1D024C655}"/>
              </a:ext>
            </a:extLst>
          </p:cNvPr>
          <p:cNvSpPr/>
          <p:nvPr/>
        </p:nvSpPr>
        <p:spPr bwMode="auto">
          <a:xfrm>
            <a:off x="4664895" y="4704657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cxnSp>
        <p:nvCxnSpPr>
          <p:cNvPr id="215" name="Verbinder: gewinkelt 126">
            <a:extLst>
              <a:ext uri="{FF2B5EF4-FFF2-40B4-BE49-F238E27FC236}">
                <a16:creationId xmlns:a16="http://schemas.microsoft.com/office/drawing/2014/main" id="{0D3A3CA0-75FB-DE18-D56E-2F8B2EB6E061}"/>
              </a:ext>
            </a:extLst>
          </p:cNvPr>
          <p:cNvCxnSpPr>
            <a:cxnSpLocks/>
            <a:stCxn id="8" idx="3"/>
            <a:endCxn id="188" idx="3"/>
          </p:cNvCxnSpPr>
          <p:nvPr/>
        </p:nvCxnSpPr>
        <p:spPr>
          <a:xfrm>
            <a:off x="1710166" y="1240279"/>
            <a:ext cx="2625980" cy="1393954"/>
          </a:xfrm>
          <a:prstGeom prst="bentConnector3">
            <a:avLst>
              <a:gd name="adj1" fmla="val 10870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18" name="Verbinder: gewinkelt 126">
            <a:extLst>
              <a:ext uri="{FF2B5EF4-FFF2-40B4-BE49-F238E27FC236}">
                <a16:creationId xmlns:a16="http://schemas.microsoft.com/office/drawing/2014/main" id="{DF8A46C7-E817-DE8D-3FEC-D99BD0D11905}"/>
              </a:ext>
            </a:extLst>
          </p:cNvPr>
          <p:cNvCxnSpPr>
            <a:cxnSpLocks/>
            <a:stCxn id="131" idx="3"/>
            <a:endCxn id="199" idx="3"/>
          </p:cNvCxnSpPr>
          <p:nvPr/>
        </p:nvCxnSpPr>
        <p:spPr>
          <a:xfrm>
            <a:off x="1709379" y="1130623"/>
            <a:ext cx="2633116" cy="3941117"/>
          </a:xfrm>
          <a:prstGeom prst="bentConnector3">
            <a:avLst>
              <a:gd name="adj1" fmla="val 113312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11" name="Textfeld 44">
            <a:extLst>
              <a:ext uri="{FF2B5EF4-FFF2-40B4-BE49-F238E27FC236}">
                <a16:creationId xmlns:a16="http://schemas.microsoft.com/office/drawing/2014/main" id="{7C401DF7-8664-926C-7134-97BE48620A4E}"/>
              </a:ext>
            </a:extLst>
          </p:cNvPr>
          <p:cNvSpPr txBox="1"/>
          <p:nvPr/>
        </p:nvSpPr>
        <p:spPr>
          <a:xfrm>
            <a:off x="2658715" y="1387508"/>
            <a:ext cx="8619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shared </a:t>
            </a:r>
            <a:b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port</a:t>
            </a:r>
          </a:p>
        </p:txBody>
      </p:sp>
      <p:sp>
        <p:nvSpPr>
          <p:cNvPr id="313" name="Freihandform: Form 312">
            <a:extLst>
              <a:ext uri="{FF2B5EF4-FFF2-40B4-BE49-F238E27FC236}">
                <a16:creationId xmlns:a16="http://schemas.microsoft.com/office/drawing/2014/main" id="{7D406555-B2A3-16DD-E3F3-724111FF0EA2}"/>
              </a:ext>
            </a:extLst>
          </p:cNvPr>
          <p:cNvSpPr/>
          <p:nvPr/>
        </p:nvSpPr>
        <p:spPr bwMode="auto">
          <a:xfrm>
            <a:off x="2543103" y="1929297"/>
            <a:ext cx="198120" cy="159560"/>
          </a:xfrm>
          <a:custGeom>
            <a:avLst/>
            <a:gdLst>
              <a:gd name="connsiteX0" fmla="*/ 198120 w 198120"/>
              <a:gd name="connsiteY0" fmla="*/ 0 h 228600"/>
              <a:gd name="connsiteX1" fmla="*/ 144780 w 198120"/>
              <a:gd name="connsiteY1" fmla="*/ 121920 h 228600"/>
              <a:gd name="connsiteX2" fmla="*/ 0 w 198120"/>
              <a:gd name="connsiteY2" fmla="*/ 2286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8120" h="228600">
                <a:moveTo>
                  <a:pt x="198120" y="0"/>
                </a:moveTo>
                <a:cubicBezTo>
                  <a:pt x="187960" y="41910"/>
                  <a:pt x="177800" y="83820"/>
                  <a:pt x="144780" y="121920"/>
                </a:cubicBezTo>
                <a:cubicBezTo>
                  <a:pt x="111760" y="160020"/>
                  <a:pt x="55880" y="194310"/>
                  <a:pt x="0" y="22860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4" name="Freihandform: Form 313">
            <a:extLst>
              <a:ext uri="{FF2B5EF4-FFF2-40B4-BE49-F238E27FC236}">
                <a16:creationId xmlns:a16="http://schemas.microsoft.com/office/drawing/2014/main" id="{9951C5D9-8D44-26E1-C210-8589D160E590}"/>
              </a:ext>
            </a:extLst>
          </p:cNvPr>
          <p:cNvSpPr/>
          <p:nvPr/>
        </p:nvSpPr>
        <p:spPr bwMode="auto">
          <a:xfrm>
            <a:off x="3242334" y="1703335"/>
            <a:ext cx="259080" cy="140040"/>
          </a:xfrm>
          <a:custGeom>
            <a:avLst/>
            <a:gdLst>
              <a:gd name="connsiteX0" fmla="*/ 0 w 259080"/>
              <a:gd name="connsiteY0" fmla="*/ 0 h 140040"/>
              <a:gd name="connsiteX1" fmla="*/ 76200 w 259080"/>
              <a:gd name="connsiteY1" fmla="*/ 121920 h 140040"/>
              <a:gd name="connsiteX2" fmla="*/ 259080 w 259080"/>
              <a:gd name="connsiteY2" fmla="*/ 137160 h 140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9080" h="140040">
                <a:moveTo>
                  <a:pt x="0" y="0"/>
                </a:moveTo>
                <a:cubicBezTo>
                  <a:pt x="16510" y="49530"/>
                  <a:pt x="33020" y="99060"/>
                  <a:pt x="76200" y="121920"/>
                </a:cubicBezTo>
                <a:cubicBezTo>
                  <a:pt x="119380" y="144780"/>
                  <a:pt x="189230" y="140970"/>
                  <a:pt x="259080" y="13716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5" name="Textfeld 44">
            <a:extLst>
              <a:ext uri="{FF2B5EF4-FFF2-40B4-BE49-F238E27FC236}">
                <a16:creationId xmlns:a16="http://schemas.microsoft.com/office/drawing/2014/main" id="{DF971B77-3DBC-3AB3-D82C-F0A260980D8F}"/>
              </a:ext>
            </a:extLst>
          </p:cNvPr>
          <p:cNvSpPr txBox="1"/>
          <p:nvPr/>
        </p:nvSpPr>
        <p:spPr>
          <a:xfrm>
            <a:off x="2404028" y="3544785"/>
            <a:ext cx="11377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“normal” channel</a:t>
            </a:r>
            <a:endParaRPr lang="en-US" sz="1600" i="1" dirty="0">
              <a:solidFill>
                <a:srgbClr val="00549F"/>
              </a:solidFill>
              <a:latin typeface="Trebuchet MS" panose="020B0603020202020204" pitchFamily="34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316" name="Freihandform: Form 315">
            <a:extLst>
              <a:ext uri="{FF2B5EF4-FFF2-40B4-BE49-F238E27FC236}">
                <a16:creationId xmlns:a16="http://schemas.microsoft.com/office/drawing/2014/main" id="{4F819656-9CCF-7961-EA85-60640FA200E1}"/>
              </a:ext>
            </a:extLst>
          </p:cNvPr>
          <p:cNvSpPr/>
          <p:nvPr/>
        </p:nvSpPr>
        <p:spPr bwMode="auto">
          <a:xfrm>
            <a:off x="3243312" y="3825512"/>
            <a:ext cx="259080" cy="140040"/>
          </a:xfrm>
          <a:custGeom>
            <a:avLst/>
            <a:gdLst>
              <a:gd name="connsiteX0" fmla="*/ 0 w 259080"/>
              <a:gd name="connsiteY0" fmla="*/ 0 h 140040"/>
              <a:gd name="connsiteX1" fmla="*/ 76200 w 259080"/>
              <a:gd name="connsiteY1" fmla="*/ 121920 h 140040"/>
              <a:gd name="connsiteX2" fmla="*/ 259080 w 259080"/>
              <a:gd name="connsiteY2" fmla="*/ 137160 h 140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9080" h="140040">
                <a:moveTo>
                  <a:pt x="0" y="0"/>
                </a:moveTo>
                <a:cubicBezTo>
                  <a:pt x="16510" y="49530"/>
                  <a:pt x="33020" y="99060"/>
                  <a:pt x="76200" y="121920"/>
                </a:cubicBezTo>
                <a:cubicBezTo>
                  <a:pt x="119380" y="144780"/>
                  <a:pt x="189230" y="140970"/>
                  <a:pt x="259080" y="13716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" name="Textfeld 44">
            <a:extLst>
              <a:ext uri="{FF2B5EF4-FFF2-40B4-BE49-F238E27FC236}">
                <a16:creationId xmlns:a16="http://schemas.microsoft.com/office/drawing/2014/main" id="{18E34259-C1E8-5019-8BE8-EE4A39521DC3}"/>
              </a:ext>
            </a:extLst>
          </p:cNvPr>
          <p:cNvSpPr txBox="1"/>
          <p:nvPr/>
        </p:nvSpPr>
        <p:spPr>
          <a:xfrm>
            <a:off x="5264045" y="1661567"/>
            <a:ext cx="14028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same type</a:t>
            </a:r>
          </a:p>
        </p:txBody>
      </p:sp>
      <p:sp>
        <p:nvSpPr>
          <p:cNvPr id="320" name="Freihandform: Form 319">
            <a:extLst>
              <a:ext uri="{FF2B5EF4-FFF2-40B4-BE49-F238E27FC236}">
                <a16:creationId xmlns:a16="http://schemas.microsoft.com/office/drawing/2014/main" id="{DE5590E7-D97A-5180-2BA9-7B89EE2F4CB3}"/>
              </a:ext>
            </a:extLst>
          </p:cNvPr>
          <p:cNvSpPr/>
          <p:nvPr/>
        </p:nvSpPr>
        <p:spPr bwMode="auto">
          <a:xfrm>
            <a:off x="4901184" y="1789851"/>
            <a:ext cx="402336" cy="410805"/>
          </a:xfrm>
          <a:custGeom>
            <a:avLst/>
            <a:gdLst>
              <a:gd name="connsiteX0" fmla="*/ 402336 w 402336"/>
              <a:gd name="connsiteY0" fmla="*/ 63333 h 410805"/>
              <a:gd name="connsiteX1" fmla="*/ 97536 w 402336"/>
              <a:gd name="connsiteY1" fmla="*/ 26757 h 410805"/>
              <a:gd name="connsiteX2" fmla="*/ 0 w 402336"/>
              <a:gd name="connsiteY2" fmla="*/ 410805 h 410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2336" h="410805">
                <a:moveTo>
                  <a:pt x="402336" y="63333"/>
                </a:moveTo>
                <a:cubicBezTo>
                  <a:pt x="283464" y="16089"/>
                  <a:pt x="164592" y="-31155"/>
                  <a:pt x="97536" y="26757"/>
                </a:cubicBezTo>
                <a:cubicBezTo>
                  <a:pt x="30480" y="84669"/>
                  <a:pt x="15240" y="247737"/>
                  <a:pt x="0" y="410805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" name="Freihandform: Form 320">
            <a:extLst>
              <a:ext uri="{FF2B5EF4-FFF2-40B4-BE49-F238E27FC236}">
                <a16:creationId xmlns:a16="http://schemas.microsoft.com/office/drawing/2014/main" id="{3415FE13-0269-EC2A-30FD-AEA4A37B40E0}"/>
              </a:ext>
            </a:extLst>
          </p:cNvPr>
          <p:cNvSpPr/>
          <p:nvPr/>
        </p:nvSpPr>
        <p:spPr bwMode="auto">
          <a:xfrm>
            <a:off x="6321552" y="1816363"/>
            <a:ext cx="591312" cy="67301"/>
          </a:xfrm>
          <a:custGeom>
            <a:avLst/>
            <a:gdLst>
              <a:gd name="connsiteX0" fmla="*/ 0 w 591312"/>
              <a:gd name="connsiteY0" fmla="*/ 49013 h 67301"/>
              <a:gd name="connsiteX1" fmla="*/ 243840 w 591312"/>
              <a:gd name="connsiteY1" fmla="*/ 245 h 67301"/>
              <a:gd name="connsiteX2" fmla="*/ 591312 w 591312"/>
              <a:gd name="connsiteY2" fmla="*/ 67301 h 67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1312" h="67301">
                <a:moveTo>
                  <a:pt x="0" y="49013"/>
                </a:moveTo>
                <a:cubicBezTo>
                  <a:pt x="72644" y="23105"/>
                  <a:pt x="145288" y="-2803"/>
                  <a:pt x="243840" y="245"/>
                </a:cubicBezTo>
                <a:cubicBezTo>
                  <a:pt x="342392" y="3293"/>
                  <a:pt x="466852" y="35297"/>
                  <a:pt x="591312" y="67301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2" name="Textfeld 169">
            <a:extLst>
              <a:ext uri="{FF2B5EF4-FFF2-40B4-BE49-F238E27FC236}">
                <a16:creationId xmlns:a16="http://schemas.microsoft.com/office/drawing/2014/main" id="{555D6EE3-49F1-B30F-8656-380310D0FD47}"/>
              </a:ext>
            </a:extLst>
          </p:cNvPr>
          <p:cNvSpPr txBox="1"/>
          <p:nvPr/>
        </p:nvSpPr>
        <p:spPr>
          <a:xfrm>
            <a:off x="449531" y="1647792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state</a:t>
            </a:r>
          </a:p>
        </p:txBody>
      </p:sp>
      <p:sp>
        <p:nvSpPr>
          <p:cNvPr id="323" name="Textfeld 169">
            <a:extLst>
              <a:ext uri="{FF2B5EF4-FFF2-40B4-BE49-F238E27FC236}">
                <a16:creationId xmlns:a16="http://schemas.microsoft.com/office/drawing/2014/main" id="{567E4787-7F9D-8FEA-EB98-6E1CAECF6992}"/>
              </a:ext>
            </a:extLst>
          </p:cNvPr>
          <p:cNvSpPr txBox="1"/>
          <p:nvPr/>
        </p:nvSpPr>
        <p:spPr>
          <a:xfrm>
            <a:off x="1320774" y="2548708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state</a:t>
            </a:r>
          </a:p>
        </p:txBody>
      </p:sp>
      <p:sp>
        <p:nvSpPr>
          <p:cNvPr id="324" name="Textfeld 169">
            <a:extLst>
              <a:ext uri="{FF2B5EF4-FFF2-40B4-BE49-F238E27FC236}">
                <a16:creationId xmlns:a16="http://schemas.microsoft.com/office/drawing/2014/main" id="{B0EAF131-699C-C36C-9861-D3F9AC7AE3CE}"/>
              </a:ext>
            </a:extLst>
          </p:cNvPr>
          <p:cNvSpPr txBox="1"/>
          <p:nvPr/>
        </p:nvSpPr>
        <p:spPr>
          <a:xfrm>
            <a:off x="1303179" y="3865489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state</a:t>
            </a:r>
          </a:p>
        </p:txBody>
      </p:sp>
      <p:sp>
        <p:nvSpPr>
          <p:cNvPr id="327" name="Textfeld 44">
            <a:extLst>
              <a:ext uri="{FF2B5EF4-FFF2-40B4-BE49-F238E27FC236}">
                <a16:creationId xmlns:a16="http://schemas.microsoft.com/office/drawing/2014/main" id="{039F3778-3A6E-5584-1F15-71958FD66FFD}"/>
              </a:ext>
            </a:extLst>
          </p:cNvPr>
          <p:cNvSpPr txBox="1"/>
          <p:nvPr/>
        </p:nvSpPr>
        <p:spPr>
          <a:xfrm>
            <a:off x="6716185" y="4366103"/>
            <a:ext cx="9660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no kind</a:t>
            </a:r>
          </a:p>
        </p:txBody>
      </p:sp>
      <p:sp>
        <p:nvSpPr>
          <p:cNvPr id="329" name="Freihandform: Form 328">
            <a:extLst>
              <a:ext uri="{FF2B5EF4-FFF2-40B4-BE49-F238E27FC236}">
                <a16:creationId xmlns:a16="http://schemas.microsoft.com/office/drawing/2014/main" id="{164458B7-8E79-A65E-C549-D3D33B17ECA6}"/>
              </a:ext>
            </a:extLst>
          </p:cNvPr>
          <p:cNvSpPr/>
          <p:nvPr/>
        </p:nvSpPr>
        <p:spPr bwMode="auto">
          <a:xfrm>
            <a:off x="6713220" y="4233364"/>
            <a:ext cx="381340" cy="220526"/>
          </a:xfrm>
          <a:custGeom>
            <a:avLst/>
            <a:gdLst>
              <a:gd name="connsiteX0" fmla="*/ 350520 w 381340"/>
              <a:gd name="connsiteY0" fmla="*/ 220526 h 220526"/>
              <a:gd name="connsiteX1" fmla="*/ 346710 w 381340"/>
              <a:gd name="connsiteY1" fmla="*/ 26216 h 220526"/>
              <a:gd name="connsiteX2" fmla="*/ 0 w 381340"/>
              <a:gd name="connsiteY2" fmla="*/ 7166 h 220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340" h="220526">
                <a:moveTo>
                  <a:pt x="350520" y="220526"/>
                </a:moveTo>
                <a:cubicBezTo>
                  <a:pt x="377825" y="141151"/>
                  <a:pt x="405130" y="61776"/>
                  <a:pt x="346710" y="26216"/>
                </a:cubicBezTo>
                <a:cubicBezTo>
                  <a:pt x="288290" y="-9344"/>
                  <a:pt x="144145" y="-1089"/>
                  <a:pt x="0" y="7166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0" name="Rechteck 329">
            <a:extLst>
              <a:ext uri="{FF2B5EF4-FFF2-40B4-BE49-F238E27FC236}">
                <a16:creationId xmlns:a16="http://schemas.microsoft.com/office/drawing/2014/main" id="{3CFDAFFA-596F-A63F-5EA2-0635697F05C8}"/>
              </a:ext>
            </a:extLst>
          </p:cNvPr>
          <p:cNvSpPr/>
          <p:nvPr/>
        </p:nvSpPr>
        <p:spPr bwMode="auto">
          <a:xfrm rot="5400000">
            <a:off x="7049400" y="4295230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cxnSp>
        <p:nvCxnSpPr>
          <p:cNvPr id="262" name="Verbinder: gewinkelt 126">
            <a:extLst>
              <a:ext uri="{FF2B5EF4-FFF2-40B4-BE49-F238E27FC236}">
                <a16:creationId xmlns:a16="http://schemas.microsoft.com/office/drawing/2014/main" id="{25E6DBFB-E070-834D-4EBB-5497F5E82349}"/>
              </a:ext>
            </a:extLst>
          </p:cNvPr>
          <p:cNvCxnSpPr>
            <a:cxnSpLocks/>
            <a:stCxn id="167" idx="3"/>
            <a:endCxn id="279" idx="3"/>
          </p:cNvCxnSpPr>
          <p:nvPr/>
        </p:nvCxnSpPr>
        <p:spPr>
          <a:xfrm flipH="1">
            <a:off x="6702249" y="3266089"/>
            <a:ext cx="1236" cy="1077006"/>
          </a:xfrm>
          <a:prstGeom prst="bentConnector3">
            <a:avLst>
              <a:gd name="adj1" fmla="val -3625048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31" name="Textfeld 44">
            <a:extLst>
              <a:ext uri="{FF2B5EF4-FFF2-40B4-BE49-F238E27FC236}">
                <a16:creationId xmlns:a16="http://schemas.microsoft.com/office/drawing/2014/main" id="{BADCC2AD-DC97-FC13-2467-A7D2D38E3D38}"/>
              </a:ext>
            </a:extLst>
          </p:cNvPr>
          <p:cNvSpPr txBox="1"/>
          <p:nvPr/>
        </p:nvSpPr>
        <p:spPr>
          <a:xfrm>
            <a:off x="6739672" y="2200656"/>
            <a:ext cx="11175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l/s&lt;float&gt;</a:t>
            </a:r>
          </a:p>
        </p:txBody>
      </p:sp>
      <p:sp>
        <p:nvSpPr>
          <p:cNvPr id="332" name="Freihandform: Form 331">
            <a:extLst>
              <a:ext uri="{FF2B5EF4-FFF2-40B4-BE49-F238E27FC236}">
                <a16:creationId xmlns:a16="http://schemas.microsoft.com/office/drawing/2014/main" id="{D5841DFD-D663-6507-A92D-638CA9CF9017}"/>
              </a:ext>
            </a:extLst>
          </p:cNvPr>
          <p:cNvSpPr/>
          <p:nvPr/>
        </p:nvSpPr>
        <p:spPr bwMode="auto">
          <a:xfrm>
            <a:off x="6710770" y="2067957"/>
            <a:ext cx="381340" cy="220526"/>
          </a:xfrm>
          <a:custGeom>
            <a:avLst/>
            <a:gdLst>
              <a:gd name="connsiteX0" fmla="*/ 350520 w 381340"/>
              <a:gd name="connsiteY0" fmla="*/ 220526 h 220526"/>
              <a:gd name="connsiteX1" fmla="*/ 346710 w 381340"/>
              <a:gd name="connsiteY1" fmla="*/ 26216 h 220526"/>
              <a:gd name="connsiteX2" fmla="*/ 0 w 381340"/>
              <a:gd name="connsiteY2" fmla="*/ 7166 h 220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340" h="220526">
                <a:moveTo>
                  <a:pt x="350520" y="220526"/>
                </a:moveTo>
                <a:cubicBezTo>
                  <a:pt x="377825" y="141151"/>
                  <a:pt x="405130" y="61776"/>
                  <a:pt x="346710" y="26216"/>
                </a:cubicBezTo>
                <a:cubicBezTo>
                  <a:pt x="288290" y="-9344"/>
                  <a:pt x="144145" y="-1089"/>
                  <a:pt x="0" y="7166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" name="Rechteck 332">
            <a:extLst>
              <a:ext uri="{FF2B5EF4-FFF2-40B4-BE49-F238E27FC236}">
                <a16:creationId xmlns:a16="http://schemas.microsoft.com/office/drawing/2014/main" id="{3BBDEF33-E5E0-751C-146A-171D00AA0886}"/>
              </a:ext>
            </a:extLst>
          </p:cNvPr>
          <p:cNvSpPr/>
          <p:nvPr/>
        </p:nvSpPr>
        <p:spPr bwMode="auto">
          <a:xfrm>
            <a:off x="6904909" y="2019096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cxnSp>
        <p:nvCxnSpPr>
          <p:cNvPr id="265" name="Verbinder: gewinkelt 126">
            <a:extLst>
              <a:ext uri="{FF2B5EF4-FFF2-40B4-BE49-F238E27FC236}">
                <a16:creationId xmlns:a16="http://schemas.microsoft.com/office/drawing/2014/main" id="{A829BCB9-F369-7C30-15A6-2CAFC3EE0E94}"/>
              </a:ext>
            </a:extLst>
          </p:cNvPr>
          <p:cNvCxnSpPr>
            <a:cxnSpLocks/>
            <a:stCxn id="86" idx="3"/>
            <a:endCxn id="14" idx="3"/>
          </p:cNvCxnSpPr>
          <p:nvPr/>
        </p:nvCxnSpPr>
        <p:spPr>
          <a:xfrm>
            <a:off x="6703485" y="1506543"/>
            <a:ext cx="12700" cy="713349"/>
          </a:xfrm>
          <a:prstGeom prst="bentConnector3">
            <a:avLst>
              <a:gd name="adj1" fmla="val 18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pic>
        <p:nvPicPr>
          <p:cNvPr id="472" name="Grafik 471">
            <a:extLst>
              <a:ext uri="{FF2B5EF4-FFF2-40B4-BE49-F238E27FC236}">
                <a16:creationId xmlns:a16="http://schemas.microsoft.com/office/drawing/2014/main" id="{18777AD7-40FC-98BF-0108-708390515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9662" y="3412416"/>
            <a:ext cx="4375158" cy="2521353"/>
          </a:xfrm>
          <a:prstGeom prst="rect">
            <a:avLst/>
          </a:prstGeom>
        </p:spPr>
      </p:pic>
      <p:sp>
        <p:nvSpPr>
          <p:cNvPr id="473" name="AutoShape 40">
            <a:extLst>
              <a:ext uri="{FF2B5EF4-FFF2-40B4-BE49-F238E27FC236}">
                <a16:creationId xmlns:a16="http://schemas.microsoft.com/office/drawing/2014/main" id="{585DBA82-9D87-B1EB-CA3E-35DA5E9D61F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614662" y="3351726"/>
            <a:ext cx="423156" cy="211578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eaLnBrk="0" hangingPunct="0">
              <a:lnSpc>
                <a:spcPct val="70000"/>
              </a:lnSpc>
            </a:pPr>
            <a:r>
              <a:rPr lang="en-US" altLang="de-DE" sz="1000" dirty="0"/>
              <a:t>CD</a:t>
            </a:r>
          </a:p>
        </p:txBody>
      </p:sp>
    </p:spTree>
    <p:extLst>
      <p:ext uri="{BB962C8B-B14F-4D97-AF65-F5344CB8AC3E}">
        <p14:creationId xmlns:p14="http://schemas.microsoft.com/office/powerpoint/2010/main" val="1107447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2472BEB-1624-80A2-0806-D1BFE1276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CD4Function + Monitoring</a:t>
            </a:r>
          </a:p>
        </p:txBody>
      </p: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E6D7175A-5FFA-CA72-4D0C-436B010B5E4D}"/>
              </a:ext>
            </a:extLst>
          </p:cNvPr>
          <p:cNvGrpSpPr/>
          <p:nvPr/>
        </p:nvGrpSpPr>
        <p:grpSpPr>
          <a:xfrm>
            <a:off x="4989944" y="3561741"/>
            <a:ext cx="1414463" cy="412750"/>
            <a:chOff x="7497215" y="4334214"/>
            <a:chExt cx="1414463" cy="412750"/>
          </a:xfrm>
        </p:grpSpPr>
        <p:grpSp>
          <p:nvGrpSpPr>
            <p:cNvPr id="85" name="Group 87">
              <a:extLst>
                <a:ext uri="{FF2B5EF4-FFF2-40B4-BE49-F238E27FC236}">
                  <a16:creationId xmlns:a16="http://schemas.microsoft.com/office/drawing/2014/main" id="{08879DE1-631C-B3E6-79A9-0BF722F6BA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97215" y="4334214"/>
              <a:ext cx="1414463" cy="412750"/>
              <a:chOff x="3441" y="2592"/>
              <a:chExt cx="891" cy="260"/>
            </a:xfrm>
          </p:grpSpPr>
          <p:sp>
            <p:nvSpPr>
              <p:cNvPr id="87" name="Text Box 82">
                <a:extLst>
                  <a:ext uri="{FF2B5EF4-FFF2-40B4-BE49-F238E27FC236}">
                    <a16:creationId xmlns:a16="http://schemas.microsoft.com/office/drawing/2014/main" id="{CC66CF99-BB29-2EE8-6234-A661173090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61" y="2616"/>
                <a:ext cx="448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Inport</a:t>
                </a:r>
              </a:p>
            </p:txBody>
          </p:sp>
          <p:sp>
            <p:nvSpPr>
              <p:cNvPr id="88" name="Rectangle 83">
                <a:extLst>
                  <a:ext uri="{FF2B5EF4-FFF2-40B4-BE49-F238E27FC236}">
                    <a16:creationId xmlns:a16="http://schemas.microsoft.com/office/drawing/2014/main" id="{183A5675-C351-2D8D-7F51-457DE51C93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1" y="2592"/>
                <a:ext cx="891" cy="26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86" name="Textfeld 169">
              <a:extLst>
                <a:ext uri="{FF2B5EF4-FFF2-40B4-BE49-F238E27FC236}">
                  <a16:creationId xmlns:a16="http://schemas.microsoft.com/office/drawing/2014/main" id="{B71A5076-E84E-8975-93B3-6862861D1C53}"/>
                </a:ext>
              </a:extLst>
            </p:cNvPr>
            <p:cNvSpPr txBox="1"/>
            <p:nvPr/>
          </p:nvSpPr>
          <p:spPr>
            <a:xfrm>
              <a:off x="8446813" y="4334624"/>
              <a:ext cx="29835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8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grpSp>
        <p:nvGrpSpPr>
          <p:cNvPr id="89" name="Gruppieren 88">
            <a:extLst>
              <a:ext uri="{FF2B5EF4-FFF2-40B4-BE49-F238E27FC236}">
                <a16:creationId xmlns:a16="http://schemas.microsoft.com/office/drawing/2014/main" id="{20E5E315-5EC4-A924-2F47-D8E0B1C571D1}"/>
              </a:ext>
            </a:extLst>
          </p:cNvPr>
          <p:cNvGrpSpPr/>
          <p:nvPr/>
        </p:nvGrpSpPr>
        <p:grpSpPr>
          <a:xfrm>
            <a:off x="4990773" y="4509386"/>
            <a:ext cx="1414463" cy="412750"/>
            <a:chOff x="9978688" y="4334214"/>
            <a:chExt cx="1414463" cy="412750"/>
          </a:xfrm>
        </p:grpSpPr>
        <p:grpSp>
          <p:nvGrpSpPr>
            <p:cNvPr id="90" name="Group 87">
              <a:extLst>
                <a:ext uri="{FF2B5EF4-FFF2-40B4-BE49-F238E27FC236}">
                  <a16:creationId xmlns:a16="http://schemas.microsoft.com/office/drawing/2014/main" id="{E78A8A73-5FBD-78F1-1CD7-72D7C40187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78688" y="4334214"/>
              <a:ext cx="1414463" cy="412750"/>
              <a:chOff x="3441" y="2592"/>
              <a:chExt cx="891" cy="260"/>
            </a:xfrm>
          </p:grpSpPr>
          <p:sp>
            <p:nvSpPr>
              <p:cNvPr id="94" name="Text Box 82">
                <a:extLst>
                  <a:ext uri="{FF2B5EF4-FFF2-40B4-BE49-F238E27FC236}">
                    <a16:creationId xmlns:a16="http://schemas.microsoft.com/office/drawing/2014/main" id="{A0D32A82-610F-BB3D-5A3C-F59093EC15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11" y="2616"/>
                <a:ext cx="549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Outport</a:t>
                </a:r>
              </a:p>
            </p:txBody>
          </p:sp>
          <p:sp>
            <p:nvSpPr>
              <p:cNvPr id="98" name="Rectangle 83">
                <a:extLst>
                  <a:ext uri="{FF2B5EF4-FFF2-40B4-BE49-F238E27FC236}">
                    <a16:creationId xmlns:a16="http://schemas.microsoft.com/office/drawing/2014/main" id="{B68FA06F-4BE7-D52C-F927-B0BB2C0E34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1" y="2592"/>
                <a:ext cx="891" cy="26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91" name="Textfeld 169">
              <a:extLst>
                <a:ext uri="{FF2B5EF4-FFF2-40B4-BE49-F238E27FC236}">
                  <a16:creationId xmlns:a16="http://schemas.microsoft.com/office/drawing/2014/main" id="{FAE0DB3F-D9C9-DCD8-50E4-7F7ACFA3E93D}"/>
                </a:ext>
              </a:extLst>
            </p:cNvPr>
            <p:cNvSpPr txBox="1"/>
            <p:nvPr/>
          </p:nvSpPr>
          <p:spPr>
            <a:xfrm>
              <a:off x="10112009" y="4335290"/>
              <a:ext cx="29835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8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grpSp>
        <p:nvGrpSpPr>
          <p:cNvPr id="130" name="Group 87">
            <a:extLst>
              <a:ext uri="{FF2B5EF4-FFF2-40B4-BE49-F238E27FC236}">
                <a16:creationId xmlns:a16="http://schemas.microsoft.com/office/drawing/2014/main" id="{C2C111F6-8533-1094-3AE6-5B4B711A78AA}"/>
              </a:ext>
            </a:extLst>
          </p:cNvPr>
          <p:cNvGrpSpPr>
            <a:grpSpLocks/>
          </p:cNvGrpSpPr>
          <p:nvPr/>
        </p:nvGrpSpPr>
        <p:grpSpPr bwMode="auto">
          <a:xfrm>
            <a:off x="7789463" y="4509386"/>
            <a:ext cx="1414463" cy="412750"/>
            <a:chOff x="3441" y="2592"/>
            <a:chExt cx="891" cy="260"/>
          </a:xfrm>
        </p:grpSpPr>
        <p:sp>
          <p:nvSpPr>
            <p:cNvPr id="131" name="Text Box 82">
              <a:extLst>
                <a:ext uri="{FF2B5EF4-FFF2-40B4-BE49-F238E27FC236}">
                  <a16:creationId xmlns:a16="http://schemas.microsoft.com/office/drawing/2014/main" id="{3BEE62D8-0955-E8FE-34F9-2559A39081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8" y="2616"/>
              <a:ext cx="374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Kind</a:t>
              </a:r>
            </a:p>
          </p:txBody>
        </p:sp>
        <p:sp>
          <p:nvSpPr>
            <p:cNvPr id="132" name="Rectangle 83">
              <a:extLst>
                <a:ext uri="{FF2B5EF4-FFF2-40B4-BE49-F238E27FC236}">
                  <a16:creationId xmlns:a16="http://schemas.microsoft.com/office/drawing/2014/main" id="{BDC23866-7E6E-7F91-9386-140010FC16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" y="2592"/>
              <a:ext cx="891" cy="26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cxnSp>
        <p:nvCxnSpPr>
          <p:cNvPr id="2" name="Verbinder: gewinkelt 87">
            <a:extLst>
              <a:ext uri="{FF2B5EF4-FFF2-40B4-BE49-F238E27FC236}">
                <a16:creationId xmlns:a16="http://schemas.microsoft.com/office/drawing/2014/main" id="{E78214E8-980F-73A0-1988-80B2005C57C1}"/>
              </a:ext>
            </a:extLst>
          </p:cNvPr>
          <p:cNvCxnSpPr>
            <a:cxnSpLocks/>
            <a:stCxn id="88" idx="3"/>
            <a:endCxn id="116" idx="3"/>
          </p:cNvCxnSpPr>
          <p:nvPr/>
        </p:nvCxnSpPr>
        <p:spPr>
          <a:xfrm flipV="1">
            <a:off x="6404407" y="3592991"/>
            <a:ext cx="281464" cy="175125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none" w="med" len="med"/>
          </a:ln>
        </p:spPr>
      </p:cxnSp>
      <p:cxnSp>
        <p:nvCxnSpPr>
          <p:cNvPr id="6" name="Verbinder: gewinkelt 87">
            <a:extLst>
              <a:ext uri="{FF2B5EF4-FFF2-40B4-BE49-F238E27FC236}">
                <a16:creationId xmlns:a16="http://schemas.microsoft.com/office/drawing/2014/main" id="{510E37C7-F6E9-F32D-26D2-97D83A40CB66}"/>
              </a:ext>
            </a:extLst>
          </p:cNvPr>
          <p:cNvCxnSpPr>
            <a:cxnSpLocks/>
            <a:stCxn id="98" idx="3"/>
            <a:endCxn id="116" idx="3"/>
          </p:cNvCxnSpPr>
          <p:nvPr/>
        </p:nvCxnSpPr>
        <p:spPr>
          <a:xfrm flipV="1">
            <a:off x="6405236" y="3592991"/>
            <a:ext cx="280635" cy="1122770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none" w="med" len="med"/>
          </a:ln>
        </p:spPr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BCE70D65-9980-87B3-AB46-055BC15D88BF}"/>
              </a:ext>
            </a:extLst>
          </p:cNvPr>
          <p:cNvCxnSpPr>
            <a:cxnSpLocks/>
            <a:stCxn id="81" idx="2"/>
            <a:endCxn id="123" idx="1"/>
          </p:cNvCxnSpPr>
          <p:nvPr/>
        </p:nvCxnSpPr>
        <p:spPr>
          <a:xfrm flipV="1">
            <a:off x="5420998" y="2040957"/>
            <a:ext cx="2368465" cy="1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15" name="Verbinder: gewinkelt 87">
            <a:extLst>
              <a:ext uri="{FF2B5EF4-FFF2-40B4-BE49-F238E27FC236}">
                <a16:creationId xmlns:a16="http://schemas.microsoft.com/office/drawing/2014/main" id="{7B30A56A-863D-F485-DE66-7EE3C1D1DBB8}"/>
              </a:ext>
            </a:extLst>
          </p:cNvPr>
          <p:cNvCxnSpPr>
            <a:cxnSpLocks/>
            <a:stCxn id="76" idx="2"/>
            <a:endCxn id="88" idx="1"/>
          </p:cNvCxnSpPr>
          <p:nvPr/>
        </p:nvCxnSpPr>
        <p:spPr>
          <a:xfrm rot="16200000" flipH="1">
            <a:off x="4105805" y="2883976"/>
            <a:ext cx="1519293" cy="248986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18" name="Verbinder: gewinkelt 87">
            <a:extLst>
              <a:ext uri="{FF2B5EF4-FFF2-40B4-BE49-F238E27FC236}">
                <a16:creationId xmlns:a16="http://schemas.microsoft.com/office/drawing/2014/main" id="{FB09C0AE-45B7-FED5-8D63-694C9B96404C}"/>
              </a:ext>
            </a:extLst>
          </p:cNvPr>
          <p:cNvCxnSpPr>
            <a:cxnSpLocks/>
            <a:stCxn id="75" idx="2"/>
            <a:endCxn id="98" idx="1"/>
          </p:cNvCxnSpPr>
          <p:nvPr/>
        </p:nvCxnSpPr>
        <p:spPr>
          <a:xfrm rot="16200000" flipH="1">
            <a:off x="3348051" y="3073038"/>
            <a:ext cx="2471651" cy="813794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21" name="Verbinder: gewinkelt 87">
            <a:extLst>
              <a:ext uri="{FF2B5EF4-FFF2-40B4-BE49-F238E27FC236}">
                <a16:creationId xmlns:a16="http://schemas.microsoft.com/office/drawing/2014/main" id="{ACF79AE6-0C37-92CA-3E62-D662C3D6344B}"/>
              </a:ext>
            </a:extLst>
          </p:cNvPr>
          <p:cNvCxnSpPr>
            <a:cxnSpLocks/>
            <a:stCxn id="120" idx="2"/>
            <a:endCxn id="108" idx="1"/>
          </p:cNvCxnSpPr>
          <p:nvPr/>
        </p:nvCxnSpPr>
        <p:spPr>
          <a:xfrm rot="16200000" flipH="1">
            <a:off x="7258654" y="3244735"/>
            <a:ext cx="482588" cy="574264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FF4C1D47-193E-F9D7-05CA-EB6617727CC6}"/>
              </a:ext>
            </a:extLst>
          </p:cNvPr>
          <p:cNvCxnSpPr>
            <a:cxnSpLocks/>
            <a:stCxn id="123" idx="2"/>
            <a:endCxn id="108" idx="0"/>
          </p:cNvCxnSpPr>
          <p:nvPr/>
        </p:nvCxnSpPr>
        <p:spPr>
          <a:xfrm>
            <a:off x="8494311" y="2247332"/>
            <a:ext cx="1" cy="1319454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8FD7B3C0-AE8C-95A0-8A04-F26B9239DD1B}"/>
              </a:ext>
            </a:extLst>
          </p:cNvPr>
          <p:cNvCxnSpPr>
            <a:cxnSpLocks/>
            <a:stCxn id="63" idx="0"/>
            <a:endCxn id="132" idx="0"/>
          </p:cNvCxnSpPr>
          <p:nvPr/>
        </p:nvCxnSpPr>
        <p:spPr>
          <a:xfrm>
            <a:off x="8494312" y="4238533"/>
            <a:ext cx="2383" cy="270853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1BF91FA5-D920-0099-1F3D-665E88A4BD7A}"/>
              </a:ext>
            </a:extLst>
          </p:cNvPr>
          <p:cNvCxnSpPr>
            <a:cxnSpLocks/>
            <a:stCxn id="98" idx="0"/>
            <a:endCxn id="88" idx="2"/>
          </p:cNvCxnSpPr>
          <p:nvPr/>
        </p:nvCxnSpPr>
        <p:spPr>
          <a:xfrm flipH="1" flipV="1">
            <a:off x="5697176" y="3974491"/>
            <a:ext cx="829" cy="534895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59" name="Verbinder: gewinkelt 87">
            <a:extLst>
              <a:ext uri="{FF2B5EF4-FFF2-40B4-BE49-F238E27FC236}">
                <a16:creationId xmlns:a16="http://schemas.microsoft.com/office/drawing/2014/main" id="{14D3FCE0-9DA9-94DB-C4EF-31BB4B93727F}"/>
              </a:ext>
            </a:extLst>
          </p:cNvPr>
          <p:cNvCxnSpPr>
            <a:cxnSpLocks/>
            <a:stCxn id="71" idx="3"/>
            <a:endCxn id="42" idx="1"/>
          </p:cNvCxnSpPr>
          <p:nvPr/>
        </p:nvCxnSpPr>
        <p:spPr>
          <a:xfrm>
            <a:off x="9199515" y="2139779"/>
            <a:ext cx="1258003" cy="82581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grpSp>
        <p:nvGrpSpPr>
          <p:cNvPr id="67" name="Gruppieren 66">
            <a:extLst>
              <a:ext uri="{FF2B5EF4-FFF2-40B4-BE49-F238E27FC236}">
                <a16:creationId xmlns:a16="http://schemas.microsoft.com/office/drawing/2014/main" id="{988D2CB6-69A6-D15B-C1EE-61B9129DD556}"/>
              </a:ext>
            </a:extLst>
          </p:cNvPr>
          <p:cNvGrpSpPr/>
          <p:nvPr/>
        </p:nvGrpSpPr>
        <p:grpSpPr>
          <a:xfrm>
            <a:off x="3490211" y="1562392"/>
            <a:ext cx="1930787" cy="686431"/>
            <a:chOff x="1761581" y="1662875"/>
            <a:chExt cx="1930787" cy="686431"/>
          </a:xfrm>
        </p:grpSpPr>
        <p:cxnSp>
          <p:nvCxnSpPr>
            <p:cNvPr id="47" name="Verbinder: gewinkelt 87">
              <a:extLst>
                <a:ext uri="{FF2B5EF4-FFF2-40B4-BE49-F238E27FC236}">
                  <a16:creationId xmlns:a16="http://schemas.microsoft.com/office/drawing/2014/main" id="{9BD66F53-02F8-0245-5342-5DB7E16F73E5}"/>
                </a:ext>
              </a:extLst>
            </p:cNvPr>
            <p:cNvCxnSpPr>
              <a:cxnSpLocks/>
              <a:stCxn id="74" idx="2"/>
              <a:endCxn id="57" idx="0"/>
            </p:cNvCxnSpPr>
            <p:nvPr/>
          </p:nvCxnSpPr>
          <p:spPr>
            <a:xfrm rot="10800000" flipH="1">
              <a:off x="1761581" y="1933575"/>
              <a:ext cx="965428" cy="213027"/>
            </a:xfrm>
            <a:prstGeom prst="bentConnector4">
              <a:avLst>
                <a:gd name="adj1" fmla="val -19321"/>
                <a:gd name="adj2" fmla="val 207310"/>
              </a:avLst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</p:spPr>
        </p:cxnSp>
        <p:sp>
          <p:nvSpPr>
            <p:cNvPr id="48" name="Text Box 82">
              <a:extLst>
                <a:ext uri="{FF2B5EF4-FFF2-40B4-BE49-F238E27FC236}">
                  <a16:creationId xmlns:a16="http://schemas.microsoft.com/office/drawing/2014/main" id="{2E6CCE68-4D26-3E46-3B4B-C83A7CA526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0440" y="1971674"/>
              <a:ext cx="969963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Function</a:t>
              </a:r>
            </a:p>
          </p:txBody>
        </p:sp>
        <p:sp>
          <p:nvSpPr>
            <p:cNvPr id="57" name="Rectangle 83">
              <a:extLst>
                <a:ext uri="{FF2B5EF4-FFF2-40B4-BE49-F238E27FC236}">
                  <a16:creationId xmlns:a16="http://schemas.microsoft.com/office/drawing/2014/main" id="{6C69CBA5-6820-2D85-A9E6-F0D687810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777" y="1933574"/>
              <a:ext cx="1414463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4" name="AutoShape 50">
              <a:extLst>
                <a:ext uri="{FF2B5EF4-FFF2-40B4-BE49-F238E27FC236}">
                  <a16:creationId xmlns:a16="http://schemas.microsoft.com/office/drawing/2014/main" id="{4BCB37B3-246C-B80E-0B3B-27CE4BD5E8C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803649" y="2020394"/>
              <a:ext cx="168275" cy="252412"/>
            </a:xfrm>
            <a:prstGeom prst="diamond">
              <a:avLst/>
            </a:prstGeom>
            <a:solidFill>
              <a:sysClr val="windowText" lastClr="000000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5" name="Textfeld 169">
              <a:extLst>
                <a:ext uri="{FF2B5EF4-FFF2-40B4-BE49-F238E27FC236}">
                  <a16:creationId xmlns:a16="http://schemas.microsoft.com/office/drawing/2014/main" id="{A742F8FD-B8DE-99D1-3A56-9FF3B4EC2CF2}"/>
                </a:ext>
              </a:extLst>
            </p:cNvPr>
            <p:cNvSpPr txBox="1"/>
            <p:nvPr/>
          </p:nvSpPr>
          <p:spPr>
            <a:xfrm>
              <a:off x="2299170" y="2129149"/>
              <a:ext cx="29835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8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76" name="Textfeld 169">
              <a:extLst>
                <a:ext uri="{FF2B5EF4-FFF2-40B4-BE49-F238E27FC236}">
                  <a16:creationId xmlns:a16="http://schemas.microsoft.com/office/drawing/2014/main" id="{AA661F45-9377-AAD5-8921-3D60F173FBBC}"/>
                </a:ext>
              </a:extLst>
            </p:cNvPr>
            <p:cNvSpPr txBox="1"/>
            <p:nvPr/>
          </p:nvSpPr>
          <p:spPr>
            <a:xfrm>
              <a:off x="2863149" y="2133862"/>
              <a:ext cx="29835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8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81" name="AutoShape 50">
              <a:extLst>
                <a:ext uri="{FF2B5EF4-FFF2-40B4-BE49-F238E27FC236}">
                  <a16:creationId xmlns:a16="http://schemas.microsoft.com/office/drawing/2014/main" id="{7FBB79BE-5472-26D3-14BB-4674C5C0A19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482024" y="2015235"/>
              <a:ext cx="168275" cy="252412"/>
            </a:xfrm>
            <a:prstGeom prst="diamond">
              <a:avLst/>
            </a:prstGeom>
            <a:solidFill>
              <a:sysClr val="windowText" lastClr="000000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66" name="Textfeld 169">
              <a:extLst>
                <a:ext uri="{FF2B5EF4-FFF2-40B4-BE49-F238E27FC236}">
                  <a16:creationId xmlns:a16="http://schemas.microsoft.com/office/drawing/2014/main" id="{7A66C475-C575-3B52-6A3D-CB34A715C6E5}"/>
                </a:ext>
              </a:extLst>
            </p:cNvPr>
            <p:cNvSpPr txBox="1"/>
            <p:nvPr/>
          </p:nvSpPr>
          <p:spPr>
            <a:xfrm>
              <a:off x="2720390" y="1662875"/>
              <a:ext cx="2648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1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*</a:t>
              </a:r>
            </a:p>
          </p:txBody>
        </p:sp>
      </p:grpSp>
      <p:sp>
        <p:nvSpPr>
          <p:cNvPr id="68" name="Textfeld 169">
            <a:extLst>
              <a:ext uri="{FF2B5EF4-FFF2-40B4-BE49-F238E27FC236}">
                <a16:creationId xmlns:a16="http://schemas.microsoft.com/office/drawing/2014/main" id="{9282EF4C-19BB-40F8-96CB-B9980AB3981C}"/>
              </a:ext>
            </a:extLst>
          </p:cNvPr>
          <p:cNvSpPr txBox="1"/>
          <p:nvPr/>
        </p:nvSpPr>
        <p:spPr>
          <a:xfrm>
            <a:off x="7216906" y="2021874"/>
            <a:ext cx="572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state</a:t>
            </a:r>
          </a:p>
        </p:txBody>
      </p:sp>
      <p:sp>
        <p:nvSpPr>
          <p:cNvPr id="69" name="Textfeld 169">
            <a:extLst>
              <a:ext uri="{FF2B5EF4-FFF2-40B4-BE49-F238E27FC236}">
                <a16:creationId xmlns:a16="http://schemas.microsoft.com/office/drawing/2014/main" id="{C360610D-FC9F-4055-0CFF-58ECA127EB77}"/>
              </a:ext>
            </a:extLst>
          </p:cNvPr>
          <p:cNvSpPr txBox="1"/>
          <p:nvPr/>
        </p:nvSpPr>
        <p:spPr>
          <a:xfrm>
            <a:off x="7503573" y="1768209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15B3519F-5A9B-181D-818C-0019A1D6B38B}"/>
              </a:ext>
            </a:extLst>
          </p:cNvPr>
          <p:cNvGrpSpPr/>
          <p:nvPr/>
        </p:nvGrpSpPr>
        <p:grpSpPr>
          <a:xfrm>
            <a:off x="7789463" y="1834582"/>
            <a:ext cx="1410052" cy="412750"/>
            <a:chOff x="6133049" y="1935065"/>
            <a:chExt cx="1410052" cy="412750"/>
          </a:xfrm>
        </p:grpSpPr>
        <p:sp>
          <p:nvSpPr>
            <p:cNvPr id="121" name="Text Box 82">
              <a:extLst>
                <a:ext uri="{FF2B5EF4-FFF2-40B4-BE49-F238E27FC236}">
                  <a16:creationId xmlns:a16="http://schemas.microsoft.com/office/drawing/2014/main" id="{DB97B62D-7852-1951-5753-9C8B3D4A74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3753" y="1973165"/>
              <a:ext cx="846707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Stream</a:t>
              </a:r>
            </a:p>
          </p:txBody>
        </p:sp>
        <p:sp>
          <p:nvSpPr>
            <p:cNvPr id="123" name="Rectangle 83">
              <a:extLst>
                <a:ext uri="{FF2B5EF4-FFF2-40B4-BE49-F238E27FC236}">
                  <a16:creationId xmlns:a16="http://schemas.microsoft.com/office/drawing/2014/main" id="{BF5759FB-D2C0-3651-529A-95B580D842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3049" y="1935065"/>
              <a:ext cx="1409695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24" name="Textfeld 169">
              <a:extLst>
                <a:ext uri="{FF2B5EF4-FFF2-40B4-BE49-F238E27FC236}">
                  <a16:creationId xmlns:a16="http://schemas.microsoft.com/office/drawing/2014/main" id="{67432E70-327C-5769-D573-FF8AA74DAFF9}"/>
                </a:ext>
              </a:extLst>
            </p:cNvPr>
            <p:cNvSpPr txBox="1"/>
            <p:nvPr/>
          </p:nvSpPr>
          <p:spPr>
            <a:xfrm>
              <a:off x="6329512" y="1935116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25" name="Textfeld 169">
              <a:extLst>
                <a:ext uri="{FF2B5EF4-FFF2-40B4-BE49-F238E27FC236}">
                  <a16:creationId xmlns:a16="http://schemas.microsoft.com/office/drawing/2014/main" id="{C8B76388-0F8E-C1DE-3B10-A902B3179C02}"/>
                </a:ext>
              </a:extLst>
            </p:cNvPr>
            <p:cNvSpPr txBox="1"/>
            <p:nvPr/>
          </p:nvSpPr>
          <p:spPr>
            <a:xfrm>
              <a:off x="7035803" y="1935116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29" name="Textfeld 169">
              <a:extLst>
                <a:ext uri="{FF2B5EF4-FFF2-40B4-BE49-F238E27FC236}">
                  <a16:creationId xmlns:a16="http://schemas.microsoft.com/office/drawing/2014/main" id="{5C9F63D6-6797-9E22-329B-792FA6544F76}"/>
                </a:ext>
              </a:extLst>
            </p:cNvPr>
            <p:cNvSpPr txBox="1"/>
            <p:nvPr/>
          </p:nvSpPr>
          <p:spPr>
            <a:xfrm>
              <a:off x="6231404" y="2189581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70" name="Textfeld 169">
              <a:extLst>
                <a:ext uri="{FF2B5EF4-FFF2-40B4-BE49-F238E27FC236}">
                  <a16:creationId xmlns:a16="http://schemas.microsoft.com/office/drawing/2014/main" id="{95D28428-8C6A-10F6-4129-8E98A8E7D605}"/>
                </a:ext>
              </a:extLst>
            </p:cNvPr>
            <p:cNvSpPr txBox="1"/>
            <p:nvPr/>
          </p:nvSpPr>
          <p:spPr>
            <a:xfrm>
              <a:off x="7244743" y="1984753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71" name="Textfeld 169">
              <a:extLst>
                <a:ext uri="{FF2B5EF4-FFF2-40B4-BE49-F238E27FC236}">
                  <a16:creationId xmlns:a16="http://schemas.microsoft.com/office/drawing/2014/main" id="{70AB998D-93B2-4237-B4A2-12065D6F97BE}"/>
                </a:ext>
              </a:extLst>
            </p:cNvPr>
            <p:cNvSpPr txBox="1"/>
            <p:nvPr/>
          </p:nvSpPr>
          <p:spPr>
            <a:xfrm>
              <a:off x="7244743" y="2163318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sp>
        <p:nvSpPr>
          <p:cNvPr id="36" name="Text Box 82">
            <a:extLst>
              <a:ext uri="{FF2B5EF4-FFF2-40B4-BE49-F238E27FC236}">
                <a16:creationId xmlns:a16="http://schemas.microsoft.com/office/drawing/2014/main" id="{A86E7FAC-D012-8643-A9DD-B84EE56CF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7783" y="1871191"/>
            <a:ext cx="129073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Observation</a:t>
            </a:r>
          </a:p>
        </p:txBody>
      </p:sp>
      <p:sp>
        <p:nvSpPr>
          <p:cNvPr id="37" name="Rectangle 83">
            <a:extLst>
              <a:ext uri="{FF2B5EF4-FFF2-40B4-BE49-F238E27FC236}">
                <a16:creationId xmlns:a16="http://schemas.microsoft.com/office/drawing/2014/main" id="{14FFC7ED-4636-51E7-CD3A-25D6E5190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58306" y="1833091"/>
            <a:ext cx="1409694" cy="412750"/>
          </a:xfrm>
          <a:prstGeom prst="rect">
            <a:avLst/>
          </a:prstGeom>
          <a:noFill/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2" name="Textfeld 169">
            <a:extLst>
              <a:ext uri="{FF2B5EF4-FFF2-40B4-BE49-F238E27FC236}">
                <a16:creationId xmlns:a16="http://schemas.microsoft.com/office/drawing/2014/main" id="{402B1547-CB5A-BCFE-048C-EA4238ED56D3}"/>
              </a:ext>
            </a:extLst>
          </p:cNvPr>
          <p:cNvSpPr txBox="1"/>
          <p:nvPr/>
        </p:nvSpPr>
        <p:spPr>
          <a:xfrm>
            <a:off x="10460376" y="1883735"/>
            <a:ext cx="29835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</p:txBody>
      </p:sp>
      <p:cxnSp>
        <p:nvCxnSpPr>
          <p:cNvPr id="97" name="Gerade Verbindung mit Pfeil 96">
            <a:extLst>
              <a:ext uri="{FF2B5EF4-FFF2-40B4-BE49-F238E27FC236}">
                <a16:creationId xmlns:a16="http://schemas.microsoft.com/office/drawing/2014/main" id="{506C418B-FA7C-40EA-9E50-8D50E310378A}"/>
              </a:ext>
            </a:extLst>
          </p:cNvPr>
          <p:cNvCxnSpPr>
            <a:cxnSpLocks/>
            <a:stCxn id="37" idx="2"/>
            <a:endCxn id="42" idx="0"/>
          </p:cNvCxnSpPr>
          <p:nvPr/>
        </p:nvCxnSpPr>
        <p:spPr>
          <a:xfrm flipH="1">
            <a:off x="11162365" y="2245841"/>
            <a:ext cx="788" cy="513380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101" name="Textfeld 169">
            <a:extLst>
              <a:ext uri="{FF2B5EF4-FFF2-40B4-BE49-F238E27FC236}">
                <a16:creationId xmlns:a16="http://schemas.microsoft.com/office/drawing/2014/main" id="{08611245-C212-9B72-1629-BF3A342CBB74}"/>
              </a:ext>
            </a:extLst>
          </p:cNvPr>
          <p:cNvSpPr txBox="1"/>
          <p:nvPr/>
        </p:nvSpPr>
        <p:spPr>
          <a:xfrm>
            <a:off x="4716395" y="2205957"/>
            <a:ext cx="547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1..*</a:t>
            </a:r>
          </a:p>
        </p:txBody>
      </p:sp>
      <p:sp>
        <p:nvSpPr>
          <p:cNvPr id="102" name="Textfeld 169">
            <a:extLst>
              <a:ext uri="{FF2B5EF4-FFF2-40B4-BE49-F238E27FC236}">
                <a16:creationId xmlns:a16="http://schemas.microsoft.com/office/drawing/2014/main" id="{F6EB8E70-FBFE-2B71-EA44-942975F5B5A0}"/>
              </a:ext>
            </a:extLst>
          </p:cNvPr>
          <p:cNvSpPr txBox="1"/>
          <p:nvPr/>
        </p:nvSpPr>
        <p:spPr>
          <a:xfrm>
            <a:off x="4126955" y="2203594"/>
            <a:ext cx="547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1..*</a:t>
            </a:r>
          </a:p>
        </p:txBody>
      </p:sp>
      <p:sp>
        <p:nvSpPr>
          <p:cNvPr id="104" name="Textfeld 169">
            <a:extLst>
              <a:ext uri="{FF2B5EF4-FFF2-40B4-BE49-F238E27FC236}">
                <a16:creationId xmlns:a16="http://schemas.microsoft.com/office/drawing/2014/main" id="{5BC84E8F-A35F-A352-1E52-E02675B7D1FB}"/>
              </a:ext>
            </a:extLst>
          </p:cNvPr>
          <p:cNvSpPr txBox="1"/>
          <p:nvPr/>
        </p:nvSpPr>
        <p:spPr>
          <a:xfrm>
            <a:off x="4768175" y="3529821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05" name="Textfeld 169">
            <a:extLst>
              <a:ext uri="{FF2B5EF4-FFF2-40B4-BE49-F238E27FC236}">
                <a16:creationId xmlns:a16="http://schemas.microsoft.com/office/drawing/2014/main" id="{702B0F8E-D738-AD6F-1862-AD36BE633553}"/>
              </a:ext>
            </a:extLst>
          </p:cNvPr>
          <p:cNvSpPr txBox="1"/>
          <p:nvPr/>
        </p:nvSpPr>
        <p:spPr>
          <a:xfrm>
            <a:off x="4759778" y="4485876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06" name="Textfeld 169">
            <a:extLst>
              <a:ext uri="{FF2B5EF4-FFF2-40B4-BE49-F238E27FC236}">
                <a16:creationId xmlns:a16="http://schemas.microsoft.com/office/drawing/2014/main" id="{544756ED-B840-C025-3A4C-68E29AE63FA0}"/>
              </a:ext>
            </a:extLst>
          </p:cNvPr>
          <p:cNvSpPr txBox="1"/>
          <p:nvPr/>
        </p:nvSpPr>
        <p:spPr>
          <a:xfrm>
            <a:off x="5297644" y="4247048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out</a:t>
            </a:r>
          </a:p>
        </p:txBody>
      </p:sp>
      <p:sp>
        <p:nvSpPr>
          <p:cNvPr id="109" name="Textfeld 169">
            <a:extLst>
              <a:ext uri="{FF2B5EF4-FFF2-40B4-BE49-F238E27FC236}">
                <a16:creationId xmlns:a16="http://schemas.microsoft.com/office/drawing/2014/main" id="{76D7673B-AF82-00F2-8198-406F547CA2EA}"/>
              </a:ext>
            </a:extLst>
          </p:cNvPr>
          <p:cNvSpPr txBox="1"/>
          <p:nvPr/>
        </p:nvSpPr>
        <p:spPr>
          <a:xfrm>
            <a:off x="5407074" y="3930278"/>
            <a:ext cx="328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in</a:t>
            </a:r>
          </a:p>
        </p:txBody>
      </p:sp>
      <p:sp>
        <p:nvSpPr>
          <p:cNvPr id="110" name="Textfeld 169">
            <a:extLst>
              <a:ext uri="{FF2B5EF4-FFF2-40B4-BE49-F238E27FC236}">
                <a16:creationId xmlns:a16="http://schemas.microsoft.com/office/drawing/2014/main" id="{DB071100-D853-40E9-1BD9-36E255024260}"/>
              </a:ext>
            </a:extLst>
          </p:cNvPr>
          <p:cNvSpPr txBox="1"/>
          <p:nvPr/>
        </p:nvSpPr>
        <p:spPr>
          <a:xfrm>
            <a:off x="5687708" y="3980445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11" name="Textfeld 169">
            <a:extLst>
              <a:ext uri="{FF2B5EF4-FFF2-40B4-BE49-F238E27FC236}">
                <a16:creationId xmlns:a16="http://schemas.microsoft.com/office/drawing/2014/main" id="{45D6BDE6-289B-2D23-835E-AC7D0CA2EF04}"/>
              </a:ext>
            </a:extLst>
          </p:cNvPr>
          <p:cNvSpPr txBox="1"/>
          <p:nvPr/>
        </p:nvSpPr>
        <p:spPr>
          <a:xfrm>
            <a:off x="5671947" y="4249310"/>
            <a:ext cx="5239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375561C5-77E1-02C4-9FE4-EDB9F8608322}"/>
              </a:ext>
            </a:extLst>
          </p:cNvPr>
          <p:cNvGrpSpPr/>
          <p:nvPr/>
        </p:nvGrpSpPr>
        <p:grpSpPr>
          <a:xfrm>
            <a:off x="5978641" y="2880300"/>
            <a:ext cx="1415104" cy="712691"/>
            <a:chOff x="4164286" y="2980783"/>
            <a:chExt cx="1415104" cy="712691"/>
          </a:xfrm>
        </p:grpSpPr>
        <p:grpSp>
          <p:nvGrpSpPr>
            <p:cNvPr id="115" name="Group 87">
              <a:extLst>
                <a:ext uri="{FF2B5EF4-FFF2-40B4-BE49-F238E27FC236}">
                  <a16:creationId xmlns:a16="http://schemas.microsoft.com/office/drawing/2014/main" id="{9235F5D3-5A12-B93E-A970-0DFF852505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64286" y="2980783"/>
              <a:ext cx="1414463" cy="412750"/>
              <a:chOff x="3441" y="2592"/>
              <a:chExt cx="891" cy="260"/>
            </a:xfrm>
          </p:grpSpPr>
          <p:sp>
            <p:nvSpPr>
              <p:cNvPr id="117" name="Text Box 82">
                <a:extLst>
                  <a:ext uri="{FF2B5EF4-FFF2-40B4-BE49-F238E27FC236}">
                    <a16:creationId xmlns:a16="http://schemas.microsoft.com/office/drawing/2014/main" id="{6364B172-4927-CA14-8041-03FD85DB24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08" y="2616"/>
                <a:ext cx="354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Port</a:t>
                </a:r>
              </a:p>
            </p:txBody>
          </p:sp>
          <p:sp>
            <p:nvSpPr>
              <p:cNvPr id="118" name="Rectangle 83">
                <a:extLst>
                  <a:ext uri="{FF2B5EF4-FFF2-40B4-BE49-F238E27FC236}">
                    <a16:creationId xmlns:a16="http://schemas.microsoft.com/office/drawing/2014/main" id="{ABA119B7-07A6-01C7-76FA-824327710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1" y="2592"/>
                <a:ext cx="891" cy="26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116" name="AutoShape 37">
              <a:extLst>
                <a:ext uri="{FF2B5EF4-FFF2-40B4-BE49-F238E27FC236}">
                  <a16:creationId xmlns:a16="http://schemas.microsoft.com/office/drawing/2014/main" id="{5708A57A-2241-BE1F-2238-61CC96523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9116" y="3402961"/>
              <a:ext cx="304800" cy="29051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>
              <a:spAutoFit/>
            </a:bodyPr>
            <a:lstStyle/>
            <a:p>
              <a:endParaRPr lang="en-US" dirty="0"/>
            </a:p>
          </p:txBody>
        </p:sp>
        <p:sp>
          <p:nvSpPr>
            <p:cNvPr id="113" name="Textfeld 169">
              <a:extLst>
                <a:ext uri="{FF2B5EF4-FFF2-40B4-BE49-F238E27FC236}">
                  <a16:creationId xmlns:a16="http://schemas.microsoft.com/office/drawing/2014/main" id="{3FDBF117-AC16-0CE1-E857-A2C897DBAF22}"/>
                </a:ext>
              </a:extLst>
            </p:cNvPr>
            <p:cNvSpPr txBox="1"/>
            <p:nvPr/>
          </p:nvSpPr>
          <p:spPr>
            <a:xfrm>
              <a:off x="5281032" y="3004628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20" name="Textfeld 169">
              <a:extLst>
                <a:ext uri="{FF2B5EF4-FFF2-40B4-BE49-F238E27FC236}">
                  <a16:creationId xmlns:a16="http://schemas.microsoft.com/office/drawing/2014/main" id="{62505F43-22F5-C76F-72BD-A546837054CE}"/>
                </a:ext>
              </a:extLst>
            </p:cNvPr>
            <p:cNvSpPr txBox="1"/>
            <p:nvPr/>
          </p:nvSpPr>
          <p:spPr>
            <a:xfrm>
              <a:off x="5249282" y="3237168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cxnSp>
        <p:nvCxnSpPr>
          <p:cNvPr id="127" name="Verbinder: gewinkelt 87">
            <a:extLst>
              <a:ext uri="{FF2B5EF4-FFF2-40B4-BE49-F238E27FC236}">
                <a16:creationId xmlns:a16="http://schemas.microsoft.com/office/drawing/2014/main" id="{86D099F0-2225-F6F5-AF06-B3681D86A972}"/>
              </a:ext>
            </a:extLst>
          </p:cNvPr>
          <p:cNvCxnSpPr>
            <a:cxnSpLocks/>
            <a:stCxn id="113" idx="3"/>
            <a:endCxn id="129" idx="2"/>
          </p:cNvCxnSpPr>
          <p:nvPr/>
        </p:nvCxnSpPr>
        <p:spPr>
          <a:xfrm flipV="1">
            <a:off x="7393745" y="2242986"/>
            <a:ext cx="643252" cy="738103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 type="triangle"/>
            <a:tailEnd type="triangle" w="med" len="med"/>
          </a:ln>
        </p:spPr>
      </p:cxnSp>
      <p:sp>
        <p:nvSpPr>
          <p:cNvPr id="135" name="Textfeld 169">
            <a:extLst>
              <a:ext uri="{FF2B5EF4-FFF2-40B4-BE49-F238E27FC236}">
                <a16:creationId xmlns:a16="http://schemas.microsoft.com/office/drawing/2014/main" id="{7F28EFBB-45F7-626C-3B51-7E592B2F483A}"/>
              </a:ext>
            </a:extLst>
          </p:cNvPr>
          <p:cNvSpPr txBox="1"/>
          <p:nvPr/>
        </p:nvSpPr>
        <p:spPr>
          <a:xfrm>
            <a:off x="7981496" y="2229252"/>
            <a:ext cx="4891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</a:rPr>
              <a:t>0..1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5EF4C04C-2DA2-BCD2-61C1-FBD24E64E77E}"/>
              </a:ext>
            </a:extLst>
          </p:cNvPr>
          <p:cNvGrpSpPr/>
          <p:nvPr/>
        </p:nvGrpSpPr>
        <p:grpSpPr>
          <a:xfrm>
            <a:off x="10457518" y="2759221"/>
            <a:ext cx="1409694" cy="412750"/>
            <a:chOff x="8871299" y="3365841"/>
            <a:chExt cx="1409694" cy="412750"/>
          </a:xfrm>
        </p:grpSpPr>
        <p:sp>
          <p:nvSpPr>
            <p:cNvPr id="41" name="Text Box 82">
              <a:extLst>
                <a:ext uri="{FF2B5EF4-FFF2-40B4-BE49-F238E27FC236}">
                  <a16:creationId xmlns:a16="http://schemas.microsoft.com/office/drawing/2014/main" id="{986D3CE8-B027-93F3-3E49-60577780DD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22523" y="3389041"/>
              <a:ext cx="707245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Value</a:t>
              </a:r>
            </a:p>
          </p:txBody>
        </p:sp>
        <p:sp>
          <p:nvSpPr>
            <p:cNvPr id="42" name="Rectangle 83">
              <a:extLst>
                <a:ext uri="{FF2B5EF4-FFF2-40B4-BE49-F238E27FC236}">
                  <a16:creationId xmlns:a16="http://schemas.microsoft.com/office/drawing/2014/main" id="{52E5103E-6ECF-385B-6921-9D25C3AB74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1299" y="3365841"/>
              <a:ext cx="1409694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cxnSp>
        <p:nvCxnSpPr>
          <p:cNvPr id="146" name="Verbinder: gewinkelt 87">
            <a:extLst>
              <a:ext uri="{FF2B5EF4-FFF2-40B4-BE49-F238E27FC236}">
                <a16:creationId xmlns:a16="http://schemas.microsoft.com/office/drawing/2014/main" id="{CD886444-3BA8-7244-DC3A-085B2992340B}"/>
              </a:ext>
            </a:extLst>
          </p:cNvPr>
          <p:cNvCxnSpPr>
            <a:cxnSpLocks/>
            <a:stCxn id="42" idx="2"/>
            <a:endCxn id="108" idx="3"/>
          </p:cNvCxnSpPr>
          <p:nvPr/>
        </p:nvCxnSpPr>
        <p:spPr>
          <a:xfrm rot="5400000">
            <a:off x="9881359" y="2492155"/>
            <a:ext cx="601190" cy="1960822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163" name="Textfeld 169">
            <a:extLst>
              <a:ext uri="{FF2B5EF4-FFF2-40B4-BE49-F238E27FC236}">
                <a16:creationId xmlns:a16="http://schemas.microsoft.com/office/drawing/2014/main" id="{E8B6B90A-C517-4F5A-54A1-22AC14079DD7}"/>
              </a:ext>
            </a:extLst>
          </p:cNvPr>
          <p:cNvSpPr txBox="1"/>
          <p:nvPr/>
        </p:nvSpPr>
        <p:spPr>
          <a:xfrm>
            <a:off x="9248227" y="2711770"/>
            <a:ext cx="1239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eaLnBrk="0" hangingPunct="0"/>
            <a:r>
              <a:rPr lang="en-US" sz="1400" dirty="0">
                <a:solidFill>
                  <a:prstClr val="black"/>
                </a:solidFill>
              </a:rPr>
              <a:t>*</a:t>
            </a:r>
            <a:br>
              <a:rPr lang="en-US" sz="1400" dirty="0">
                <a:solidFill>
                  <a:prstClr val="black"/>
                </a:solidFill>
              </a:rPr>
            </a:br>
            <a:r>
              <a:rPr lang="en-US" sz="1400" dirty="0">
                <a:solidFill>
                  <a:prstClr val="black"/>
                </a:solidFill>
              </a:rPr>
              <a:t>{ordered}</a:t>
            </a:r>
          </a:p>
        </p:txBody>
      </p:sp>
      <p:sp>
        <p:nvSpPr>
          <p:cNvPr id="164" name="Textfeld 169">
            <a:extLst>
              <a:ext uri="{FF2B5EF4-FFF2-40B4-BE49-F238E27FC236}">
                <a16:creationId xmlns:a16="http://schemas.microsoft.com/office/drawing/2014/main" id="{72066C95-9C5C-01BC-E930-4BBFF5681059}"/>
              </a:ext>
            </a:extLst>
          </p:cNvPr>
          <p:cNvSpPr txBox="1"/>
          <p:nvPr/>
        </p:nvSpPr>
        <p:spPr>
          <a:xfrm>
            <a:off x="10213866" y="2458269"/>
            <a:ext cx="9695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eaLnBrk="0" hangingPunct="0"/>
            <a:r>
              <a:rPr lang="en-US" sz="1400" dirty="0">
                <a:solidFill>
                  <a:prstClr val="black"/>
                </a:solidFill>
              </a:rPr>
              <a:t>{ordered}</a:t>
            </a:r>
          </a:p>
        </p:txBody>
      </p:sp>
      <p:grpSp>
        <p:nvGrpSpPr>
          <p:cNvPr id="167" name="Gruppieren 166">
            <a:extLst>
              <a:ext uri="{FF2B5EF4-FFF2-40B4-BE49-F238E27FC236}">
                <a16:creationId xmlns:a16="http://schemas.microsoft.com/office/drawing/2014/main" id="{B7C03D2D-AC68-2259-7EE6-C3530266FFF7}"/>
              </a:ext>
            </a:extLst>
          </p:cNvPr>
          <p:cNvGrpSpPr/>
          <p:nvPr/>
        </p:nvGrpSpPr>
        <p:grpSpPr>
          <a:xfrm>
            <a:off x="7787080" y="3566786"/>
            <a:ext cx="1414463" cy="671747"/>
            <a:chOff x="6130666" y="3341842"/>
            <a:chExt cx="1414463" cy="671747"/>
          </a:xfrm>
        </p:grpSpPr>
        <p:sp>
          <p:nvSpPr>
            <p:cNvPr id="107" name="Text Box 82">
              <a:extLst>
                <a:ext uri="{FF2B5EF4-FFF2-40B4-BE49-F238E27FC236}">
                  <a16:creationId xmlns:a16="http://schemas.microsoft.com/office/drawing/2014/main" id="{89B7DD98-5465-6A8B-D0B9-3D67263988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21191" y="3379942"/>
              <a:ext cx="628650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Type</a:t>
              </a:r>
            </a:p>
          </p:txBody>
        </p:sp>
        <p:sp>
          <p:nvSpPr>
            <p:cNvPr id="108" name="Rectangle 83">
              <a:extLst>
                <a:ext uri="{FF2B5EF4-FFF2-40B4-BE49-F238E27FC236}">
                  <a16:creationId xmlns:a16="http://schemas.microsoft.com/office/drawing/2014/main" id="{6344571D-9725-529C-61F1-398BAB5C65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0666" y="3341842"/>
              <a:ext cx="1414463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63" name="AutoShape 50">
              <a:extLst>
                <a:ext uri="{FF2B5EF4-FFF2-40B4-BE49-F238E27FC236}">
                  <a16:creationId xmlns:a16="http://schemas.microsoft.com/office/drawing/2014/main" id="{66FEB1FD-044A-6BAA-171B-172122658BE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6753761" y="3761177"/>
              <a:ext cx="168275" cy="252412"/>
            </a:xfrm>
            <a:prstGeom prst="diamond">
              <a:avLst/>
            </a:prstGeom>
            <a:solidFill>
              <a:sysClr val="windowText" lastClr="000000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66" name="Textfeld 169">
              <a:extLst>
                <a:ext uri="{FF2B5EF4-FFF2-40B4-BE49-F238E27FC236}">
                  <a16:creationId xmlns:a16="http://schemas.microsoft.com/office/drawing/2014/main" id="{3B1220EA-3474-1410-3E4B-D09C4774D7C4}"/>
                </a:ext>
              </a:extLst>
            </p:cNvPr>
            <p:cNvSpPr txBox="1"/>
            <p:nvPr/>
          </p:nvSpPr>
          <p:spPr>
            <a:xfrm>
              <a:off x="7172157" y="3602244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cxnSp>
        <p:nvCxnSpPr>
          <p:cNvPr id="170" name="Gerade Verbindung mit Pfeil 169">
            <a:extLst>
              <a:ext uri="{FF2B5EF4-FFF2-40B4-BE49-F238E27FC236}">
                <a16:creationId xmlns:a16="http://schemas.microsoft.com/office/drawing/2014/main" id="{B4A8BE56-5B97-FE39-1B1A-13D263F49C42}"/>
              </a:ext>
            </a:extLst>
          </p:cNvPr>
          <p:cNvCxnSpPr>
            <a:cxnSpLocks/>
            <a:stCxn id="82" idx="1"/>
            <a:endCxn id="70" idx="3"/>
          </p:cNvCxnSpPr>
          <p:nvPr/>
        </p:nvCxnSpPr>
        <p:spPr>
          <a:xfrm flipH="1">
            <a:off x="9199515" y="1960679"/>
            <a:ext cx="1260861" cy="535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 type="triangle"/>
            <a:tailEnd type="triangle" w="med" len="med"/>
          </a:ln>
        </p:spPr>
      </p:cxnSp>
      <p:sp>
        <p:nvSpPr>
          <p:cNvPr id="173" name="Textfeld 169">
            <a:extLst>
              <a:ext uri="{FF2B5EF4-FFF2-40B4-BE49-F238E27FC236}">
                <a16:creationId xmlns:a16="http://schemas.microsoft.com/office/drawing/2014/main" id="{9B7BB3A9-EAA3-3A7E-30D2-989D9E578004}"/>
              </a:ext>
            </a:extLst>
          </p:cNvPr>
          <p:cNvSpPr txBox="1"/>
          <p:nvPr/>
        </p:nvSpPr>
        <p:spPr>
          <a:xfrm>
            <a:off x="7388342" y="2735015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74" name="Textfeld 169">
            <a:extLst>
              <a:ext uri="{FF2B5EF4-FFF2-40B4-BE49-F238E27FC236}">
                <a16:creationId xmlns:a16="http://schemas.microsoft.com/office/drawing/2014/main" id="{F8379769-3C79-2C5E-AD2F-30A7EAEB5323}"/>
              </a:ext>
            </a:extLst>
          </p:cNvPr>
          <p:cNvSpPr txBox="1"/>
          <p:nvPr/>
        </p:nvSpPr>
        <p:spPr>
          <a:xfrm>
            <a:off x="7504505" y="3508340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75" name="Textfeld 169">
            <a:extLst>
              <a:ext uri="{FF2B5EF4-FFF2-40B4-BE49-F238E27FC236}">
                <a16:creationId xmlns:a16="http://schemas.microsoft.com/office/drawing/2014/main" id="{86C41B41-D4C4-E842-32F0-98AD32F355D9}"/>
              </a:ext>
            </a:extLst>
          </p:cNvPr>
          <p:cNvSpPr txBox="1"/>
          <p:nvPr/>
        </p:nvSpPr>
        <p:spPr>
          <a:xfrm>
            <a:off x="8441521" y="3309823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76" name="Textfeld 169">
            <a:extLst>
              <a:ext uri="{FF2B5EF4-FFF2-40B4-BE49-F238E27FC236}">
                <a16:creationId xmlns:a16="http://schemas.microsoft.com/office/drawing/2014/main" id="{F3C7BE52-08B6-F485-2061-9B1C41781DF5}"/>
              </a:ext>
            </a:extLst>
          </p:cNvPr>
          <p:cNvSpPr txBox="1"/>
          <p:nvPr/>
        </p:nvSpPr>
        <p:spPr>
          <a:xfrm>
            <a:off x="9154562" y="3518628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77" name="Textfeld 169">
            <a:extLst>
              <a:ext uri="{FF2B5EF4-FFF2-40B4-BE49-F238E27FC236}">
                <a16:creationId xmlns:a16="http://schemas.microsoft.com/office/drawing/2014/main" id="{EFE19DE9-0B1E-4076-A166-58225CAFF176}"/>
              </a:ext>
            </a:extLst>
          </p:cNvPr>
          <p:cNvSpPr txBox="1"/>
          <p:nvPr/>
        </p:nvSpPr>
        <p:spPr>
          <a:xfrm>
            <a:off x="8460005" y="4234546"/>
            <a:ext cx="6669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sp>
        <p:nvSpPr>
          <p:cNvPr id="178" name="Textfeld 169">
            <a:extLst>
              <a:ext uri="{FF2B5EF4-FFF2-40B4-BE49-F238E27FC236}">
                <a16:creationId xmlns:a16="http://schemas.microsoft.com/office/drawing/2014/main" id="{7B494332-8610-3D5B-6FB4-4DBD6CABC7E6}"/>
              </a:ext>
            </a:extLst>
          </p:cNvPr>
          <p:cNvSpPr txBox="1"/>
          <p:nvPr/>
        </p:nvSpPr>
        <p:spPr>
          <a:xfrm>
            <a:off x="7167374" y="3247137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79" name="Textfeld 169">
            <a:extLst>
              <a:ext uri="{FF2B5EF4-FFF2-40B4-BE49-F238E27FC236}">
                <a16:creationId xmlns:a16="http://schemas.microsoft.com/office/drawing/2014/main" id="{48661ED5-BA68-EBF3-8607-19C54C044862}"/>
              </a:ext>
            </a:extLst>
          </p:cNvPr>
          <p:cNvSpPr txBox="1"/>
          <p:nvPr/>
        </p:nvSpPr>
        <p:spPr>
          <a:xfrm>
            <a:off x="8460571" y="2258621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80" name="Textfeld 169">
            <a:extLst>
              <a:ext uri="{FF2B5EF4-FFF2-40B4-BE49-F238E27FC236}">
                <a16:creationId xmlns:a16="http://schemas.microsoft.com/office/drawing/2014/main" id="{A02AF184-31F4-9AB8-16CF-AC7FB3BA549E}"/>
              </a:ext>
            </a:extLst>
          </p:cNvPr>
          <p:cNvSpPr txBox="1"/>
          <p:nvPr/>
        </p:nvSpPr>
        <p:spPr>
          <a:xfrm>
            <a:off x="11140452" y="3120975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81" name="Textfeld 169">
            <a:extLst>
              <a:ext uri="{FF2B5EF4-FFF2-40B4-BE49-F238E27FC236}">
                <a16:creationId xmlns:a16="http://schemas.microsoft.com/office/drawing/2014/main" id="{B9DEA424-30B4-859A-89AB-467FC057E910}"/>
              </a:ext>
            </a:extLst>
          </p:cNvPr>
          <p:cNvSpPr txBox="1"/>
          <p:nvPr/>
        </p:nvSpPr>
        <p:spPr>
          <a:xfrm>
            <a:off x="11140451" y="2203523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82" name="Textfeld 169">
            <a:extLst>
              <a:ext uri="{FF2B5EF4-FFF2-40B4-BE49-F238E27FC236}">
                <a16:creationId xmlns:a16="http://schemas.microsoft.com/office/drawing/2014/main" id="{4B1FB061-A8E4-4319-98AE-5B89E5E4A230}"/>
              </a:ext>
            </a:extLst>
          </p:cNvPr>
          <p:cNvSpPr txBox="1"/>
          <p:nvPr/>
        </p:nvSpPr>
        <p:spPr>
          <a:xfrm>
            <a:off x="11140452" y="2509022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83" name="Textfeld 169">
            <a:extLst>
              <a:ext uri="{FF2B5EF4-FFF2-40B4-BE49-F238E27FC236}">
                <a16:creationId xmlns:a16="http://schemas.microsoft.com/office/drawing/2014/main" id="{9FAB837E-E081-EF2C-A092-3BE7A070A92E}"/>
              </a:ext>
            </a:extLst>
          </p:cNvPr>
          <p:cNvSpPr txBox="1"/>
          <p:nvPr/>
        </p:nvSpPr>
        <p:spPr>
          <a:xfrm>
            <a:off x="9218493" y="1709309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84" name="Textfeld 169">
            <a:extLst>
              <a:ext uri="{FF2B5EF4-FFF2-40B4-BE49-F238E27FC236}">
                <a16:creationId xmlns:a16="http://schemas.microsoft.com/office/drawing/2014/main" id="{645FFC5F-EAB3-2698-8D5E-D20F99E41040}"/>
              </a:ext>
            </a:extLst>
          </p:cNvPr>
          <p:cNvSpPr txBox="1"/>
          <p:nvPr/>
        </p:nvSpPr>
        <p:spPr>
          <a:xfrm>
            <a:off x="10199455" y="1746774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94" name="Textfeld 193">
            <a:extLst>
              <a:ext uri="{FF2B5EF4-FFF2-40B4-BE49-F238E27FC236}">
                <a16:creationId xmlns:a16="http://schemas.microsoft.com/office/drawing/2014/main" id="{E8E9FBF4-7286-ADB3-F148-4A79C325FC14}"/>
              </a:ext>
            </a:extLst>
          </p:cNvPr>
          <p:cNvSpPr txBox="1"/>
          <p:nvPr/>
        </p:nvSpPr>
        <p:spPr>
          <a:xfrm>
            <a:off x="9875698" y="970108"/>
            <a:ext cx="1363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i="1" dirty="0">
                <a:solidFill>
                  <a:srgbClr val="00549F"/>
                </a:solidFill>
                <a:latin typeface="Trebuchet MS" panose="020B0603020202020204" pitchFamily="34" charset="0"/>
              </a:rPr>
              <a:t>Monitoring</a:t>
            </a:r>
            <a:endParaRPr lang="de-DE" dirty="0"/>
          </a:p>
        </p:txBody>
      </p:sp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09A8F5F4-9AD6-DA6B-C494-329D7F7FDE7A}"/>
              </a:ext>
            </a:extLst>
          </p:cNvPr>
          <p:cNvSpPr/>
          <p:nvPr/>
        </p:nvSpPr>
        <p:spPr bwMode="auto">
          <a:xfrm rot="21216338">
            <a:off x="9476163" y="1010886"/>
            <a:ext cx="2194361" cy="3291840"/>
          </a:xfrm>
          <a:custGeom>
            <a:avLst/>
            <a:gdLst>
              <a:gd name="connsiteX0" fmla="*/ 631568 w 2194361"/>
              <a:gd name="connsiteY0" fmla="*/ 0 h 3291840"/>
              <a:gd name="connsiteX1" fmla="*/ 49677 w 2194361"/>
              <a:gd name="connsiteY1" fmla="*/ 1413163 h 3291840"/>
              <a:gd name="connsiteX2" fmla="*/ 274121 w 2194361"/>
              <a:gd name="connsiteY2" fmla="*/ 2493818 h 3291840"/>
              <a:gd name="connsiteX3" fmla="*/ 2194361 w 2194361"/>
              <a:gd name="connsiteY3" fmla="*/ 3291840 h 3291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94361" h="3291840">
                <a:moveTo>
                  <a:pt x="631568" y="0"/>
                </a:moveTo>
                <a:cubicBezTo>
                  <a:pt x="370409" y="498763"/>
                  <a:pt x="109251" y="997527"/>
                  <a:pt x="49677" y="1413163"/>
                </a:cubicBezTo>
                <a:cubicBezTo>
                  <a:pt x="-9897" y="1828799"/>
                  <a:pt x="-83326" y="2180705"/>
                  <a:pt x="274121" y="2493818"/>
                </a:cubicBezTo>
                <a:cubicBezTo>
                  <a:pt x="631568" y="2806931"/>
                  <a:pt x="1412964" y="3049385"/>
                  <a:pt x="2194361" y="329184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dash"/>
            <a:round/>
            <a:headEnd type="none" w="sm" len="sm"/>
            <a:tailEnd type="none" w="med" len="med"/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AutoShape 40">
            <a:extLst>
              <a:ext uri="{FF2B5EF4-FFF2-40B4-BE49-F238E27FC236}">
                <a16:creationId xmlns:a16="http://schemas.microsoft.com/office/drawing/2014/main" id="{93ED320D-E348-306D-E77F-264C9FF87CB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515987" y="1043706"/>
            <a:ext cx="423156" cy="211578"/>
          </a:xfrm>
          <a:prstGeom prst="foldedCorner">
            <a:avLst>
              <a:gd name="adj" fmla="val 27606"/>
            </a:avLst>
          </a:prstGeom>
          <a:solidFill>
            <a:sysClr val="window" lastClr="FFFFFF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rot="10800000" wrap="none" anchor="ctr" anchorCtr="1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CD</a:t>
            </a:r>
          </a:p>
        </p:txBody>
      </p:sp>
      <p:sp>
        <p:nvSpPr>
          <p:cNvPr id="4" name="Content Placeholder 131">
            <a:extLst>
              <a:ext uri="{FF2B5EF4-FFF2-40B4-BE49-F238E27FC236}">
                <a16:creationId xmlns:a16="http://schemas.microsoft.com/office/drawing/2014/main" id="{4849778A-8294-48E6-7184-A569295144E9}"/>
              </a:ext>
            </a:extLst>
          </p:cNvPr>
          <p:cNvSpPr txBox="1">
            <a:spLocks/>
          </p:cNvSpPr>
          <p:nvPr/>
        </p:nvSpPr>
        <p:spPr>
          <a:xfrm>
            <a:off x="384001" y="1236273"/>
            <a:ext cx="2854372" cy="4385455"/>
          </a:xfrm>
          <a:prstGeom prst="rect">
            <a:avLst/>
          </a:prstGeom>
        </p:spPr>
        <p:txBody>
          <a:bodyPr lIns="0" tIns="0" rIns="0" bIns="0"/>
          <a:lstStyle>
            <a:lvl1pPr marL="2159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>
                <a:tab pos="215900" algn="l"/>
              </a:tabLs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8636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863600" indent="-2159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latin typeface="Trebuchet MS" panose="020B0603020202020204" pitchFamily="34" charset="0"/>
              </a:rPr>
              <a:t>Hier</a:t>
            </a:r>
            <a:r>
              <a:rPr lang="en-US" dirty="0">
                <a:latin typeface="Trebuchet MS" panose="020B0603020202020204" pitchFamily="34" charset="0"/>
              </a:rPr>
              <a:t> </a:t>
            </a:r>
            <a:r>
              <a:rPr lang="en-US" dirty="0" err="1">
                <a:latin typeface="Trebuchet MS" panose="020B0603020202020204" pitchFamily="34" charset="0"/>
              </a:rPr>
              <a:t>fehlt</a:t>
            </a:r>
            <a:r>
              <a:rPr lang="en-US" dirty="0">
                <a:latin typeface="Trebuchet MS" panose="020B0603020202020204" pitchFamily="34" charset="0"/>
              </a:rPr>
              <a:t> </a:t>
            </a:r>
            <a:r>
              <a:rPr lang="en-US" dirty="0" err="1">
                <a:latin typeface="Trebuchet MS" panose="020B0603020202020204" pitchFamily="34" charset="0"/>
              </a:rPr>
              <a:t>noch</a:t>
            </a:r>
            <a:r>
              <a:rPr lang="en-US" dirty="0">
                <a:latin typeface="Trebuchet MS" panose="020B0603020202020204" pitchFamily="34" charset="0"/>
              </a:rPr>
              <a:t> </a:t>
            </a:r>
            <a:r>
              <a:rPr lang="en-US" dirty="0" err="1">
                <a:latin typeface="Trebuchet MS" panose="020B0603020202020204" pitchFamily="34" charset="0"/>
              </a:rPr>
              <a:t>eine</a:t>
            </a:r>
            <a:r>
              <a:rPr lang="en-US" dirty="0">
                <a:latin typeface="Trebuchet MS" panose="020B0603020202020204" pitchFamily="34" charset="0"/>
              </a:rPr>
              <a:t> </a:t>
            </a:r>
            <a:r>
              <a:rPr lang="en-US" dirty="0" err="1">
                <a:latin typeface="Trebuchet MS" panose="020B0603020202020204" pitchFamily="34" charset="0"/>
              </a:rPr>
              <a:t>Beschreibung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02222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33EA557A-0EA3-6E85-D25D-A81E3504B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possible Layouts</a:t>
            </a:r>
          </a:p>
        </p:txBody>
      </p:sp>
      <p:pic>
        <p:nvPicPr>
          <p:cNvPr id="95" name="Grafik 94">
            <a:extLst>
              <a:ext uri="{FF2B5EF4-FFF2-40B4-BE49-F238E27FC236}">
                <a16:creationId xmlns:a16="http://schemas.microsoft.com/office/drawing/2014/main" id="{767AD474-70A8-55B0-2AF1-0CCC7A313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73" y="861197"/>
            <a:ext cx="5890127" cy="2743745"/>
          </a:xfrm>
          <a:prstGeom prst="rect">
            <a:avLst/>
          </a:prstGeom>
        </p:spPr>
      </p:pic>
      <p:pic>
        <p:nvPicPr>
          <p:cNvPr id="155" name="Grafik 154">
            <a:extLst>
              <a:ext uri="{FF2B5EF4-FFF2-40B4-BE49-F238E27FC236}">
                <a16:creationId xmlns:a16="http://schemas.microsoft.com/office/drawing/2014/main" id="{227937C6-D8D2-36CA-B88A-9FAFF71BF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150037"/>
            <a:ext cx="5767184" cy="2593576"/>
          </a:xfrm>
          <a:prstGeom prst="rect">
            <a:avLst/>
          </a:prstGeom>
        </p:spPr>
      </p:pic>
      <p:sp>
        <p:nvSpPr>
          <p:cNvPr id="156" name="Textfeld 155">
            <a:extLst>
              <a:ext uri="{FF2B5EF4-FFF2-40B4-BE49-F238E27FC236}">
                <a16:creationId xmlns:a16="http://schemas.microsoft.com/office/drawing/2014/main" id="{098778D4-66AB-34F3-6925-DC85CFF8C6C9}"/>
              </a:ext>
            </a:extLst>
          </p:cNvPr>
          <p:cNvSpPr txBox="1"/>
          <p:nvPr/>
        </p:nvSpPr>
        <p:spPr>
          <a:xfrm>
            <a:off x="6451778" y="1010748"/>
            <a:ext cx="1363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i="1" dirty="0">
                <a:solidFill>
                  <a:srgbClr val="00549F"/>
                </a:solidFill>
                <a:latin typeface="Trebuchet MS" panose="020B0603020202020204" pitchFamily="34" charset="0"/>
              </a:rPr>
              <a:t>Layout 1</a:t>
            </a:r>
            <a:endParaRPr lang="de-DE" dirty="0"/>
          </a:p>
        </p:txBody>
      </p:sp>
      <p:sp>
        <p:nvSpPr>
          <p:cNvPr id="157" name="Textfeld 156">
            <a:extLst>
              <a:ext uri="{FF2B5EF4-FFF2-40B4-BE49-F238E27FC236}">
                <a16:creationId xmlns:a16="http://schemas.microsoft.com/office/drawing/2014/main" id="{0B8DF94B-03AC-E1C5-0CAD-281204D96791}"/>
              </a:ext>
            </a:extLst>
          </p:cNvPr>
          <p:cNvSpPr txBox="1"/>
          <p:nvPr/>
        </p:nvSpPr>
        <p:spPr>
          <a:xfrm>
            <a:off x="4732656" y="5298268"/>
            <a:ext cx="1363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i="1" dirty="0">
                <a:solidFill>
                  <a:srgbClr val="00549F"/>
                </a:solidFill>
                <a:latin typeface="Trebuchet MS" panose="020B0603020202020204" pitchFamily="34" charset="0"/>
              </a:rPr>
              <a:t>Layout 2</a:t>
            </a:r>
            <a:endParaRPr lang="de-DE" dirty="0"/>
          </a:p>
        </p:txBody>
      </p:sp>
      <p:sp>
        <p:nvSpPr>
          <p:cNvPr id="158" name="Freihandform: Form 157">
            <a:extLst>
              <a:ext uri="{FF2B5EF4-FFF2-40B4-BE49-F238E27FC236}">
                <a16:creationId xmlns:a16="http://schemas.microsoft.com/office/drawing/2014/main" id="{69DD1F5D-72B6-C2A3-A09F-FCD373C8D31A}"/>
              </a:ext>
            </a:extLst>
          </p:cNvPr>
          <p:cNvSpPr/>
          <p:nvPr/>
        </p:nvSpPr>
        <p:spPr bwMode="auto">
          <a:xfrm>
            <a:off x="5270455" y="4651630"/>
            <a:ext cx="703625" cy="631570"/>
          </a:xfrm>
          <a:custGeom>
            <a:avLst/>
            <a:gdLst>
              <a:gd name="connsiteX0" fmla="*/ 83865 w 703625"/>
              <a:gd name="connsiteY0" fmla="*/ 631570 h 631570"/>
              <a:gd name="connsiteX1" fmla="*/ 53385 w 703625"/>
              <a:gd name="connsiteY1" fmla="*/ 82930 h 631570"/>
              <a:gd name="connsiteX2" fmla="*/ 703625 w 703625"/>
              <a:gd name="connsiteY2" fmla="*/ 11810 h 631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3625" h="631570">
                <a:moveTo>
                  <a:pt x="83865" y="631570"/>
                </a:moveTo>
                <a:cubicBezTo>
                  <a:pt x="16978" y="408896"/>
                  <a:pt x="-49908" y="186223"/>
                  <a:pt x="53385" y="82930"/>
                </a:cubicBezTo>
                <a:cubicBezTo>
                  <a:pt x="156678" y="-20363"/>
                  <a:pt x="430151" y="-4277"/>
                  <a:pt x="703625" y="1181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Freihandform: Form 158">
            <a:extLst>
              <a:ext uri="{FF2B5EF4-FFF2-40B4-BE49-F238E27FC236}">
                <a16:creationId xmlns:a16="http://schemas.microsoft.com/office/drawing/2014/main" id="{00BA6058-8C6F-2B4C-FE08-C646D8711372}"/>
              </a:ext>
            </a:extLst>
          </p:cNvPr>
          <p:cNvSpPr/>
          <p:nvPr/>
        </p:nvSpPr>
        <p:spPr bwMode="auto">
          <a:xfrm>
            <a:off x="6136640" y="1381760"/>
            <a:ext cx="829260" cy="477520"/>
          </a:xfrm>
          <a:custGeom>
            <a:avLst/>
            <a:gdLst>
              <a:gd name="connsiteX0" fmla="*/ 812800 w 829260"/>
              <a:gd name="connsiteY0" fmla="*/ 0 h 477520"/>
              <a:gd name="connsiteX1" fmla="*/ 721360 w 829260"/>
              <a:gd name="connsiteY1" fmla="*/ 386080 h 477520"/>
              <a:gd name="connsiteX2" fmla="*/ 0 w 829260"/>
              <a:gd name="connsiteY2" fmla="*/ 477520 h 47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29260" h="477520">
                <a:moveTo>
                  <a:pt x="812800" y="0"/>
                </a:moveTo>
                <a:cubicBezTo>
                  <a:pt x="834813" y="153246"/>
                  <a:pt x="856827" y="306493"/>
                  <a:pt x="721360" y="386080"/>
                </a:cubicBezTo>
                <a:cubicBezTo>
                  <a:pt x="585893" y="465667"/>
                  <a:pt x="292946" y="471593"/>
                  <a:pt x="0" y="47752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790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2472BEB-1624-80A2-0806-D1BFE1276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CD4Function</a:t>
            </a:r>
          </a:p>
        </p:txBody>
      </p: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E6D7175A-5FFA-CA72-4D0C-436B010B5E4D}"/>
              </a:ext>
            </a:extLst>
          </p:cNvPr>
          <p:cNvGrpSpPr/>
          <p:nvPr/>
        </p:nvGrpSpPr>
        <p:grpSpPr>
          <a:xfrm>
            <a:off x="4989944" y="3561741"/>
            <a:ext cx="1414463" cy="412750"/>
            <a:chOff x="7497215" y="4334214"/>
            <a:chExt cx="1414463" cy="412750"/>
          </a:xfrm>
        </p:grpSpPr>
        <p:grpSp>
          <p:nvGrpSpPr>
            <p:cNvPr id="85" name="Group 87">
              <a:extLst>
                <a:ext uri="{FF2B5EF4-FFF2-40B4-BE49-F238E27FC236}">
                  <a16:creationId xmlns:a16="http://schemas.microsoft.com/office/drawing/2014/main" id="{08879DE1-631C-B3E6-79A9-0BF722F6BA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97215" y="4334214"/>
              <a:ext cx="1414463" cy="412750"/>
              <a:chOff x="3441" y="2592"/>
              <a:chExt cx="891" cy="260"/>
            </a:xfrm>
          </p:grpSpPr>
          <p:sp>
            <p:nvSpPr>
              <p:cNvPr id="87" name="Text Box 82">
                <a:extLst>
                  <a:ext uri="{FF2B5EF4-FFF2-40B4-BE49-F238E27FC236}">
                    <a16:creationId xmlns:a16="http://schemas.microsoft.com/office/drawing/2014/main" id="{CC66CF99-BB29-2EE8-6234-A661173090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61" y="2616"/>
                <a:ext cx="448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Inport</a:t>
                </a:r>
              </a:p>
            </p:txBody>
          </p:sp>
          <p:sp>
            <p:nvSpPr>
              <p:cNvPr id="88" name="Rectangle 83">
                <a:extLst>
                  <a:ext uri="{FF2B5EF4-FFF2-40B4-BE49-F238E27FC236}">
                    <a16:creationId xmlns:a16="http://schemas.microsoft.com/office/drawing/2014/main" id="{183A5675-C351-2D8D-7F51-457DE51C93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1" y="2592"/>
                <a:ext cx="891" cy="26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86" name="Textfeld 169">
              <a:extLst>
                <a:ext uri="{FF2B5EF4-FFF2-40B4-BE49-F238E27FC236}">
                  <a16:creationId xmlns:a16="http://schemas.microsoft.com/office/drawing/2014/main" id="{B71A5076-E84E-8975-93B3-6862861D1C53}"/>
                </a:ext>
              </a:extLst>
            </p:cNvPr>
            <p:cNvSpPr txBox="1"/>
            <p:nvPr/>
          </p:nvSpPr>
          <p:spPr>
            <a:xfrm>
              <a:off x="8446813" y="4334624"/>
              <a:ext cx="29835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8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grpSp>
        <p:nvGrpSpPr>
          <p:cNvPr id="89" name="Gruppieren 88">
            <a:extLst>
              <a:ext uri="{FF2B5EF4-FFF2-40B4-BE49-F238E27FC236}">
                <a16:creationId xmlns:a16="http://schemas.microsoft.com/office/drawing/2014/main" id="{20E5E315-5EC4-A924-2F47-D8E0B1C571D1}"/>
              </a:ext>
            </a:extLst>
          </p:cNvPr>
          <p:cNvGrpSpPr/>
          <p:nvPr/>
        </p:nvGrpSpPr>
        <p:grpSpPr>
          <a:xfrm>
            <a:off x="4990773" y="4509386"/>
            <a:ext cx="1414463" cy="412750"/>
            <a:chOff x="9978688" y="4334214"/>
            <a:chExt cx="1414463" cy="412750"/>
          </a:xfrm>
        </p:grpSpPr>
        <p:grpSp>
          <p:nvGrpSpPr>
            <p:cNvPr id="90" name="Group 87">
              <a:extLst>
                <a:ext uri="{FF2B5EF4-FFF2-40B4-BE49-F238E27FC236}">
                  <a16:creationId xmlns:a16="http://schemas.microsoft.com/office/drawing/2014/main" id="{E78A8A73-5FBD-78F1-1CD7-72D7C40187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78688" y="4334214"/>
              <a:ext cx="1414463" cy="412750"/>
              <a:chOff x="3441" y="2592"/>
              <a:chExt cx="891" cy="260"/>
            </a:xfrm>
          </p:grpSpPr>
          <p:sp>
            <p:nvSpPr>
              <p:cNvPr id="94" name="Text Box 82">
                <a:extLst>
                  <a:ext uri="{FF2B5EF4-FFF2-40B4-BE49-F238E27FC236}">
                    <a16:creationId xmlns:a16="http://schemas.microsoft.com/office/drawing/2014/main" id="{A0D32A82-610F-BB3D-5A3C-F59093EC15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11" y="2616"/>
                <a:ext cx="549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Outport</a:t>
                </a:r>
              </a:p>
            </p:txBody>
          </p:sp>
          <p:sp>
            <p:nvSpPr>
              <p:cNvPr id="98" name="Rectangle 83">
                <a:extLst>
                  <a:ext uri="{FF2B5EF4-FFF2-40B4-BE49-F238E27FC236}">
                    <a16:creationId xmlns:a16="http://schemas.microsoft.com/office/drawing/2014/main" id="{B68FA06F-4BE7-D52C-F927-B0BB2C0E34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1" y="2592"/>
                <a:ext cx="891" cy="26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91" name="Textfeld 169">
              <a:extLst>
                <a:ext uri="{FF2B5EF4-FFF2-40B4-BE49-F238E27FC236}">
                  <a16:creationId xmlns:a16="http://schemas.microsoft.com/office/drawing/2014/main" id="{FAE0DB3F-D9C9-DCD8-50E4-7F7ACFA3E93D}"/>
                </a:ext>
              </a:extLst>
            </p:cNvPr>
            <p:cNvSpPr txBox="1"/>
            <p:nvPr/>
          </p:nvSpPr>
          <p:spPr>
            <a:xfrm>
              <a:off x="10112009" y="4335290"/>
              <a:ext cx="29835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8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grpSp>
        <p:nvGrpSpPr>
          <p:cNvPr id="130" name="Group 87">
            <a:extLst>
              <a:ext uri="{FF2B5EF4-FFF2-40B4-BE49-F238E27FC236}">
                <a16:creationId xmlns:a16="http://schemas.microsoft.com/office/drawing/2014/main" id="{C2C111F6-8533-1094-3AE6-5B4B711A78AA}"/>
              </a:ext>
            </a:extLst>
          </p:cNvPr>
          <p:cNvGrpSpPr>
            <a:grpSpLocks/>
          </p:cNvGrpSpPr>
          <p:nvPr/>
        </p:nvGrpSpPr>
        <p:grpSpPr bwMode="auto">
          <a:xfrm>
            <a:off x="7789463" y="4509386"/>
            <a:ext cx="1414463" cy="412750"/>
            <a:chOff x="3441" y="2592"/>
            <a:chExt cx="891" cy="260"/>
          </a:xfrm>
        </p:grpSpPr>
        <p:sp>
          <p:nvSpPr>
            <p:cNvPr id="131" name="Text Box 82">
              <a:extLst>
                <a:ext uri="{FF2B5EF4-FFF2-40B4-BE49-F238E27FC236}">
                  <a16:creationId xmlns:a16="http://schemas.microsoft.com/office/drawing/2014/main" id="{3BEE62D8-0955-E8FE-34F9-2559A39081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8" y="2616"/>
              <a:ext cx="374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Kind</a:t>
              </a:r>
            </a:p>
          </p:txBody>
        </p:sp>
        <p:sp>
          <p:nvSpPr>
            <p:cNvPr id="132" name="Rectangle 83">
              <a:extLst>
                <a:ext uri="{FF2B5EF4-FFF2-40B4-BE49-F238E27FC236}">
                  <a16:creationId xmlns:a16="http://schemas.microsoft.com/office/drawing/2014/main" id="{BDC23866-7E6E-7F91-9386-140010FC16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" y="2592"/>
              <a:ext cx="891" cy="26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cxnSp>
        <p:nvCxnSpPr>
          <p:cNvPr id="2" name="Verbinder: gewinkelt 87">
            <a:extLst>
              <a:ext uri="{FF2B5EF4-FFF2-40B4-BE49-F238E27FC236}">
                <a16:creationId xmlns:a16="http://schemas.microsoft.com/office/drawing/2014/main" id="{E78214E8-980F-73A0-1988-80B2005C57C1}"/>
              </a:ext>
            </a:extLst>
          </p:cNvPr>
          <p:cNvCxnSpPr>
            <a:cxnSpLocks/>
            <a:stCxn id="88" idx="3"/>
            <a:endCxn id="116" idx="3"/>
          </p:cNvCxnSpPr>
          <p:nvPr/>
        </p:nvCxnSpPr>
        <p:spPr>
          <a:xfrm flipV="1">
            <a:off x="6404407" y="3592991"/>
            <a:ext cx="281464" cy="175125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none" w="med" len="med"/>
          </a:ln>
        </p:spPr>
      </p:cxnSp>
      <p:cxnSp>
        <p:nvCxnSpPr>
          <p:cNvPr id="6" name="Verbinder: gewinkelt 87">
            <a:extLst>
              <a:ext uri="{FF2B5EF4-FFF2-40B4-BE49-F238E27FC236}">
                <a16:creationId xmlns:a16="http://schemas.microsoft.com/office/drawing/2014/main" id="{510E37C7-F6E9-F32D-26D2-97D83A40CB66}"/>
              </a:ext>
            </a:extLst>
          </p:cNvPr>
          <p:cNvCxnSpPr>
            <a:cxnSpLocks/>
            <a:stCxn id="98" idx="3"/>
            <a:endCxn id="116" idx="3"/>
          </p:cNvCxnSpPr>
          <p:nvPr/>
        </p:nvCxnSpPr>
        <p:spPr>
          <a:xfrm flipV="1">
            <a:off x="6405236" y="3592991"/>
            <a:ext cx="280635" cy="1122770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none" w="med" len="med"/>
          </a:ln>
        </p:spPr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BCE70D65-9980-87B3-AB46-055BC15D88BF}"/>
              </a:ext>
            </a:extLst>
          </p:cNvPr>
          <p:cNvCxnSpPr>
            <a:cxnSpLocks/>
            <a:stCxn id="81" idx="2"/>
            <a:endCxn id="123" idx="1"/>
          </p:cNvCxnSpPr>
          <p:nvPr/>
        </p:nvCxnSpPr>
        <p:spPr>
          <a:xfrm flipV="1">
            <a:off x="5420998" y="2040957"/>
            <a:ext cx="2368465" cy="1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15" name="Verbinder: gewinkelt 87">
            <a:extLst>
              <a:ext uri="{FF2B5EF4-FFF2-40B4-BE49-F238E27FC236}">
                <a16:creationId xmlns:a16="http://schemas.microsoft.com/office/drawing/2014/main" id="{7B30A56A-863D-F485-DE66-7EE3C1D1DBB8}"/>
              </a:ext>
            </a:extLst>
          </p:cNvPr>
          <p:cNvCxnSpPr>
            <a:cxnSpLocks/>
            <a:stCxn id="76" idx="2"/>
            <a:endCxn id="88" idx="1"/>
          </p:cNvCxnSpPr>
          <p:nvPr/>
        </p:nvCxnSpPr>
        <p:spPr>
          <a:xfrm rot="16200000" flipH="1">
            <a:off x="4105805" y="2883976"/>
            <a:ext cx="1519293" cy="248986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18" name="Verbinder: gewinkelt 87">
            <a:extLst>
              <a:ext uri="{FF2B5EF4-FFF2-40B4-BE49-F238E27FC236}">
                <a16:creationId xmlns:a16="http://schemas.microsoft.com/office/drawing/2014/main" id="{FB09C0AE-45B7-FED5-8D63-694C9B96404C}"/>
              </a:ext>
            </a:extLst>
          </p:cNvPr>
          <p:cNvCxnSpPr>
            <a:cxnSpLocks/>
            <a:stCxn id="75" idx="2"/>
            <a:endCxn id="98" idx="1"/>
          </p:cNvCxnSpPr>
          <p:nvPr/>
        </p:nvCxnSpPr>
        <p:spPr>
          <a:xfrm rot="16200000" flipH="1">
            <a:off x="3348051" y="3073038"/>
            <a:ext cx="2471651" cy="813794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21" name="Verbinder: gewinkelt 87">
            <a:extLst>
              <a:ext uri="{FF2B5EF4-FFF2-40B4-BE49-F238E27FC236}">
                <a16:creationId xmlns:a16="http://schemas.microsoft.com/office/drawing/2014/main" id="{ACF79AE6-0C37-92CA-3E62-D662C3D6344B}"/>
              </a:ext>
            </a:extLst>
          </p:cNvPr>
          <p:cNvCxnSpPr>
            <a:cxnSpLocks/>
            <a:stCxn id="120" idx="2"/>
            <a:endCxn id="108" idx="1"/>
          </p:cNvCxnSpPr>
          <p:nvPr/>
        </p:nvCxnSpPr>
        <p:spPr>
          <a:xfrm rot="16200000" flipH="1">
            <a:off x="7258654" y="3244735"/>
            <a:ext cx="482588" cy="574264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FF4C1D47-193E-F9D7-05CA-EB6617727CC6}"/>
              </a:ext>
            </a:extLst>
          </p:cNvPr>
          <p:cNvCxnSpPr>
            <a:cxnSpLocks/>
            <a:stCxn id="123" idx="2"/>
            <a:endCxn id="108" idx="0"/>
          </p:cNvCxnSpPr>
          <p:nvPr/>
        </p:nvCxnSpPr>
        <p:spPr>
          <a:xfrm>
            <a:off x="8494311" y="2247332"/>
            <a:ext cx="1" cy="1319454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8FD7B3C0-AE8C-95A0-8A04-F26B9239DD1B}"/>
              </a:ext>
            </a:extLst>
          </p:cNvPr>
          <p:cNvCxnSpPr>
            <a:cxnSpLocks/>
            <a:stCxn id="63" idx="0"/>
            <a:endCxn id="132" idx="0"/>
          </p:cNvCxnSpPr>
          <p:nvPr/>
        </p:nvCxnSpPr>
        <p:spPr>
          <a:xfrm>
            <a:off x="8494312" y="4238533"/>
            <a:ext cx="2383" cy="270853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1BF91FA5-D920-0099-1F3D-665E88A4BD7A}"/>
              </a:ext>
            </a:extLst>
          </p:cNvPr>
          <p:cNvCxnSpPr>
            <a:cxnSpLocks/>
            <a:stCxn id="98" idx="0"/>
            <a:endCxn id="88" idx="2"/>
          </p:cNvCxnSpPr>
          <p:nvPr/>
        </p:nvCxnSpPr>
        <p:spPr>
          <a:xfrm flipH="1" flipV="1">
            <a:off x="5697176" y="3974491"/>
            <a:ext cx="829" cy="534895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59" name="Verbinder: gewinkelt 87">
            <a:extLst>
              <a:ext uri="{FF2B5EF4-FFF2-40B4-BE49-F238E27FC236}">
                <a16:creationId xmlns:a16="http://schemas.microsoft.com/office/drawing/2014/main" id="{14D3FCE0-9DA9-94DB-C4EF-31BB4B93727F}"/>
              </a:ext>
            </a:extLst>
          </p:cNvPr>
          <p:cNvCxnSpPr>
            <a:cxnSpLocks/>
            <a:stCxn id="71" idx="3"/>
            <a:endCxn id="42" idx="1"/>
          </p:cNvCxnSpPr>
          <p:nvPr/>
        </p:nvCxnSpPr>
        <p:spPr>
          <a:xfrm>
            <a:off x="9199515" y="2139779"/>
            <a:ext cx="1258003" cy="82581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grpSp>
        <p:nvGrpSpPr>
          <p:cNvPr id="67" name="Gruppieren 66">
            <a:extLst>
              <a:ext uri="{FF2B5EF4-FFF2-40B4-BE49-F238E27FC236}">
                <a16:creationId xmlns:a16="http://schemas.microsoft.com/office/drawing/2014/main" id="{988D2CB6-69A6-D15B-C1EE-61B9129DD556}"/>
              </a:ext>
            </a:extLst>
          </p:cNvPr>
          <p:cNvGrpSpPr/>
          <p:nvPr/>
        </p:nvGrpSpPr>
        <p:grpSpPr>
          <a:xfrm>
            <a:off x="3490211" y="1562392"/>
            <a:ext cx="1930787" cy="686431"/>
            <a:chOff x="1761581" y="1662875"/>
            <a:chExt cx="1930787" cy="686431"/>
          </a:xfrm>
        </p:grpSpPr>
        <p:cxnSp>
          <p:nvCxnSpPr>
            <p:cNvPr id="47" name="Verbinder: gewinkelt 87">
              <a:extLst>
                <a:ext uri="{FF2B5EF4-FFF2-40B4-BE49-F238E27FC236}">
                  <a16:creationId xmlns:a16="http://schemas.microsoft.com/office/drawing/2014/main" id="{9BD66F53-02F8-0245-5342-5DB7E16F73E5}"/>
                </a:ext>
              </a:extLst>
            </p:cNvPr>
            <p:cNvCxnSpPr>
              <a:cxnSpLocks/>
              <a:stCxn id="74" idx="2"/>
              <a:endCxn id="57" idx="0"/>
            </p:cNvCxnSpPr>
            <p:nvPr/>
          </p:nvCxnSpPr>
          <p:spPr>
            <a:xfrm rot="10800000" flipH="1">
              <a:off x="1761581" y="1933575"/>
              <a:ext cx="965428" cy="213027"/>
            </a:xfrm>
            <a:prstGeom prst="bentConnector4">
              <a:avLst>
                <a:gd name="adj1" fmla="val -19321"/>
                <a:gd name="adj2" fmla="val 207310"/>
              </a:avLst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</p:spPr>
        </p:cxnSp>
        <p:sp>
          <p:nvSpPr>
            <p:cNvPr id="48" name="Text Box 82">
              <a:extLst>
                <a:ext uri="{FF2B5EF4-FFF2-40B4-BE49-F238E27FC236}">
                  <a16:creationId xmlns:a16="http://schemas.microsoft.com/office/drawing/2014/main" id="{2E6CCE68-4D26-3E46-3B4B-C83A7CA526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0440" y="1971674"/>
              <a:ext cx="969963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Function</a:t>
              </a:r>
            </a:p>
          </p:txBody>
        </p:sp>
        <p:sp>
          <p:nvSpPr>
            <p:cNvPr id="57" name="Rectangle 83">
              <a:extLst>
                <a:ext uri="{FF2B5EF4-FFF2-40B4-BE49-F238E27FC236}">
                  <a16:creationId xmlns:a16="http://schemas.microsoft.com/office/drawing/2014/main" id="{6C69CBA5-6820-2D85-A9E6-F0D687810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777" y="1933574"/>
              <a:ext cx="1414463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4" name="AutoShape 50">
              <a:extLst>
                <a:ext uri="{FF2B5EF4-FFF2-40B4-BE49-F238E27FC236}">
                  <a16:creationId xmlns:a16="http://schemas.microsoft.com/office/drawing/2014/main" id="{4BCB37B3-246C-B80E-0B3B-27CE4BD5E8C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803649" y="2020394"/>
              <a:ext cx="168275" cy="252412"/>
            </a:xfrm>
            <a:prstGeom prst="diamond">
              <a:avLst/>
            </a:prstGeom>
            <a:solidFill>
              <a:sysClr val="windowText" lastClr="000000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5" name="Textfeld 169">
              <a:extLst>
                <a:ext uri="{FF2B5EF4-FFF2-40B4-BE49-F238E27FC236}">
                  <a16:creationId xmlns:a16="http://schemas.microsoft.com/office/drawing/2014/main" id="{A742F8FD-B8DE-99D1-3A56-9FF3B4EC2CF2}"/>
                </a:ext>
              </a:extLst>
            </p:cNvPr>
            <p:cNvSpPr txBox="1"/>
            <p:nvPr/>
          </p:nvSpPr>
          <p:spPr>
            <a:xfrm>
              <a:off x="2299170" y="2129149"/>
              <a:ext cx="29835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8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76" name="Textfeld 169">
              <a:extLst>
                <a:ext uri="{FF2B5EF4-FFF2-40B4-BE49-F238E27FC236}">
                  <a16:creationId xmlns:a16="http://schemas.microsoft.com/office/drawing/2014/main" id="{AA661F45-9377-AAD5-8921-3D60F173FBBC}"/>
                </a:ext>
              </a:extLst>
            </p:cNvPr>
            <p:cNvSpPr txBox="1"/>
            <p:nvPr/>
          </p:nvSpPr>
          <p:spPr>
            <a:xfrm>
              <a:off x="2863149" y="2133862"/>
              <a:ext cx="29835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8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81" name="AutoShape 50">
              <a:extLst>
                <a:ext uri="{FF2B5EF4-FFF2-40B4-BE49-F238E27FC236}">
                  <a16:creationId xmlns:a16="http://schemas.microsoft.com/office/drawing/2014/main" id="{7FBB79BE-5472-26D3-14BB-4674C5C0A19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482024" y="2015235"/>
              <a:ext cx="168275" cy="252412"/>
            </a:xfrm>
            <a:prstGeom prst="diamond">
              <a:avLst/>
            </a:prstGeom>
            <a:solidFill>
              <a:sysClr val="windowText" lastClr="000000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66" name="Textfeld 169">
              <a:extLst>
                <a:ext uri="{FF2B5EF4-FFF2-40B4-BE49-F238E27FC236}">
                  <a16:creationId xmlns:a16="http://schemas.microsoft.com/office/drawing/2014/main" id="{7A66C475-C575-3B52-6A3D-CB34A715C6E5}"/>
                </a:ext>
              </a:extLst>
            </p:cNvPr>
            <p:cNvSpPr txBox="1"/>
            <p:nvPr/>
          </p:nvSpPr>
          <p:spPr>
            <a:xfrm>
              <a:off x="2720390" y="1662875"/>
              <a:ext cx="2648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1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*</a:t>
              </a:r>
            </a:p>
          </p:txBody>
        </p:sp>
      </p:grpSp>
      <p:sp>
        <p:nvSpPr>
          <p:cNvPr id="68" name="Textfeld 169">
            <a:extLst>
              <a:ext uri="{FF2B5EF4-FFF2-40B4-BE49-F238E27FC236}">
                <a16:creationId xmlns:a16="http://schemas.microsoft.com/office/drawing/2014/main" id="{9282EF4C-19BB-40F8-96CB-B9980AB3981C}"/>
              </a:ext>
            </a:extLst>
          </p:cNvPr>
          <p:cNvSpPr txBox="1"/>
          <p:nvPr/>
        </p:nvSpPr>
        <p:spPr>
          <a:xfrm>
            <a:off x="7216906" y="2021874"/>
            <a:ext cx="572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state</a:t>
            </a:r>
          </a:p>
        </p:txBody>
      </p:sp>
      <p:sp>
        <p:nvSpPr>
          <p:cNvPr id="69" name="Textfeld 169">
            <a:extLst>
              <a:ext uri="{FF2B5EF4-FFF2-40B4-BE49-F238E27FC236}">
                <a16:creationId xmlns:a16="http://schemas.microsoft.com/office/drawing/2014/main" id="{C360610D-FC9F-4055-0CFF-58ECA127EB77}"/>
              </a:ext>
            </a:extLst>
          </p:cNvPr>
          <p:cNvSpPr txBox="1"/>
          <p:nvPr/>
        </p:nvSpPr>
        <p:spPr>
          <a:xfrm>
            <a:off x="7503573" y="1768209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15B3519F-5A9B-181D-818C-0019A1D6B38B}"/>
              </a:ext>
            </a:extLst>
          </p:cNvPr>
          <p:cNvGrpSpPr/>
          <p:nvPr/>
        </p:nvGrpSpPr>
        <p:grpSpPr>
          <a:xfrm>
            <a:off x="7789463" y="1834582"/>
            <a:ext cx="1410052" cy="412750"/>
            <a:chOff x="6133049" y="1935065"/>
            <a:chExt cx="1410052" cy="412750"/>
          </a:xfrm>
        </p:grpSpPr>
        <p:sp>
          <p:nvSpPr>
            <p:cNvPr id="121" name="Text Box 82">
              <a:extLst>
                <a:ext uri="{FF2B5EF4-FFF2-40B4-BE49-F238E27FC236}">
                  <a16:creationId xmlns:a16="http://schemas.microsoft.com/office/drawing/2014/main" id="{DB97B62D-7852-1951-5753-9C8B3D4A74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3753" y="1973165"/>
              <a:ext cx="846707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Stream</a:t>
              </a:r>
            </a:p>
          </p:txBody>
        </p:sp>
        <p:sp>
          <p:nvSpPr>
            <p:cNvPr id="123" name="Rectangle 83">
              <a:extLst>
                <a:ext uri="{FF2B5EF4-FFF2-40B4-BE49-F238E27FC236}">
                  <a16:creationId xmlns:a16="http://schemas.microsoft.com/office/drawing/2014/main" id="{BF5759FB-D2C0-3651-529A-95B580D842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3049" y="1935065"/>
              <a:ext cx="1409695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24" name="Textfeld 169">
              <a:extLst>
                <a:ext uri="{FF2B5EF4-FFF2-40B4-BE49-F238E27FC236}">
                  <a16:creationId xmlns:a16="http://schemas.microsoft.com/office/drawing/2014/main" id="{67432E70-327C-5769-D573-FF8AA74DAFF9}"/>
                </a:ext>
              </a:extLst>
            </p:cNvPr>
            <p:cNvSpPr txBox="1"/>
            <p:nvPr/>
          </p:nvSpPr>
          <p:spPr>
            <a:xfrm>
              <a:off x="6329512" y="1935116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25" name="Textfeld 169">
              <a:extLst>
                <a:ext uri="{FF2B5EF4-FFF2-40B4-BE49-F238E27FC236}">
                  <a16:creationId xmlns:a16="http://schemas.microsoft.com/office/drawing/2014/main" id="{C8B76388-0F8E-C1DE-3B10-A902B3179C02}"/>
                </a:ext>
              </a:extLst>
            </p:cNvPr>
            <p:cNvSpPr txBox="1"/>
            <p:nvPr/>
          </p:nvSpPr>
          <p:spPr>
            <a:xfrm>
              <a:off x="7035803" y="1935116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29" name="Textfeld 169">
              <a:extLst>
                <a:ext uri="{FF2B5EF4-FFF2-40B4-BE49-F238E27FC236}">
                  <a16:creationId xmlns:a16="http://schemas.microsoft.com/office/drawing/2014/main" id="{5C9F63D6-6797-9E22-329B-792FA6544F76}"/>
                </a:ext>
              </a:extLst>
            </p:cNvPr>
            <p:cNvSpPr txBox="1"/>
            <p:nvPr/>
          </p:nvSpPr>
          <p:spPr>
            <a:xfrm>
              <a:off x="6231404" y="2189581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70" name="Textfeld 169">
              <a:extLst>
                <a:ext uri="{FF2B5EF4-FFF2-40B4-BE49-F238E27FC236}">
                  <a16:creationId xmlns:a16="http://schemas.microsoft.com/office/drawing/2014/main" id="{95D28428-8C6A-10F6-4129-8E98A8E7D605}"/>
                </a:ext>
              </a:extLst>
            </p:cNvPr>
            <p:cNvSpPr txBox="1"/>
            <p:nvPr/>
          </p:nvSpPr>
          <p:spPr>
            <a:xfrm>
              <a:off x="7244743" y="1984753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71" name="Textfeld 169">
              <a:extLst>
                <a:ext uri="{FF2B5EF4-FFF2-40B4-BE49-F238E27FC236}">
                  <a16:creationId xmlns:a16="http://schemas.microsoft.com/office/drawing/2014/main" id="{70AB998D-93B2-4237-B4A2-12065D6F97BE}"/>
                </a:ext>
              </a:extLst>
            </p:cNvPr>
            <p:cNvSpPr txBox="1"/>
            <p:nvPr/>
          </p:nvSpPr>
          <p:spPr>
            <a:xfrm>
              <a:off x="7244743" y="2163318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sp>
        <p:nvSpPr>
          <p:cNvPr id="36" name="Text Box 82">
            <a:extLst>
              <a:ext uri="{FF2B5EF4-FFF2-40B4-BE49-F238E27FC236}">
                <a16:creationId xmlns:a16="http://schemas.microsoft.com/office/drawing/2014/main" id="{A86E7FAC-D012-8643-A9DD-B84EE56CF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7783" y="1871191"/>
            <a:ext cx="129073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Observation</a:t>
            </a:r>
          </a:p>
        </p:txBody>
      </p:sp>
      <p:sp>
        <p:nvSpPr>
          <p:cNvPr id="37" name="Rectangle 83">
            <a:extLst>
              <a:ext uri="{FF2B5EF4-FFF2-40B4-BE49-F238E27FC236}">
                <a16:creationId xmlns:a16="http://schemas.microsoft.com/office/drawing/2014/main" id="{14FFC7ED-4636-51E7-CD3A-25D6E5190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58306" y="1833091"/>
            <a:ext cx="1409694" cy="412750"/>
          </a:xfrm>
          <a:prstGeom prst="rect">
            <a:avLst/>
          </a:prstGeom>
          <a:noFill/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2" name="Textfeld 169">
            <a:extLst>
              <a:ext uri="{FF2B5EF4-FFF2-40B4-BE49-F238E27FC236}">
                <a16:creationId xmlns:a16="http://schemas.microsoft.com/office/drawing/2014/main" id="{402B1547-CB5A-BCFE-048C-EA4238ED56D3}"/>
              </a:ext>
            </a:extLst>
          </p:cNvPr>
          <p:cNvSpPr txBox="1"/>
          <p:nvPr/>
        </p:nvSpPr>
        <p:spPr>
          <a:xfrm>
            <a:off x="10460376" y="1883735"/>
            <a:ext cx="29835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</p:txBody>
      </p:sp>
      <p:cxnSp>
        <p:nvCxnSpPr>
          <p:cNvPr id="97" name="Gerade Verbindung mit Pfeil 96">
            <a:extLst>
              <a:ext uri="{FF2B5EF4-FFF2-40B4-BE49-F238E27FC236}">
                <a16:creationId xmlns:a16="http://schemas.microsoft.com/office/drawing/2014/main" id="{506C418B-FA7C-40EA-9E50-8D50E310378A}"/>
              </a:ext>
            </a:extLst>
          </p:cNvPr>
          <p:cNvCxnSpPr>
            <a:cxnSpLocks/>
            <a:stCxn id="37" idx="2"/>
            <a:endCxn id="42" idx="0"/>
          </p:cNvCxnSpPr>
          <p:nvPr/>
        </p:nvCxnSpPr>
        <p:spPr>
          <a:xfrm flipH="1">
            <a:off x="11162365" y="2245841"/>
            <a:ext cx="788" cy="513380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101" name="Textfeld 169">
            <a:extLst>
              <a:ext uri="{FF2B5EF4-FFF2-40B4-BE49-F238E27FC236}">
                <a16:creationId xmlns:a16="http://schemas.microsoft.com/office/drawing/2014/main" id="{08611245-C212-9B72-1629-BF3A342CBB74}"/>
              </a:ext>
            </a:extLst>
          </p:cNvPr>
          <p:cNvSpPr txBox="1"/>
          <p:nvPr/>
        </p:nvSpPr>
        <p:spPr>
          <a:xfrm>
            <a:off x="4716395" y="2205957"/>
            <a:ext cx="547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1..*</a:t>
            </a:r>
          </a:p>
        </p:txBody>
      </p:sp>
      <p:sp>
        <p:nvSpPr>
          <p:cNvPr id="102" name="Textfeld 169">
            <a:extLst>
              <a:ext uri="{FF2B5EF4-FFF2-40B4-BE49-F238E27FC236}">
                <a16:creationId xmlns:a16="http://schemas.microsoft.com/office/drawing/2014/main" id="{F6EB8E70-FBFE-2B71-EA44-942975F5B5A0}"/>
              </a:ext>
            </a:extLst>
          </p:cNvPr>
          <p:cNvSpPr txBox="1"/>
          <p:nvPr/>
        </p:nvSpPr>
        <p:spPr>
          <a:xfrm>
            <a:off x="4126955" y="2203594"/>
            <a:ext cx="547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1..*</a:t>
            </a:r>
          </a:p>
        </p:txBody>
      </p:sp>
      <p:sp>
        <p:nvSpPr>
          <p:cNvPr id="104" name="Textfeld 169">
            <a:extLst>
              <a:ext uri="{FF2B5EF4-FFF2-40B4-BE49-F238E27FC236}">
                <a16:creationId xmlns:a16="http://schemas.microsoft.com/office/drawing/2014/main" id="{5BC84E8F-A35F-A352-1E52-E02675B7D1FB}"/>
              </a:ext>
            </a:extLst>
          </p:cNvPr>
          <p:cNvSpPr txBox="1"/>
          <p:nvPr/>
        </p:nvSpPr>
        <p:spPr>
          <a:xfrm>
            <a:off x="4768175" y="3529821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05" name="Textfeld 169">
            <a:extLst>
              <a:ext uri="{FF2B5EF4-FFF2-40B4-BE49-F238E27FC236}">
                <a16:creationId xmlns:a16="http://schemas.microsoft.com/office/drawing/2014/main" id="{702B0F8E-D738-AD6F-1862-AD36BE633553}"/>
              </a:ext>
            </a:extLst>
          </p:cNvPr>
          <p:cNvSpPr txBox="1"/>
          <p:nvPr/>
        </p:nvSpPr>
        <p:spPr>
          <a:xfrm>
            <a:off x="4759778" y="4485876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06" name="Textfeld 169">
            <a:extLst>
              <a:ext uri="{FF2B5EF4-FFF2-40B4-BE49-F238E27FC236}">
                <a16:creationId xmlns:a16="http://schemas.microsoft.com/office/drawing/2014/main" id="{544756ED-B840-C025-3A4C-68E29AE63FA0}"/>
              </a:ext>
            </a:extLst>
          </p:cNvPr>
          <p:cNvSpPr txBox="1"/>
          <p:nvPr/>
        </p:nvSpPr>
        <p:spPr>
          <a:xfrm>
            <a:off x="5297644" y="4247048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out</a:t>
            </a:r>
          </a:p>
        </p:txBody>
      </p:sp>
      <p:sp>
        <p:nvSpPr>
          <p:cNvPr id="109" name="Textfeld 169">
            <a:extLst>
              <a:ext uri="{FF2B5EF4-FFF2-40B4-BE49-F238E27FC236}">
                <a16:creationId xmlns:a16="http://schemas.microsoft.com/office/drawing/2014/main" id="{76D7673B-AF82-00F2-8198-406F547CA2EA}"/>
              </a:ext>
            </a:extLst>
          </p:cNvPr>
          <p:cNvSpPr txBox="1"/>
          <p:nvPr/>
        </p:nvSpPr>
        <p:spPr>
          <a:xfrm>
            <a:off x="5407074" y="3930278"/>
            <a:ext cx="328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in</a:t>
            </a:r>
          </a:p>
        </p:txBody>
      </p:sp>
      <p:sp>
        <p:nvSpPr>
          <p:cNvPr id="110" name="Textfeld 169">
            <a:extLst>
              <a:ext uri="{FF2B5EF4-FFF2-40B4-BE49-F238E27FC236}">
                <a16:creationId xmlns:a16="http://schemas.microsoft.com/office/drawing/2014/main" id="{DB071100-D853-40E9-1BD9-36E255024260}"/>
              </a:ext>
            </a:extLst>
          </p:cNvPr>
          <p:cNvSpPr txBox="1"/>
          <p:nvPr/>
        </p:nvSpPr>
        <p:spPr>
          <a:xfrm>
            <a:off x="5687708" y="3980445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11" name="Textfeld 169">
            <a:extLst>
              <a:ext uri="{FF2B5EF4-FFF2-40B4-BE49-F238E27FC236}">
                <a16:creationId xmlns:a16="http://schemas.microsoft.com/office/drawing/2014/main" id="{45D6BDE6-289B-2D23-835E-AC7D0CA2EF04}"/>
              </a:ext>
            </a:extLst>
          </p:cNvPr>
          <p:cNvSpPr txBox="1"/>
          <p:nvPr/>
        </p:nvSpPr>
        <p:spPr>
          <a:xfrm>
            <a:off x="5671947" y="4249310"/>
            <a:ext cx="5239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375561C5-77E1-02C4-9FE4-EDB9F8608322}"/>
              </a:ext>
            </a:extLst>
          </p:cNvPr>
          <p:cNvGrpSpPr/>
          <p:nvPr/>
        </p:nvGrpSpPr>
        <p:grpSpPr>
          <a:xfrm>
            <a:off x="5978641" y="2880300"/>
            <a:ext cx="1415104" cy="712691"/>
            <a:chOff x="4164286" y="2980783"/>
            <a:chExt cx="1415104" cy="712691"/>
          </a:xfrm>
        </p:grpSpPr>
        <p:grpSp>
          <p:nvGrpSpPr>
            <p:cNvPr id="115" name="Group 87">
              <a:extLst>
                <a:ext uri="{FF2B5EF4-FFF2-40B4-BE49-F238E27FC236}">
                  <a16:creationId xmlns:a16="http://schemas.microsoft.com/office/drawing/2014/main" id="{9235F5D3-5A12-B93E-A970-0DFF852505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64286" y="2980783"/>
              <a:ext cx="1414463" cy="412750"/>
              <a:chOff x="3441" y="2592"/>
              <a:chExt cx="891" cy="260"/>
            </a:xfrm>
          </p:grpSpPr>
          <p:sp>
            <p:nvSpPr>
              <p:cNvPr id="117" name="Text Box 82">
                <a:extLst>
                  <a:ext uri="{FF2B5EF4-FFF2-40B4-BE49-F238E27FC236}">
                    <a16:creationId xmlns:a16="http://schemas.microsoft.com/office/drawing/2014/main" id="{6364B172-4927-CA14-8041-03FD85DB24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08" y="2616"/>
                <a:ext cx="354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Port</a:t>
                </a:r>
              </a:p>
            </p:txBody>
          </p:sp>
          <p:sp>
            <p:nvSpPr>
              <p:cNvPr id="118" name="Rectangle 83">
                <a:extLst>
                  <a:ext uri="{FF2B5EF4-FFF2-40B4-BE49-F238E27FC236}">
                    <a16:creationId xmlns:a16="http://schemas.microsoft.com/office/drawing/2014/main" id="{ABA119B7-07A6-01C7-76FA-824327710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1" y="2592"/>
                <a:ext cx="891" cy="26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116" name="AutoShape 37">
              <a:extLst>
                <a:ext uri="{FF2B5EF4-FFF2-40B4-BE49-F238E27FC236}">
                  <a16:creationId xmlns:a16="http://schemas.microsoft.com/office/drawing/2014/main" id="{5708A57A-2241-BE1F-2238-61CC96523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9116" y="3402961"/>
              <a:ext cx="304800" cy="29051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>
              <a:spAutoFit/>
            </a:bodyPr>
            <a:lstStyle/>
            <a:p>
              <a:endParaRPr lang="en-US" dirty="0"/>
            </a:p>
          </p:txBody>
        </p:sp>
        <p:sp>
          <p:nvSpPr>
            <p:cNvPr id="113" name="Textfeld 169">
              <a:extLst>
                <a:ext uri="{FF2B5EF4-FFF2-40B4-BE49-F238E27FC236}">
                  <a16:creationId xmlns:a16="http://schemas.microsoft.com/office/drawing/2014/main" id="{3FDBF117-AC16-0CE1-E857-A2C897DBAF22}"/>
                </a:ext>
              </a:extLst>
            </p:cNvPr>
            <p:cNvSpPr txBox="1"/>
            <p:nvPr/>
          </p:nvSpPr>
          <p:spPr>
            <a:xfrm>
              <a:off x="5281032" y="3004628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20" name="Textfeld 169">
              <a:extLst>
                <a:ext uri="{FF2B5EF4-FFF2-40B4-BE49-F238E27FC236}">
                  <a16:creationId xmlns:a16="http://schemas.microsoft.com/office/drawing/2014/main" id="{62505F43-22F5-C76F-72BD-A546837054CE}"/>
                </a:ext>
              </a:extLst>
            </p:cNvPr>
            <p:cNvSpPr txBox="1"/>
            <p:nvPr/>
          </p:nvSpPr>
          <p:spPr>
            <a:xfrm>
              <a:off x="5249282" y="3237168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cxnSp>
        <p:nvCxnSpPr>
          <p:cNvPr id="127" name="Verbinder: gewinkelt 87">
            <a:extLst>
              <a:ext uri="{FF2B5EF4-FFF2-40B4-BE49-F238E27FC236}">
                <a16:creationId xmlns:a16="http://schemas.microsoft.com/office/drawing/2014/main" id="{86D099F0-2225-F6F5-AF06-B3681D86A972}"/>
              </a:ext>
            </a:extLst>
          </p:cNvPr>
          <p:cNvCxnSpPr>
            <a:cxnSpLocks/>
            <a:stCxn id="113" idx="3"/>
            <a:endCxn id="129" idx="2"/>
          </p:cNvCxnSpPr>
          <p:nvPr/>
        </p:nvCxnSpPr>
        <p:spPr>
          <a:xfrm flipV="1">
            <a:off x="7393745" y="2242986"/>
            <a:ext cx="643252" cy="738103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 type="triangle"/>
            <a:tailEnd type="triangle" w="med" len="med"/>
          </a:ln>
        </p:spPr>
      </p:cxnSp>
      <p:sp>
        <p:nvSpPr>
          <p:cNvPr id="135" name="Textfeld 169">
            <a:extLst>
              <a:ext uri="{FF2B5EF4-FFF2-40B4-BE49-F238E27FC236}">
                <a16:creationId xmlns:a16="http://schemas.microsoft.com/office/drawing/2014/main" id="{7F28EFBB-45F7-626C-3B51-7E592B2F483A}"/>
              </a:ext>
            </a:extLst>
          </p:cNvPr>
          <p:cNvSpPr txBox="1"/>
          <p:nvPr/>
        </p:nvSpPr>
        <p:spPr>
          <a:xfrm>
            <a:off x="7981496" y="2229252"/>
            <a:ext cx="4891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</a:rPr>
              <a:t>0..1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5EF4C04C-2DA2-BCD2-61C1-FBD24E64E77E}"/>
              </a:ext>
            </a:extLst>
          </p:cNvPr>
          <p:cNvGrpSpPr/>
          <p:nvPr/>
        </p:nvGrpSpPr>
        <p:grpSpPr>
          <a:xfrm>
            <a:off x="10457518" y="2759221"/>
            <a:ext cx="1409694" cy="412750"/>
            <a:chOff x="8871299" y="3365841"/>
            <a:chExt cx="1409694" cy="412750"/>
          </a:xfrm>
        </p:grpSpPr>
        <p:sp>
          <p:nvSpPr>
            <p:cNvPr id="41" name="Text Box 82">
              <a:extLst>
                <a:ext uri="{FF2B5EF4-FFF2-40B4-BE49-F238E27FC236}">
                  <a16:creationId xmlns:a16="http://schemas.microsoft.com/office/drawing/2014/main" id="{986D3CE8-B027-93F3-3E49-60577780DD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22523" y="3389041"/>
              <a:ext cx="707245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Value</a:t>
              </a:r>
            </a:p>
          </p:txBody>
        </p:sp>
        <p:sp>
          <p:nvSpPr>
            <p:cNvPr id="42" name="Rectangle 83">
              <a:extLst>
                <a:ext uri="{FF2B5EF4-FFF2-40B4-BE49-F238E27FC236}">
                  <a16:creationId xmlns:a16="http://schemas.microsoft.com/office/drawing/2014/main" id="{52E5103E-6ECF-385B-6921-9D25C3AB74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1299" y="3365841"/>
              <a:ext cx="1409694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cxnSp>
        <p:nvCxnSpPr>
          <p:cNvPr id="146" name="Verbinder: gewinkelt 87">
            <a:extLst>
              <a:ext uri="{FF2B5EF4-FFF2-40B4-BE49-F238E27FC236}">
                <a16:creationId xmlns:a16="http://schemas.microsoft.com/office/drawing/2014/main" id="{CD886444-3BA8-7244-DC3A-085B2992340B}"/>
              </a:ext>
            </a:extLst>
          </p:cNvPr>
          <p:cNvCxnSpPr>
            <a:cxnSpLocks/>
            <a:stCxn id="42" idx="2"/>
            <a:endCxn id="108" idx="3"/>
          </p:cNvCxnSpPr>
          <p:nvPr/>
        </p:nvCxnSpPr>
        <p:spPr>
          <a:xfrm rot="5400000">
            <a:off x="9881359" y="2492155"/>
            <a:ext cx="601190" cy="1960822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163" name="Textfeld 169">
            <a:extLst>
              <a:ext uri="{FF2B5EF4-FFF2-40B4-BE49-F238E27FC236}">
                <a16:creationId xmlns:a16="http://schemas.microsoft.com/office/drawing/2014/main" id="{E8B6B90A-C517-4F5A-54A1-22AC14079DD7}"/>
              </a:ext>
            </a:extLst>
          </p:cNvPr>
          <p:cNvSpPr txBox="1"/>
          <p:nvPr/>
        </p:nvSpPr>
        <p:spPr>
          <a:xfrm>
            <a:off x="9248227" y="2711770"/>
            <a:ext cx="1239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eaLnBrk="0" hangingPunct="0"/>
            <a:r>
              <a:rPr lang="en-US" sz="1400" dirty="0">
                <a:solidFill>
                  <a:prstClr val="black"/>
                </a:solidFill>
              </a:rPr>
              <a:t>*</a:t>
            </a:r>
            <a:br>
              <a:rPr lang="en-US" sz="1400" dirty="0">
                <a:solidFill>
                  <a:prstClr val="black"/>
                </a:solidFill>
              </a:rPr>
            </a:br>
            <a:r>
              <a:rPr lang="en-US" sz="1400" dirty="0">
                <a:solidFill>
                  <a:prstClr val="black"/>
                </a:solidFill>
              </a:rPr>
              <a:t>{ordered}</a:t>
            </a:r>
          </a:p>
        </p:txBody>
      </p:sp>
      <p:sp>
        <p:nvSpPr>
          <p:cNvPr id="164" name="Textfeld 169">
            <a:extLst>
              <a:ext uri="{FF2B5EF4-FFF2-40B4-BE49-F238E27FC236}">
                <a16:creationId xmlns:a16="http://schemas.microsoft.com/office/drawing/2014/main" id="{72066C95-9C5C-01BC-E930-4BBFF5681059}"/>
              </a:ext>
            </a:extLst>
          </p:cNvPr>
          <p:cNvSpPr txBox="1"/>
          <p:nvPr/>
        </p:nvSpPr>
        <p:spPr>
          <a:xfrm>
            <a:off x="10213866" y="2458269"/>
            <a:ext cx="9695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eaLnBrk="0" hangingPunct="0"/>
            <a:r>
              <a:rPr lang="en-US" sz="1400" dirty="0">
                <a:solidFill>
                  <a:prstClr val="black"/>
                </a:solidFill>
              </a:rPr>
              <a:t>{ordered}</a:t>
            </a:r>
          </a:p>
        </p:txBody>
      </p:sp>
      <p:grpSp>
        <p:nvGrpSpPr>
          <p:cNvPr id="167" name="Gruppieren 166">
            <a:extLst>
              <a:ext uri="{FF2B5EF4-FFF2-40B4-BE49-F238E27FC236}">
                <a16:creationId xmlns:a16="http://schemas.microsoft.com/office/drawing/2014/main" id="{B7C03D2D-AC68-2259-7EE6-C3530266FFF7}"/>
              </a:ext>
            </a:extLst>
          </p:cNvPr>
          <p:cNvGrpSpPr/>
          <p:nvPr/>
        </p:nvGrpSpPr>
        <p:grpSpPr>
          <a:xfrm>
            <a:off x="7787080" y="3566786"/>
            <a:ext cx="1414463" cy="671747"/>
            <a:chOff x="6130666" y="3341842"/>
            <a:chExt cx="1414463" cy="671747"/>
          </a:xfrm>
        </p:grpSpPr>
        <p:sp>
          <p:nvSpPr>
            <p:cNvPr id="107" name="Text Box 82">
              <a:extLst>
                <a:ext uri="{FF2B5EF4-FFF2-40B4-BE49-F238E27FC236}">
                  <a16:creationId xmlns:a16="http://schemas.microsoft.com/office/drawing/2014/main" id="{89B7DD98-5465-6A8B-D0B9-3D67263988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21191" y="3379942"/>
              <a:ext cx="628650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Type</a:t>
              </a:r>
            </a:p>
          </p:txBody>
        </p:sp>
        <p:sp>
          <p:nvSpPr>
            <p:cNvPr id="108" name="Rectangle 83">
              <a:extLst>
                <a:ext uri="{FF2B5EF4-FFF2-40B4-BE49-F238E27FC236}">
                  <a16:creationId xmlns:a16="http://schemas.microsoft.com/office/drawing/2014/main" id="{6344571D-9725-529C-61F1-398BAB5C65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0666" y="3341842"/>
              <a:ext cx="1414463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63" name="AutoShape 50">
              <a:extLst>
                <a:ext uri="{FF2B5EF4-FFF2-40B4-BE49-F238E27FC236}">
                  <a16:creationId xmlns:a16="http://schemas.microsoft.com/office/drawing/2014/main" id="{66FEB1FD-044A-6BAA-171B-172122658BE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6753761" y="3761177"/>
              <a:ext cx="168275" cy="252412"/>
            </a:xfrm>
            <a:prstGeom prst="diamond">
              <a:avLst/>
            </a:prstGeom>
            <a:solidFill>
              <a:sysClr val="windowText" lastClr="000000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66" name="Textfeld 169">
              <a:extLst>
                <a:ext uri="{FF2B5EF4-FFF2-40B4-BE49-F238E27FC236}">
                  <a16:creationId xmlns:a16="http://schemas.microsoft.com/office/drawing/2014/main" id="{3B1220EA-3474-1410-3E4B-D09C4774D7C4}"/>
                </a:ext>
              </a:extLst>
            </p:cNvPr>
            <p:cNvSpPr txBox="1"/>
            <p:nvPr/>
          </p:nvSpPr>
          <p:spPr>
            <a:xfrm>
              <a:off x="7172157" y="3602244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cxnSp>
        <p:nvCxnSpPr>
          <p:cNvPr id="170" name="Gerade Verbindung mit Pfeil 169">
            <a:extLst>
              <a:ext uri="{FF2B5EF4-FFF2-40B4-BE49-F238E27FC236}">
                <a16:creationId xmlns:a16="http://schemas.microsoft.com/office/drawing/2014/main" id="{B4A8BE56-5B97-FE39-1B1A-13D263F49C42}"/>
              </a:ext>
            </a:extLst>
          </p:cNvPr>
          <p:cNvCxnSpPr>
            <a:cxnSpLocks/>
            <a:stCxn id="82" idx="1"/>
            <a:endCxn id="70" idx="3"/>
          </p:cNvCxnSpPr>
          <p:nvPr/>
        </p:nvCxnSpPr>
        <p:spPr>
          <a:xfrm flipH="1">
            <a:off x="9199515" y="1960679"/>
            <a:ext cx="1260861" cy="535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 type="triangle"/>
            <a:tailEnd type="triangle" w="med" len="med"/>
          </a:ln>
        </p:spPr>
      </p:cxnSp>
      <p:sp>
        <p:nvSpPr>
          <p:cNvPr id="173" name="Textfeld 169">
            <a:extLst>
              <a:ext uri="{FF2B5EF4-FFF2-40B4-BE49-F238E27FC236}">
                <a16:creationId xmlns:a16="http://schemas.microsoft.com/office/drawing/2014/main" id="{9B7BB3A9-EAA3-3A7E-30D2-989D9E578004}"/>
              </a:ext>
            </a:extLst>
          </p:cNvPr>
          <p:cNvSpPr txBox="1"/>
          <p:nvPr/>
        </p:nvSpPr>
        <p:spPr>
          <a:xfrm>
            <a:off x="7388342" y="2735015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74" name="Textfeld 169">
            <a:extLst>
              <a:ext uri="{FF2B5EF4-FFF2-40B4-BE49-F238E27FC236}">
                <a16:creationId xmlns:a16="http://schemas.microsoft.com/office/drawing/2014/main" id="{F8379769-3C79-2C5E-AD2F-30A7EAEB5323}"/>
              </a:ext>
            </a:extLst>
          </p:cNvPr>
          <p:cNvSpPr txBox="1"/>
          <p:nvPr/>
        </p:nvSpPr>
        <p:spPr>
          <a:xfrm>
            <a:off x="7504505" y="3508340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75" name="Textfeld 169">
            <a:extLst>
              <a:ext uri="{FF2B5EF4-FFF2-40B4-BE49-F238E27FC236}">
                <a16:creationId xmlns:a16="http://schemas.microsoft.com/office/drawing/2014/main" id="{86C41B41-D4C4-E842-32F0-98AD32F355D9}"/>
              </a:ext>
            </a:extLst>
          </p:cNvPr>
          <p:cNvSpPr txBox="1"/>
          <p:nvPr/>
        </p:nvSpPr>
        <p:spPr>
          <a:xfrm>
            <a:off x="8441521" y="3309823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76" name="Textfeld 169">
            <a:extLst>
              <a:ext uri="{FF2B5EF4-FFF2-40B4-BE49-F238E27FC236}">
                <a16:creationId xmlns:a16="http://schemas.microsoft.com/office/drawing/2014/main" id="{F3C7BE52-08B6-F485-2061-9B1C41781DF5}"/>
              </a:ext>
            </a:extLst>
          </p:cNvPr>
          <p:cNvSpPr txBox="1"/>
          <p:nvPr/>
        </p:nvSpPr>
        <p:spPr>
          <a:xfrm>
            <a:off x="9154562" y="3518628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77" name="Textfeld 169">
            <a:extLst>
              <a:ext uri="{FF2B5EF4-FFF2-40B4-BE49-F238E27FC236}">
                <a16:creationId xmlns:a16="http://schemas.microsoft.com/office/drawing/2014/main" id="{EFE19DE9-0B1E-4076-A166-58225CAFF176}"/>
              </a:ext>
            </a:extLst>
          </p:cNvPr>
          <p:cNvSpPr txBox="1"/>
          <p:nvPr/>
        </p:nvSpPr>
        <p:spPr>
          <a:xfrm>
            <a:off x="8460005" y="4234546"/>
            <a:ext cx="6669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sp>
        <p:nvSpPr>
          <p:cNvPr id="178" name="Textfeld 169">
            <a:extLst>
              <a:ext uri="{FF2B5EF4-FFF2-40B4-BE49-F238E27FC236}">
                <a16:creationId xmlns:a16="http://schemas.microsoft.com/office/drawing/2014/main" id="{7B494332-8610-3D5B-6FB4-4DBD6CABC7E6}"/>
              </a:ext>
            </a:extLst>
          </p:cNvPr>
          <p:cNvSpPr txBox="1"/>
          <p:nvPr/>
        </p:nvSpPr>
        <p:spPr>
          <a:xfrm>
            <a:off x="7167374" y="3247137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79" name="Textfeld 169">
            <a:extLst>
              <a:ext uri="{FF2B5EF4-FFF2-40B4-BE49-F238E27FC236}">
                <a16:creationId xmlns:a16="http://schemas.microsoft.com/office/drawing/2014/main" id="{48661ED5-BA68-EBF3-8607-19C54C044862}"/>
              </a:ext>
            </a:extLst>
          </p:cNvPr>
          <p:cNvSpPr txBox="1"/>
          <p:nvPr/>
        </p:nvSpPr>
        <p:spPr>
          <a:xfrm>
            <a:off x="8460571" y="2258621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80" name="Textfeld 169">
            <a:extLst>
              <a:ext uri="{FF2B5EF4-FFF2-40B4-BE49-F238E27FC236}">
                <a16:creationId xmlns:a16="http://schemas.microsoft.com/office/drawing/2014/main" id="{A02AF184-31F4-9AB8-16CF-AC7FB3BA549E}"/>
              </a:ext>
            </a:extLst>
          </p:cNvPr>
          <p:cNvSpPr txBox="1"/>
          <p:nvPr/>
        </p:nvSpPr>
        <p:spPr>
          <a:xfrm>
            <a:off x="11140452" y="3120975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81" name="Textfeld 169">
            <a:extLst>
              <a:ext uri="{FF2B5EF4-FFF2-40B4-BE49-F238E27FC236}">
                <a16:creationId xmlns:a16="http://schemas.microsoft.com/office/drawing/2014/main" id="{B9DEA424-30B4-859A-89AB-467FC057E910}"/>
              </a:ext>
            </a:extLst>
          </p:cNvPr>
          <p:cNvSpPr txBox="1"/>
          <p:nvPr/>
        </p:nvSpPr>
        <p:spPr>
          <a:xfrm>
            <a:off x="11140451" y="2203523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82" name="Textfeld 169">
            <a:extLst>
              <a:ext uri="{FF2B5EF4-FFF2-40B4-BE49-F238E27FC236}">
                <a16:creationId xmlns:a16="http://schemas.microsoft.com/office/drawing/2014/main" id="{4B1FB061-A8E4-4319-98AE-5B89E5E4A230}"/>
              </a:ext>
            </a:extLst>
          </p:cNvPr>
          <p:cNvSpPr txBox="1"/>
          <p:nvPr/>
        </p:nvSpPr>
        <p:spPr>
          <a:xfrm>
            <a:off x="11140452" y="2509022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83" name="Textfeld 169">
            <a:extLst>
              <a:ext uri="{FF2B5EF4-FFF2-40B4-BE49-F238E27FC236}">
                <a16:creationId xmlns:a16="http://schemas.microsoft.com/office/drawing/2014/main" id="{9FAB837E-E081-EF2C-A092-3BE7A070A92E}"/>
              </a:ext>
            </a:extLst>
          </p:cNvPr>
          <p:cNvSpPr txBox="1"/>
          <p:nvPr/>
        </p:nvSpPr>
        <p:spPr>
          <a:xfrm>
            <a:off x="9218493" y="1709309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84" name="Textfeld 169">
            <a:extLst>
              <a:ext uri="{FF2B5EF4-FFF2-40B4-BE49-F238E27FC236}">
                <a16:creationId xmlns:a16="http://schemas.microsoft.com/office/drawing/2014/main" id="{645FFC5F-EAB3-2698-8D5E-D20F99E41040}"/>
              </a:ext>
            </a:extLst>
          </p:cNvPr>
          <p:cNvSpPr txBox="1"/>
          <p:nvPr/>
        </p:nvSpPr>
        <p:spPr>
          <a:xfrm>
            <a:off x="10199455" y="1746774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94" name="Textfeld 193">
            <a:extLst>
              <a:ext uri="{FF2B5EF4-FFF2-40B4-BE49-F238E27FC236}">
                <a16:creationId xmlns:a16="http://schemas.microsoft.com/office/drawing/2014/main" id="{E8E9FBF4-7286-ADB3-F148-4A79C325FC14}"/>
              </a:ext>
            </a:extLst>
          </p:cNvPr>
          <p:cNvSpPr txBox="1"/>
          <p:nvPr/>
        </p:nvSpPr>
        <p:spPr>
          <a:xfrm>
            <a:off x="9875698" y="970108"/>
            <a:ext cx="1363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i="1" dirty="0">
                <a:solidFill>
                  <a:srgbClr val="00549F"/>
                </a:solidFill>
                <a:latin typeface="Trebuchet MS" panose="020B0603020202020204" pitchFamily="34" charset="0"/>
              </a:rPr>
              <a:t>Monitoring</a:t>
            </a:r>
            <a:endParaRPr lang="de-DE" dirty="0"/>
          </a:p>
        </p:txBody>
      </p:sp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09A8F5F4-9AD6-DA6B-C494-329D7F7FDE7A}"/>
              </a:ext>
            </a:extLst>
          </p:cNvPr>
          <p:cNvSpPr/>
          <p:nvPr/>
        </p:nvSpPr>
        <p:spPr bwMode="auto">
          <a:xfrm rot="21216338">
            <a:off x="9476163" y="1010886"/>
            <a:ext cx="2194361" cy="3291840"/>
          </a:xfrm>
          <a:custGeom>
            <a:avLst/>
            <a:gdLst>
              <a:gd name="connsiteX0" fmla="*/ 631568 w 2194361"/>
              <a:gd name="connsiteY0" fmla="*/ 0 h 3291840"/>
              <a:gd name="connsiteX1" fmla="*/ 49677 w 2194361"/>
              <a:gd name="connsiteY1" fmla="*/ 1413163 h 3291840"/>
              <a:gd name="connsiteX2" fmla="*/ 274121 w 2194361"/>
              <a:gd name="connsiteY2" fmla="*/ 2493818 h 3291840"/>
              <a:gd name="connsiteX3" fmla="*/ 2194361 w 2194361"/>
              <a:gd name="connsiteY3" fmla="*/ 3291840 h 3291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94361" h="3291840">
                <a:moveTo>
                  <a:pt x="631568" y="0"/>
                </a:moveTo>
                <a:cubicBezTo>
                  <a:pt x="370409" y="498763"/>
                  <a:pt x="109251" y="997527"/>
                  <a:pt x="49677" y="1413163"/>
                </a:cubicBezTo>
                <a:cubicBezTo>
                  <a:pt x="-9897" y="1828799"/>
                  <a:pt x="-83326" y="2180705"/>
                  <a:pt x="274121" y="2493818"/>
                </a:cubicBezTo>
                <a:cubicBezTo>
                  <a:pt x="631568" y="2806931"/>
                  <a:pt x="1412964" y="3049385"/>
                  <a:pt x="2194361" y="329184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dash"/>
            <a:round/>
            <a:headEnd type="none" w="sm" len="sm"/>
            <a:tailEnd type="none" w="med" len="med"/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AutoShape 40">
            <a:extLst>
              <a:ext uri="{FF2B5EF4-FFF2-40B4-BE49-F238E27FC236}">
                <a16:creationId xmlns:a16="http://schemas.microsoft.com/office/drawing/2014/main" id="{93ED320D-E348-306D-E77F-264C9FF87CB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515987" y="1043706"/>
            <a:ext cx="423156" cy="211578"/>
          </a:xfrm>
          <a:prstGeom prst="foldedCorner">
            <a:avLst>
              <a:gd name="adj" fmla="val 27606"/>
            </a:avLst>
          </a:prstGeom>
          <a:solidFill>
            <a:sysClr val="window" lastClr="FFFFFF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rot="10800000" wrap="none" anchor="ctr" anchorCtr="1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CD</a:t>
            </a:r>
          </a:p>
        </p:txBody>
      </p:sp>
    </p:spTree>
    <p:extLst>
      <p:ext uri="{BB962C8B-B14F-4D97-AF65-F5344CB8AC3E}">
        <p14:creationId xmlns:p14="http://schemas.microsoft.com/office/powerpoint/2010/main" val="341611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2472BEB-1624-80A2-0806-D1BFE1276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Alternatives Layout</a:t>
            </a:r>
          </a:p>
        </p:txBody>
      </p:sp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43212AF2-5C35-8E73-B76F-6EA138B6C174}"/>
              </a:ext>
            </a:extLst>
          </p:cNvPr>
          <p:cNvGrpSpPr/>
          <p:nvPr/>
        </p:nvGrpSpPr>
        <p:grpSpPr>
          <a:xfrm>
            <a:off x="7597965" y="3121315"/>
            <a:ext cx="1672659" cy="671126"/>
            <a:chOff x="3094354" y="1403609"/>
            <a:chExt cx="1672659" cy="671126"/>
          </a:xfrm>
        </p:grpSpPr>
        <p:cxnSp>
          <p:nvCxnSpPr>
            <p:cNvPr id="47" name="Verbinder: gewinkelt 87">
              <a:extLst>
                <a:ext uri="{FF2B5EF4-FFF2-40B4-BE49-F238E27FC236}">
                  <a16:creationId xmlns:a16="http://schemas.microsoft.com/office/drawing/2014/main" id="{9BD66F53-02F8-0245-5342-5DB7E16F73E5}"/>
                </a:ext>
              </a:extLst>
            </p:cNvPr>
            <p:cNvCxnSpPr>
              <a:cxnSpLocks/>
              <a:stCxn id="81" idx="2"/>
              <a:endCxn id="57" idx="0"/>
            </p:cNvCxnSpPr>
            <p:nvPr/>
          </p:nvCxnSpPr>
          <p:spPr>
            <a:xfrm rot="16200000" flipH="1">
              <a:off x="3718165" y="1317386"/>
              <a:ext cx="255394" cy="427840"/>
            </a:xfrm>
            <a:prstGeom prst="bentConnector3">
              <a:avLst>
                <a:gd name="adj1" fmla="val -89509"/>
              </a:avLst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</p:spPr>
        </p:cxnSp>
        <p:sp>
          <p:nvSpPr>
            <p:cNvPr id="48" name="Text Box 82">
              <a:extLst>
                <a:ext uri="{FF2B5EF4-FFF2-40B4-BE49-F238E27FC236}">
                  <a16:creationId xmlns:a16="http://schemas.microsoft.com/office/drawing/2014/main" id="{2E6CCE68-4D26-3E46-3B4B-C83A7CA526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3213" y="1697103"/>
              <a:ext cx="969963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Function</a:t>
              </a:r>
            </a:p>
          </p:txBody>
        </p:sp>
        <p:sp>
          <p:nvSpPr>
            <p:cNvPr id="57" name="Rectangle 83">
              <a:extLst>
                <a:ext uri="{FF2B5EF4-FFF2-40B4-BE49-F238E27FC236}">
                  <a16:creationId xmlns:a16="http://schemas.microsoft.com/office/drawing/2014/main" id="{6C69CBA5-6820-2D85-A9E6-F0D687810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2550" y="1659003"/>
              <a:ext cx="1414463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4" name="AutoShape 50">
              <a:extLst>
                <a:ext uri="{FF2B5EF4-FFF2-40B4-BE49-F238E27FC236}">
                  <a16:creationId xmlns:a16="http://schemas.microsoft.com/office/drawing/2014/main" id="{4BCB37B3-246C-B80E-0B3B-27CE4BD5E8C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136422" y="1745823"/>
              <a:ext cx="168275" cy="252412"/>
            </a:xfrm>
            <a:prstGeom prst="diamond">
              <a:avLst/>
            </a:prstGeom>
            <a:solidFill>
              <a:sysClr val="windowText" lastClr="000000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5" name="Textfeld 169">
              <a:extLst>
                <a:ext uri="{FF2B5EF4-FFF2-40B4-BE49-F238E27FC236}">
                  <a16:creationId xmlns:a16="http://schemas.microsoft.com/office/drawing/2014/main" id="{A742F8FD-B8DE-99D1-3A56-9FF3B4EC2CF2}"/>
                </a:ext>
              </a:extLst>
            </p:cNvPr>
            <p:cNvSpPr txBox="1"/>
            <p:nvPr/>
          </p:nvSpPr>
          <p:spPr>
            <a:xfrm>
              <a:off x="3631943" y="1854578"/>
              <a:ext cx="29835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8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76" name="Textfeld 169">
              <a:extLst>
                <a:ext uri="{FF2B5EF4-FFF2-40B4-BE49-F238E27FC236}">
                  <a16:creationId xmlns:a16="http://schemas.microsoft.com/office/drawing/2014/main" id="{AA661F45-9377-AAD5-8921-3D60F173FBBC}"/>
                </a:ext>
              </a:extLst>
            </p:cNvPr>
            <p:cNvSpPr txBox="1"/>
            <p:nvPr/>
          </p:nvSpPr>
          <p:spPr>
            <a:xfrm>
              <a:off x="4195922" y="1859291"/>
              <a:ext cx="29835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8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81" name="AutoShape 50">
              <a:extLst>
                <a:ext uri="{FF2B5EF4-FFF2-40B4-BE49-F238E27FC236}">
                  <a16:creationId xmlns:a16="http://schemas.microsoft.com/office/drawing/2014/main" id="{7FBB79BE-5472-26D3-14BB-4674C5C0A19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3547805" y="1403609"/>
              <a:ext cx="168275" cy="252412"/>
            </a:xfrm>
            <a:prstGeom prst="diamond">
              <a:avLst/>
            </a:prstGeom>
            <a:solidFill>
              <a:sysClr val="windowText" lastClr="000000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E6D7175A-5FFA-CA72-4D0C-436B010B5E4D}"/>
              </a:ext>
            </a:extLst>
          </p:cNvPr>
          <p:cNvGrpSpPr/>
          <p:nvPr/>
        </p:nvGrpSpPr>
        <p:grpSpPr>
          <a:xfrm>
            <a:off x="9937144" y="3833037"/>
            <a:ext cx="1414463" cy="412750"/>
            <a:chOff x="7497215" y="4334214"/>
            <a:chExt cx="1414463" cy="412750"/>
          </a:xfrm>
        </p:grpSpPr>
        <p:grpSp>
          <p:nvGrpSpPr>
            <p:cNvPr id="85" name="Group 87">
              <a:extLst>
                <a:ext uri="{FF2B5EF4-FFF2-40B4-BE49-F238E27FC236}">
                  <a16:creationId xmlns:a16="http://schemas.microsoft.com/office/drawing/2014/main" id="{08879DE1-631C-B3E6-79A9-0BF722F6BA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97215" y="4334214"/>
              <a:ext cx="1414463" cy="412750"/>
              <a:chOff x="3441" y="2592"/>
              <a:chExt cx="891" cy="260"/>
            </a:xfrm>
          </p:grpSpPr>
          <p:sp>
            <p:nvSpPr>
              <p:cNvPr id="87" name="Text Box 82">
                <a:extLst>
                  <a:ext uri="{FF2B5EF4-FFF2-40B4-BE49-F238E27FC236}">
                    <a16:creationId xmlns:a16="http://schemas.microsoft.com/office/drawing/2014/main" id="{CC66CF99-BB29-2EE8-6234-A661173090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61" y="2616"/>
                <a:ext cx="448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Inport</a:t>
                </a:r>
              </a:p>
            </p:txBody>
          </p:sp>
          <p:sp>
            <p:nvSpPr>
              <p:cNvPr id="88" name="Rectangle 83">
                <a:extLst>
                  <a:ext uri="{FF2B5EF4-FFF2-40B4-BE49-F238E27FC236}">
                    <a16:creationId xmlns:a16="http://schemas.microsoft.com/office/drawing/2014/main" id="{183A5675-C351-2D8D-7F51-457DE51C93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1" y="2592"/>
                <a:ext cx="891" cy="26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86" name="Textfeld 169">
              <a:extLst>
                <a:ext uri="{FF2B5EF4-FFF2-40B4-BE49-F238E27FC236}">
                  <a16:creationId xmlns:a16="http://schemas.microsoft.com/office/drawing/2014/main" id="{B71A5076-E84E-8975-93B3-6862861D1C53}"/>
                </a:ext>
              </a:extLst>
            </p:cNvPr>
            <p:cNvSpPr txBox="1"/>
            <p:nvPr/>
          </p:nvSpPr>
          <p:spPr>
            <a:xfrm>
              <a:off x="8446813" y="4334624"/>
              <a:ext cx="29835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8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grpSp>
        <p:nvGrpSpPr>
          <p:cNvPr id="89" name="Gruppieren 88">
            <a:extLst>
              <a:ext uri="{FF2B5EF4-FFF2-40B4-BE49-F238E27FC236}">
                <a16:creationId xmlns:a16="http://schemas.microsoft.com/office/drawing/2014/main" id="{20E5E315-5EC4-A924-2F47-D8E0B1C571D1}"/>
              </a:ext>
            </a:extLst>
          </p:cNvPr>
          <p:cNvGrpSpPr/>
          <p:nvPr/>
        </p:nvGrpSpPr>
        <p:grpSpPr>
          <a:xfrm>
            <a:off x="9934762" y="4500607"/>
            <a:ext cx="1414463" cy="412750"/>
            <a:chOff x="9978688" y="4334214"/>
            <a:chExt cx="1414463" cy="412750"/>
          </a:xfrm>
        </p:grpSpPr>
        <p:grpSp>
          <p:nvGrpSpPr>
            <p:cNvPr id="90" name="Group 87">
              <a:extLst>
                <a:ext uri="{FF2B5EF4-FFF2-40B4-BE49-F238E27FC236}">
                  <a16:creationId xmlns:a16="http://schemas.microsoft.com/office/drawing/2014/main" id="{E78A8A73-5FBD-78F1-1CD7-72D7C40187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78688" y="4334214"/>
              <a:ext cx="1414463" cy="412750"/>
              <a:chOff x="3441" y="2592"/>
              <a:chExt cx="891" cy="260"/>
            </a:xfrm>
          </p:grpSpPr>
          <p:sp>
            <p:nvSpPr>
              <p:cNvPr id="94" name="Text Box 82">
                <a:extLst>
                  <a:ext uri="{FF2B5EF4-FFF2-40B4-BE49-F238E27FC236}">
                    <a16:creationId xmlns:a16="http://schemas.microsoft.com/office/drawing/2014/main" id="{A0D32A82-610F-BB3D-5A3C-F59093EC15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11" y="2616"/>
                <a:ext cx="549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Outport</a:t>
                </a:r>
              </a:p>
            </p:txBody>
          </p:sp>
          <p:sp>
            <p:nvSpPr>
              <p:cNvPr id="98" name="Rectangle 83">
                <a:extLst>
                  <a:ext uri="{FF2B5EF4-FFF2-40B4-BE49-F238E27FC236}">
                    <a16:creationId xmlns:a16="http://schemas.microsoft.com/office/drawing/2014/main" id="{B68FA06F-4BE7-D52C-F927-B0BB2C0E34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1" y="2592"/>
                <a:ext cx="891" cy="26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91" name="Textfeld 169">
              <a:extLst>
                <a:ext uri="{FF2B5EF4-FFF2-40B4-BE49-F238E27FC236}">
                  <a16:creationId xmlns:a16="http://schemas.microsoft.com/office/drawing/2014/main" id="{FAE0DB3F-D9C9-DCD8-50E4-7F7ACFA3E93D}"/>
                </a:ext>
              </a:extLst>
            </p:cNvPr>
            <p:cNvSpPr txBox="1"/>
            <p:nvPr/>
          </p:nvSpPr>
          <p:spPr>
            <a:xfrm>
              <a:off x="10112009" y="4335290"/>
              <a:ext cx="29835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8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grpSp>
        <p:nvGrpSpPr>
          <p:cNvPr id="103" name="Group 87">
            <a:extLst>
              <a:ext uri="{FF2B5EF4-FFF2-40B4-BE49-F238E27FC236}">
                <a16:creationId xmlns:a16="http://schemas.microsoft.com/office/drawing/2014/main" id="{0C406D64-5A9C-C4DF-16C7-8303DF892F59}"/>
              </a:ext>
            </a:extLst>
          </p:cNvPr>
          <p:cNvGrpSpPr>
            <a:grpSpLocks/>
          </p:cNvGrpSpPr>
          <p:nvPr/>
        </p:nvGrpSpPr>
        <p:grpSpPr bwMode="auto">
          <a:xfrm>
            <a:off x="5666824" y="2040026"/>
            <a:ext cx="1414463" cy="412750"/>
            <a:chOff x="3441" y="2592"/>
            <a:chExt cx="891" cy="260"/>
          </a:xfrm>
        </p:grpSpPr>
        <p:sp>
          <p:nvSpPr>
            <p:cNvPr id="107" name="Text Box 82">
              <a:extLst>
                <a:ext uri="{FF2B5EF4-FFF2-40B4-BE49-F238E27FC236}">
                  <a16:creationId xmlns:a16="http://schemas.microsoft.com/office/drawing/2014/main" id="{89B7DD98-5465-6A8B-D0B9-3D67263988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7" y="2616"/>
              <a:ext cx="396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Type</a:t>
              </a:r>
            </a:p>
          </p:txBody>
        </p:sp>
        <p:sp>
          <p:nvSpPr>
            <p:cNvPr id="108" name="Rectangle 83">
              <a:extLst>
                <a:ext uri="{FF2B5EF4-FFF2-40B4-BE49-F238E27FC236}">
                  <a16:creationId xmlns:a16="http://schemas.microsoft.com/office/drawing/2014/main" id="{6344571D-9725-529C-61F1-398BAB5C65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" y="2592"/>
              <a:ext cx="891" cy="26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114" name="Gruppieren 113">
            <a:extLst>
              <a:ext uri="{FF2B5EF4-FFF2-40B4-BE49-F238E27FC236}">
                <a16:creationId xmlns:a16="http://schemas.microsoft.com/office/drawing/2014/main" id="{B9D10CF2-4502-5516-8A48-5366E9A1D425}"/>
              </a:ext>
            </a:extLst>
          </p:cNvPr>
          <p:cNvGrpSpPr/>
          <p:nvPr/>
        </p:nvGrpSpPr>
        <p:grpSpPr>
          <a:xfrm>
            <a:off x="8798981" y="2034548"/>
            <a:ext cx="1414463" cy="712691"/>
            <a:chOff x="5140385" y="2628971"/>
            <a:chExt cx="1414463" cy="712691"/>
          </a:xfrm>
        </p:grpSpPr>
        <p:grpSp>
          <p:nvGrpSpPr>
            <p:cNvPr id="115" name="Group 87">
              <a:extLst>
                <a:ext uri="{FF2B5EF4-FFF2-40B4-BE49-F238E27FC236}">
                  <a16:creationId xmlns:a16="http://schemas.microsoft.com/office/drawing/2014/main" id="{9235F5D3-5A12-B93E-A970-0DFF852505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40385" y="2628971"/>
              <a:ext cx="1414463" cy="412750"/>
              <a:chOff x="3441" y="2592"/>
              <a:chExt cx="891" cy="260"/>
            </a:xfrm>
          </p:grpSpPr>
          <p:sp>
            <p:nvSpPr>
              <p:cNvPr id="117" name="Text Box 82">
                <a:extLst>
                  <a:ext uri="{FF2B5EF4-FFF2-40B4-BE49-F238E27FC236}">
                    <a16:creationId xmlns:a16="http://schemas.microsoft.com/office/drawing/2014/main" id="{6364B172-4927-CA14-8041-03FD85DB24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08" y="2616"/>
                <a:ext cx="354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Port</a:t>
                </a:r>
              </a:p>
            </p:txBody>
          </p:sp>
          <p:sp>
            <p:nvSpPr>
              <p:cNvPr id="118" name="Rectangle 83">
                <a:extLst>
                  <a:ext uri="{FF2B5EF4-FFF2-40B4-BE49-F238E27FC236}">
                    <a16:creationId xmlns:a16="http://schemas.microsoft.com/office/drawing/2014/main" id="{ABA119B7-07A6-01C7-76FA-824327710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1" y="2592"/>
                <a:ext cx="891" cy="26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116" name="AutoShape 37">
              <a:extLst>
                <a:ext uri="{FF2B5EF4-FFF2-40B4-BE49-F238E27FC236}">
                  <a16:creationId xmlns:a16="http://schemas.microsoft.com/office/drawing/2014/main" id="{5708A57A-2241-BE1F-2238-61CC96523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5215" y="3051149"/>
              <a:ext cx="304800" cy="29051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>
              <a:spAutoFit/>
            </a:bodyPr>
            <a:lstStyle/>
            <a:p>
              <a:endParaRPr lang="en-US" dirty="0"/>
            </a:p>
          </p:txBody>
        </p:sp>
      </p:grpSp>
      <p:grpSp>
        <p:nvGrpSpPr>
          <p:cNvPr id="119" name="Gruppieren 118">
            <a:extLst>
              <a:ext uri="{FF2B5EF4-FFF2-40B4-BE49-F238E27FC236}">
                <a16:creationId xmlns:a16="http://schemas.microsoft.com/office/drawing/2014/main" id="{97A795FC-4A2C-7B0C-3F1D-24643DBA3201}"/>
              </a:ext>
            </a:extLst>
          </p:cNvPr>
          <p:cNvGrpSpPr/>
          <p:nvPr/>
        </p:nvGrpSpPr>
        <p:grpSpPr>
          <a:xfrm>
            <a:off x="5666007" y="3383360"/>
            <a:ext cx="1409695" cy="412750"/>
            <a:chOff x="7635017" y="3330621"/>
            <a:chExt cx="1409695" cy="412750"/>
          </a:xfrm>
        </p:grpSpPr>
        <p:sp>
          <p:nvSpPr>
            <p:cNvPr id="121" name="Text Box 82">
              <a:extLst>
                <a:ext uri="{FF2B5EF4-FFF2-40B4-BE49-F238E27FC236}">
                  <a16:creationId xmlns:a16="http://schemas.microsoft.com/office/drawing/2014/main" id="{DB97B62D-7852-1951-5753-9C8B3D4A74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15721" y="3368721"/>
              <a:ext cx="846707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Stream</a:t>
              </a:r>
            </a:p>
          </p:txBody>
        </p:sp>
        <p:sp>
          <p:nvSpPr>
            <p:cNvPr id="123" name="Rectangle 83">
              <a:extLst>
                <a:ext uri="{FF2B5EF4-FFF2-40B4-BE49-F238E27FC236}">
                  <a16:creationId xmlns:a16="http://schemas.microsoft.com/office/drawing/2014/main" id="{BF5759FB-D2C0-3651-529A-95B580D842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5017" y="3330621"/>
              <a:ext cx="1409695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24" name="Textfeld 169">
              <a:extLst>
                <a:ext uri="{FF2B5EF4-FFF2-40B4-BE49-F238E27FC236}">
                  <a16:creationId xmlns:a16="http://schemas.microsoft.com/office/drawing/2014/main" id="{67432E70-327C-5769-D573-FF8AA74DAFF9}"/>
                </a:ext>
              </a:extLst>
            </p:cNvPr>
            <p:cNvSpPr txBox="1"/>
            <p:nvPr/>
          </p:nvSpPr>
          <p:spPr>
            <a:xfrm>
              <a:off x="7831480" y="3330672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25" name="Textfeld 169">
              <a:extLst>
                <a:ext uri="{FF2B5EF4-FFF2-40B4-BE49-F238E27FC236}">
                  <a16:creationId xmlns:a16="http://schemas.microsoft.com/office/drawing/2014/main" id="{C8B76388-0F8E-C1DE-3B10-A902B3179C02}"/>
                </a:ext>
              </a:extLst>
            </p:cNvPr>
            <p:cNvSpPr txBox="1"/>
            <p:nvPr/>
          </p:nvSpPr>
          <p:spPr>
            <a:xfrm>
              <a:off x="8537771" y="3330672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29" name="Textfeld 169">
              <a:extLst>
                <a:ext uri="{FF2B5EF4-FFF2-40B4-BE49-F238E27FC236}">
                  <a16:creationId xmlns:a16="http://schemas.microsoft.com/office/drawing/2014/main" id="{5C9F63D6-6797-9E22-329B-792FA6544F76}"/>
                </a:ext>
              </a:extLst>
            </p:cNvPr>
            <p:cNvSpPr txBox="1"/>
            <p:nvPr/>
          </p:nvSpPr>
          <p:spPr>
            <a:xfrm>
              <a:off x="7831480" y="3585137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grpSp>
        <p:nvGrpSpPr>
          <p:cNvPr id="130" name="Group 87">
            <a:extLst>
              <a:ext uri="{FF2B5EF4-FFF2-40B4-BE49-F238E27FC236}">
                <a16:creationId xmlns:a16="http://schemas.microsoft.com/office/drawing/2014/main" id="{C2C111F6-8533-1094-3AE6-5B4B711A78AA}"/>
              </a:ext>
            </a:extLst>
          </p:cNvPr>
          <p:cNvGrpSpPr>
            <a:grpSpLocks/>
          </p:cNvGrpSpPr>
          <p:nvPr/>
        </p:nvGrpSpPr>
        <p:grpSpPr bwMode="auto">
          <a:xfrm>
            <a:off x="5669208" y="1225065"/>
            <a:ext cx="1414463" cy="412750"/>
            <a:chOff x="3441" y="2592"/>
            <a:chExt cx="891" cy="260"/>
          </a:xfrm>
        </p:grpSpPr>
        <p:sp>
          <p:nvSpPr>
            <p:cNvPr id="131" name="Text Box 82">
              <a:extLst>
                <a:ext uri="{FF2B5EF4-FFF2-40B4-BE49-F238E27FC236}">
                  <a16:creationId xmlns:a16="http://schemas.microsoft.com/office/drawing/2014/main" id="{3BEE62D8-0955-E8FE-34F9-2559A39081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8" y="2616"/>
              <a:ext cx="374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Kind</a:t>
              </a:r>
            </a:p>
          </p:txBody>
        </p:sp>
        <p:sp>
          <p:nvSpPr>
            <p:cNvPr id="132" name="Rectangle 83">
              <a:extLst>
                <a:ext uri="{FF2B5EF4-FFF2-40B4-BE49-F238E27FC236}">
                  <a16:creationId xmlns:a16="http://schemas.microsoft.com/office/drawing/2014/main" id="{BDC23866-7E6E-7F91-9386-140010FC16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" y="2592"/>
              <a:ext cx="891" cy="26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cxnSp>
        <p:nvCxnSpPr>
          <p:cNvPr id="139" name="Verbinder: gewinkelt 87">
            <a:extLst>
              <a:ext uri="{FF2B5EF4-FFF2-40B4-BE49-F238E27FC236}">
                <a16:creationId xmlns:a16="http://schemas.microsoft.com/office/drawing/2014/main" id="{7C9F1ED2-40D6-117E-2CF8-15D22926C6C6}"/>
              </a:ext>
            </a:extLst>
          </p:cNvPr>
          <p:cNvCxnSpPr>
            <a:cxnSpLocks/>
            <a:stCxn id="75" idx="2"/>
            <a:endCxn id="98" idx="1"/>
          </p:cNvCxnSpPr>
          <p:nvPr/>
        </p:nvCxnSpPr>
        <p:spPr>
          <a:xfrm rot="16200000" flipH="1">
            <a:off x="8650120" y="3422340"/>
            <a:ext cx="919254" cy="1650029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144" name="Verbinder: gewinkelt 87">
            <a:extLst>
              <a:ext uri="{FF2B5EF4-FFF2-40B4-BE49-F238E27FC236}">
                <a16:creationId xmlns:a16="http://schemas.microsoft.com/office/drawing/2014/main" id="{CDABA5F0-0196-AEF7-936A-22F7D6A699E3}"/>
              </a:ext>
            </a:extLst>
          </p:cNvPr>
          <p:cNvCxnSpPr>
            <a:cxnSpLocks/>
            <a:stCxn id="98" idx="0"/>
            <a:endCxn id="116" idx="3"/>
          </p:cNvCxnSpPr>
          <p:nvPr/>
        </p:nvCxnSpPr>
        <p:spPr>
          <a:xfrm rot="16200000" flipV="1">
            <a:off x="9197419" y="3056031"/>
            <a:ext cx="1753368" cy="1135783"/>
          </a:xfrm>
          <a:prstGeom prst="bentConnector3">
            <a:avLst>
              <a:gd name="adj1" fmla="val 4802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none" w="med" len="med"/>
          </a:ln>
        </p:spPr>
      </p:cxnSp>
      <p:cxnSp>
        <p:nvCxnSpPr>
          <p:cNvPr id="147" name="Verbinder: gewinkelt 87">
            <a:extLst>
              <a:ext uri="{FF2B5EF4-FFF2-40B4-BE49-F238E27FC236}">
                <a16:creationId xmlns:a16="http://schemas.microsoft.com/office/drawing/2014/main" id="{05F753FD-3BA4-D49F-52AF-22F9799E02FD}"/>
              </a:ext>
            </a:extLst>
          </p:cNvPr>
          <p:cNvCxnSpPr>
            <a:cxnSpLocks/>
            <a:stCxn id="116" idx="3"/>
            <a:endCxn id="88" idx="0"/>
          </p:cNvCxnSpPr>
          <p:nvPr/>
        </p:nvCxnSpPr>
        <p:spPr>
          <a:xfrm rot="16200000" flipH="1">
            <a:off x="9532394" y="2721055"/>
            <a:ext cx="1085798" cy="113816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none" w="med" len="med"/>
          </a:ln>
        </p:spPr>
      </p:cxnSp>
      <p:cxnSp>
        <p:nvCxnSpPr>
          <p:cNvPr id="153" name="Gerade Verbindung mit Pfeil 152">
            <a:extLst>
              <a:ext uri="{FF2B5EF4-FFF2-40B4-BE49-F238E27FC236}">
                <a16:creationId xmlns:a16="http://schemas.microsoft.com/office/drawing/2014/main" id="{A9FF2BF6-FF1E-AA34-546C-7519D48FA59B}"/>
              </a:ext>
            </a:extLst>
          </p:cNvPr>
          <p:cNvCxnSpPr>
            <a:cxnSpLocks/>
            <a:stCxn id="118" idx="1"/>
            <a:endCxn id="108" idx="3"/>
          </p:cNvCxnSpPr>
          <p:nvPr/>
        </p:nvCxnSpPr>
        <p:spPr>
          <a:xfrm flipH="1">
            <a:off x="7081287" y="2240923"/>
            <a:ext cx="1717694" cy="5478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156" name="Gerade Verbindung mit Pfeil 155">
            <a:extLst>
              <a:ext uri="{FF2B5EF4-FFF2-40B4-BE49-F238E27FC236}">
                <a16:creationId xmlns:a16="http://schemas.microsoft.com/office/drawing/2014/main" id="{30CB32BC-898F-02B8-FFD6-520CACABAF5D}"/>
              </a:ext>
            </a:extLst>
          </p:cNvPr>
          <p:cNvCxnSpPr>
            <a:cxnSpLocks/>
            <a:stCxn id="108" idx="0"/>
            <a:endCxn id="132" idx="2"/>
          </p:cNvCxnSpPr>
          <p:nvPr/>
        </p:nvCxnSpPr>
        <p:spPr>
          <a:xfrm flipV="1">
            <a:off x="6374056" y="1637815"/>
            <a:ext cx="2384" cy="402211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159" name="Gerade Verbindung mit Pfeil 158">
            <a:extLst>
              <a:ext uri="{FF2B5EF4-FFF2-40B4-BE49-F238E27FC236}">
                <a16:creationId xmlns:a16="http://schemas.microsoft.com/office/drawing/2014/main" id="{9D784177-CFBE-DD07-A9DE-13B5BEA2531C}"/>
              </a:ext>
            </a:extLst>
          </p:cNvPr>
          <p:cNvCxnSpPr>
            <a:cxnSpLocks/>
            <a:stCxn id="74" idx="2"/>
            <a:endCxn id="123" idx="3"/>
          </p:cNvCxnSpPr>
          <p:nvPr/>
        </p:nvCxnSpPr>
        <p:spPr>
          <a:xfrm flipH="1" flipV="1">
            <a:off x="7075702" y="3589735"/>
            <a:ext cx="522263" cy="1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162" name="Gerade Verbindung mit Pfeil 161">
            <a:extLst>
              <a:ext uri="{FF2B5EF4-FFF2-40B4-BE49-F238E27FC236}">
                <a16:creationId xmlns:a16="http://schemas.microsoft.com/office/drawing/2014/main" id="{62EF6347-31E5-7677-270C-91EA8C101B41}"/>
              </a:ext>
            </a:extLst>
          </p:cNvPr>
          <p:cNvCxnSpPr>
            <a:cxnSpLocks/>
            <a:stCxn id="123" idx="0"/>
            <a:endCxn id="108" idx="2"/>
          </p:cNvCxnSpPr>
          <p:nvPr/>
        </p:nvCxnSpPr>
        <p:spPr>
          <a:xfrm flipV="1">
            <a:off x="6370855" y="2452776"/>
            <a:ext cx="3201" cy="930584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grpSp>
        <p:nvGrpSpPr>
          <p:cNvPr id="165" name="Gruppieren 164">
            <a:extLst>
              <a:ext uri="{FF2B5EF4-FFF2-40B4-BE49-F238E27FC236}">
                <a16:creationId xmlns:a16="http://schemas.microsoft.com/office/drawing/2014/main" id="{8B40C093-6CFA-12E9-9BE6-E7E04766F825}"/>
              </a:ext>
            </a:extLst>
          </p:cNvPr>
          <p:cNvGrpSpPr/>
          <p:nvPr/>
        </p:nvGrpSpPr>
        <p:grpSpPr>
          <a:xfrm>
            <a:off x="3107040" y="3086556"/>
            <a:ext cx="1899504" cy="1006358"/>
            <a:chOff x="8294148" y="3350941"/>
            <a:chExt cx="1899504" cy="1006358"/>
          </a:xfrm>
        </p:grpSpPr>
        <p:sp>
          <p:nvSpPr>
            <p:cNvPr id="166" name="Text Box 82">
              <a:extLst>
                <a:ext uri="{FF2B5EF4-FFF2-40B4-BE49-F238E27FC236}">
                  <a16:creationId xmlns:a16="http://schemas.microsoft.com/office/drawing/2014/main" id="{3C6F85F5-6EF7-BBE5-892A-661E1BBC60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52838" y="3389041"/>
              <a:ext cx="1290738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Observation</a:t>
              </a:r>
            </a:p>
          </p:txBody>
        </p:sp>
        <p:sp>
          <p:nvSpPr>
            <p:cNvPr id="167" name="Rectangle 83">
              <a:extLst>
                <a:ext uri="{FF2B5EF4-FFF2-40B4-BE49-F238E27FC236}">
                  <a16:creationId xmlns:a16="http://schemas.microsoft.com/office/drawing/2014/main" id="{2A6DB4C1-C887-8380-F255-FF10C5404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4148" y="3350941"/>
              <a:ext cx="1899504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68" name="Rectangle 1">
              <a:extLst>
                <a:ext uri="{FF2B5EF4-FFF2-40B4-BE49-F238E27FC236}">
                  <a16:creationId xmlns:a16="http://schemas.microsoft.com/office/drawing/2014/main" id="{9A1337B1-C8B9-50E9-C25A-BEB6BB560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5641" y="3772524"/>
              <a:ext cx="1821118" cy="5847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600" b="0" i="0" u="none" strike="noStrike" cap="none" normalizeH="0" baseline="0" dirty="0" err="1">
                  <a:ln>
                    <a:noFill/>
                  </a:ln>
                  <a:solidFill>
                    <a:srgbClr val="080808"/>
                  </a:solidFill>
                  <a:effectLst/>
                  <a:latin typeface="+mj-lt"/>
                </a:rPr>
                <a:t>LocalDate</a:t>
              </a:r>
              <a:r>
                <a:rPr kumimoji="0" lang="de-DE" altLang="de-DE" sz="16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+mj-lt"/>
                </a:rPr>
                <a:t> </a:t>
              </a:r>
              <a:r>
                <a:rPr kumimoji="0" lang="de-DE" altLang="de-DE" sz="1600" b="0" i="0" u="none" strike="noStrike" cap="none" normalizeH="0" baseline="0" dirty="0" err="1">
                  <a:ln>
                    <a:noFill/>
                  </a:ln>
                  <a:solidFill>
                    <a:srgbClr val="080808"/>
                  </a:solidFill>
                  <a:effectLst/>
                  <a:latin typeface="+mj-lt"/>
                </a:rPr>
                <a:t>start</a:t>
              </a:r>
              <a:br>
                <a:rPr kumimoji="0" lang="de-DE" altLang="de-DE" sz="16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+mj-lt"/>
                </a:rPr>
              </a:br>
              <a:r>
                <a:rPr kumimoji="0" lang="de-DE" altLang="de-DE" sz="1600" b="0" i="0" u="none" strike="noStrike" cap="none" normalizeH="0" baseline="0" dirty="0" err="1">
                  <a:ln>
                    <a:noFill/>
                  </a:ln>
                  <a:solidFill>
                    <a:srgbClr val="080808"/>
                  </a:solidFill>
                  <a:effectLst/>
                  <a:latin typeface="+mj-lt"/>
                </a:rPr>
                <a:t>LocalDate</a:t>
              </a:r>
              <a:r>
                <a:rPr kumimoji="0" lang="de-DE" altLang="de-DE" sz="16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+mj-lt"/>
                </a:rPr>
                <a:t> end</a:t>
              </a:r>
              <a:endParaRPr lang="de-DE" altLang="de-DE" sz="1600" dirty="0">
                <a:solidFill>
                  <a:srgbClr val="080808"/>
                </a:solidFill>
                <a:latin typeface="+mj-lt"/>
              </a:endParaRPr>
            </a:p>
          </p:txBody>
        </p:sp>
        <p:sp>
          <p:nvSpPr>
            <p:cNvPr id="169" name="Rectangle 83">
              <a:extLst>
                <a:ext uri="{FF2B5EF4-FFF2-40B4-BE49-F238E27FC236}">
                  <a16:creationId xmlns:a16="http://schemas.microsoft.com/office/drawing/2014/main" id="{69B8271F-E1A0-7CB0-D2F0-776147F1A7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4148" y="3350941"/>
              <a:ext cx="1899504" cy="995435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170" name="Gruppieren 169">
            <a:extLst>
              <a:ext uri="{FF2B5EF4-FFF2-40B4-BE49-F238E27FC236}">
                <a16:creationId xmlns:a16="http://schemas.microsoft.com/office/drawing/2014/main" id="{EE249DEC-8236-62A1-A7D9-5FA43243B55F}"/>
              </a:ext>
            </a:extLst>
          </p:cNvPr>
          <p:cNvGrpSpPr/>
          <p:nvPr/>
        </p:nvGrpSpPr>
        <p:grpSpPr>
          <a:xfrm>
            <a:off x="3107174" y="2441469"/>
            <a:ext cx="1409694" cy="412750"/>
            <a:chOff x="8871299" y="3365841"/>
            <a:chExt cx="1409694" cy="412750"/>
          </a:xfrm>
        </p:grpSpPr>
        <p:sp>
          <p:nvSpPr>
            <p:cNvPr id="171" name="Text Box 82">
              <a:extLst>
                <a:ext uri="{FF2B5EF4-FFF2-40B4-BE49-F238E27FC236}">
                  <a16:creationId xmlns:a16="http://schemas.microsoft.com/office/drawing/2014/main" id="{C20324BE-D288-E68D-5B58-E3E7B97102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22523" y="3389041"/>
              <a:ext cx="707245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Value</a:t>
              </a:r>
            </a:p>
          </p:txBody>
        </p:sp>
        <p:sp>
          <p:nvSpPr>
            <p:cNvPr id="172" name="Rectangle 83">
              <a:extLst>
                <a:ext uri="{FF2B5EF4-FFF2-40B4-BE49-F238E27FC236}">
                  <a16:creationId xmlns:a16="http://schemas.microsoft.com/office/drawing/2014/main" id="{146466E2-5051-03EE-A7AE-4455C5A65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1299" y="3365841"/>
              <a:ext cx="1409694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cxnSp>
        <p:nvCxnSpPr>
          <p:cNvPr id="173" name="Verbinder: gewinkelt 87">
            <a:extLst>
              <a:ext uri="{FF2B5EF4-FFF2-40B4-BE49-F238E27FC236}">
                <a16:creationId xmlns:a16="http://schemas.microsoft.com/office/drawing/2014/main" id="{4760D103-572E-023D-9F9F-09326C96A44C}"/>
              </a:ext>
            </a:extLst>
          </p:cNvPr>
          <p:cNvCxnSpPr>
            <a:cxnSpLocks/>
            <a:stCxn id="172" idx="3"/>
            <a:endCxn id="124" idx="0"/>
          </p:cNvCxnSpPr>
          <p:nvPr/>
        </p:nvCxnSpPr>
        <p:spPr>
          <a:xfrm>
            <a:off x="4516868" y="2647844"/>
            <a:ext cx="1494781" cy="735567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178" name="Verbinder: gewinkelt 87">
            <a:extLst>
              <a:ext uri="{FF2B5EF4-FFF2-40B4-BE49-F238E27FC236}">
                <a16:creationId xmlns:a16="http://schemas.microsoft.com/office/drawing/2014/main" id="{71F0F63A-8B26-188C-A97D-6699FCECF4DB}"/>
              </a:ext>
            </a:extLst>
          </p:cNvPr>
          <p:cNvCxnSpPr>
            <a:cxnSpLocks/>
            <a:stCxn id="172" idx="0"/>
            <a:endCxn id="108" idx="1"/>
          </p:cNvCxnSpPr>
          <p:nvPr/>
        </p:nvCxnSpPr>
        <p:spPr>
          <a:xfrm rot="5400000" flipH="1" flipV="1">
            <a:off x="4641888" y="1416534"/>
            <a:ext cx="195068" cy="1854803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181" name="Verbinder: gewinkelt 87">
            <a:extLst>
              <a:ext uri="{FF2B5EF4-FFF2-40B4-BE49-F238E27FC236}">
                <a16:creationId xmlns:a16="http://schemas.microsoft.com/office/drawing/2014/main" id="{5B47ED23-DE49-3131-A82E-B08DBA3E8CCC}"/>
              </a:ext>
            </a:extLst>
          </p:cNvPr>
          <p:cNvCxnSpPr>
            <a:cxnSpLocks/>
            <a:stCxn id="169" idx="1"/>
            <a:endCxn id="172" idx="1"/>
          </p:cNvCxnSpPr>
          <p:nvPr/>
        </p:nvCxnSpPr>
        <p:spPr>
          <a:xfrm rot="10800000" flipH="1">
            <a:off x="3107040" y="2647844"/>
            <a:ext cx="134" cy="936430"/>
          </a:xfrm>
          <a:prstGeom prst="bentConnector3">
            <a:avLst>
              <a:gd name="adj1" fmla="val -170597015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184" name="Gerade Verbindung mit Pfeil 183">
            <a:extLst>
              <a:ext uri="{FF2B5EF4-FFF2-40B4-BE49-F238E27FC236}">
                <a16:creationId xmlns:a16="http://schemas.microsoft.com/office/drawing/2014/main" id="{20ADC7D2-D70E-05F6-8625-12175CC1C3AD}"/>
              </a:ext>
            </a:extLst>
          </p:cNvPr>
          <p:cNvCxnSpPr>
            <a:cxnSpLocks/>
            <a:stCxn id="169" idx="3"/>
            <a:endCxn id="123" idx="1"/>
          </p:cNvCxnSpPr>
          <p:nvPr/>
        </p:nvCxnSpPr>
        <p:spPr>
          <a:xfrm>
            <a:off x="5006544" y="3584274"/>
            <a:ext cx="659463" cy="5461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195" name="Rechteck 194">
            <a:extLst>
              <a:ext uri="{FF2B5EF4-FFF2-40B4-BE49-F238E27FC236}">
                <a16:creationId xmlns:a16="http://schemas.microsoft.com/office/drawing/2014/main" id="{0A0E091F-522C-3772-2826-257FFC710FC0}"/>
              </a:ext>
            </a:extLst>
          </p:cNvPr>
          <p:cNvSpPr/>
          <p:nvPr/>
        </p:nvSpPr>
        <p:spPr bwMode="auto">
          <a:xfrm>
            <a:off x="9446240" y="3975935"/>
            <a:ext cx="108758" cy="118112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/>
            </a:solidFill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de-DE"/>
          </a:p>
        </p:txBody>
      </p:sp>
      <p:cxnSp>
        <p:nvCxnSpPr>
          <p:cNvPr id="134" name="Verbinder: gewinkelt 87">
            <a:extLst>
              <a:ext uri="{FF2B5EF4-FFF2-40B4-BE49-F238E27FC236}">
                <a16:creationId xmlns:a16="http://schemas.microsoft.com/office/drawing/2014/main" id="{0A938E68-E950-4B5F-4636-E560D9A8A651}"/>
              </a:ext>
            </a:extLst>
          </p:cNvPr>
          <p:cNvCxnSpPr>
            <a:cxnSpLocks/>
            <a:stCxn id="76" idx="2"/>
            <a:endCxn id="88" idx="1"/>
          </p:cNvCxnSpPr>
          <p:nvPr/>
        </p:nvCxnSpPr>
        <p:spPr>
          <a:xfrm rot="16200000" flipH="1">
            <a:off x="9269443" y="3371710"/>
            <a:ext cx="246971" cy="1088432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197" name="AutoShape 50">
            <a:extLst>
              <a:ext uri="{FF2B5EF4-FFF2-40B4-BE49-F238E27FC236}">
                <a16:creationId xmlns:a16="http://schemas.microsoft.com/office/drawing/2014/main" id="{DE8C9DCC-E418-B138-35B5-0D4A5B813D55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6292301" y="1786918"/>
            <a:ext cx="168275" cy="252412"/>
          </a:xfrm>
          <a:prstGeom prst="diamond">
            <a:avLst/>
          </a:prstGeom>
          <a:solidFill>
            <a:sysClr val="windowText" lastClr="000000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98" name="Textfeld 197">
            <a:extLst>
              <a:ext uri="{FF2B5EF4-FFF2-40B4-BE49-F238E27FC236}">
                <a16:creationId xmlns:a16="http://schemas.microsoft.com/office/drawing/2014/main" id="{DA3702AB-8352-2239-5F86-C9EDB99520B3}"/>
              </a:ext>
            </a:extLst>
          </p:cNvPr>
          <p:cNvSpPr txBox="1"/>
          <p:nvPr/>
        </p:nvSpPr>
        <p:spPr>
          <a:xfrm>
            <a:off x="3337420" y="1294384"/>
            <a:ext cx="1363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i="1" dirty="0">
                <a:solidFill>
                  <a:srgbClr val="00549F"/>
                </a:solidFill>
                <a:latin typeface="Trebuchet MS" panose="020B0603020202020204" pitchFamily="34" charset="0"/>
              </a:rPr>
              <a:t>Monitoring</a:t>
            </a:r>
            <a:endParaRPr lang="de-DE" dirty="0"/>
          </a:p>
        </p:txBody>
      </p:sp>
      <p:sp>
        <p:nvSpPr>
          <p:cNvPr id="199" name="Freihandform: Form 198">
            <a:extLst>
              <a:ext uri="{FF2B5EF4-FFF2-40B4-BE49-F238E27FC236}">
                <a16:creationId xmlns:a16="http://schemas.microsoft.com/office/drawing/2014/main" id="{6A979DBC-C961-7DE2-FD88-D8F225391A8F}"/>
              </a:ext>
            </a:extLst>
          </p:cNvPr>
          <p:cNvSpPr/>
          <p:nvPr/>
        </p:nvSpPr>
        <p:spPr bwMode="auto">
          <a:xfrm rot="21216338" flipH="1">
            <a:off x="3782106" y="1473309"/>
            <a:ext cx="1569622" cy="3477415"/>
          </a:xfrm>
          <a:custGeom>
            <a:avLst/>
            <a:gdLst>
              <a:gd name="connsiteX0" fmla="*/ 631568 w 2194361"/>
              <a:gd name="connsiteY0" fmla="*/ 0 h 3291840"/>
              <a:gd name="connsiteX1" fmla="*/ 49677 w 2194361"/>
              <a:gd name="connsiteY1" fmla="*/ 1413163 h 3291840"/>
              <a:gd name="connsiteX2" fmla="*/ 274121 w 2194361"/>
              <a:gd name="connsiteY2" fmla="*/ 2493818 h 3291840"/>
              <a:gd name="connsiteX3" fmla="*/ 2194361 w 2194361"/>
              <a:gd name="connsiteY3" fmla="*/ 3291840 h 3291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94361" h="3291840">
                <a:moveTo>
                  <a:pt x="631568" y="0"/>
                </a:moveTo>
                <a:cubicBezTo>
                  <a:pt x="370409" y="498763"/>
                  <a:pt x="109251" y="997527"/>
                  <a:pt x="49677" y="1413163"/>
                </a:cubicBezTo>
                <a:cubicBezTo>
                  <a:pt x="-9897" y="1828799"/>
                  <a:pt x="-83326" y="2180705"/>
                  <a:pt x="274121" y="2493818"/>
                </a:cubicBezTo>
                <a:cubicBezTo>
                  <a:pt x="631568" y="2806931"/>
                  <a:pt x="1412964" y="3049385"/>
                  <a:pt x="2194361" y="329184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dash"/>
            <a:round/>
            <a:headEnd type="none" w="sm" len="sm"/>
            <a:tailEnd type="none" w="med" len="med"/>
          </a:ln>
        </p:spPr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14105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6cd991bf-f022-4378-96e7-2c338aeb3f5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OrIf3yzQbGCpNu4CpwWtA"/>
</p:tagLst>
</file>

<file path=ppt/theme/theme1.xml><?xml version="1.0" encoding="utf-8"?>
<a:theme xmlns:a="http://schemas.openxmlformats.org/drawingml/2006/main" name="DesignSE">
  <a:themeElements>
    <a:clrScheme name="Editirmodus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6165"/>
      </a:accent1>
      <a:accent2>
        <a:srgbClr val="0098A1"/>
      </a:accent2>
      <a:accent3>
        <a:srgbClr val="57AB27"/>
      </a:accent3>
      <a:accent4>
        <a:srgbClr val="339933"/>
      </a:accent4>
      <a:accent5>
        <a:srgbClr val="F6A800"/>
      </a:accent5>
      <a:accent6>
        <a:srgbClr val="CC071E"/>
      </a:accent6>
      <a:hlink>
        <a:srgbClr val="612158"/>
      </a:hlink>
      <a:folHlink>
        <a:srgbClr val="7A6FA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noFill/>
        <a:ln w="9525">
          <a:solidFill>
            <a:schemeClr val="tx2"/>
          </a:solidFill>
          <a:round/>
          <a:headEnd type="none" w="sm" len="sm"/>
          <a:tailEnd type="arrow" w="med" len="med"/>
        </a:ln>
      </a:spPr>
      <a:bodyPr wrap="none" anchor="ctr"/>
      <a:lstStyle>
        <a:defPPr algn="l">
          <a:defRPr/>
        </a:defPPr>
      </a:lstStyle>
    </a:spDef>
    <a:lnDef>
      <a:spPr>
        <a:ln w="9525">
          <a:solidFill>
            <a:schemeClr val="tx2"/>
          </a:solidFill>
          <a:headEnd type="triangl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Editirmodus">
        <a:dk1>
          <a:sysClr val="windowText" lastClr="000000"/>
        </a:dk1>
        <a:lt1>
          <a:sysClr val="window" lastClr="FFFFFF"/>
        </a:lt1>
        <a:dk2>
          <a:srgbClr val="00549F"/>
        </a:dk2>
        <a:lt2>
          <a:srgbClr val="8EBAE5"/>
        </a:lt2>
        <a:accent1>
          <a:srgbClr val="006165"/>
        </a:accent1>
        <a:accent2>
          <a:srgbClr val="0098A1"/>
        </a:accent2>
        <a:accent3>
          <a:srgbClr val="57AB27"/>
        </a:accent3>
        <a:accent4>
          <a:srgbClr val="339933"/>
        </a:accent4>
        <a:accent5>
          <a:srgbClr val="F6A800"/>
        </a:accent5>
        <a:accent6>
          <a:srgbClr val="CC071E"/>
        </a:accent6>
        <a:hlink>
          <a:srgbClr val="612158"/>
        </a:hlink>
        <a:folHlink>
          <a:srgbClr val="7A6FAC"/>
        </a:folHlink>
      </a:clrScheme>
    </a:extraClrScheme>
    <a:extraClrScheme>
      <a:clrScheme name="Anzeigemodus">
        <a:dk1>
          <a:sysClr val="windowText" lastClr="000000"/>
        </a:dk1>
        <a:lt1>
          <a:sysClr val="window" lastClr="FFFFFF"/>
        </a:lt1>
        <a:dk2>
          <a:srgbClr val="00549F"/>
        </a:dk2>
        <a:lt2>
          <a:srgbClr val="8EBAE5"/>
        </a:lt2>
        <a:accent1>
          <a:srgbClr val="006165"/>
        </a:accent1>
        <a:accent2>
          <a:srgbClr val="0098A1"/>
        </a:accent2>
        <a:accent3>
          <a:srgbClr val="57AB27"/>
        </a:accent3>
        <a:accent4>
          <a:srgbClr val="C0C0C0"/>
        </a:accent4>
        <a:accent5>
          <a:srgbClr val="F6A800"/>
        </a:accent5>
        <a:accent6>
          <a:srgbClr val="CC071E"/>
        </a:accent6>
        <a:hlink>
          <a:srgbClr val="612158"/>
        </a:hlink>
        <a:folHlink>
          <a:srgbClr val="7A6FAC"/>
        </a:folHlink>
      </a:clrScheme>
    </a:extraClrScheme>
    <a:extraClrScheme>
      <a:clrScheme name="Druckmodus">
        <a:dk1>
          <a:sysClr val="windowText" lastClr="000000"/>
        </a:dk1>
        <a:lt1>
          <a:sysClr val="window" lastClr="FFFFFF"/>
        </a:lt1>
        <a:dk2>
          <a:srgbClr val="00549F"/>
        </a:dk2>
        <a:lt2>
          <a:srgbClr val="8EBAE5"/>
        </a:lt2>
        <a:accent1>
          <a:srgbClr val="006165"/>
        </a:accent1>
        <a:accent2>
          <a:srgbClr val="0098A1"/>
        </a:accent2>
        <a:accent3>
          <a:srgbClr val="57AB27"/>
        </a:accent3>
        <a:accent4>
          <a:srgbClr val="FFFFFF"/>
        </a:accent4>
        <a:accent5>
          <a:srgbClr val="F6A800"/>
        </a:accent5>
        <a:accent6>
          <a:srgbClr val="CC071E"/>
        </a:accent6>
        <a:hlink>
          <a:srgbClr val="612158"/>
        </a:hlink>
        <a:folHlink>
          <a:srgbClr val="7A6FAC"/>
        </a:folHlink>
      </a:clrScheme>
    </a:extraClrScheme>
  </a:extraClrSchemeLst>
  <a:extLst>
    <a:ext uri="{05A4C25C-085E-4340-85A3-A5531E510DB2}">
      <thm15:themeFamily xmlns:thm15="http://schemas.microsoft.com/office/thememl/2012/main" name="DesignSE" id="{EAFC8903-E4B1-467C-960D-91660CE78A0A}" vid="{99D41127-BE3F-4F81-BB33-06BFE3C93068}"/>
    </a:ext>
  </a:extLst>
</a:theme>
</file>

<file path=ppt/theme/theme2.xml><?xml version="1.0" encoding="utf-8"?>
<a:theme xmlns:a="http://schemas.openxmlformats.org/drawingml/2006/main" name="1_DesignSE">
  <a:themeElements>
    <a:clrScheme name="Editirmodus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6165"/>
      </a:accent1>
      <a:accent2>
        <a:srgbClr val="0098A1"/>
      </a:accent2>
      <a:accent3>
        <a:srgbClr val="57AB27"/>
      </a:accent3>
      <a:accent4>
        <a:srgbClr val="339933"/>
      </a:accent4>
      <a:accent5>
        <a:srgbClr val="F6A800"/>
      </a:accent5>
      <a:accent6>
        <a:srgbClr val="CC071E"/>
      </a:accent6>
      <a:hlink>
        <a:srgbClr val="612158"/>
      </a:hlink>
      <a:folHlink>
        <a:srgbClr val="7A6FA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9050">
          <a:solidFill>
            <a:srgbClr val="00549F"/>
          </a:solidFill>
          <a:headEnd type="none" w="med" len="med"/>
          <a:tailEnd type="arrow" w="med" len="med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Editirmodus">
        <a:dk1>
          <a:sysClr val="windowText" lastClr="000000"/>
        </a:dk1>
        <a:lt1>
          <a:sysClr val="window" lastClr="FFFFFF"/>
        </a:lt1>
        <a:dk2>
          <a:srgbClr val="00549F"/>
        </a:dk2>
        <a:lt2>
          <a:srgbClr val="8EBAE5"/>
        </a:lt2>
        <a:accent1>
          <a:srgbClr val="006165"/>
        </a:accent1>
        <a:accent2>
          <a:srgbClr val="0098A1"/>
        </a:accent2>
        <a:accent3>
          <a:srgbClr val="57AB27"/>
        </a:accent3>
        <a:accent4>
          <a:srgbClr val="339933"/>
        </a:accent4>
        <a:accent5>
          <a:srgbClr val="F6A800"/>
        </a:accent5>
        <a:accent6>
          <a:srgbClr val="CC071E"/>
        </a:accent6>
        <a:hlink>
          <a:srgbClr val="612158"/>
        </a:hlink>
        <a:folHlink>
          <a:srgbClr val="7A6FAC"/>
        </a:folHlink>
      </a:clrScheme>
    </a:extraClrScheme>
    <a:extraClrScheme>
      <a:clrScheme name="Anzeigemodus">
        <a:dk1>
          <a:sysClr val="windowText" lastClr="000000"/>
        </a:dk1>
        <a:lt1>
          <a:sysClr val="window" lastClr="FFFFFF"/>
        </a:lt1>
        <a:dk2>
          <a:srgbClr val="00549F"/>
        </a:dk2>
        <a:lt2>
          <a:srgbClr val="8EBAE5"/>
        </a:lt2>
        <a:accent1>
          <a:srgbClr val="006165"/>
        </a:accent1>
        <a:accent2>
          <a:srgbClr val="0098A1"/>
        </a:accent2>
        <a:accent3>
          <a:srgbClr val="57AB27"/>
        </a:accent3>
        <a:accent4>
          <a:srgbClr val="C0C0C0"/>
        </a:accent4>
        <a:accent5>
          <a:srgbClr val="F6A800"/>
        </a:accent5>
        <a:accent6>
          <a:srgbClr val="CC071E"/>
        </a:accent6>
        <a:hlink>
          <a:srgbClr val="612158"/>
        </a:hlink>
        <a:folHlink>
          <a:srgbClr val="7A6FAC"/>
        </a:folHlink>
      </a:clrScheme>
    </a:extraClrScheme>
    <a:extraClrScheme>
      <a:clrScheme name="Druckmodus">
        <a:dk1>
          <a:sysClr val="windowText" lastClr="000000"/>
        </a:dk1>
        <a:lt1>
          <a:sysClr val="window" lastClr="FFFFFF"/>
        </a:lt1>
        <a:dk2>
          <a:srgbClr val="00549F"/>
        </a:dk2>
        <a:lt2>
          <a:srgbClr val="8EBAE5"/>
        </a:lt2>
        <a:accent1>
          <a:srgbClr val="006165"/>
        </a:accent1>
        <a:accent2>
          <a:srgbClr val="0098A1"/>
        </a:accent2>
        <a:accent3>
          <a:srgbClr val="57AB27"/>
        </a:accent3>
        <a:accent4>
          <a:srgbClr val="FFFFFF"/>
        </a:accent4>
        <a:accent5>
          <a:srgbClr val="F6A800"/>
        </a:accent5>
        <a:accent6>
          <a:srgbClr val="CC071E"/>
        </a:accent6>
        <a:hlink>
          <a:srgbClr val="612158"/>
        </a:hlink>
        <a:folHlink>
          <a:srgbClr val="7A6FAC"/>
        </a:folHlink>
      </a:clrScheme>
    </a:extraClrScheme>
  </a:extraClrSchemeLst>
  <a:extLst>
    <a:ext uri="{05A4C25C-085E-4340-85A3-A5531E510DB2}">
      <thm15:themeFamily xmlns:thm15="http://schemas.microsoft.com/office/thememl/2012/main" name="DesignSE" id="{EAFC8903-E4B1-467C-960D-91660CE78A0A}" vid="{99D41127-BE3F-4F81-BB33-06BFE3C9306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943</Words>
  <Application>Microsoft Office PowerPoint</Application>
  <PresentationFormat>Breitbild</PresentationFormat>
  <Paragraphs>330</Paragraphs>
  <Slides>9</Slides>
  <Notes>6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2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7" baseType="lpstr">
      <vt:lpstr>Arial</vt:lpstr>
      <vt:lpstr>Calibri</vt:lpstr>
      <vt:lpstr>Symbol</vt:lpstr>
      <vt:lpstr>Trebuchet MS</vt:lpstr>
      <vt:lpstr>Wingdings</vt:lpstr>
      <vt:lpstr>DesignSE</vt:lpstr>
      <vt:lpstr>1_DesignSE</vt:lpstr>
      <vt:lpstr>think-cell Folie</vt:lpstr>
      <vt:lpstr>CD4Function</vt:lpstr>
      <vt:lpstr>CD4Function: Metamodell á la OCEL</vt:lpstr>
      <vt:lpstr>CD4Function</vt:lpstr>
      <vt:lpstr>CD4Function</vt:lpstr>
      <vt:lpstr>Example</vt:lpstr>
      <vt:lpstr>CD4Function + Monitoring</vt:lpstr>
      <vt:lpstr>Two possible Layouts</vt:lpstr>
      <vt:lpstr>CD4Function</vt:lpstr>
      <vt:lpstr>Alternatives Layout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Windows-Benutzer</dc:creator>
  <cp:lastModifiedBy>Malte Heithoff</cp:lastModifiedBy>
  <cp:revision>63</cp:revision>
  <cp:lastPrinted>2023-03-26T07:04:59Z</cp:lastPrinted>
  <dcterms:created xsi:type="dcterms:W3CDTF">2019-02-06T21:20:56Z</dcterms:created>
  <dcterms:modified xsi:type="dcterms:W3CDTF">2023-10-30T12:23:47Z</dcterms:modified>
</cp:coreProperties>
</file>