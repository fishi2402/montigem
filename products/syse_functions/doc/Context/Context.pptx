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3" r:id="rId1"/>
  </p:sldMasterIdLst>
  <p:notesMasterIdLst>
    <p:notesMasterId r:id="rId4"/>
  </p:notesMasterIdLst>
  <p:handoutMasterIdLst>
    <p:handoutMasterId r:id="rId5"/>
  </p:handoutMasterIdLst>
  <p:sldIdLst>
    <p:sldId id="318" r:id="rId2"/>
    <p:sldId id="319" r:id="rId3"/>
  </p:sldIdLst>
  <p:sldSz cx="12192000" cy="6858000"/>
  <p:notesSz cx="7102475" cy="10233025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Schmalzing" initials="DS" lastIdx="1" clrIdx="0">
    <p:extLst>
      <p:ext uri="{19B8F6BF-5375-455C-9EA6-DF929625EA0E}">
        <p15:presenceInfo xmlns:p15="http://schemas.microsoft.com/office/powerpoint/2012/main" userId="David Schmalz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FFFFFF"/>
    <a:srgbClr val="071ECC"/>
    <a:srgbClr val="1E07CC"/>
    <a:srgbClr val="FF0000"/>
    <a:srgbClr val="FF00FF"/>
    <a:srgbClr val="CC0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38C4C6-987C-44CB-9A80-B21BEFCAFD47}" v="129" dt="2023-06-22T12:53:54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98" autoAdjust="0"/>
    <p:restoredTop sz="95097" autoAdjust="0"/>
  </p:normalViewPr>
  <p:slideViewPr>
    <p:cSldViewPr snapToGrid="0">
      <p:cViewPr varScale="1">
        <p:scale>
          <a:sx n="117" d="100"/>
          <a:sy n="117" d="100"/>
        </p:scale>
        <p:origin x="108" y="3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316"/>
    </p:cViewPr>
  </p:sorterViewPr>
  <p:notesViewPr>
    <p:cSldViewPr snapToGrid="0">
      <p:cViewPr varScale="1">
        <p:scale>
          <a:sx n="92" d="100"/>
          <a:sy n="92" d="100"/>
        </p:scale>
        <p:origin x="28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te Heithoff" userId="92960225c14ac204" providerId="LiveId" clId="{0BCF4FD2-7917-469F-8438-39B05B5463C9}"/>
    <pc:docChg chg="undo redo custSel addSld delSld modSld sldOrd">
      <pc:chgData name="Malte Heithoff" userId="92960225c14ac204" providerId="LiveId" clId="{0BCF4FD2-7917-469F-8438-39B05B5463C9}" dt="2023-06-16T14:09:38.477" v="2790" actId="20577"/>
      <pc:docMkLst>
        <pc:docMk/>
      </pc:docMkLst>
      <pc:sldChg chg="ord">
        <pc:chgData name="Malte Heithoff" userId="92960225c14ac204" providerId="LiveId" clId="{0BCF4FD2-7917-469F-8438-39B05B5463C9}" dt="2023-06-16T10:13:29.680" v="1751"/>
        <pc:sldMkLst>
          <pc:docMk/>
          <pc:sldMk cId="1492313090" sldId="306"/>
        </pc:sldMkLst>
      </pc:sldChg>
      <pc:sldChg chg="addSp delSp modSp new mod">
        <pc:chgData name="Malte Heithoff" userId="92960225c14ac204" providerId="LiveId" clId="{0BCF4FD2-7917-469F-8438-39B05B5463C9}" dt="2023-06-16T10:15:53.368" v="1792" actId="1076"/>
        <pc:sldMkLst>
          <pc:docMk/>
          <pc:sldMk cId="1107447613" sldId="310"/>
        </pc:sldMkLst>
        <pc:spChg chg="del">
          <ac:chgData name="Malte Heithoff" userId="92960225c14ac204" providerId="LiveId" clId="{0BCF4FD2-7917-469F-8438-39B05B5463C9}" dt="2023-06-16T07:04:43.345" v="2" actId="478"/>
          <ac:spMkLst>
            <pc:docMk/>
            <pc:sldMk cId="1107447613" sldId="310"/>
            <ac:spMk id="2" creationId="{5BFAACDA-A87A-97DE-AACF-E29854F49C8C}"/>
          </ac:spMkLst>
        </pc:spChg>
        <pc:spChg chg="add del mod">
          <ac:chgData name="Malte Heithoff" userId="92960225c14ac204" providerId="LiveId" clId="{0BCF4FD2-7917-469F-8438-39B05B5463C9}" dt="2023-06-16T09:38:08.252" v="950" actId="478"/>
          <ac:spMkLst>
            <pc:docMk/>
            <pc:sldMk cId="1107447613" sldId="310"/>
            <ac:spMk id="2" creationId="{B87CCFCF-546C-9471-9676-CE94D72116F6}"/>
          </ac:spMkLst>
        </pc:spChg>
        <pc:spChg chg="mod">
          <ac:chgData name="Malte Heithoff" userId="92960225c14ac204" providerId="LiveId" clId="{0BCF4FD2-7917-469F-8438-39B05B5463C9}" dt="2023-06-16T09:37:43.141" v="947" actId="790"/>
          <ac:spMkLst>
            <pc:docMk/>
            <pc:sldMk cId="1107447613" sldId="310"/>
            <ac:spMk id="3" creationId="{9066F73B-7FFD-AA6B-520B-D7CE68965066}"/>
          </ac:spMkLst>
        </pc:spChg>
        <pc:spChg chg="del">
          <ac:chgData name="Malte Heithoff" userId="92960225c14ac204" providerId="LiveId" clId="{0BCF4FD2-7917-469F-8438-39B05B5463C9}" dt="2023-06-16T07:04:42.280" v="1" actId="478"/>
          <ac:spMkLst>
            <pc:docMk/>
            <pc:sldMk cId="1107447613" sldId="310"/>
            <ac:spMk id="4" creationId="{57706787-1ECE-9704-F2D0-7F565498D3E1}"/>
          </ac:spMkLst>
        </pc:spChg>
        <pc:spChg chg="add mod">
          <ac:chgData name="Malte Heithoff" userId="92960225c14ac204" providerId="LiveId" clId="{0BCF4FD2-7917-469F-8438-39B05B5463C9}" dt="2023-06-16T07:07:33.176" v="35" actId="164"/>
          <ac:spMkLst>
            <pc:docMk/>
            <pc:sldMk cId="1107447613" sldId="310"/>
            <ac:spMk id="5" creationId="{6C5577BA-1A28-656A-A16A-861C732AAE84}"/>
          </ac:spMkLst>
        </pc:spChg>
        <pc:spChg chg="mod">
          <ac:chgData name="Malte Heithoff" userId="92960225c14ac204" providerId="LiveId" clId="{0BCF4FD2-7917-469F-8438-39B05B5463C9}" dt="2023-06-16T09:39:01.949" v="972"/>
          <ac:spMkLst>
            <pc:docMk/>
            <pc:sldMk cId="1107447613" sldId="310"/>
            <ac:spMk id="6" creationId="{738BCFEA-E1EA-99C7-CDB4-D0E4EC123689}"/>
          </ac:spMkLst>
        </pc:spChg>
        <pc:spChg chg="add mod">
          <ac:chgData name="Malte Heithoff" userId="92960225c14ac204" providerId="LiveId" clId="{0BCF4FD2-7917-469F-8438-39B05B5463C9}" dt="2023-06-16T07:07:33.176" v="35" actId="164"/>
          <ac:spMkLst>
            <pc:docMk/>
            <pc:sldMk cId="1107447613" sldId="310"/>
            <ac:spMk id="7" creationId="{7CAD9612-7189-9619-D770-AAC86C3B9F22}"/>
          </ac:spMkLst>
        </pc:spChg>
        <pc:spChg chg="add del mod">
          <ac:chgData name="Malte Heithoff" userId="92960225c14ac204" providerId="LiveId" clId="{0BCF4FD2-7917-469F-8438-39B05B5463C9}" dt="2023-06-16T07:05:52.810" v="8" actId="478"/>
          <ac:spMkLst>
            <pc:docMk/>
            <pc:sldMk cId="1107447613" sldId="310"/>
            <ac:spMk id="8" creationId="{47051F6F-2FEC-98CC-571C-12533676F51B}"/>
          </ac:spMkLst>
        </pc:spChg>
        <pc:spChg chg="mod">
          <ac:chgData name="Malte Heithoff" userId="92960225c14ac204" providerId="LiveId" clId="{0BCF4FD2-7917-469F-8438-39B05B5463C9}" dt="2023-06-16T09:39:01.949" v="972"/>
          <ac:spMkLst>
            <pc:docMk/>
            <pc:sldMk cId="1107447613" sldId="310"/>
            <ac:spMk id="8" creationId="{E86FB0F4-6437-C074-10A9-8AFE1DBA6F06}"/>
          </ac:spMkLst>
        </pc:spChg>
        <pc:spChg chg="add mod">
          <ac:chgData name="Malte Heithoff" userId="92960225c14ac204" providerId="LiveId" clId="{0BCF4FD2-7917-469F-8438-39B05B5463C9}" dt="2023-06-16T07:07:33.176" v="35" actId="164"/>
          <ac:spMkLst>
            <pc:docMk/>
            <pc:sldMk cId="1107447613" sldId="310"/>
            <ac:spMk id="9" creationId="{BD7D162F-1017-8255-B5C5-2C7520B9E36E}"/>
          </ac:spMkLst>
        </pc:spChg>
        <pc:spChg chg="add del mod">
          <ac:chgData name="Malte Heithoff" userId="92960225c14ac204" providerId="LiveId" clId="{0BCF4FD2-7917-469F-8438-39B05B5463C9}" dt="2023-06-16T07:05:42.800" v="5" actId="478"/>
          <ac:spMkLst>
            <pc:docMk/>
            <pc:sldMk cId="1107447613" sldId="310"/>
            <ac:spMk id="10" creationId="{23B3D3AB-AC55-6150-2857-81A24ACC3E40}"/>
          </ac:spMkLst>
        </pc:spChg>
        <pc:spChg chg="mod">
          <ac:chgData name="Malte Heithoff" userId="92960225c14ac204" providerId="LiveId" clId="{0BCF4FD2-7917-469F-8438-39B05B5463C9}" dt="2023-06-16T09:39:31.061" v="986"/>
          <ac:spMkLst>
            <pc:docMk/>
            <pc:sldMk cId="1107447613" sldId="310"/>
            <ac:spMk id="11" creationId="{18FE9A0F-711D-7FAD-EE83-C24C684F22AA}"/>
          </ac:spMkLst>
        </pc:spChg>
        <pc:spChg chg="add del mod">
          <ac:chgData name="Malte Heithoff" userId="92960225c14ac204" providerId="LiveId" clId="{0BCF4FD2-7917-469F-8438-39B05B5463C9}" dt="2023-06-16T07:05:42.800" v="5" actId="478"/>
          <ac:spMkLst>
            <pc:docMk/>
            <pc:sldMk cId="1107447613" sldId="310"/>
            <ac:spMk id="11" creationId="{85C75E3B-85CF-EFA9-AC08-25845D169AED}"/>
          </ac:spMkLst>
        </pc:spChg>
        <pc:spChg chg="add mod">
          <ac:chgData name="Malte Heithoff" userId="92960225c14ac204" providerId="LiveId" clId="{0BCF4FD2-7917-469F-8438-39B05B5463C9}" dt="2023-06-16T07:07:33.176" v="35" actId="164"/>
          <ac:spMkLst>
            <pc:docMk/>
            <pc:sldMk cId="1107447613" sldId="310"/>
            <ac:spMk id="12" creationId="{F36A44C2-EEC8-80F7-52A6-6B3D502238DD}"/>
          </ac:spMkLst>
        </pc:spChg>
        <pc:spChg chg="add del mod">
          <ac:chgData name="Malte Heithoff" userId="92960225c14ac204" providerId="LiveId" clId="{0BCF4FD2-7917-469F-8438-39B05B5463C9}" dt="2023-06-16T07:05:40.569" v="4" actId="478"/>
          <ac:spMkLst>
            <pc:docMk/>
            <pc:sldMk cId="1107447613" sldId="310"/>
            <ac:spMk id="13" creationId="{4C30E972-CCC4-A807-4073-45AF60DAEB46}"/>
          </ac:spMkLst>
        </pc:spChg>
        <pc:spChg chg="mod">
          <ac:chgData name="Malte Heithoff" userId="92960225c14ac204" providerId="LiveId" clId="{0BCF4FD2-7917-469F-8438-39B05B5463C9}" dt="2023-06-16T09:39:31.061" v="986"/>
          <ac:spMkLst>
            <pc:docMk/>
            <pc:sldMk cId="1107447613" sldId="310"/>
            <ac:spMk id="13" creationId="{8C91FD7F-8045-CD60-49C3-154324C5369C}"/>
          </ac:spMkLst>
        </pc:spChg>
        <pc:spChg chg="mod">
          <ac:chgData name="Malte Heithoff" userId="92960225c14ac204" providerId="LiveId" clId="{0BCF4FD2-7917-469F-8438-39B05B5463C9}" dt="2023-06-16T09:39:39.249" v="992" actId="20577"/>
          <ac:spMkLst>
            <pc:docMk/>
            <pc:sldMk cId="1107447613" sldId="310"/>
            <ac:spMk id="15" creationId="{C7C9FF15-93AB-8DD3-2776-B22847FF0AAD}"/>
          </ac:spMkLst>
        </pc:spChg>
        <pc:spChg chg="add mod">
          <ac:chgData name="Malte Heithoff" userId="92960225c14ac204" providerId="LiveId" clId="{0BCF4FD2-7917-469F-8438-39B05B5463C9}" dt="2023-06-16T07:07:29.888" v="34" actId="164"/>
          <ac:spMkLst>
            <pc:docMk/>
            <pc:sldMk cId="1107447613" sldId="310"/>
            <ac:spMk id="16" creationId="{098FE53A-4900-A7EC-03B4-DE33C8F69A29}"/>
          </ac:spMkLst>
        </pc:spChg>
        <pc:spChg chg="mod">
          <ac:chgData name="Malte Heithoff" userId="92960225c14ac204" providerId="LiveId" clId="{0BCF4FD2-7917-469F-8438-39B05B5463C9}" dt="2023-06-16T09:39:35.443" v="987"/>
          <ac:spMkLst>
            <pc:docMk/>
            <pc:sldMk cId="1107447613" sldId="310"/>
            <ac:spMk id="17" creationId="{9A12E5A4-73C6-9C9B-4ABB-A73EE03C2ED8}"/>
          </ac:spMkLst>
        </pc:spChg>
        <pc:spChg chg="add mod">
          <ac:chgData name="Malte Heithoff" userId="92960225c14ac204" providerId="LiveId" clId="{0BCF4FD2-7917-469F-8438-39B05B5463C9}" dt="2023-06-16T07:07:29.888" v="34" actId="164"/>
          <ac:spMkLst>
            <pc:docMk/>
            <pc:sldMk cId="1107447613" sldId="310"/>
            <ac:spMk id="18" creationId="{AE75BDAF-378B-C20F-9AD1-3203C79EE605}"/>
          </ac:spMkLst>
        </pc:spChg>
        <pc:spChg chg="add mod">
          <ac:chgData name="Malte Heithoff" userId="92960225c14ac204" providerId="LiveId" clId="{0BCF4FD2-7917-469F-8438-39B05B5463C9}" dt="2023-06-16T07:07:29.888" v="34" actId="164"/>
          <ac:spMkLst>
            <pc:docMk/>
            <pc:sldMk cId="1107447613" sldId="310"/>
            <ac:spMk id="19" creationId="{40539082-EB79-C132-7254-2BD77FE3F966}"/>
          </ac:spMkLst>
        </pc:spChg>
        <pc:spChg chg="add mod">
          <ac:chgData name="Malte Heithoff" userId="92960225c14ac204" providerId="LiveId" clId="{0BCF4FD2-7917-469F-8438-39B05B5463C9}" dt="2023-06-16T07:07:29.888" v="34" actId="164"/>
          <ac:spMkLst>
            <pc:docMk/>
            <pc:sldMk cId="1107447613" sldId="310"/>
            <ac:spMk id="20" creationId="{A9F48D85-EC65-1188-03F4-2CC08F00503F}"/>
          </ac:spMkLst>
        </pc:spChg>
        <pc:spChg chg="add mod topLvl">
          <ac:chgData name="Malte Heithoff" userId="92960225c14ac204" providerId="LiveId" clId="{0BCF4FD2-7917-469F-8438-39B05B5463C9}" dt="2023-06-16T07:10:16.889" v="90" actId="164"/>
          <ac:spMkLst>
            <pc:docMk/>
            <pc:sldMk cId="1107447613" sldId="310"/>
            <ac:spMk id="21" creationId="{4560859C-94D1-C1A6-6D08-FFC5CEF4C019}"/>
          </ac:spMkLst>
        </pc:spChg>
        <pc:spChg chg="add mod topLvl">
          <ac:chgData name="Malte Heithoff" userId="92960225c14ac204" providerId="LiveId" clId="{0BCF4FD2-7917-469F-8438-39B05B5463C9}" dt="2023-06-16T07:10:16.889" v="90" actId="164"/>
          <ac:spMkLst>
            <pc:docMk/>
            <pc:sldMk cId="1107447613" sldId="310"/>
            <ac:spMk id="23" creationId="{AA6335BC-55C3-26BE-FCDB-EAE62E647F7B}"/>
          </ac:spMkLst>
        </pc:spChg>
        <pc:spChg chg="add mod topLvl">
          <ac:chgData name="Malte Heithoff" userId="92960225c14ac204" providerId="LiveId" clId="{0BCF4FD2-7917-469F-8438-39B05B5463C9}" dt="2023-06-16T07:10:16.889" v="90" actId="164"/>
          <ac:spMkLst>
            <pc:docMk/>
            <pc:sldMk cId="1107447613" sldId="310"/>
            <ac:spMk id="24" creationId="{09FBF61C-7369-2045-13E3-CF481DE31A28}"/>
          </ac:spMkLst>
        </pc:spChg>
        <pc:spChg chg="add mod topLvl">
          <ac:chgData name="Malte Heithoff" userId="92960225c14ac204" providerId="LiveId" clId="{0BCF4FD2-7917-469F-8438-39B05B5463C9}" dt="2023-06-16T07:10:16.889" v="90" actId="164"/>
          <ac:spMkLst>
            <pc:docMk/>
            <pc:sldMk cId="1107447613" sldId="310"/>
            <ac:spMk id="25" creationId="{71CFC77B-8268-C49D-1A82-0686AAC4617F}"/>
          </ac:spMkLst>
        </pc:spChg>
        <pc:spChg chg="mod">
          <ac:chgData name="Malte Heithoff" userId="92960225c14ac204" providerId="LiveId" clId="{0BCF4FD2-7917-469F-8438-39B05B5463C9}" dt="2023-06-16T09:39:44.002" v="996" actId="20577"/>
          <ac:spMkLst>
            <pc:docMk/>
            <pc:sldMk cId="1107447613" sldId="310"/>
            <ac:spMk id="27" creationId="{91DD05D8-997B-07C4-2565-A53AE271620D}"/>
          </ac:spMkLst>
        </pc:spChg>
        <pc:spChg chg="add mod">
          <ac:chgData name="Malte Heithoff" userId="92960225c14ac204" providerId="LiveId" clId="{0BCF4FD2-7917-469F-8438-39B05B5463C9}" dt="2023-06-16T07:10:16.889" v="90" actId="164"/>
          <ac:spMkLst>
            <pc:docMk/>
            <pc:sldMk cId="1107447613" sldId="310"/>
            <ac:spMk id="30" creationId="{A7526AAC-DAC5-4183-1CC3-FC5DB33D8375}"/>
          </ac:spMkLst>
        </pc:spChg>
        <pc:spChg chg="add mod ord">
          <ac:chgData name="Malte Heithoff" userId="92960225c14ac204" providerId="LiveId" clId="{0BCF4FD2-7917-469F-8438-39B05B5463C9}" dt="2023-06-16T10:10:58.977" v="1749" actId="1076"/>
          <ac:spMkLst>
            <pc:docMk/>
            <pc:sldMk cId="1107447613" sldId="310"/>
            <ac:spMk id="31" creationId="{E35D8789-056C-0CCF-15AC-A784F9DB5931}"/>
          </ac:spMkLst>
        </pc:spChg>
        <pc:spChg chg="add mod">
          <ac:chgData name="Malte Heithoff" userId="92960225c14ac204" providerId="LiveId" clId="{0BCF4FD2-7917-469F-8438-39B05B5463C9}" dt="2023-06-16T10:10:58.977" v="1749" actId="1076"/>
          <ac:spMkLst>
            <pc:docMk/>
            <pc:sldMk cId="1107447613" sldId="310"/>
            <ac:spMk id="32" creationId="{6C711B4E-B4DE-5C84-0EA9-5F579AAF9C44}"/>
          </ac:spMkLst>
        </pc:spChg>
        <pc:spChg chg="add mod">
          <ac:chgData name="Malte Heithoff" userId="92960225c14ac204" providerId="LiveId" clId="{0BCF4FD2-7917-469F-8438-39B05B5463C9}" dt="2023-06-16T10:10:58.977" v="1749" actId="1076"/>
          <ac:spMkLst>
            <pc:docMk/>
            <pc:sldMk cId="1107447613" sldId="310"/>
            <ac:spMk id="33" creationId="{2CDB1F60-284A-3176-E6E6-22452BF151C7}"/>
          </ac:spMkLst>
        </pc:spChg>
        <pc:spChg chg="add mod">
          <ac:chgData name="Malte Heithoff" userId="92960225c14ac204" providerId="LiveId" clId="{0BCF4FD2-7917-469F-8438-39B05B5463C9}" dt="2023-06-16T10:10:58.977" v="1749" actId="1076"/>
          <ac:spMkLst>
            <pc:docMk/>
            <pc:sldMk cId="1107447613" sldId="310"/>
            <ac:spMk id="34" creationId="{962F2E83-EEE2-7F4A-8702-47A2D5E65387}"/>
          </ac:spMkLst>
        </pc:spChg>
        <pc:spChg chg="add mod">
          <ac:chgData name="Malte Heithoff" userId="92960225c14ac204" providerId="LiveId" clId="{0BCF4FD2-7917-469F-8438-39B05B5463C9}" dt="2023-06-16T10:10:58.977" v="1749" actId="1076"/>
          <ac:spMkLst>
            <pc:docMk/>
            <pc:sldMk cId="1107447613" sldId="310"/>
            <ac:spMk id="35" creationId="{13C68ECD-C8EF-264A-CB42-325003CBEA80}"/>
          </ac:spMkLst>
        </pc:spChg>
        <pc:spChg chg="mod">
          <ac:chgData name="Malte Heithoff" userId="92960225c14ac204" providerId="LiveId" clId="{0BCF4FD2-7917-469F-8438-39B05B5463C9}" dt="2023-06-16T09:39:41.673" v="993"/>
          <ac:spMkLst>
            <pc:docMk/>
            <pc:sldMk cId="1107447613" sldId="310"/>
            <ac:spMk id="36" creationId="{0C3F48A5-72A6-4D66-7B14-BB9734C613B9}"/>
          </ac:spMkLst>
        </pc:spChg>
        <pc:spChg chg="mod">
          <ac:chgData name="Malte Heithoff" userId="92960225c14ac204" providerId="LiveId" clId="{0BCF4FD2-7917-469F-8438-39B05B5463C9}" dt="2023-06-16T09:39:49.788" v="1004" actId="20577"/>
          <ac:spMkLst>
            <pc:docMk/>
            <pc:sldMk cId="1107447613" sldId="310"/>
            <ac:spMk id="40" creationId="{FF226CAB-1B16-EAD5-B5E6-CE4E157C0414}"/>
          </ac:spMkLst>
        </pc:spChg>
        <pc:spChg chg="mod">
          <ac:chgData name="Malte Heithoff" userId="92960225c14ac204" providerId="LiveId" clId="{0BCF4FD2-7917-469F-8438-39B05B5463C9}" dt="2023-06-16T09:39:45.750" v="997"/>
          <ac:spMkLst>
            <pc:docMk/>
            <pc:sldMk cId="1107447613" sldId="310"/>
            <ac:spMk id="41" creationId="{0C309E7B-7D0E-0C03-D360-18E37625F7AC}"/>
          </ac:spMkLst>
        </pc:spChg>
        <pc:spChg chg="mod">
          <ac:chgData name="Malte Heithoff" userId="92960225c14ac204" providerId="LiveId" clId="{0BCF4FD2-7917-469F-8438-39B05B5463C9}" dt="2023-06-16T09:39:57.368" v="1008" actId="20577"/>
          <ac:spMkLst>
            <pc:docMk/>
            <pc:sldMk cId="1107447613" sldId="310"/>
            <ac:spMk id="45" creationId="{EDF04D08-6925-4EA1-2391-C277EBF8DA90}"/>
          </ac:spMkLst>
        </pc:spChg>
        <pc:spChg chg="mod">
          <ac:chgData name="Malte Heithoff" userId="92960225c14ac204" providerId="LiveId" clId="{0BCF4FD2-7917-469F-8438-39B05B5463C9}" dt="2023-06-16T09:39:52.315" v="1005"/>
          <ac:spMkLst>
            <pc:docMk/>
            <pc:sldMk cId="1107447613" sldId="310"/>
            <ac:spMk id="46" creationId="{C690152C-0150-A2AC-8F3D-E3EBD668E6DA}"/>
          </ac:spMkLst>
        </pc:spChg>
        <pc:spChg chg="mod">
          <ac:chgData name="Malte Heithoff" userId="92960225c14ac204" providerId="LiveId" clId="{0BCF4FD2-7917-469F-8438-39B05B5463C9}" dt="2023-06-16T09:40:03.048" v="1012" actId="20577"/>
          <ac:spMkLst>
            <pc:docMk/>
            <pc:sldMk cId="1107447613" sldId="310"/>
            <ac:spMk id="49" creationId="{90B00132-CA88-7E04-2E30-40D2C5989230}"/>
          </ac:spMkLst>
        </pc:spChg>
        <pc:spChg chg="mod">
          <ac:chgData name="Malte Heithoff" userId="92960225c14ac204" providerId="LiveId" clId="{0BCF4FD2-7917-469F-8438-39B05B5463C9}" dt="2023-06-16T09:40:00.332" v="1009"/>
          <ac:spMkLst>
            <pc:docMk/>
            <pc:sldMk cId="1107447613" sldId="310"/>
            <ac:spMk id="51" creationId="{B3B984FD-3E4C-A830-624A-568B66C93735}"/>
          </ac:spMkLst>
        </pc:spChg>
        <pc:spChg chg="add mod">
          <ac:chgData name="Malte Heithoff" userId="92960225c14ac204" providerId="LiveId" clId="{0BCF4FD2-7917-469F-8438-39B05B5463C9}" dt="2023-06-16T10:00:15.355" v="1440" actId="1076"/>
          <ac:spMkLst>
            <pc:docMk/>
            <pc:sldMk cId="1107447613" sldId="310"/>
            <ac:spMk id="52" creationId="{2689F7A2-0FDA-A390-6393-280C7A521964}"/>
          </ac:spMkLst>
        </pc:spChg>
        <pc:spChg chg="add del mod">
          <ac:chgData name="Malte Heithoff" userId="92960225c14ac204" providerId="LiveId" clId="{0BCF4FD2-7917-469F-8438-39B05B5463C9}" dt="2023-06-16T09:57:24.991" v="1339" actId="478"/>
          <ac:spMkLst>
            <pc:docMk/>
            <pc:sldMk cId="1107447613" sldId="310"/>
            <ac:spMk id="65" creationId="{F5CFECFB-C954-95BC-C949-D94F71C83BA1}"/>
          </ac:spMkLst>
        </pc:spChg>
        <pc:spChg chg="add mod">
          <ac:chgData name="Malte Heithoff" userId="92960225c14ac204" providerId="LiveId" clId="{0BCF4FD2-7917-469F-8438-39B05B5463C9}" dt="2023-06-16T10:04:06.715" v="1534" actId="1076"/>
          <ac:spMkLst>
            <pc:docMk/>
            <pc:sldMk cId="1107447613" sldId="310"/>
            <ac:spMk id="66" creationId="{3326C11C-D6FC-96EE-F799-22876A95CBBF}"/>
          </ac:spMkLst>
        </pc:spChg>
        <pc:spChg chg="mod">
          <ac:chgData name="Malte Heithoff" userId="92960225c14ac204" providerId="LiveId" clId="{0BCF4FD2-7917-469F-8438-39B05B5463C9}" dt="2023-06-16T10:09:58.160" v="1667"/>
          <ac:spMkLst>
            <pc:docMk/>
            <pc:sldMk cId="1107447613" sldId="310"/>
            <ac:spMk id="68" creationId="{28C3F773-53C2-768D-669B-0CE03EB824B5}"/>
          </ac:spMkLst>
        </pc:spChg>
        <pc:spChg chg="mod">
          <ac:chgData name="Malte Heithoff" userId="92960225c14ac204" providerId="LiveId" clId="{0BCF4FD2-7917-469F-8438-39B05B5463C9}" dt="2023-06-16T10:09:58.160" v="1667"/>
          <ac:spMkLst>
            <pc:docMk/>
            <pc:sldMk cId="1107447613" sldId="310"/>
            <ac:spMk id="69" creationId="{C4B71DAF-CA6B-7FA4-6890-7C05D8F49EA9}"/>
          </ac:spMkLst>
        </pc:spChg>
        <pc:spChg chg="mod">
          <ac:chgData name="Malte Heithoff" userId="92960225c14ac204" providerId="LiveId" clId="{0BCF4FD2-7917-469F-8438-39B05B5463C9}" dt="2023-06-16T09:59:04.921" v="1399" actId="20577"/>
          <ac:spMkLst>
            <pc:docMk/>
            <pc:sldMk cId="1107447613" sldId="310"/>
            <ac:spMk id="71" creationId="{F57D69F3-6540-959F-69FD-BD92798BEC69}"/>
          </ac:spMkLst>
        </pc:spChg>
        <pc:spChg chg="mod">
          <ac:chgData name="Malte Heithoff" userId="92960225c14ac204" providerId="LiveId" clId="{0BCF4FD2-7917-469F-8438-39B05B5463C9}" dt="2023-06-16T09:59:00.102" v="1395"/>
          <ac:spMkLst>
            <pc:docMk/>
            <pc:sldMk cId="1107447613" sldId="310"/>
            <ac:spMk id="72" creationId="{E9B5E988-7190-F1FC-F646-A78990DCC43A}"/>
          </ac:spMkLst>
        </pc:spChg>
        <pc:spChg chg="mod">
          <ac:chgData name="Malte Heithoff" userId="92960225c14ac204" providerId="LiveId" clId="{0BCF4FD2-7917-469F-8438-39B05B5463C9}" dt="2023-06-16T09:59:07.280" v="1401" actId="20577"/>
          <ac:spMkLst>
            <pc:docMk/>
            <pc:sldMk cId="1107447613" sldId="310"/>
            <ac:spMk id="74" creationId="{1F8E0A52-B78F-5A8D-9222-3ED63A383B92}"/>
          </ac:spMkLst>
        </pc:spChg>
        <pc:spChg chg="mod">
          <ac:chgData name="Malte Heithoff" userId="92960225c14ac204" providerId="LiveId" clId="{0BCF4FD2-7917-469F-8438-39B05B5463C9}" dt="2023-06-16T09:58:57.374" v="1393"/>
          <ac:spMkLst>
            <pc:docMk/>
            <pc:sldMk cId="1107447613" sldId="310"/>
            <ac:spMk id="75" creationId="{4DE7911C-AFE9-C9B5-FC0D-59A23A2489D1}"/>
          </ac:spMkLst>
        </pc:spChg>
        <pc:spChg chg="mod">
          <ac:chgData name="Malte Heithoff" userId="92960225c14ac204" providerId="LiveId" clId="{0BCF4FD2-7917-469F-8438-39B05B5463C9}" dt="2023-06-16T10:09:47.804" v="1663" actId="20577"/>
          <ac:spMkLst>
            <pc:docMk/>
            <pc:sldMk cId="1107447613" sldId="310"/>
            <ac:spMk id="77" creationId="{BFD0C1E1-5400-44A4-D032-3F3CE7451479}"/>
          </ac:spMkLst>
        </pc:spChg>
        <pc:spChg chg="mod">
          <ac:chgData name="Malte Heithoff" userId="92960225c14ac204" providerId="LiveId" clId="{0BCF4FD2-7917-469F-8438-39B05B5463C9}" dt="2023-06-16T09:59:17.291" v="1418"/>
          <ac:spMkLst>
            <pc:docMk/>
            <pc:sldMk cId="1107447613" sldId="310"/>
            <ac:spMk id="78" creationId="{5D3E29C3-68C5-43ED-1016-96E77C934F94}"/>
          </ac:spMkLst>
        </pc:spChg>
        <pc:spChg chg="mod">
          <ac:chgData name="Malte Heithoff" userId="92960225c14ac204" providerId="LiveId" clId="{0BCF4FD2-7917-469F-8438-39B05B5463C9}" dt="2023-06-16T10:02:35.572" v="1494" actId="20577"/>
          <ac:spMkLst>
            <pc:docMk/>
            <pc:sldMk cId="1107447613" sldId="310"/>
            <ac:spMk id="80" creationId="{9C1D89C8-BE09-04E0-8AF0-CBBDCA40F33D}"/>
          </ac:spMkLst>
        </pc:spChg>
        <pc:spChg chg="mod">
          <ac:chgData name="Malte Heithoff" userId="92960225c14ac204" providerId="LiveId" clId="{0BCF4FD2-7917-469F-8438-39B05B5463C9}" dt="2023-06-16T09:59:17.291" v="1418"/>
          <ac:spMkLst>
            <pc:docMk/>
            <pc:sldMk cId="1107447613" sldId="310"/>
            <ac:spMk id="81" creationId="{54EB88A3-1813-E73A-AAE6-FE87EC1E5452}"/>
          </ac:spMkLst>
        </pc:spChg>
        <pc:spChg chg="mod">
          <ac:chgData name="Malte Heithoff" userId="92960225c14ac204" providerId="LiveId" clId="{0BCF4FD2-7917-469F-8438-39B05B5463C9}" dt="2023-06-16T10:02:37.869" v="1496" actId="20577"/>
          <ac:spMkLst>
            <pc:docMk/>
            <pc:sldMk cId="1107447613" sldId="310"/>
            <ac:spMk id="83" creationId="{71FC95A8-5BDD-40C7-55EA-2CEECEBBB1FD}"/>
          </ac:spMkLst>
        </pc:spChg>
        <pc:spChg chg="mod">
          <ac:chgData name="Malte Heithoff" userId="92960225c14ac204" providerId="LiveId" clId="{0BCF4FD2-7917-469F-8438-39B05B5463C9}" dt="2023-06-16T09:59:17.291" v="1418"/>
          <ac:spMkLst>
            <pc:docMk/>
            <pc:sldMk cId="1107447613" sldId="310"/>
            <ac:spMk id="84" creationId="{208B2E07-F8C7-043E-804A-53BA5DD2DE17}"/>
          </ac:spMkLst>
        </pc:spChg>
        <pc:spChg chg="add mod">
          <ac:chgData name="Malte Heithoff" userId="92960225c14ac204" providerId="LiveId" clId="{0BCF4FD2-7917-469F-8438-39B05B5463C9}" dt="2023-06-16T10:10:43.315" v="1747" actId="1035"/>
          <ac:spMkLst>
            <pc:docMk/>
            <pc:sldMk cId="1107447613" sldId="310"/>
            <ac:spMk id="85" creationId="{36A73DDE-8F28-864D-B50C-5C08582096D5}"/>
          </ac:spMkLst>
        </pc:spChg>
        <pc:spChg chg="mod">
          <ac:chgData name="Malte Heithoff" userId="92960225c14ac204" providerId="LiveId" clId="{0BCF4FD2-7917-469F-8438-39B05B5463C9}" dt="2023-06-16T10:06:35.608" v="1594" actId="20577"/>
          <ac:spMkLst>
            <pc:docMk/>
            <pc:sldMk cId="1107447613" sldId="310"/>
            <ac:spMk id="105" creationId="{B8FB195B-C78A-D6B6-39CE-1FBFEEA7B0FA}"/>
          </ac:spMkLst>
        </pc:spChg>
        <pc:spChg chg="mod">
          <ac:chgData name="Malte Heithoff" userId="92960225c14ac204" providerId="LiveId" clId="{0BCF4FD2-7917-469F-8438-39B05B5463C9}" dt="2023-06-16T10:00:27.831" v="1443"/>
          <ac:spMkLst>
            <pc:docMk/>
            <pc:sldMk cId="1107447613" sldId="310"/>
            <ac:spMk id="106" creationId="{0A7056D5-CBCC-E49B-9AD0-C5796A788D3E}"/>
          </ac:spMkLst>
        </pc:spChg>
        <pc:spChg chg="add mod">
          <ac:chgData name="Malte Heithoff" userId="92960225c14ac204" providerId="LiveId" clId="{0BCF4FD2-7917-469F-8438-39B05B5463C9}" dt="2023-06-16T10:04:06.715" v="1534" actId="1076"/>
          <ac:spMkLst>
            <pc:docMk/>
            <pc:sldMk cId="1107447613" sldId="310"/>
            <ac:spMk id="110" creationId="{E0DFF5E3-6CE4-48A9-0109-CB224E64B5BF}"/>
          </ac:spMkLst>
        </pc:spChg>
        <pc:spChg chg="mod">
          <ac:chgData name="Malte Heithoff" userId="92960225c14ac204" providerId="LiveId" clId="{0BCF4FD2-7917-469F-8438-39B05B5463C9}" dt="2023-06-16T10:03:00.479" v="1513"/>
          <ac:spMkLst>
            <pc:docMk/>
            <pc:sldMk cId="1107447613" sldId="310"/>
            <ac:spMk id="112" creationId="{A559044B-0F0E-053B-D172-9DBAE89AE79F}"/>
          </ac:spMkLst>
        </pc:spChg>
        <pc:spChg chg="mod">
          <ac:chgData name="Malte Heithoff" userId="92960225c14ac204" providerId="LiveId" clId="{0BCF4FD2-7917-469F-8438-39B05B5463C9}" dt="2023-06-16T10:03:00.479" v="1513"/>
          <ac:spMkLst>
            <pc:docMk/>
            <pc:sldMk cId="1107447613" sldId="310"/>
            <ac:spMk id="113" creationId="{3EB33660-C612-9E6A-253E-7A55BB6D0D9E}"/>
          </ac:spMkLst>
        </pc:spChg>
        <pc:spChg chg="add mod">
          <ac:chgData name="Malte Heithoff" userId="92960225c14ac204" providerId="LiveId" clId="{0BCF4FD2-7917-469F-8438-39B05B5463C9}" dt="2023-06-16T10:10:43.315" v="1747" actId="1035"/>
          <ac:spMkLst>
            <pc:docMk/>
            <pc:sldMk cId="1107447613" sldId="310"/>
            <ac:spMk id="114" creationId="{3155B974-6F5D-316C-9CEC-45985A1D34A6}"/>
          </ac:spMkLst>
        </pc:spChg>
        <pc:spChg chg="add del mod">
          <ac:chgData name="Malte Heithoff" userId="92960225c14ac204" providerId="LiveId" clId="{0BCF4FD2-7917-469F-8438-39B05B5463C9}" dt="2023-06-16T10:06:02.130" v="1582" actId="478"/>
          <ac:spMkLst>
            <pc:docMk/>
            <pc:sldMk cId="1107447613" sldId="310"/>
            <ac:spMk id="120" creationId="{288378BB-7B9E-9A27-12F9-D0FAF08D7525}"/>
          </ac:spMkLst>
        </pc:spChg>
        <pc:spChg chg="add mod">
          <ac:chgData name="Malte Heithoff" userId="92960225c14ac204" providerId="LiveId" clId="{0BCF4FD2-7917-469F-8438-39B05B5463C9}" dt="2023-06-16T10:03:56.328" v="1530" actId="1076"/>
          <ac:spMkLst>
            <pc:docMk/>
            <pc:sldMk cId="1107447613" sldId="310"/>
            <ac:spMk id="121" creationId="{059D46ED-7749-0DC3-EE12-9C0BB9A6A822}"/>
          </ac:spMkLst>
        </pc:spChg>
        <pc:spChg chg="mod">
          <ac:chgData name="Malte Heithoff" userId="92960225c14ac204" providerId="LiveId" clId="{0BCF4FD2-7917-469F-8438-39B05B5463C9}" dt="2023-06-16T10:15:18.952" v="1777" actId="20577"/>
          <ac:spMkLst>
            <pc:docMk/>
            <pc:sldMk cId="1107447613" sldId="310"/>
            <ac:spMk id="129" creationId="{01109478-37D5-F407-BDDD-4577C42506A6}"/>
          </ac:spMkLst>
        </pc:spChg>
        <pc:spChg chg="mod">
          <ac:chgData name="Malte Heithoff" userId="92960225c14ac204" providerId="LiveId" clId="{0BCF4FD2-7917-469F-8438-39B05B5463C9}" dt="2023-06-16T10:05:07.520" v="1569"/>
          <ac:spMkLst>
            <pc:docMk/>
            <pc:sldMk cId="1107447613" sldId="310"/>
            <ac:spMk id="130" creationId="{EDCD7898-8396-755B-31D4-391AE0F91CBF}"/>
          </ac:spMkLst>
        </pc:spChg>
        <pc:spChg chg="add mod">
          <ac:chgData name="Malte Heithoff" userId="92960225c14ac204" providerId="LiveId" clId="{0BCF4FD2-7917-469F-8438-39B05B5463C9}" dt="2023-06-16T10:05:18.514" v="1575" actId="1076"/>
          <ac:spMkLst>
            <pc:docMk/>
            <pc:sldMk cId="1107447613" sldId="310"/>
            <ac:spMk id="131" creationId="{9E059F5C-672C-FC5A-D80A-003050B6C4D3}"/>
          </ac:spMkLst>
        </pc:spChg>
        <pc:spChg chg="mod">
          <ac:chgData name="Malte Heithoff" userId="92960225c14ac204" providerId="LiveId" clId="{0BCF4FD2-7917-469F-8438-39B05B5463C9}" dt="2023-06-16T10:06:26.319" v="1592" actId="20577"/>
          <ac:spMkLst>
            <pc:docMk/>
            <pc:sldMk cId="1107447613" sldId="310"/>
            <ac:spMk id="136" creationId="{D776EB18-EB98-9C63-E9BC-605331E25685}"/>
          </ac:spMkLst>
        </pc:spChg>
        <pc:spChg chg="mod">
          <ac:chgData name="Malte Heithoff" userId="92960225c14ac204" providerId="LiveId" clId="{0BCF4FD2-7917-469F-8438-39B05B5463C9}" dt="2023-06-16T10:06:16.582" v="1583"/>
          <ac:spMkLst>
            <pc:docMk/>
            <pc:sldMk cId="1107447613" sldId="310"/>
            <ac:spMk id="137" creationId="{4F8FD823-A313-F231-8172-E664FE82890A}"/>
          </ac:spMkLst>
        </pc:spChg>
        <pc:spChg chg="add mod">
          <ac:chgData name="Malte Heithoff" userId="92960225c14ac204" providerId="LiveId" clId="{0BCF4FD2-7917-469F-8438-39B05B5463C9}" dt="2023-06-16T10:06:59.569" v="1599" actId="1076"/>
          <ac:spMkLst>
            <pc:docMk/>
            <pc:sldMk cId="1107447613" sldId="310"/>
            <ac:spMk id="138" creationId="{6DAB6008-C40C-A865-7E64-6B4C12690FD0}"/>
          </ac:spMkLst>
        </pc:spChg>
        <pc:spChg chg="add mod">
          <ac:chgData name="Malte Heithoff" userId="92960225c14ac204" providerId="LiveId" clId="{0BCF4FD2-7917-469F-8438-39B05B5463C9}" dt="2023-06-16T10:07:37.951" v="1611" actId="1037"/>
          <ac:spMkLst>
            <pc:docMk/>
            <pc:sldMk cId="1107447613" sldId="310"/>
            <ac:spMk id="142" creationId="{FC8E6E96-DB5D-D5E6-1E5D-D4A6987B455E}"/>
          </ac:spMkLst>
        </pc:spChg>
        <pc:spChg chg="mod">
          <ac:chgData name="Malte Heithoff" userId="92960225c14ac204" providerId="LiveId" clId="{0BCF4FD2-7917-469F-8438-39B05B5463C9}" dt="2023-06-16T10:09:15.212" v="1650" actId="20577"/>
          <ac:spMkLst>
            <pc:docMk/>
            <pc:sldMk cId="1107447613" sldId="310"/>
            <ac:spMk id="144" creationId="{458E9953-BB07-724C-D89A-1DBB1AD3C1B5}"/>
          </ac:spMkLst>
        </pc:spChg>
        <pc:spChg chg="mod">
          <ac:chgData name="Malte Heithoff" userId="92960225c14ac204" providerId="LiveId" clId="{0BCF4FD2-7917-469F-8438-39B05B5463C9}" dt="2023-06-16T10:07:41.371" v="1612"/>
          <ac:spMkLst>
            <pc:docMk/>
            <pc:sldMk cId="1107447613" sldId="310"/>
            <ac:spMk id="145" creationId="{439C4C4C-42EB-0712-E775-FB243AC3BF57}"/>
          </ac:spMkLst>
        </pc:spChg>
        <pc:spChg chg="add mod">
          <ac:chgData name="Malte Heithoff" userId="92960225c14ac204" providerId="LiveId" clId="{0BCF4FD2-7917-469F-8438-39B05B5463C9}" dt="2023-06-16T10:08:54.105" v="1646" actId="1076"/>
          <ac:spMkLst>
            <pc:docMk/>
            <pc:sldMk cId="1107447613" sldId="310"/>
            <ac:spMk id="160" creationId="{74345F2C-546A-B6BE-C8FD-69339B46E3DE}"/>
          </ac:spMkLst>
        </pc:spChg>
        <pc:spChg chg="add mod">
          <ac:chgData name="Malte Heithoff" userId="92960225c14ac204" providerId="LiveId" clId="{0BCF4FD2-7917-469F-8438-39B05B5463C9}" dt="2023-06-16T10:09:26.341" v="1652" actId="1076"/>
          <ac:spMkLst>
            <pc:docMk/>
            <pc:sldMk cId="1107447613" sldId="310"/>
            <ac:spMk id="161" creationId="{E653A29E-E8F9-E980-AF09-66653AB4EFF8}"/>
          </ac:spMkLst>
        </pc:spChg>
        <pc:spChg chg="add mod">
          <ac:chgData name="Malte Heithoff" userId="92960225c14ac204" providerId="LiveId" clId="{0BCF4FD2-7917-469F-8438-39B05B5463C9}" dt="2023-06-16T10:09:31.665" v="1654" actId="1076"/>
          <ac:spMkLst>
            <pc:docMk/>
            <pc:sldMk cId="1107447613" sldId="310"/>
            <ac:spMk id="162" creationId="{137E8C3F-B54C-F0C8-C193-F0EADAFFB68D}"/>
          </ac:spMkLst>
        </pc:spChg>
        <pc:spChg chg="add mod">
          <ac:chgData name="Malte Heithoff" userId="92960225c14ac204" providerId="LiveId" clId="{0BCF4FD2-7917-469F-8438-39B05B5463C9}" dt="2023-06-16T10:09:34.841" v="1656" actId="1076"/>
          <ac:spMkLst>
            <pc:docMk/>
            <pc:sldMk cId="1107447613" sldId="310"/>
            <ac:spMk id="163" creationId="{D56BC701-DF8B-2C3E-4F32-1CBE56BBB28D}"/>
          </ac:spMkLst>
        </pc:spChg>
        <pc:spChg chg="add mod">
          <ac:chgData name="Malte Heithoff" userId="92960225c14ac204" providerId="LiveId" clId="{0BCF4FD2-7917-469F-8438-39B05B5463C9}" dt="2023-06-16T10:10:43.315" v="1747" actId="1035"/>
          <ac:spMkLst>
            <pc:docMk/>
            <pc:sldMk cId="1107447613" sldId="310"/>
            <ac:spMk id="165" creationId="{8F4A0D0A-ED57-A453-C54A-01A069DDE4CD}"/>
          </ac:spMkLst>
        </pc:spChg>
        <pc:spChg chg="add mod">
          <ac:chgData name="Malte Heithoff" userId="92960225c14ac204" providerId="LiveId" clId="{0BCF4FD2-7917-469F-8438-39B05B5463C9}" dt="2023-06-16T10:14:31.175" v="1764" actId="1076"/>
          <ac:spMkLst>
            <pc:docMk/>
            <pc:sldMk cId="1107447613" sldId="310"/>
            <ac:spMk id="169" creationId="{E2A09D30-2BDD-DB10-F089-EA7CBFAC53D2}"/>
          </ac:spMkLst>
        </pc:spChg>
        <pc:spChg chg="add mod">
          <ac:chgData name="Malte Heithoff" userId="92960225c14ac204" providerId="LiveId" clId="{0BCF4FD2-7917-469F-8438-39B05B5463C9}" dt="2023-06-16T10:14:39.638" v="1766" actId="1076"/>
          <ac:spMkLst>
            <pc:docMk/>
            <pc:sldMk cId="1107447613" sldId="310"/>
            <ac:spMk id="170" creationId="{C9AB58A9-D5E2-4122-AD51-C835E1C1324E}"/>
          </ac:spMkLst>
        </pc:spChg>
        <pc:spChg chg="add mod">
          <ac:chgData name="Malte Heithoff" userId="92960225c14ac204" providerId="LiveId" clId="{0BCF4FD2-7917-469F-8438-39B05B5463C9}" dt="2023-06-16T10:14:58.784" v="1772" actId="1076"/>
          <ac:spMkLst>
            <pc:docMk/>
            <pc:sldMk cId="1107447613" sldId="310"/>
            <ac:spMk id="175" creationId="{97743683-86F2-6979-621D-921FDC28578C}"/>
          </ac:spMkLst>
        </pc:spChg>
        <pc:spChg chg="mod">
          <ac:chgData name="Malte Heithoff" userId="92960225c14ac204" providerId="LiveId" clId="{0BCF4FD2-7917-469F-8438-39B05B5463C9}" dt="2023-06-16T10:15:30.681" v="1783" actId="20577"/>
          <ac:spMkLst>
            <pc:docMk/>
            <pc:sldMk cId="1107447613" sldId="310"/>
            <ac:spMk id="177" creationId="{34846FCE-B9E6-C3C6-14C8-519702AA811B}"/>
          </ac:spMkLst>
        </pc:spChg>
        <pc:spChg chg="mod">
          <ac:chgData name="Malte Heithoff" userId="92960225c14ac204" providerId="LiveId" clId="{0BCF4FD2-7917-469F-8438-39B05B5463C9}" dt="2023-06-16T10:15:44.001" v="1787" actId="1076"/>
          <ac:spMkLst>
            <pc:docMk/>
            <pc:sldMk cId="1107447613" sldId="310"/>
            <ac:spMk id="178" creationId="{550395E7-8858-E5FA-273E-B2E34011038B}"/>
          </ac:spMkLst>
        </pc:spChg>
        <pc:spChg chg="add mod">
          <ac:chgData name="Malte Heithoff" userId="92960225c14ac204" providerId="LiveId" clId="{0BCF4FD2-7917-469F-8438-39B05B5463C9}" dt="2023-06-16T10:15:41.790" v="1785" actId="1076"/>
          <ac:spMkLst>
            <pc:docMk/>
            <pc:sldMk cId="1107447613" sldId="310"/>
            <ac:spMk id="179" creationId="{A3EC8F35-2463-E567-1248-FD1A0406FEA1}"/>
          </ac:spMkLst>
        </pc:spChg>
        <pc:grpChg chg="add mod">
          <ac:chgData name="Malte Heithoff" userId="92960225c14ac204" providerId="LiveId" clId="{0BCF4FD2-7917-469F-8438-39B05B5463C9}" dt="2023-06-16T10:00:15.355" v="1440" actId="1076"/>
          <ac:grpSpMkLst>
            <pc:docMk/>
            <pc:sldMk cId="1107447613" sldId="310"/>
            <ac:grpSpMk id="4" creationId="{94CDCD52-4A64-D571-8B83-0204C883FC1D}"/>
          </ac:grpSpMkLst>
        </pc:grpChg>
        <pc:grpChg chg="add del mod">
          <ac:chgData name="Malte Heithoff" userId="92960225c14ac204" providerId="LiveId" clId="{0BCF4FD2-7917-469F-8438-39B05B5463C9}" dt="2023-06-16T10:10:30.484" v="1702" actId="1038"/>
          <ac:grpSpMkLst>
            <pc:docMk/>
            <pc:sldMk cId="1107447613" sldId="310"/>
            <ac:grpSpMk id="10" creationId="{34FE5C32-4F71-8338-9D7C-13B4B1D0F4DC}"/>
          </ac:grpSpMkLst>
        </pc:grpChg>
        <pc:grpChg chg="add mod">
          <ac:chgData name="Malte Heithoff" userId="92960225c14ac204" providerId="LiveId" clId="{0BCF4FD2-7917-469F-8438-39B05B5463C9}" dt="2023-06-16T10:00:15.355" v="1440" actId="1076"/>
          <ac:grpSpMkLst>
            <pc:docMk/>
            <pc:sldMk cId="1107447613" sldId="310"/>
            <ac:grpSpMk id="14" creationId="{B216FDB5-CA11-A6A3-21CF-E62805CB65ED}"/>
          </ac:grpSpMkLst>
        </pc:grpChg>
        <pc:grpChg chg="add mod">
          <ac:chgData name="Malte Heithoff" userId="92960225c14ac204" providerId="LiveId" clId="{0BCF4FD2-7917-469F-8438-39B05B5463C9}" dt="2023-06-16T10:00:15.355" v="1440" actId="1076"/>
          <ac:grpSpMkLst>
            <pc:docMk/>
            <pc:sldMk cId="1107447613" sldId="310"/>
            <ac:grpSpMk id="26" creationId="{3FE7B148-E542-88F4-C59E-DFBAD02D6AE1}"/>
          </ac:grpSpMkLst>
        </pc:grpChg>
        <pc:grpChg chg="add del mod">
          <ac:chgData name="Malte Heithoff" userId="92960225c14ac204" providerId="LiveId" clId="{0BCF4FD2-7917-469F-8438-39B05B5463C9}" dt="2023-06-16T07:07:22.562" v="32" actId="165"/>
          <ac:grpSpMkLst>
            <pc:docMk/>
            <pc:sldMk cId="1107447613" sldId="310"/>
            <ac:grpSpMk id="26" creationId="{B4EB8248-9BCC-18CC-DBAC-83B9992676CF}"/>
          </ac:grpSpMkLst>
        </pc:grpChg>
        <pc:grpChg chg="add del mod">
          <ac:chgData name="Malte Heithoff" userId="92960225c14ac204" providerId="LiveId" clId="{0BCF4FD2-7917-469F-8438-39B05B5463C9}" dt="2023-06-16T07:10:01.024" v="84" actId="165"/>
          <ac:grpSpMkLst>
            <pc:docMk/>
            <pc:sldMk cId="1107447613" sldId="310"/>
            <ac:grpSpMk id="27" creationId="{C6735B17-4067-7BC8-609B-C5FA902EC804}"/>
          </ac:grpSpMkLst>
        </pc:grpChg>
        <pc:grpChg chg="add mod">
          <ac:chgData name="Malte Heithoff" userId="92960225c14ac204" providerId="LiveId" clId="{0BCF4FD2-7917-469F-8438-39B05B5463C9}" dt="2023-06-16T10:10:58.977" v="1749" actId="1076"/>
          <ac:grpSpMkLst>
            <pc:docMk/>
            <pc:sldMk cId="1107447613" sldId="310"/>
            <ac:grpSpMk id="28" creationId="{A4371BB2-8C11-8206-B233-BBCD9DE2397C}"/>
          </ac:grpSpMkLst>
        </pc:grpChg>
        <pc:grpChg chg="add mod">
          <ac:chgData name="Malte Heithoff" userId="92960225c14ac204" providerId="LiveId" clId="{0BCF4FD2-7917-469F-8438-39B05B5463C9}" dt="2023-06-16T10:10:58.977" v="1749" actId="1076"/>
          <ac:grpSpMkLst>
            <pc:docMk/>
            <pc:sldMk cId="1107447613" sldId="310"/>
            <ac:grpSpMk id="29" creationId="{70C1CDB0-A162-9852-4D54-89C73D316DBA}"/>
          </ac:grpSpMkLst>
        </pc:grpChg>
        <pc:grpChg chg="add mod">
          <ac:chgData name="Malte Heithoff" userId="92960225c14ac204" providerId="LiveId" clId="{0BCF4FD2-7917-469F-8438-39B05B5463C9}" dt="2023-06-16T10:00:15.355" v="1440" actId="1076"/>
          <ac:grpSpMkLst>
            <pc:docMk/>
            <pc:sldMk cId="1107447613" sldId="310"/>
            <ac:grpSpMk id="37" creationId="{9D159152-6132-FD5C-E15F-ED398E3E0A18}"/>
          </ac:grpSpMkLst>
        </pc:grpChg>
        <pc:grpChg chg="add mod">
          <ac:chgData name="Malte Heithoff" userId="92960225c14ac204" providerId="LiveId" clId="{0BCF4FD2-7917-469F-8438-39B05B5463C9}" dt="2023-06-16T10:04:06.715" v="1534" actId="1076"/>
          <ac:grpSpMkLst>
            <pc:docMk/>
            <pc:sldMk cId="1107447613" sldId="310"/>
            <ac:grpSpMk id="42" creationId="{9725E828-9B72-BAC9-65E0-83DB44389F48}"/>
          </ac:grpSpMkLst>
        </pc:grpChg>
        <pc:grpChg chg="add mod">
          <ac:chgData name="Malte Heithoff" userId="92960225c14ac204" providerId="LiveId" clId="{0BCF4FD2-7917-469F-8438-39B05B5463C9}" dt="2023-06-16T10:10:58.977" v="1749" actId="1076"/>
          <ac:grpSpMkLst>
            <pc:docMk/>
            <pc:sldMk cId="1107447613" sldId="310"/>
            <ac:grpSpMk id="43" creationId="{5AB752EF-A7E6-D54D-FE84-FA9FF3869AEC}"/>
          </ac:grpSpMkLst>
        </pc:grpChg>
        <pc:grpChg chg="add mod">
          <ac:chgData name="Malte Heithoff" userId="92960225c14ac204" providerId="LiveId" clId="{0BCF4FD2-7917-469F-8438-39B05B5463C9}" dt="2023-06-16T10:10:43.315" v="1747" actId="1035"/>
          <ac:grpSpMkLst>
            <pc:docMk/>
            <pc:sldMk cId="1107447613" sldId="310"/>
            <ac:grpSpMk id="48" creationId="{B677C125-2AAA-EB5A-990F-335EA19CE46A}"/>
          </ac:grpSpMkLst>
        </pc:grpChg>
        <pc:grpChg chg="add mod">
          <ac:chgData name="Malte Heithoff" userId="92960225c14ac204" providerId="LiveId" clId="{0BCF4FD2-7917-469F-8438-39B05B5463C9}" dt="2023-06-16T10:10:02.323" v="1684" actId="1038"/>
          <ac:grpSpMkLst>
            <pc:docMk/>
            <pc:sldMk cId="1107447613" sldId="310"/>
            <ac:grpSpMk id="67" creationId="{D915DE18-37D2-E58A-C3B8-1CEF8CE99F3C}"/>
          </ac:grpSpMkLst>
        </pc:grpChg>
        <pc:grpChg chg="add del mod">
          <ac:chgData name="Malte Heithoff" userId="92960225c14ac204" providerId="LiveId" clId="{0BCF4FD2-7917-469F-8438-39B05B5463C9}" dt="2023-06-16T10:01:10.569" v="1477" actId="478"/>
          <ac:grpSpMkLst>
            <pc:docMk/>
            <pc:sldMk cId="1107447613" sldId="310"/>
            <ac:grpSpMk id="70" creationId="{10ACFEE7-1EF1-C3B7-C1EE-297C58058FD0}"/>
          </ac:grpSpMkLst>
        </pc:grpChg>
        <pc:grpChg chg="add del mod">
          <ac:chgData name="Malte Heithoff" userId="92960225c14ac204" providerId="LiveId" clId="{0BCF4FD2-7917-469F-8438-39B05B5463C9}" dt="2023-06-16T10:01:10.569" v="1477" actId="478"/>
          <ac:grpSpMkLst>
            <pc:docMk/>
            <pc:sldMk cId="1107447613" sldId="310"/>
            <ac:grpSpMk id="73" creationId="{556337C7-8928-C1F0-FF54-36F4DF735F6C}"/>
          </ac:grpSpMkLst>
        </pc:grpChg>
        <pc:grpChg chg="add mod">
          <ac:chgData name="Malte Heithoff" userId="92960225c14ac204" providerId="LiveId" clId="{0BCF4FD2-7917-469F-8438-39B05B5463C9}" dt="2023-06-16T10:10:43.315" v="1747" actId="1035"/>
          <ac:grpSpMkLst>
            <pc:docMk/>
            <pc:sldMk cId="1107447613" sldId="310"/>
            <ac:grpSpMk id="76" creationId="{399DB4ED-D46A-75A4-662E-0B2D68A2A2A2}"/>
          </ac:grpSpMkLst>
        </pc:grpChg>
        <pc:grpChg chg="add del mod">
          <ac:chgData name="Malte Heithoff" userId="92960225c14ac204" providerId="LiveId" clId="{0BCF4FD2-7917-469F-8438-39B05B5463C9}" dt="2023-06-16T10:09:41.523" v="1657" actId="478"/>
          <ac:grpSpMkLst>
            <pc:docMk/>
            <pc:sldMk cId="1107447613" sldId="310"/>
            <ac:grpSpMk id="79" creationId="{1263D0AD-A598-B6F1-558A-793046AB90F5}"/>
          </ac:grpSpMkLst>
        </pc:grpChg>
        <pc:grpChg chg="add del mod">
          <ac:chgData name="Malte Heithoff" userId="92960225c14ac204" providerId="LiveId" clId="{0BCF4FD2-7917-469F-8438-39B05B5463C9}" dt="2023-06-16T10:09:41.523" v="1657" actId="478"/>
          <ac:grpSpMkLst>
            <pc:docMk/>
            <pc:sldMk cId="1107447613" sldId="310"/>
            <ac:grpSpMk id="82" creationId="{11DE7524-593D-2859-A900-A1D1B77B98D8}"/>
          </ac:grpSpMkLst>
        </pc:grpChg>
        <pc:grpChg chg="add mod">
          <ac:chgData name="Malte Heithoff" userId="92960225c14ac204" providerId="LiveId" clId="{0BCF4FD2-7917-469F-8438-39B05B5463C9}" dt="2023-06-16T10:04:18.928" v="1538" actId="1076"/>
          <ac:grpSpMkLst>
            <pc:docMk/>
            <pc:sldMk cId="1107447613" sldId="310"/>
            <ac:grpSpMk id="104" creationId="{5BCA1DD3-D355-129C-DDA0-29B2028F1749}"/>
          </ac:grpSpMkLst>
        </pc:grpChg>
        <pc:grpChg chg="add mod">
          <ac:chgData name="Malte Heithoff" userId="92960225c14ac204" providerId="LiveId" clId="{0BCF4FD2-7917-469F-8438-39B05B5463C9}" dt="2023-06-16T10:10:48.599" v="1748" actId="1076"/>
          <ac:grpSpMkLst>
            <pc:docMk/>
            <pc:sldMk cId="1107447613" sldId="310"/>
            <ac:grpSpMk id="111" creationId="{759E0F5F-5DDB-EBBC-2B19-FAB06BC39895}"/>
          </ac:grpSpMkLst>
        </pc:grpChg>
        <pc:grpChg chg="add mod">
          <ac:chgData name="Malte Heithoff" userId="92960225c14ac204" providerId="LiveId" clId="{0BCF4FD2-7917-469F-8438-39B05B5463C9}" dt="2023-06-16T10:05:11.375" v="1571" actId="1076"/>
          <ac:grpSpMkLst>
            <pc:docMk/>
            <pc:sldMk cId="1107447613" sldId="310"/>
            <ac:grpSpMk id="128" creationId="{DD348956-5C45-0762-988B-2E70F419C07A}"/>
          </ac:grpSpMkLst>
        </pc:grpChg>
        <pc:grpChg chg="add mod">
          <ac:chgData name="Malte Heithoff" userId="92960225c14ac204" providerId="LiveId" clId="{0BCF4FD2-7917-469F-8438-39B05B5463C9}" dt="2023-06-16T10:06:53.833" v="1597" actId="1076"/>
          <ac:grpSpMkLst>
            <pc:docMk/>
            <pc:sldMk cId="1107447613" sldId="310"/>
            <ac:grpSpMk id="135" creationId="{E0CBF657-25C8-7BDD-3477-B0C745F7578B}"/>
          </ac:grpSpMkLst>
        </pc:grpChg>
        <pc:grpChg chg="add mod">
          <ac:chgData name="Malte Heithoff" userId="92960225c14ac204" providerId="LiveId" clId="{0BCF4FD2-7917-469F-8438-39B05B5463C9}" dt="2023-06-16T10:07:54.839" v="1630" actId="1076"/>
          <ac:grpSpMkLst>
            <pc:docMk/>
            <pc:sldMk cId="1107447613" sldId="310"/>
            <ac:grpSpMk id="143" creationId="{D8D85354-B131-6198-027E-69C2835C1017}"/>
          </ac:grpSpMkLst>
        </pc:grpChg>
        <pc:grpChg chg="add mod">
          <ac:chgData name="Malte Heithoff" userId="92960225c14ac204" providerId="LiveId" clId="{0BCF4FD2-7917-469F-8438-39B05B5463C9}" dt="2023-06-16T10:15:53.368" v="1792" actId="1076"/>
          <ac:grpSpMkLst>
            <pc:docMk/>
            <pc:sldMk cId="1107447613" sldId="310"/>
            <ac:grpSpMk id="176" creationId="{5C3F26EE-157A-99A8-36DC-8E91098AFA45}"/>
          </ac:grpSpMkLst>
        </pc:grpChg>
        <pc:cxnChg chg="add del mod">
          <ac:chgData name="Malte Heithoff" userId="92960225c14ac204" providerId="LiveId" clId="{0BCF4FD2-7917-469F-8438-39B05B5463C9}" dt="2023-06-16T07:09:27.998" v="76" actId="478"/>
          <ac:cxnSpMkLst>
            <pc:docMk/>
            <pc:sldMk cId="1107447613" sldId="310"/>
            <ac:cxnSpMk id="6" creationId="{2FE2AA1E-2796-69F2-EFF8-A38F789261D3}"/>
          </ac:cxnSpMkLst>
        </pc:cxnChg>
        <pc:cxnChg chg="add del mod">
          <ac:chgData name="Malte Heithoff" userId="92960225c14ac204" providerId="LiveId" clId="{0BCF4FD2-7917-469F-8438-39B05B5463C9}" dt="2023-06-16T07:09:27.612" v="75" actId="478"/>
          <ac:cxnSpMkLst>
            <pc:docMk/>
            <pc:sldMk cId="1107447613" sldId="310"/>
            <ac:cxnSpMk id="17" creationId="{10CF3387-1AA5-5C19-FD6F-3B997B9DC02C}"/>
          </ac:cxnSpMkLst>
        </pc:cxnChg>
        <pc:cxnChg chg="add mod topLvl">
          <ac:chgData name="Malte Heithoff" userId="92960225c14ac204" providerId="LiveId" clId="{0BCF4FD2-7917-469F-8438-39B05B5463C9}" dt="2023-06-16T10:10:58.977" v="1749" actId="1076"/>
          <ac:cxnSpMkLst>
            <pc:docMk/>
            <pc:sldMk cId="1107447613" sldId="310"/>
            <ac:cxnSpMk id="22" creationId="{D39678FC-62FB-4B8A-1960-511240C95AA6}"/>
          </ac:cxnSpMkLst>
        </pc:cxnChg>
        <pc:cxnChg chg="add mod">
          <ac:chgData name="Malte Heithoff" userId="92960225c14ac204" providerId="LiveId" clId="{0BCF4FD2-7917-469F-8438-39B05B5463C9}" dt="2023-06-16T10:10:58.977" v="1749" actId="1076"/>
          <ac:cxnSpMkLst>
            <pc:docMk/>
            <pc:sldMk cId="1107447613" sldId="310"/>
            <ac:cxnSpMk id="38" creationId="{49403DEB-F64C-9D87-AC65-7D0152B9C313}"/>
          </ac:cxnSpMkLst>
        </pc:cxnChg>
        <pc:cxnChg chg="add mod">
          <ac:chgData name="Malte Heithoff" userId="92960225c14ac204" providerId="LiveId" clId="{0BCF4FD2-7917-469F-8438-39B05B5463C9}" dt="2023-06-16T10:10:58.977" v="1749" actId="1076"/>
          <ac:cxnSpMkLst>
            <pc:docMk/>
            <pc:sldMk cId="1107447613" sldId="310"/>
            <ac:cxnSpMk id="39" creationId="{BD56B8A4-3E63-3228-503C-6874BAAD74DC}"/>
          </ac:cxnSpMkLst>
        </pc:cxnChg>
        <pc:cxnChg chg="add mod">
          <ac:chgData name="Malte Heithoff" userId="92960225c14ac204" providerId="LiveId" clId="{0BCF4FD2-7917-469F-8438-39B05B5463C9}" dt="2023-06-16T10:10:58.977" v="1749" actId="1076"/>
          <ac:cxnSpMkLst>
            <pc:docMk/>
            <pc:sldMk cId="1107447613" sldId="310"/>
            <ac:cxnSpMk id="44" creationId="{B952BF33-64A8-3C15-C92C-35966D38FA5A}"/>
          </ac:cxnSpMkLst>
        </pc:cxnChg>
        <pc:cxnChg chg="add mod">
          <ac:chgData name="Malte Heithoff" userId="92960225c14ac204" providerId="LiveId" clId="{0BCF4FD2-7917-469F-8438-39B05B5463C9}" dt="2023-06-16T10:10:58.977" v="1749" actId="1076"/>
          <ac:cxnSpMkLst>
            <pc:docMk/>
            <pc:sldMk cId="1107447613" sldId="310"/>
            <ac:cxnSpMk id="47" creationId="{492F49E9-3D19-FF9B-DE8B-763DCBD13DAE}"/>
          </ac:cxnSpMkLst>
        </pc:cxnChg>
        <pc:cxnChg chg="add mod">
          <ac:chgData name="Malte Heithoff" userId="92960225c14ac204" providerId="LiveId" clId="{0BCF4FD2-7917-469F-8438-39B05B5463C9}" dt="2023-06-16T10:10:58.977" v="1749" actId="1076"/>
          <ac:cxnSpMkLst>
            <pc:docMk/>
            <pc:sldMk cId="1107447613" sldId="310"/>
            <ac:cxnSpMk id="50" creationId="{6D89BB8E-4C87-25C1-AE68-6B6738A81B21}"/>
          </ac:cxnSpMkLst>
        </pc:cxnChg>
        <pc:cxnChg chg="add mod">
          <ac:chgData name="Malte Heithoff" userId="92960225c14ac204" providerId="LiveId" clId="{0BCF4FD2-7917-469F-8438-39B05B5463C9}" dt="2023-06-16T10:10:58.977" v="1749" actId="1076"/>
          <ac:cxnSpMkLst>
            <pc:docMk/>
            <pc:sldMk cId="1107447613" sldId="310"/>
            <ac:cxnSpMk id="53" creationId="{7ECC7113-487B-52F5-BC32-DCC0BB80E283}"/>
          </ac:cxnSpMkLst>
        </pc:cxnChg>
        <pc:cxnChg chg="add mod">
          <ac:chgData name="Malte Heithoff" userId="92960225c14ac204" providerId="LiveId" clId="{0BCF4FD2-7917-469F-8438-39B05B5463C9}" dt="2023-06-16T10:00:15.355" v="1440" actId="1076"/>
          <ac:cxnSpMkLst>
            <pc:docMk/>
            <pc:sldMk cId="1107447613" sldId="310"/>
            <ac:cxnSpMk id="54" creationId="{825AF29B-AB37-75B9-72AD-B1F4A6138E49}"/>
          </ac:cxnSpMkLst>
        </pc:cxnChg>
        <pc:cxnChg chg="add mod">
          <ac:chgData name="Malte Heithoff" userId="92960225c14ac204" providerId="LiveId" clId="{0BCF4FD2-7917-469F-8438-39B05B5463C9}" dt="2023-06-16T10:10:58.977" v="1749" actId="1076"/>
          <ac:cxnSpMkLst>
            <pc:docMk/>
            <pc:sldMk cId="1107447613" sldId="310"/>
            <ac:cxnSpMk id="56" creationId="{BC76DF36-5206-A6C3-BECC-6D3D593C100C}"/>
          </ac:cxnSpMkLst>
        </pc:cxnChg>
        <pc:cxnChg chg="add mod">
          <ac:chgData name="Malte Heithoff" userId="92960225c14ac204" providerId="LiveId" clId="{0BCF4FD2-7917-469F-8438-39B05B5463C9}" dt="2023-06-16T10:00:15.355" v="1440" actId="1076"/>
          <ac:cxnSpMkLst>
            <pc:docMk/>
            <pc:sldMk cId="1107447613" sldId="310"/>
            <ac:cxnSpMk id="58" creationId="{1BD85366-1411-65BD-0A1E-84C2680F90A9}"/>
          </ac:cxnSpMkLst>
        </pc:cxnChg>
        <pc:cxnChg chg="add mod">
          <ac:chgData name="Malte Heithoff" userId="92960225c14ac204" providerId="LiveId" clId="{0BCF4FD2-7917-469F-8438-39B05B5463C9}" dt="2023-06-16T10:00:15.355" v="1440" actId="1076"/>
          <ac:cxnSpMkLst>
            <pc:docMk/>
            <pc:sldMk cId="1107447613" sldId="310"/>
            <ac:cxnSpMk id="61" creationId="{FECA53CD-18D6-30E8-1818-E32AAF5FD514}"/>
          </ac:cxnSpMkLst>
        </pc:cxnChg>
        <pc:cxnChg chg="add mod">
          <ac:chgData name="Malte Heithoff" userId="92960225c14ac204" providerId="LiveId" clId="{0BCF4FD2-7917-469F-8438-39B05B5463C9}" dt="2023-06-16T10:10:02.323" v="1684" actId="1038"/>
          <ac:cxnSpMkLst>
            <pc:docMk/>
            <pc:sldMk cId="1107447613" sldId="310"/>
            <ac:cxnSpMk id="86" creationId="{EB488E22-1B4F-5690-2B4B-72B09E4F26BA}"/>
          </ac:cxnSpMkLst>
        </pc:cxnChg>
        <pc:cxnChg chg="add del mod">
          <ac:chgData name="Malte Heithoff" userId="92960225c14ac204" providerId="LiveId" clId="{0BCF4FD2-7917-469F-8438-39B05B5463C9}" dt="2023-06-16T10:01:11.452" v="1478" actId="478"/>
          <ac:cxnSpMkLst>
            <pc:docMk/>
            <pc:sldMk cId="1107447613" sldId="310"/>
            <ac:cxnSpMk id="89" creationId="{04706316-4746-0B63-2161-78C68CA904F0}"/>
          </ac:cxnSpMkLst>
        </pc:cxnChg>
        <pc:cxnChg chg="add del mod">
          <ac:chgData name="Malte Heithoff" userId="92960225c14ac204" providerId="LiveId" clId="{0BCF4FD2-7917-469F-8438-39B05B5463C9}" dt="2023-06-16T10:01:11.871" v="1479" actId="478"/>
          <ac:cxnSpMkLst>
            <pc:docMk/>
            <pc:sldMk cId="1107447613" sldId="310"/>
            <ac:cxnSpMk id="92" creationId="{49CB0BF9-97C1-6943-A995-58D9DE73925C}"/>
          </ac:cxnSpMkLst>
        </pc:cxnChg>
        <pc:cxnChg chg="add mod">
          <ac:chgData name="Malte Heithoff" userId="92960225c14ac204" providerId="LiveId" clId="{0BCF4FD2-7917-469F-8438-39B05B5463C9}" dt="2023-06-16T10:10:43.315" v="1747" actId="1035"/>
          <ac:cxnSpMkLst>
            <pc:docMk/>
            <pc:sldMk cId="1107447613" sldId="310"/>
            <ac:cxnSpMk id="95" creationId="{75437AA0-43DC-BDE8-ABEA-4019A19F17E8}"/>
          </ac:cxnSpMkLst>
        </pc:cxnChg>
        <pc:cxnChg chg="add del mod">
          <ac:chgData name="Malte Heithoff" userId="92960225c14ac204" providerId="LiveId" clId="{0BCF4FD2-7917-469F-8438-39B05B5463C9}" dt="2023-06-16T10:09:43.829" v="1659" actId="478"/>
          <ac:cxnSpMkLst>
            <pc:docMk/>
            <pc:sldMk cId="1107447613" sldId="310"/>
            <ac:cxnSpMk id="98" creationId="{49137476-1C22-29EC-2095-597BF6281887}"/>
          </ac:cxnSpMkLst>
        </pc:cxnChg>
        <pc:cxnChg chg="add del mod">
          <ac:chgData name="Malte Heithoff" userId="92960225c14ac204" providerId="LiveId" clId="{0BCF4FD2-7917-469F-8438-39B05B5463C9}" dt="2023-06-16T10:09:43.541" v="1658" actId="478"/>
          <ac:cxnSpMkLst>
            <pc:docMk/>
            <pc:sldMk cId="1107447613" sldId="310"/>
            <ac:cxnSpMk id="101" creationId="{3C021FE9-A7C0-8B57-5760-927B726C751A}"/>
          </ac:cxnSpMkLst>
        </pc:cxnChg>
        <pc:cxnChg chg="add mod">
          <ac:chgData name="Malte Heithoff" userId="92960225c14ac204" providerId="LiveId" clId="{0BCF4FD2-7917-469F-8438-39B05B5463C9}" dt="2023-06-16T10:10:30.484" v="1702" actId="1038"/>
          <ac:cxnSpMkLst>
            <pc:docMk/>
            <pc:sldMk cId="1107447613" sldId="310"/>
            <ac:cxnSpMk id="107" creationId="{2B330A06-71BC-C704-DB37-9DBF68EE666D}"/>
          </ac:cxnSpMkLst>
        </pc:cxnChg>
        <pc:cxnChg chg="add mod">
          <ac:chgData name="Malte Heithoff" userId="92960225c14ac204" providerId="LiveId" clId="{0BCF4FD2-7917-469F-8438-39B05B5463C9}" dt="2023-06-16T10:10:48.599" v="1748" actId="1076"/>
          <ac:cxnSpMkLst>
            <pc:docMk/>
            <pc:sldMk cId="1107447613" sldId="310"/>
            <ac:cxnSpMk id="115" creationId="{DE6297E3-9667-083E-1291-1CC891173C97}"/>
          </ac:cxnSpMkLst>
        </pc:cxnChg>
        <pc:cxnChg chg="add mod">
          <ac:chgData name="Malte Heithoff" userId="92960225c14ac204" providerId="LiveId" clId="{0BCF4FD2-7917-469F-8438-39B05B5463C9}" dt="2023-06-16T10:08:30.735" v="1641" actId="14100"/>
          <ac:cxnSpMkLst>
            <pc:docMk/>
            <pc:sldMk cId="1107447613" sldId="310"/>
            <ac:cxnSpMk id="118" creationId="{ABF3C018-9C08-0B43-F0A2-ED9F0903AD36}"/>
          </ac:cxnSpMkLst>
        </pc:cxnChg>
        <pc:cxnChg chg="add mod">
          <ac:chgData name="Malte Heithoff" userId="92960225c14ac204" providerId="LiveId" clId="{0BCF4FD2-7917-469F-8438-39B05B5463C9}" dt="2023-06-16T10:10:06.655" v="1685" actId="14100"/>
          <ac:cxnSpMkLst>
            <pc:docMk/>
            <pc:sldMk cId="1107447613" sldId="310"/>
            <ac:cxnSpMk id="124" creationId="{7C561CCB-C9A5-8F80-D415-EE09E9175D46}"/>
          </ac:cxnSpMkLst>
        </pc:cxnChg>
        <pc:cxnChg chg="add mod">
          <ac:chgData name="Malte Heithoff" userId="92960225c14ac204" providerId="LiveId" clId="{0BCF4FD2-7917-469F-8438-39B05B5463C9}" dt="2023-06-16T10:05:23.072" v="1578" actId="14100"/>
          <ac:cxnSpMkLst>
            <pc:docMk/>
            <pc:sldMk cId="1107447613" sldId="310"/>
            <ac:cxnSpMk id="132" creationId="{DCB806D4-C215-4216-8F29-8252E74D69C6}"/>
          </ac:cxnSpMkLst>
        </pc:cxnChg>
        <pc:cxnChg chg="add mod">
          <ac:chgData name="Malte Heithoff" userId="92960225c14ac204" providerId="LiveId" clId="{0BCF4FD2-7917-469F-8438-39B05B5463C9}" dt="2023-06-16T10:07:05.936" v="1602" actId="14100"/>
          <ac:cxnSpMkLst>
            <pc:docMk/>
            <pc:sldMk cId="1107447613" sldId="310"/>
            <ac:cxnSpMk id="139" creationId="{3286ABB9-C1C0-9524-A573-11E5FAA072DF}"/>
          </ac:cxnSpMkLst>
        </pc:cxnChg>
        <pc:cxnChg chg="add mod">
          <ac:chgData name="Malte Heithoff" userId="92960225c14ac204" providerId="LiveId" clId="{0BCF4FD2-7917-469F-8438-39B05B5463C9}" dt="2023-06-16T10:07:59.398" v="1633" actId="14100"/>
          <ac:cxnSpMkLst>
            <pc:docMk/>
            <pc:sldMk cId="1107447613" sldId="310"/>
            <ac:cxnSpMk id="146" creationId="{0D8781CE-83CD-7BEC-C709-9D40C24739F4}"/>
          </ac:cxnSpMkLst>
        </pc:cxnChg>
        <pc:cxnChg chg="add mod">
          <ac:chgData name="Malte Heithoff" userId="92960225c14ac204" providerId="LiveId" clId="{0BCF4FD2-7917-469F-8438-39B05B5463C9}" dt="2023-06-16T10:08:37.238" v="1643" actId="14100"/>
          <ac:cxnSpMkLst>
            <pc:docMk/>
            <pc:sldMk cId="1107447613" sldId="310"/>
            <ac:cxnSpMk id="149" creationId="{751AC11D-DE09-3DA6-CC3F-9EA0AA9DCF20}"/>
          </ac:cxnSpMkLst>
        </pc:cxnChg>
        <pc:cxnChg chg="add mod ord">
          <ac:chgData name="Malte Heithoff" userId="92960225c14ac204" providerId="LiveId" clId="{0BCF4FD2-7917-469F-8438-39B05B5463C9}" dt="2023-06-16T10:08:59.886" v="1647" actId="166"/>
          <ac:cxnSpMkLst>
            <pc:docMk/>
            <pc:sldMk cId="1107447613" sldId="310"/>
            <ac:cxnSpMk id="153" creationId="{72DC639A-1613-A14D-DF3B-A45081147065}"/>
          </ac:cxnSpMkLst>
        </pc:cxnChg>
        <pc:cxnChg chg="add mod">
          <ac:chgData name="Malte Heithoff" userId="92960225c14ac204" providerId="LiveId" clId="{0BCF4FD2-7917-469F-8438-39B05B5463C9}" dt="2023-06-16T10:10:43.315" v="1747" actId="1035"/>
          <ac:cxnSpMkLst>
            <pc:docMk/>
            <pc:sldMk cId="1107447613" sldId="310"/>
            <ac:cxnSpMk id="166" creationId="{823F0E8F-A49F-617F-E19A-51729DCDAB4D}"/>
          </ac:cxnSpMkLst>
        </pc:cxnChg>
        <pc:cxnChg chg="add mod">
          <ac:chgData name="Malte Heithoff" userId="92960225c14ac204" providerId="LiveId" clId="{0BCF4FD2-7917-469F-8438-39B05B5463C9}" dt="2023-06-16T10:14:53.613" v="1770" actId="14100"/>
          <ac:cxnSpMkLst>
            <pc:docMk/>
            <pc:sldMk cId="1107447613" sldId="310"/>
            <ac:cxnSpMk id="171" creationId="{F2D39597-3C36-444A-11B8-F0E9F9400E91}"/>
          </ac:cxnSpMkLst>
        </pc:cxnChg>
        <pc:cxnChg chg="add mod">
          <ac:chgData name="Malte Heithoff" userId="92960225c14ac204" providerId="LiveId" clId="{0BCF4FD2-7917-469F-8438-39B05B5463C9}" dt="2023-06-16T10:15:53.368" v="1792" actId="1076"/>
          <ac:cxnSpMkLst>
            <pc:docMk/>
            <pc:sldMk cId="1107447613" sldId="310"/>
            <ac:cxnSpMk id="180" creationId="{E9D4EDD7-CB05-DB76-C990-C41DB51F3B10}"/>
          </ac:cxnSpMkLst>
        </pc:cxnChg>
      </pc:sldChg>
      <pc:sldChg chg="addSp delSp modSp new mod modClrScheme chgLayout">
        <pc:chgData name="Malte Heithoff" userId="92960225c14ac204" providerId="LiveId" clId="{0BCF4FD2-7917-469F-8438-39B05B5463C9}" dt="2023-06-16T13:19:48.110" v="1957" actId="1036"/>
        <pc:sldMkLst>
          <pc:docMk/>
          <pc:sldMk cId="2795395571" sldId="311"/>
        </pc:sldMkLst>
        <pc:spChg chg="del">
          <ac:chgData name="Malte Heithoff" userId="92960225c14ac204" providerId="LiveId" clId="{0BCF4FD2-7917-469F-8438-39B05B5463C9}" dt="2023-06-16T09:13:33.987" v="176" actId="478"/>
          <ac:spMkLst>
            <pc:docMk/>
            <pc:sldMk cId="2795395571" sldId="311"/>
            <ac:spMk id="2" creationId="{02CF0A33-888D-B195-AFBB-18A622D01A14}"/>
          </ac:spMkLst>
        </pc:spChg>
        <pc:spChg chg="add mod">
          <ac:chgData name="Malte Heithoff" userId="92960225c14ac204" providerId="LiveId" clId="{0BCF4FD2-7917-469F-8438-39B05B5463C9}" dt="2023-06-16T13:19:48.110" v="1957" actId="1036"/>
          <ac:spMkLst>
            <pc:docMk/>
            <pc:sldMk cId="2795395571" sldId="311"/>
            <ac:spMk id="2" creationId="{7C78E4E3-3402-45D5-44C4-4105B4876A4C}"/>
          </ac:spMkLst>
        </pc:spChg>
        <pc:spChg chg="mod ord">
          <ac:chgData name="Malte Heithoff" userId="92960225c14ac204" providerId="LiveId" clId="{0BCF4FD2-7917-469F-8438-39B05B5463C9}" dt="2023-06-16T10:13:37.932" v="1762" actId="20577"/>
          <ac:spMkLst>
            <pc:docMk/>
            <pc:sldMk cId="2795395571" sldId="311"/>
            <ac:spMk id="3" creationId="{FC9D9CC5-D2E0-605F-89B2-6BD8B989CF5E}"/>
          </ac:spMkLst>
        </pc:spChg>
        <pc:spChg chg="del">
          <ac:chgData name="Malte Heithoff" userId="92960225c14ac204" providerId="LiveId" clId="{0BCF4FD2-7917-469F-8438-39B05B5463C9}" dt="2023-06-16T09:13:33.432" v="175" actId="478"/>
          <ac:spMkLst>
            <pc:docMk/>
            <pc:sldMk cId="2795395571" sldId="311"/>
            <ac:spMk id="4" creationId="{3502583C-F949-B0E5-1EE8-21ECC083394A}"/>
          </ac:spMkLst>
        </pc:spChg>
        <pc:spChg chg="add mod">
          <ac:chgData name="Malte Heithoff" userId="92960225c14ac204" providerId="LiveId" clId="{0BCF4FD2-7917-469F-8438-39B05B5463C9}" dt="2023-06-16T10:42:20.109" v="1802" actId="1076"/>
          <ac:spMkLst>
            <pc:docMk/>
            <pc:sldMk cId="2795395571" sldId="311"/>
            <ac:spMk id="4" creationId="{FE128885-469C-C16F-EC95-8BDBDE9B2A10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6" creationId="{5206E24A-C083-59F6-2D3E-38497C1537AE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7" creationId="{DAEDB14F-EB99-87EE-B4AC-765B7083B24C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9" creationId="{46BB8482-0F1B-81DA-0976-056A7DEC5529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10" creationId="{C8264E38-46F7-624F-A8EB-0C3E86F9FC92}"/>
          </ac:spMkLst>
        </pc:spChg>
        <pc:spChg chg="add del mod topLvl">
          <ac:chgData name="Malte Heithoff" userId="92960225c14ac204" providerId="LiveId" clId="{0BCF4FD2-7917-469F-8438-39B05B5463C9}" dt="2023-06-16T12:54:05.769" v="1821" actId="478"/>
          <ac:spMkLst>
            <pc:docMk/>
            <pc:sldMk cId="2795395571" sldId="311"/>
            <ac:spMk id="11" creationId="{EB6AEDD3-AFB1-10AC-40C4-2774A9E97919}"/>
          </ac:spMkLst>
        </pc:spChg>
        <pc:spChg chg="add del mod">
          <ac:chgData name="Malte Heithoff" userId="92960225c14ac204" providerId="LiveId" clId="{0BCF4FD2-7917-469F-8438-39B05B5463C9}" dt="2023-06-16T12:53:25.023" v="1820" actId="478"/>
          <ac:spMkLst>
            <pc:docMk/>
            <pc:sldMk cId="2795395571" sldId="311"/>
            <ac:spMk id="13" creationId="{669B18E3-F18B-35CA-31EB-CDBC7D22B1FD}"/>
          </ac:spMkLst>
        </pc:spChg>
        <pc:spChg chg="mod">
          <ac:chgData name="Malte Heithoff" userId="92960225c14ac204" providerId="LiveId" clId="{0BCF4FD2-7917-469F-8438-39B05B5463C9}" dt="2023-06-16T09:53:25.752" v="1237" actId="20577"/>
          <ac:spMkLst>
            <pc:docMk/>
            <pc:sldMk cId="2795395571" sldId="311"/>
            <ac:spMk id="21" creationId="{CAB3FC7E-D58A-CD76-57C4-D5B7699B9225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22" creationId="{E48CC2AB-640E-B0D4-E827-B2BAC209042B}"/>
          </ac:spMkLst>
        </pc:spChg>
        <pc:spChg chg="add mod">
          <ac:chgData name="Malte Heithoff" userId="92960225c14ac204" providerId="LiveId" clId="{0BCF4FD2-7917-469F-8438-39B05B5463C9}" dt="2023-06-16T12:58:19.494" v="1826" actId="1076"/>
          <ac:spMkLst>
            <pc:docMk/>
            <pc:sldMk cId="2795395571" sldId="311"/>
            <ac:spMk id="25" creationId="{2D8B6393-F4F3-873D-AE16-A8E47C4A156B}"/>
          </ac:spMkLst>
        </pc:spChg>
        <pc:spChg chg="mod">
          <ac:chgData name="Malte Heithoff" userId="92960225c14ac204" providerId="LiveId" clId="{0BCF4FD2-7917-469F-8438-39B05B5463C9}" dt="2023-06-16T09:53:21.982" v="1229" actId="20577"/>
          <ac:spMkLst>
            <pc:docMk/>
            <pc:sldMk cId="2795395571" sldId="311"/>
            <ac:spMk id="27" creationId="{2470DEE0-F170-DF2E-8C59-964B97E771A8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28" creationId="{198972FC-F19F-06E5-CF57-9D608A2F1F42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34" creationId="{A06FA7B4-31E2-C782-0C30-FABD4DC2D1DE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35" creationId="{E76B431D-AA86-0652-7D9F-56F53A68158B}"/>
          </ac:spMkLst>
        </pc:spChg>
        <pc:spChg chg="add mod">
          <ac:chgData name="Malte Heithoff" userId="92960225c14ac204" providerId="LiveId" clId="{0BCF4FD2-7917-469F-8438-39B05B5463C9}" dt="2023-06-16T09:48:29.361" v="1156" actId="1035"/>
          <ac:spMkLst>
            <pc:docMk/>
            <pc:sldMk cId="2795395571" sldId="311"/>
            <ac:spMk id="36" creationId="{3C661402-562E-A323-B51D-CBDCE98F2E92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51" creationId="{F0A7EC71-7A83-3DE3-2240-1774F7BD7684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52" creationId="{6AC0BE6A-6959-53DC-E1EA-0D5F21893A5A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57" creationId="{FD01B450-9D8E-E14A-DE74-0E6C3DB73E5C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58" creationId="{ABE60D45-5520-30CE-3DF7-042FCFAE9DDD}"/>
          </ac:spMkLst>
        </pc:spChg>
        <pc:spChg chg="add mod">
          <ac:chgData name="Malte Heithoff" userId="92960225c14ac204" providerId="LiveId" clId="{0BCF4FD2-7917-469F-8438-39B05B5463C9}" dt="2023-06-16T09:53:49.673" v="1246" actId="1035"/>
          <ac:spMkLst>
            <pc:docMk/>
            <pc:sldMk cId="2795395571" sldId="311"/>
            <ac:spMk id="62" creationId="{FBB04B9B-B03F-13A3-AC37-4FC70AA1E2B1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67" creationId="{9485477E-964D-9C80-F338-8F6BE13CAF4E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68" creationId="{93DCD7D2-571F-B9CA-FA9F-98343CEDAA2F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70" creationId="{ED2CB30F-8955-26D5-CBC7-11DDC7C36524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71" creationId="{FE4A2F19-5161-EE59-185A-3E1D2727DA1F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73" creationId="{E91ADC9A-E82A-A56A-2568-4F6194377384}"/>
          </ac:spMkLst>
        </pc:spChg>
        <pc:spChg chg="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74" creationId="{4EA30147-2D5A-4EDF-92B0-D84FAEDF34F9}"/>
          </ac:spMkLst>
        </pc:spChg>
        <pc:spChg chg="add 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77" creationId="{1DB7401F-84DA-920F-D460-94A6E360AFB5}"/>
          </ac:spMkLst>
        </pc:spChg>
        <pc:spChg chg="add 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78" creationId="{49A64094-F721-E711-70D1-5C2B69102456}"/>
          </ac:spMkLst>
        </pc:spChg>
        <pc:spChg chg="add 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93" creationId="{0B3A8C58-E5B9-E531-8B5C-3BA0D712BCB8}"/>
          </ac:spMkLst>
        </pc:spChg>
        <pc:spChg chg="add del mod">
          <ac:chgData name="Malte Heithoff" userId="92960225c14ac204" providerId="LiveId" clId="{0BCF4FD2-7917-469F-8438-39B05B5463C9}" dt="2023-06-16T12:54:40.105" v="1824" actId="478"/>
          <ac:spMkLst>
            <pc:docMk/>
            <pc:sldMk cId="2795395571" sldId="311"/>
            <ac:spMk id="94" creationId="{DEBF4EE6-0CA2-367B-B87E-00D1F3C0109A}"/>
          </ac:spMkLst>
        </pc:spChg>
        <pc:spChg chg="add mod">
          <ac:chgData name="Malte Heithoff" userId="92960225c14ac204" providerId="LiveId" clId="{0BCF4FD2-7917-469F-8438-39B05B5463C9}" dt="2023-06-16T12:59:50.660" v="1829" actId="1076"/>
          <ac:spMkLst>
            <pc:docMk/>
            <pc:sldMk cId="2795395571" sldId="311"/>
            <ac:spMk id="95" creationId="{6A9B6971-1CA0-F677-5810-D7AD11674FCB}"/>
          </ac:spMkLst>
        </pc:spChg>
        <pc:spChg chg="add mod">
          <ac:chgData name="Malte Heithoff" userId="92960225c14ac204" providerId="LiveId" clId="{0BCF4FD2-7917-469F-8438-39B05B5463C9}" dt="2023-06-16T09:48:29.361" v="1156" actId="1035"/>
          <ac:spMkLst>
            <pc:docMk/>
            <pc:sldMk cId="2795395571" sldId="311"/>
            <ac:spMk id="96" creationId="{515856BC-19D8-8D4F-AEC8-031C2DBA488F}"/>
          </ac:spMkLst>
        </pc:spChg>
        <pc:spChg chg="add mod">
          <ac:chgData name="Malte Heithoff" userId="92960225c14ac204" providerId="LiveId" clId="{0BCF4FD2-7917-469F-8438-39B05B5463C9}" dt="2023-06-16T09:48:29.361" v="1156" actId="1035"/>
          <ac:spMkLst>
            <pc:docMk/>
            <pc:sldMk cId="2795395571" sldId="311"/>
            <ac:spMk id="97" creationId="{FD28995D-C185-D3FD-BA1C-30764FF2E367}"/>
          </ac:spMkLst>
        </pc:spChg>
        <pc:spChg chg="add mod">
          <ac:chgData name="Malte Heithoff" userId="92960225c14ac204" providerId="LiveId" clId="{0BCF4FD2-7917-469F-8438-39B05B5463C9}" dt="2023-06-16T09:36:44.666" v="940" actId="790"/>
          <ac:spMkLst>
            <pc:docMk/>
            <pc:sldMk cId="2795395571" sldId="311"/>
            <ac:spMk id="98" creationId="{9E34008F-13E9-976D-DCE0-2560A5D0AC8A}"/>
          </ac:spMkLst>
        </pc:spChg>
        <pc:spChg chg="add mod">
          <ac:chgData name="Malte Heithoff" userId="92960225c14ac204" providerId="LiveId" clId="{0BCF4FD2-7917-469F-8438-39B05B5463C9}" dt="2023-06-16T09:54:08.417" v="1250" actId="1076"/>
          <ac:spMkLst>
            <pc:docMk/>
            <pc:sldMk cId="2795395571" sldId="311"/>
            <ac:spMk id="99" creationId="{533A4986-FBE3-62DB-31DD-2C6D23DF7F7D}"/>
          </ac:spMkLst>
        </pc:spChg>
        <pc:spChg chg="add mod">
          <ac:chgData name="Malte Heithoff" userId="92960225c14ac204" providerId="LiveId" clId="{0BCF4FD2-7917-469F-8438-39B05B5463C9}" dt="2023-06-16T09:47:12.780" v="1124" actId="1035"/>
          <ac:spMkLst>
            <pc:docMk/>
            <pc:sldMk cId="2795395571" sldId="311"/>
            <ac:spMk id="100" creationId="{693D03AD-59BC-154D-84A1-5E136B968507}"/>
          </ac:spMkLst>
        </pc:spChg>
        <pc:spChg chg="add del mod">
          <ac:chgData name="Malte Heithoff" userId="92960225c14ac204" providerId="LiveId" clId="{0BCF4FD2-7917-469F-8438-39B05B5463C9}" dt="2023-06-16T09:54:04.602" v="1249" actId="478"/>
          <ac:spMkLst>
            <pc:docMk/>
            <pc:sldMk cId="2795395571" sldId="311"/>
            <ac:spMk id="101" creationId="{0BE0C56C-B68B-CD77-E0A7-8E423C538EDC}"/>
          </ac:spMkLst>
        </pc:spChg>
        <pc:spChg chg="add del mod">
          <ac:chgData name="Malte Heithoff" userId="92960225c14ac204" providerId="LiveId" clId="{0BCF4FD2-7917-469F-8438-39B05B5463C9}" dt="2023-06-16T09:30:54.890" v="476" actId="478"/>
          <ac:spMkLst>
            <pc:docMk/>
            <pc:sldMk cId="2795395571" sldId="311"/>
            <ac:spMk id="102" creationId="{80067E64-87EA-4006-F40E-B83D2693EBAA}"/>
          </ac:spMkLst>
        </pc:spChg>
        <pc:spChg chg="add del mod">
          <ac:chgData name="Malte Heithoff" userId="92960225c14ac204" providerId="LiveId" clId="{0BCF4FD2-7917-469F-8438-39B05B5463C9}" dt="2023-06-16T09:54:03.732" v="1248" actId="478"/>
          <ac:spMkLst>
            <pc:docMk/>
            <pc:sldMk cId="2795395571" sldId="311"/>
            <ac:spMk id="103" creationId="{F9C18316-3A2E-0EDC-C25F-540285DC8506}"/>
          </ac:spMkLst>
        </pc:spChg>
        <pc:spChg chg="add mod">
          <ac:chgData name="Malte Heithoff" userId="92960225c14ac204" providerId="LiveId" clId="{0BCF4FD2-7917-469F-8438-39B05B5463C9}" dt="2023-06-16T09:51:52.656" v="1208" actId="1036"/>
          <ac:spMkLst>
            <pc:docMk/>
            <pc:sldMk cId="2795395571" sldId="311"/>
            <ac:spMk id="104" creationId="{5EA75900-E54A-47AA-E331-9FA51F988566}"/>
          </ac:spMkLst>
        </pc:spChg>
        <pc:spChg chg="add mod">
          <ac:chgData name="Malte Heithoff" userId="92960225c14ac204" providerId="LiveId" clId="{0BCF4FD2-7917-469F-8438-39B05B5463C9}" dt="2023-06-16T10:05:32.128" v="1579" actId="1076"/>
          <ac:spMkLst>
            <pc:docMk/>
            <pc:sldMk cId="2795395571" sldId="311"/>
            <ac:spMk id="105" creationId="{9A840336-F1D3-E451-2C39-B0CE2B4C34ED}"/>
          </ac:spMkLst>
        </pc:spChg>
        <pc:spChg chg="add del mod">
          <ac:chgData name="Malte Heithoff" userId="92960225c14ac204" providerId="LiveId" clId="{0BCF4FD2-7917-469F-8438-39B05B5463C9}" dt="2023-06-16T09:52:05.921" v="1210" actId="478"/>
          <ac:spMkLst>
            <pc:docMk/>
            <pc:sldMk cId="2795395571" sldId="311"/>
            <ac:spMk id="106" creationId="{AC88AD7A-204B-A1CD-C5C1-16275285E4FB}"/>
          </ac:spMkLst>
        </pc:spChg>
        <pc:spChg chg="add mod">
          <ac:chgData name="Malte Heithoff" userId="92960225c14ac204" providerId="LiveId" clId="{0BCF4FD2-7917-469F-8438-39B05B5463C9}" dt="2023-06-16T09:51:52.656" v="1208" actId="1036"/>
          <ac:spMkLst>
            <pc:docMk/>
            <pc:sldMk cId="2795395571" sldId="311"/>
            <ac:spMk id="107" creationId="{4449C84E-3305-5EDA-A60E-FF3A00E60A8E}"/>
          </ac:spMkLst>
        </pc:spChg>
        <pc:spChg chg="add mod">
          <ac:chgData name="Malte Heithoff" userId="92960225c14ac204" providerId="LiveId" clId="{0BCF4FD2-7917-469F-8438-39B05B5463C9}" dt="2023-06-16T12:50:18.085" v="1806" actId="1076"/>
          <ac:spMkLst>
            <pc:docMk/>
            <pc:sldMk cId="2795395571" sldId="311"/>
            <ac:spMk id="108" creationId="{877CA2CD-957E-9492-A4B1-EB38FD97A0A7}"/>
          </ac:spMkLst>
        </pc:spChg>
        <pc:spChg chg="add mod">
          <ac:chgData name="Malte Heithoff" userId="92960225c14ac204" providerId="LiveId" clId="{0BCF4FD2-7917-469F-8438-39B05B5463C9}" dt="2023-06-16T12:50:31.833" v="1810" actId="1076"/>
          <ac:spMkLst>
            <pc:docMk/>
            <pc:sldMk cId="2795395571" sldId="311"/>
            <ac:spMk id="109" creationId="{C3E786F0-B0E3-8C7E-4123-41A76DAF2BFB}"/>
          </ac:spMkLst>
        </pc:spChg>
        <pc:spChg chg="add mod">
          <ac:chgData name="Malte Heithoff" userId="92960225c14ac204" providerId="LiveId" clId="{0BCF4FD2-7917-469F-8438-39B05B5463C9}" dt="2023-06-16T12:50:36.067" v="1811" actId="1076"/>
          <ac:spMkLst>
            <pc:docMk/>
            <pc:sldMk cId="2795395571" sldId="311"/>
            <ac:spMk id="110" creationId="{27903141-A4E5-6E28-2F6B-7E55BBF99765}"/>
          </ac:spMkLst>
        </pc:spChg>
        <pc:spChg chg="add mod">
          <ac:chgData name="Malte Heithoff" userId="92960225c14ac204" providerId="LiveId" clId="{0BCF4FD2-7917-469F-8438-39B05B5463C9}" dt="2023-06-16T12:50:28.062" v="1809" actId="1076"/>
          <ac:spMkLst>
            <pc:docMk/>
            <pc:sldMk cId="2795395571" sldId="311"/>
            <ac:spMk id="111" creationId="{DC0E2AB2-2C8F-F926-691B-7E60E38C537C}"/>
          </ac:spMkLst>
        </pc:spChg>
        <pc:spChg chg="add mod">
          <ac:chgData name="Malte Heithoff" userId="92960225c14ac204" providerId="LiveId" clId="{0BCF4FD2-7917-469F-8438-39B05B5463C9}" dt="2023-06-16T12:50:22.705" v="1807" actId="1076"/>
          <ac:spMkLst>
            <pc:docMk/>
            <pc:sldMk cId="2795395571" sldId="311"/>
            <ac:spMk id="112" creationId="{A4229CBB-8431-2598-3E1F-CD4D17FDA98D}"/>
          </ac:spMkLst>
        </pc:spChg>
        <pc:spChg chg="add mod ord">
          <ac:chgData name="Malte Heithoff" userId="92960225c14ac204" providerId="LiveId" clId="{0BCF4FD2-7917-469F-8438-39B05B5463C9}" dt="2023-06-16T09:37:27.578" v="946" actId="20577"/>
          <ac:spMkLst>
            <pc:docMk/>
            <pc:sldMk cId="2795395571" sldId="311"/>
            <ac:spMk id="113" creationId="{7BBE0059-AA8E-73CD-C3E4-41FAAB5D05C5}"/>
          </ac:spMkLst>
        </pc:spChg>
        <pc:spChg chg="mod">
          <ac:chgData name="Malte Heithoff" userId="92960225c14ac204" providerId="LiveId" clId="{0BCF4FD2-7917-469F-8438-39B05B5463C9}" dt="2023-06-16T09:47:47.352" v="1136" actId="20577"/>
          <ac:spMkLst>
            <pc:docMk/>
            <pc:sldMk cId="2795395571" sldId="311"/>
            <ac:spMk id="117" creationId="{DC4BA1D5-7FC9-D4E3-C635-519EE7A55543}"/>
          </ac:spMkLst>
        </pc:spChg>
        <pc:spChg chg="mod">
          <ac:chgData name="Malte Heithoff" userId="92960225c14ac204" providerId="LiveId" clId="{0BCF4FD2-7917-469F-8438-39B05B5463C9}" dt="2023-06-16T09:47:43.129" v="1131"/>
          <ac:spMkLst>
            <pc:docMk/>
            <pc:sldMk cId="2795395571" sldId="311"/>
            <ac:spMk id="118" creationId="{B25F77C4-CEBB-C241-FD8D-7346AC52FD7E}"/>
          </ac:spMkLst>
        </pc:spChg>
        <pc:spChg chg="add mod">
          <ac:chgData name="Malte Heithoff" userId="92960225c14ac204" providerId="LiveId" clId="{0BCF4FD2-7917-469F-8438-39B05B5463C9}" dt="2023-06-16T09:55:46.469" v="1286" actId="1035"/>
          <ac:spMkLst>
            <pc:docMk/>
            <pc:sldMk cId="2795395571" sldId="311"/>
            <ac:spMk id="122" creationId="{94F7693D-8C0D-DFF2-A9F1-D7EBCDECB48A}"/>
          </ac:spMkLst>
        </pc:spChg>
        <pc:spChg chg="add del mod">
          <ac:chgData name="Malte Heithoff" userId="92960225c14ac204" providerId="LiveId" clId="{0BCF4FD2-7917-469F-8438-39B05B5463C9}" dt="2023-06-16T09:53:13.503" v="1220" actId="478"/>
          <ac:spMkLst>
            <pc:docMk/>
            <pc:sldMk cId="2795395571" sldId="311"/>
            <ac:spMk id="136" creationId="{9415D52F-DA1C-399B-0F60-40113B93C266}"/>
          </ac:spMkLst>
        </pc:spChg>
        <pc:spChg chg="add del mod">
          <ac:chgData name="Malte Heithoff" userId="92960225c14ac204" providerId="LiveId" clId="{0BCF4FD2-7917-469F-8438-39B05B5463C9}" dt="2023-06-16T09:53:15.314" v="1222" actId="478"/>
          <ac:spMkLst>
            <pc:docMk/>
            <pc:sldMk cId="2795395571" sldId="311"/>
            <ac:spMk id="137" creationId="{A80A101C-2BB0-BD34-A0E1-29BA90B8C77E}"/>
          </ac:spMkLst>
        </pc:spChg>
        <pc:spChg chg="add mod">
          <ac:chgData name="Malte Heithoff" userId="92960225c14ac204" providerId="LiveId" clId="{0BCF4FD2-7917-469F-8438-39B05B5463C9}" dt="2023-06-16T09:54:55.644" v="1266" actId="1076"/>
          <ac:spMkLst>
            <pc:docMk/>
            <pc:sldMk cId="2795395571" sldId="311"/>
            <ac:spMk id="153" creationId="{C29FB226-56A3-5279-DC75-066204028CBB}"/>
          </ac:spMkLst>
        </pc:spChg>
        <pc:spChg chg="add mod">
          <ac:chgData name="Malte Heithoff" userId="92960225c14ac204" providerId="LiveId" clId="{0BCF4FD2-7917-469F-8438-39B05B5463C9}" dt="2023-06-16T09:55:32.538" v="1271" actId="1076"/>
          <ac:spMkLst>
            <pc:docMk/>
            <pc:sldMk cId="2795395571" sldId="311"/>
            <ac:spMk id="154" creationId="{198CFEE4-AD1F-2A1C-FE59-00C3516B58F1}"/>
          </ac:spMkLst>
        </pc:spChg>
        <pc:spChg chg="add mod">
          <ac:chgData name="Malte Heithoff" userId="92960225c14ac204" providerId="LiveId" clId="{0BCF4FD2-7917-469F-8438-39B05B5463C9}" dt="2023-06-16T10:05:38.554" v="1581" actId="1076"/>
          <ac:spMkLst>
            <pc:docMk/>
            <pc:sldMk cId="2795395571" sldId="311"/>
            <ac:spMk id="160" creationId="{C7C31990-8824-C380-3702-4616C26CA0F4}"/>
          </ac:spMkLst>
        </pc:spChg>
        <pc:grpChg chg="add mod topLvl">
          <ac:chgData name="Malte Heithoff" userId="92960225c14ac204" providerId="LiveId" clId="{0BCF4FD2-7917-469F-8438-39B05B5463C9}" dt="2023-06-16T12:54:05.769" v="1821" actId="478"/>
          <ac:grpSpMkLst>
            <pc:docMk/>
            <pc:sldMk cId="2795395571" sldId="311"/>
            <ac:grpSpMk id="5" creationId="{9727411B-6FBC-C17E-EC01-C89A1EC1627B}"/>
          </ac:grpSpMkLst>
        </pc:grpChg>
        <pc:grpChg chg="add mod">
          <ac:chgData name="Malte Heithoff" userId="92960225c14ac204" providerId="LiveId" clId="{0BCF4FD2-7917-469F-8438-39B05B5463C9}" dt="2023-06-16T09:48:29.361" v="1156" actId="1035"/>
          <ac:grpSpMkLst>
            <pc:docMk/>
            <pc:sldMk cId="2795395571" sldId="311"/>
            <ac:grpSpMk id="8" creationId="{13FFAC11-8A61-7DD0-F15D-0D8D8173F9DA}"/>
          </ac:grpSpMkLst>
        </pc:grpChg>
        <pc:grpChg chg="add del mod">
          <ac:chgData name="Malte Heithoff" userId="92960225c14ac204" providerId="LiveId" clId="{0BCF4FD2-7917-469F-8438-39B05B5463C9}" dt="2023-06-16T12:54:05.769" v="1821" actId="478"/>
          <ac:grpSpMkLst>
            <pc:docMk/>
            <pc:sldMk cId="2795395571" sldId="311"/>
            <ac:grpSpMk id="16" creationId="{B94BC328-9429-E9D6-17A9-9BAE0B686940}"/>
          </ac:grpSpMkLst>
        </pc:grpChg>
        <pc:grpChg chg="add mod">
          <ac:chgData name="Malte Heithoff" userId="92960225c14ac204" providerId="LiveId" clId="{0BCF4FD2-7917-469F-8438-39B05B5463C9}" dt="2023-06-16T09:48:29.361" v="1156" actId="1035"/>
          <ac:grpSpMkLst>
            <pc:docMk/>
            <pc:sldMk cId="2795395571" sldId="311"/>
            <ac:grpSpMk id="20" creationId="{30F6BECA-D7B5-AC91-1C6B-86EBF9D724E9}"/>
          </ac:grpSpMkLst>
        </pc:grpChg>
        <pc:grpChg chg="add mod">
          <ac:chgData name="Malte Heithoff" userId="92960225c14ac204" providerId="LiveId" clId="{0BCF4FD2-7917-469F-8438-39B05B5463C9}" dt="2023-06-16T09:48:29.361" v="1156" actId="1035"/>
          <ac:grpSpMkLst>
            <pc:docMk/>
            <pc:sldMk cId="2795395571" sldId="311"/>
            <ac:grpSpMk id="26" creationId="{30A240AC-DD0C-1FA9-4184-D03F1A3C8B6C}"/>
          </ac:grpSpMkLst>
        </pc:grpChg>
        <pc:grpChg chg="add mod">
          <ac:chgData name="Malte Heithoff" userId="92960225c14ac204" providerId="LiveId" clId="{0BCF4FD2-7917-469F-8438-39B05B5463C9}" dt="2023-06-16T09:51:52.656" v="1208" actId="1036"/>
          <ac:grpSpMkLst>
            <pc:docMk/>
            <pc:sldMk cId="2795395571" sldId="311"/>
            <ac:grpSpMk id="33" creationId="{6AD637C6-E46F-9CFF-E752-4EAB5B5B3027}"/>
          </ac:grpSpMkLst>
        </pc:grpChg>
        <pc:grpChg chg="add mod">
          <ac:chgData name="Malte Heithoff" userId="92960225c14ac204" providerId="LiveId" clId="{0BCF4FD2-7917-469F-8438-39B05B5463C9}" dt="2023-06-16T09:48:29.361" v="1156" actId="1035"/>
          <ac:grpSpMkLst>
            <pc:docMk/>
            <pc:sldMk cId="2795395571" sldId="311"/>
            <ac:grpSpMk id="50" creationId="{5296B9EF-F83D-18C5-9ADE-507188C46BB6}"/>
          </ac:grpSpMkLst>
        </pc:grpChg>
        <pc:grpChg chg="add mod">
          <ac:chgData name="Malte Heithoff" userId="92960225c14ac204" providerId="LiveId" clId="{0BCF4FD2-7917-469F-8438-39B05B5463C9}" dt="2023-06-16T09:51:52.656" v="1208" actId="1036"/>
          <ac:grpSpMkLst>
            <pc:docMk/>
            <pc:sldMk cId="2795395571" sldId="311"/>
            <ac:grpSpMk id="56" creationId="{3CFD515A-CEEC-E09F-9A57-A887B729C992}"/>
          </ac:grpSpMkLst>
        </pc:grpChg>
        <pc:grpChg chg="add mod">
          <ac:chgData name="Malte Heithoff" userId="92960225c14ac204" providerId="LiveId" clId="{0BCF4FD2-7917-469F-8438-39B05B5463C9}" dt="2023-06-16T09:33:40.591" v="587" actId="1038"/>
          <ac:grpSpMkLst>
            <pc:docMk/>
            <pc:sldMk cId="2795395571" sldId="311"/>
            <ac:grpSpMk id="66" creationId="{94598118-FDD6-6FB7-6B4E-C8C032A4FCA7}"/>
          </ac:grpSpMkLst>
        </pc:grpChg>
        <pc:grpChg chg="add mod">
          <ac:chgData name="Malte Heithoff" userId="92960225c14ac204" providerId="LiveId" clId="{0BCF4FD2-7917-469F-8438-39B05B5463C9}" dt="2023-06-16T09:33:40.591" v="587" actId="1038"/>
          <ac:grpSpMkLst>
            <pc:docMk/>
            <pc:sldMk cId="2795395571" sldId="311"/>
            <ac:grpSpMk id="69" creationId="{B7675FFA-6FD4-D35E-3B7B-90BCAAEA4204}"/>
          </ac:grpSpMkLst>
        </pc:grpChg>
        <pc:grpChg chg="add mod">
          <ac:chgData name="Malte Heithoff" userId="92960225c14ac204" providerId="LiveId" clId="{0BCF4FD2-7917-469F-8438-39B05B5463C9}" dt="2023-06-16T09:33:40.591" v="587" actId="1038"/>
          <ac:grpSpMkLst>
            <pc:docMk/>
            <pc:sldMk cId="2795395571" sldId="311"/>
            <ac:grpSpMk id="72" creationId="{609B2C0A-D20E-2F87-CBAB-D3FCF2A5F3F2}"/>
          </ac:grpSpMkLst>
        </pc:grpChg>
        <pc:grpChg chg="add mod">
          <ac:chgData name="Malte Heithoff" userId="92960225c14ac204" providerId="LiveId" clId="{0BCF4FD2-7917-469F-8438-39B05B5463C9}" dt="2023-06-16T09:52:56.745" v="1216" actId="1076"/>
          <ac:grpSpMkLst>
            <pc:docMk/>
            <pc:sldMk cId="2795395571" sldId="311"/>
            <ac:grpSpMk id="116" creationId="{75AED39F-0E7F-85E1-75DA-EEFCA633469C}"/>
          </ac:grpSpMkLst>
        </pc:grpChg>
        <pc:cxnChg chg="add del mod">
          <ac:chgData name="Malte Heithoff" userId="92960225c14ac204" providerId="LiveId" clId="{0BCF4FD2-7917-469F-8438-39B05B5463C9}" dt="2023-06-16T12:54:36.014" v="1823" actId="478"/>
          <ac:cxnSpMkLst>
            <pc:docMk/>
            <pc:sldMk cId="2795395571" sldId="311"/>
            <ac:cxnSpMk id="12" creationId="{B3F3F8B4-D5A3-FD7D-B8D7-5A4523F68579}"/>
          </ac:cxnSpMkLst>
        </pc:cxnChg>
        <pc:cxnChg chg="add del mod">
          <ac:chgData name="Malte Heithoff" userId="92960225c14ac204" providerId="LiveId" clId="{0BCF4FD2-7917-469F-8438-39B05B5463C9}" dt="2023-06-16T09:15:09.332" v="223" actId="478"/>
          <ac:cxnSpMkLst>
            <pc:docMk/>
            <pc:sldMk cId="2795395571" sldId="311"/>
            <ac:cxnSpMk id="13" creationId="{CDD06021-E379-04CF-0048-DAA7292433FB}"/>
          </ac:cxnSpMkLst>
        </pc:cxnChg>
        <pc:cxnChg chg="add mod">
          <ac:chgData name="Malte Heithoff" userId="92960225c14ac204" providerId="LiveId" clId="{0BCF4FD2-7917-469F-8438-39B05B5463C9}" dt="2023-06-16T12:53:25.023" v="1820" actId="478"/>
          <ac:cxnSpMkLst>
            <pc:docMk/>
            <pc:sldMk cId="2795395571" sldId="311"/>
            <ac:cxnSpMk id="14" creationId="{D5EB6D2E-7A88-6871-34ED-6DFBA29845DF}"/>
          </ac:cxnSpMkLst>
        </pc:cxnChg>
        <pc:cxnChg chg="add mod">
          <ac:chgData name="Malte Heithoff" userId="92960225c14ac204" providerId="LiveId" clId="{0BCF4FD2-7917-469F-8438-39B05B5463C9}" dt="2023-06-16T09:48:29.361" v="1156" actId="1035"/>
          <ac:cxnSpMkLst>
            <pc:docMk/>
            <pc:sldMk cId="2795395571" sldId="311"/>
            <ac:cxnSpMk id="17" creationId="{37E13830-DBD7-01C6-E2CE-A4EAE37ED2CD}"/>
          </ac:cxnSpMkLst>
        </pc:cxnChg>
        <pc:cxnChg chg="add mod">
          <ac:chgData name="Malte Heithoff" userId="92960225c14ac204" providerId="LiveId" clId="{0BCF4FD2-7917-469F-8438-39B05B5463C9}" dt="2023-06-16T12:54:05.769" v="1821" actId="478"/>
          <ac:cxnSpMkLst>
            <pc:docMk/>
            <pc:sldMk cId="2795395571" sldId="311"/>
            <ac:cxnSpMk id="23" creationId="{686BB594-53A9-6C16-1F9E-4B76AA340F87}"/>
          </ac:cxnSpMkLst>
        </pc:cxnChg>
        <pc:cxnChg chg="add mod">
          <ac:chgData name="Malte Heithoff" userId="92960225c14ac204" providerId="LiveId" clId="{0BCF4FD2-7917-469F-8438-39B05B5463C9}" dt="2023-06-16T12:59:46.681" v="1828" actId="14100"/>
          <ac:cxnSpMkLst>
            <pc:docMk/>
            <pc:sldMk cId="2795395571" sldId="311"/>
            <ac:cxnSpMk id="29" creationId="{5C7D7867-C603-E2D9-3BDD-8FC27246334B}"/>
          </ac:cxnSpMkLst>
        </pc:cxnChg>
        <pc:cxnChg chg="add del mod">
          <ac:chgData name="Malte Heithoff" userId="92960225c14ac204" providerId="LiveId" clId="{0BCF4FD2-7917-469F-8438-39B05B5463C9}" dt="2023-06-16T09:52:03.369" v="1209" actId="478"/>
          <ac:cxnSpMkLst>
            <pc:docMk/>
            <pc:sldMk cId="2795395571" sldId="311"/>
            <ac:cxnSpMk id="37" creationId="{B246171D-12B6-5036-FB71-657C639E1716}"/>
          </ac:cxnSpMkLst>
        </pc:cxnChg>
        <pc:cxnChg chg="add mod">
          <ac:chgData name="Malte Heithoff" userId="92960225c14ac204" providerId="LiveId" clId="{0BCF4FD2-7917-469F-8438-39B05B5463C9}" dt="2023-06-16T09:53:37.802" v="1239" actId="14100"/>
          <ac:cxnSpMkLst>
            <pc:docMk/>
            <pc:sldMk cId="2795395571" sldId="311"/>
            <ac:cxnSpMk id="40" creationId="{28BAA390-4731-4642-DF23-05D48A7746F3}"/>
          </ac:cxnSpMkLst>
        </pc:cxnChg>
        <pc:cxnChg chg="add del mod">
          <ac:chgData name="Malte Heithoff" userId="92960225c14ac204" providerId="LiveId" clId="{0BCF4FD2-7917-469F-8438-39B05B5463C9}" dt="2023-06-16T09:22:44.191" v="333" actId="478"/>
          <ac:cxnSpMkLst>
            <pc:docMk/>
            <pc:sldMk cId="2795395571" sldId="311"/>
            <ac:cxnSpMk id="43" creationId="{783158BD-D546-E9ED-EC7B-7421361E802D}"/>
          </ac:cxnSpMkLst>
        </pc:cxnChg>
        <pc:cxnChg chg="add del mod">
          <ac:chgData name="Malte Heithoff" userId="92960225c14ac204" providerId="LiveId" clId="{0BCF4FD2-7917-469F-8438-39B05B5463C9}" dt="2023-06-16T09:54:10.346" v="1252" actId="478"/>
          <ac:cxnSpMkLst>
            <pc:docMk/>
            <pc:sldMk cId="2795395571" sldId="311"/>
            <ac:cxnSpMk id="47" creationId="{CBA72A1B-42E5-0276-BF34-402FC1ECDC7D}"/>
          </ac:cxnSpMkLst>
        </pc:cxnChg>
        <pc:cxnChg chg="add del mod">
          <ac:chgData name="Malte Heithoff" userId="92960225c14ac204" providerId="LiveId" clId="{0BCF4FD2-7917-469F-8438-39B05B5463C9}" dt="2023-06-16T09:54:09.874" v="1251" actId="478"/>
          <ac:cxnSpMkLst>
            <pc:docMk/>
            <pc:sldMk cId="2795395571" sldId="311"/>
            <ac:cxnSpMk id="49" creationId="{E79ED1A2-8E52-C3AF-1B3C-0831BDEC5C61}"/>
          </ac:cxnSpMkLst>
        </pc:cxnChg>
        <pc:cxnChg chg="add mod">
          <ac:chgData name="Malte Heithoff" userId="92960225c14ac204" providerId="LiveId" clId="{0BCF4FD2-7917-469F-8438-39B05B5463C9}" dt="2023-06-16T12:54:10.184" v="1822" actId="14100"/>
          <ac:cxnSpMkLst>
            <pc:docMk/>
            <pc:sldMk cId="2795395571" sldId="311"/>
            <ac:cxnSpMk id="53" creationId="{ACB283C9-C49A-7EB4-C8A6-33CDF75F723D}"/>
          </ac:cxnSpMkLst>
        </pc:cxnChg>
        <pc:cxnChg chg="add mod ord">
          <ac:chgData name="Malte Heithoff" userId="92960225c14ac204" providerId="LiveId" clId="{0BCF4FD2-7917-469F-8438-39B05B5463C9}" dt="2023-06-16T09:52:59.691" v="1217" actId="14100"/>
          <ac:cxnSpMkLst>
            <pc:docMk/>
            <pc:sldMk cId="2795395571" sldId="311"/>
            <ac:cxnSpMk id="59" creationId="{225664F5-A83E-09B4-BC00-E008DAD031DA}"/>
          </ac:cxnSpMkLst>
        </pc:cxnChg>
        <pc:cxnChg chg="add mod">
          <ac:chgData name="Malte Heithoff" userId="92960225c14ac204" providerId="LiveId" clId="{0BCF4FD2-7917-469F-8438-39B05B5463C9}" dt="2023-06-16T09:51:52.656" v="1208" actId="1036"/>
          <ac:cxnSpMkLst>
            <pc:docMk/>
            <pc:sldMk cId="2795395571" sldId="311"/>
            <ac:cxnSpMk id="63" creationId="{831A12E8-98AA-8862-ECE0-DA55A240035D}"/>
          </ac:cxnSpMkLst>
        </pc:cxnChg>
        <pc:cxnChg chg="add del mod">
          <ac:chgData name="Malte Heithoff" userId="92960225c14ac204" providerId="LiveId" clId="{0BCF4FD2-7917-469F-8438-39B05B5463C9}" dt="2023-06-16T09:28:38.232" v="436" actId="478"/>
          <ac:cxnSpMkLst>
            <pc:docMk/>
            <pc:sldMk cId="2795395571" sldId="311"/>
            <ac:cxnSpMk id="75" creationId="{607439EC-5D54-E937-F3BA-584E37803CEC}"/>
          </ac:cxnSpMkLst>
        </pc:cxnChg>
        <pc:cxnChg chg="add del mod">
          <ac:chgData name="Malte Heithoff" userId="92960225c14ac204" providerId="LiveId" clId="{0BCF4FD2-7917-469F-8438-39B05B5463C9}" dt="2023-06-16T09:28:29.729" v="433" actId="478"/>
          <ac:cxnSpMkLst>
            <pc:docMk/>
            <pc:sldMk cId="2795395571" sldId="311"/>
            <ac:cxnSpMk id="76" creationId="{6C8FB4EA-9502-183F-C23B-C37E34EED4B5}"/>
          </ac:cxnSpMkLst>
        </pc:cxnChg>
        <pc:cxnChg chg="add mod">
          <ac:chgData name="Malte Heithoff" userId="92960225c14ac204" providerId="LiveId" clId="{0BCF4FD2-7917-469F-8438-39B05B5463C9}" dt="2023-06-16T09:51:52.656" v="1208" actId="1036"/>
          <ac:cxnSpMkLst>
            <pc:docMk/>
            <pc:sldMk cId="2795395571" sldId="311"/>
            <ac:cxnSpMk id="79" creationId="{84EE0F3F-E7FF-55F6-3239-DE69306C0ABA}"/>
          </ac:cxnSpMkLst>
        </pc:cxnChg>
        <pc:cxnChg chg="add mod">
          <ac:chgData name="Malte Heithoff" userId="92960225c14ac204" providerId="LiveId" clId="{0BCF4FD2-7917-469F-8438-39B05B5463C9}" dt="2023-06-16T09:51:52.656" v="1208" actId="1036"/>
          <ac:cxnSpMkLst>
            <pc:docMk/>
            <pc:sldMk cId="2795395571" sldId="311"/>
            <ac:cxnSpMk id="82" creationId="{F5BCFE50-6A6B-814C-82E3-7CB9E4917D72}"/>
          </ac:cxnSpMkLst>
        </pc:cxnChg>
        <pc:cxnChg chg="add mod">
          <ac:chgData name="Malte Heithoff" userId="92960225c14ac204" providerId="LiveId" clId="{0BCF4FD2-7917-469F-8438-39B05B5463C9}" dt="2023-06-16T09:33:40.591" v="587" actId="1038"/>
          <ac:cxnSpMkLst>
            <pc:docMk/>
            <pc:sldMk cId="2795395571" sldId="311"/>
            <ac:cxnSpMk id="87" creationId="{1ABFFB56-E4E7-D3E1-F465-E44DCC4A170E}"/>
          </ac:cxnSpMkLst>
        </pc:cxnChg>
        <pc:cxnChg chg="add mod">
          <ac:chgData name="Malte Heithoff" userId="92960225c14ac204" providerId="LiveId" clId="{0BCF4FD2-7917-469F-8438-39B05B5463C9}" dt="2023-06-16T09:33:40.591" v="587" actId="1038"/>
          <ac:cxnSpMkLst>
            <pc:docMk/>
            <pc:sldMk cId="2795395571" sldId="311"/>
            <ac:cxnSpMk id="90" creationId="{A298FF06-7988-7FEB-A7EE-7AD194490F1F}"/>
          </ac:cxnSpMkLst>
        </pc:cxnChg>
        <pc:cxnChg chg="add mod ord">
          <ac:chgData name="Malte Heithoff" userId="92960225c14ac204" providerId="LiveId" clId="{0BCF4FD2-7917-469F-8438-39B05B5463C9}" dt="2023-06-16T09:53:02.817" v="1218" actId="14100"/>
          <ac:cxnSpMkLst>
            <pc:docMk/>
            <pc:sldMk cId="2795395571" sldId="311"/>
            <ac:cxnSpMk id="119" creationId="{405D44BB-A084-FC45-8A7B-D8543605AB1E}"/>
          </ac:cxnSpMkLst>
        </pc:cxnChg>
        <pc:cxnChg chg="add del mod">
          <ac:chgData name="Malte Heithoff" userId="92960225c14ac204" providerId="LiveId" clId="{0BCF4FD2-7917-469F-8438-39B05B5463C9}" dt="2023-06-16T09:53:14.180" v="1221" actId="478"/>
          <ac:cxnSpMkLst>
            <pc:docMk/>
            <pc:sldMk cId="2795395571" sldId="311"/>
            <ac:cxnSpMk id="132" creationId="{21247DE8-B261-8C63-AE9B-D3AC943073AE}"/>
          </ac:cxnSpMkLst>
        </pc:cxnChg>
        <pc:cxnChg chg="add mod">
          <ac:chgData name="Malte Heithoff" userId="92960225c14ac204" providerId="LiveId" clId="{0BCF4FD2-7917-469F-8438-39B05B5463C9}" dt="2023-06-16T09:56:16.102" v="1292"/>
          <ac:cxnSpMkLst>
            <pc:docMk/>
            <pc:sldMk cId="2795395571" sldId="311"/>
            <ac:cxnSpMk id="144" creationId="{08BA9754-C8A3-19AC-6DEB-93657B101FE9}"/>
          </ac:cxnSpMkLst>
        </pc:cxnChg>
        <pc:cxnChg chg="add mod ord">
          <ac:chgData name="Malte Heithoff" userId="92960225c14ac204" providerId="LiveId" clId="{0BCF4FD2-7917-469F-8438-39B05B5463C9}" dt="2023-06-16T09:56:42.140" v="1300"/>
          <ac:cxnSpMkLst>
            <pc:docMk/>
            <pc:sldMk cId="2795395571" sldId="311"/>
            <ac:cxnSpMk id="147" creationId="{20BB436B-62E2-FB0C-2E02-5B500C7352AB}"/>
          </ac:cxnSpMkLst>
        </pc:cxnChg>
        <pc:cxnChg chg="add mod">
          <ac:chgData name="Malte Heithoff" userId="92960225c14ac204" providerId="LiveId" clId="{0BCF4FD2-7917-469F-8438-39B05B5463C9}" dt="2023-06-16T09:55:40.042" v="1274" actId="14100"/>
          <ac:cxnSpMkLst>
            <pc:docMk/>
            <pc:sldMk cId="2795395571" sldId="311"/>
            <ac:cxnSpMk id="155" creationId="{4AF36227-01AB-252A-B3E0-A9725F04415D}"/>
          </ac:cxnSpMkLst>
        </pc:cxnChg>
      </pc:sldChg>
      <pc:sldChg chg="delSp new del mod">
        <pc:chgData name="Malte Heithoff" userId="92960225c14ac204" providerId="LiveId" clId="{0BCF4FD2-7917-469F-8438-39B05B5463C9}" dt="2023-06-16T12:46:41.075" v="1805" actId="47"/>
        <pc:sldMkLst>
          <pc:docMk/>
          <pc:sldMk cId="2537959630" sldId="312"/>
        </pc:sldMkLst>
        <pc:spChg chg="del">
          <ac:chgData name="Malte Heithoff" userId="92960225c14ac204" providerId="LiveId" clId="{0BCF4FD2-7917-469F-8438-39B05B5463C9}" dt="2023-06-16T12:46:16.601" v="1804" actId="478"/>
          <ac:spMkLst>
            <pc:docMk/>
            <pc:sldMk cId="2537959630" sldId="312"/>
            <ac:spMk id="2" creationId="{5F8F83EA-2A59-2249-3555-4FBC59FDE152}"/>
          </ac:spMkLst>
        </pc:spChg>
        <pc:spChg chg="del">
          <ac:chgData name="Malte Heithoff" userId="92960225c14ac204" providerId="LiveId" clId="{0BCF4FD2-7917-469F-8438-39B05B5463C9}" dt="2023-06-16T12:46:16.601" v="1804" actId="478"/>
          <ac:spMkLst>
            <pc:docMk/>
            <pc:sldMk cId="2537959630" sldId="312"/>
            <ac:spMk id="3" creationId="{280A0D0C-7173-DADF-B604-6C7BEC8EC855}"/>
          </ac:spMkLst>
        </pc:spChg>
        <pc:spChg chg="del">
          <ac:chgData name="Malte Heithoff" userId="92960225c14ac204" providerId="LiveId" clId="{0BCF4FD2-7917-469F-8438-39B05B5463C9}" dt="2023-06-16T12:46:16.601" v="1804" actId="478"/>
          <ac:spMkLst>
            <pc:docMk/>
            <pc:sldMk cId="2537959630" sldId="312"/>
            <ac:spMk id="4" creationId="{5D485C34-1007-2F5C-34E5-0E37AADDB982}"/>
          </ac:spMkLst>
        </pc:spChg>
      </pc:sldChg>
      <pc:sldChg chg="addSp delSp modSp add mod chgLayout">
        <pc:chgData name="Malte Heithoff" userId="92960225c14ac204" providerId="LiveId" clId="{0BCF4FD2-7917-469F-8438-39B05B5463C9}" dt="2023-06-16T14:09:38.477" v="2790" actId="20577"/>
        <pc:sldMkLst>
          <pc:docMk/>
          <pc:sldMk cId="3891321185" sldId="312"/>
        </pc:sldMkLst>
        <pc:spChg chg="del">
          <ac:chgData name="Malte Heithoff" userId="92960225c14ac204" providerId="LiveId" clId="{0BCF4FD2-7917-469F-8438-39B05B5463C9}" dt="2023-06-16T13:12:30.532" v="1906" actId="478"/>
          <ac:spMkLst>
            <pc:docMk/>
            <pc:sldMk cId="3891321185" sldId="312"/>
            <ac:spMk id="2" creationId="{7C78E4E3-3402-45D5-44C4-4105B4876A4C}"/>
          </ac:spMkLst>
        </pc:spChg>
        <pc:spChg chg="mod ord">
          <ac:chgData name="Malte Heithoff" userId="92960225c14ac204" providerId="LiveId" clId="{0BCF4FD2-7917-469F-8438-39B05B5463C9}" dt="2023-06-16T13:52:01.317" v="2108" actId="700"/>
          <ac:spMkLst>
            <pc:docMk/>
            <pc:sldMk cId="3891321185" sldId="312"/>
            <ac:spMk id="3" creationId="{FC9D9CC5-D2E0-605F-89B2-6BD8B989CF5E}"/>
          </ac:spMkLst>
        </pc:spChg>
        <pc:spChg chg="del mod">
          <ac:chgData name="Malte Heithoff" userId="92960225c14ac204" providerId="LiveId" clId="{0BCF4FD2-7917-469F-8438-39B05B5463C9}" dt="2023-06-16T13:12:28.098" v="1905" actId="478"/>
          <ac:spMkLst>
            <pc:docMk/>
            <pc:sldMk cId="3891321185" sldId="312"/>
            <ac:spMk id="4" creationId="{FE128885-469C-C16F-EC95-8BDBDE9B2A10}"/>
          </ac:spMkLst>
        </pc:spChg>
        <pc:spChg chg="mod">
          <ac:chgData name="Malte Heithoff" userId="92960225c14ac204" providerId="LiveId" clId="{0BCF4FD2-7917-469F-8438-39B05B5463C9}" dt="2023-06-16T13:21:35.611" v="2014" actId="1076"/>
          <ac:spMkLst>
            <pc:docMk/>
            <pc:sldMk cId="3891321185" sldId="312"/>
            <ac:spMk id="13" creationId="{669B18E3-F18B-35CA-31EB-CDBC7D22B1FD}"/>
          </ac:spMkLst>
        </pc:spChg>
        <pc:spChg chg="add mod">
          <ac:chgData name="Malte Heithoff" userId="92960225c14ac204" providerId="LiveId" clId="{0BCF4FD2-7917-469F-8438-39B05B5463C9}" dt="2023-06-16T13:28:32.897" v="2095" actId="1076"/>
          <ac:spMkLst>
            <pc:docMk/>
            <pc:sldMk cId="3891321185" sldId="312"/>
            <ac:spMk id="18" creationId="{8BF9FD72-8725-7F5C-7EE3-944287E186CE}"/>
          </ac:spMkLst>
        </pc:spChg>
        <pc:spChg chg="add mod">
          <ac:chgData name="Malte Heithoff" userId="92960225c14ac204" providerId="LiveId" clId="{0BCF4FD2-7917-469F-8438-39B05B5463C9}" dt="2023-06-16T13:14:55.533" v="1938" actId="1076"/>
          <ac:spMkLst>
            <pc:docMk/>
            <pc:sldMk cId="3891321185" sldId="312"/>
            <ac:spMk id="19" creationId="{4C639697-94A3-622A-025B-34A8FC9FC1A1}"/>
          </ac:spMkLst>
        </pc:spChg>
        <pc:spChg chg="mod">
          <ac:chgData name="Malte Heithoff" userId="92960225c14ac204" providerId="LiveId" clId="{0BCF4FD2-7917-469F-8438-39B05B5463C9}" dt="2023-06-16T13:21:42.256" v="2016" actId="1076"/>
          <ac:spMkLst>
            <pc:docMk/>
            <pc:sldMk cId="3891321185" sldId="312"/>
            <ac:spMk id="25" creationId="{2D8B6393-F4F3-873D-AE16-A8E47C4A156B}"/>
          </ac:spMkLst>
        </pc:spChg>
        <pc:spChg chg="mod">
          <ac:chgData name="Malte Heithoff" userId="92960225c14ac204" providerId="LiveId" clId="{0BCF4FD2-7917-469F-8438-39B05B5463C9}" dt="2023-06-16T13:12:00.541" v="1895" actId="20577"/>
          <ac:spMkLst>
            <pc:docMk/>
            <pc:sldMk cId="3891321185" sldId="312"/>
            <ac:spMk id="32" creationId="{0DC4DBEC-EF1A-3F37-9693-9D43F20FF4CB}"/>
          </ac:spMkLst>
        </pc:spChg>
        <pc:spChg chg="mod">
          <ac:chgData name="Malte Heithoff" userId="92960225c14ac204" providerId="LiveId" clId="{0BCF4FD2-7917-469F-8438-39B05B5463C9}" dt="2023-06-16T13:10:24.408" v="1872" actId="6549"/>
          <ac:spMkLst>
            <pc:docMk/>
            <pc:sldMk cId="3891321185" sldId="312"/>
            <ac:spMk id="34" creationId="{A06FA7B4-31E2-C782-0C30-FABD4DC2D1DE}"/>
          </ac:spMkLst>
        </pc:spChg>
        <pc:spChg chg="del mod">
          <ac:chgData name="Malte Heithoff" userId="92960225c14ac204" providerId="LiveId" clId="{0BCF4FD2-7917-469F-8438-39B05B5463C9}" dt="2023-06-16T13:51:36.824" v="2104" actId="478"/>
          <ac:spMkLst>
            <pc:docMk/>
            <pc:sldMk cId="3891321185" sldId="312"/>
            <ac:spMk id="36" creationId="{3C661402-562E-A323-B51D-CBDCE98F2E92}"/>
          </ac:spMkLst>
        </pc:spChg>
        <pc:spChg chg="mod">
          <ac:chgData name="Malte Heithoff" userId="92960225c14ac204" providerId="LiveId" clId="{0BCF4FD2-7917-469F-8438-39B05B5463C9}" dt="2023-06-16T13:11:53.292" v="1889"/>
          <ac:spMkLst>
            <pc:docMk/>
            <pc:sldMk cId="3891321185" sldId="312"/>
            <ac:spMk id="37" creationId="{CC31AD52-EB91-7485-9237-33AEC5DDB02F}"/>
          </ac:spMkLst>
        </pc:spChg>
        <pc:spChg chg="add mod">
          <ac:chgData name="Malte Heithoff" userId="92960225c14ac204" providerId="LiveId" clId="{0BCF4FD2-7917-469F-8438-39B05B5463C9}" dt="2023-06-16T13:28:24.311" v="2092" actId="1076"/>
          <ac:spMkLst>
            <pc:docMk/>
            <pc:sldMk cId="3891321185" sldId="312"/>
            <ac:spMk id="43" creationId="{D62E8491-E612-3D20-1274-FD2B32D66995}"/>
          </ac:spMkLst>
        </pc:spChg>
        <pc:spChg chg="add mod">
          <ac:chgData name="Malte Heithoff" userId="92960225c14ac204" providerId="LiveId" clId="{0BCF4FD2-7917-469F-8438-39B05B5463C9}" dt="2023-06-16T13:28:29.006" v="2094" actId="1076"/>
          <ac:spMkLst>
            <pc:docMk/>
            <pc:sldMk cId="3891321185" sldId="312"/>
            <ac:spMk id="44" creationId="{D7C28CE5-E456-EE57-8CC7-D39DD652318B}"/>
          </ac:spMkLst>
        </pc:spChg>
        <pc:spChg chg="add del mod">
          <ac:chgData name="Malte Heithoff" userId="92960225c14ac204" providerId="LiveId" clId="{0BCF4FD2-7917-469F-8438-39B05B5463C9}" dt="2023-06-16T13:19:36.268" v="1954" actId="478"/>
          <ac:spMkLst>
            <pc:docMk/>
            <pc:sldMk cId="3891321185" sldId="312"/>
            <ac:spMk id="45" creationId="{682478ED-8F4D-4BAC-36DD-FE1EC2868911}"/>
          </ac:spMkLst>
        </pc:spChg>
        <pc:spChg chg="add del mod">
          <ac:chgData name="Malte Heithoff" userId="92960225c14ac204" providerId="LiveId" clId="{0BCF4FD2-7917-469F-8438-39B05B5463C9}" dt="2023-06-16T13:19:39.223" v="1955" actId="478"/>
          <ac:spMkLst>
            <pc:docMk/>
            <pc:sldMk cId="3891321185" sldId="312"/>
            <ac:spMk id="47" creationId="{B3408202-E75B-E23D-67CF-5581320B9884}"/>
          </ac:spMkLst>
        </pc:spChg>
        <pc:spChg chg="add mod">
          <ac:chgData name="Malte Heithoff" userId="92960225c14ac204" providerId="LiveId" clId="{0BCF4FD2-7917-469F-8438-39B05B5463C9}" dt="2023-06-16T13:20:58.429" v="2006" actId="1036"/>
          <ac:spMkLst>
            <pc:docMk/>
            <pc:sldMk cId="3891321185" sldId="312"/>
            <ac:spMk id="48" creationId="{EB9C2049-3E0F-BB16-73D1-F7CC8CE0239E}"/>
          </ac:spMkLst>
        </pc:spChg>
        <pc:spChg chg="mod">
          <ac:chgData name="Malte Heithoff" userId="92960225c14ac204" providerId="LiveId" clId="{0BCF4FD2-7917-469F-8438-39B05B5463C9}" dt="2023-06-16T13:10:28.428" v="1875" actId="20577"/>
          <ac:spMkLst>
            <pc:docMk/>
            <pc:sldMk cId="3891321185" sldId="312"/>
            <ac:spMk id="57" creationId="{FD01B450-9D8E-E14A-DE74-0E6C3DB73E5C}"/>
          </ac:spMkLst>
        </pc:spChg>
        <pc:spChg chg="add mod">
          <ac:chgData name="Malte Heithoff" userId="92960225c14ac204" providerId="LiveId" clId="{0BCF4FD2-7917-469F-8438-39B05B5463C9}" dt="2023-06-16T13:20:58.429" v="2006" actId="1036"/>
          <ac:spMkLst>
            <pc:docMk/>
            <pc:sldMk cId="3891321185" sldId="312"/>
            <ac:spMk id="60" creationId="{B08E6136-67A1-67D7-E59A-F2CA21D4D5A4}"/>
          </ac:spMkLst>
        </pc:spChg>
        <pc:spChg chg="del">
          <ac:chgData name="Malte Heithoff" userId="92960225c14ac204" providerId="LiveId" clId="{0BCF4FD2-7917-469F-8438-39B05B5463C9}" dt="2023-06-16T13:06:38.009" v="1842" actId="478"/>
          <ac:spMkLst>
            <pc:docMk/>
            <pc:sldMk cId="3891321185" sldId="312"/>
            <ac:spMk id="62" creationId="{FBB04B9B-B03F-13A3-AC37-4FC70AA1E2B1}"/>
          </ac:spMkLst>
        </pc:spChg>
        <pc:spChg chg="mod">
          <ac:chgData name="Malte Heithoff" userId="92960225c14ac204" providerId="LiveId" clId="{0BCF4FD2-7917-469F-8438-39B05B5463C9}" dt="2023-06-16T13:13:38.070" v="1931" actId="20577"/>
          <ac:spMkLst>
            <pc:docMk/>
            <pc:sldMk cId="3891321185" sldId="312"/>
            <ac:spMk id="70" creationId="{ED2CB30F-8955-26D5-CBC7-11DDC7C36524}"/>
          </ac:spMkLst>
        </pc:spChg>
        <pc:spChg chg="add del mod">
          <ac:chgData name="Malte Heithoff" userId="92960225c14ac204" providerId="LiveId" clId="{0BCF4FD2-7917-469F-8438-39B05B5463C9}" dt="2023-06-16T13:28:38.223" v="2096" actId="478"/>
          <ac:spMkLst>
            <pc:docMk/>
            <pc:sldMk cId="3891321185" sldId="312"/>
            <ac:spMk id="76" creationId="{B01B9134-94A9-0FBC-96CC-7360BD9AFA62}"/>
          </ac:spMkLst>
        </pc:spChg>
        <pc:spChg chg="del">
          <ac:chgData name="Malte Heithoff" userId="92960225c14ac204" providerId="LiveId" clId="{0BCF4FD2-7917-469F-8438-39B05B5463C9}" dt="2023-06-16T13:11:33.329" v="1887" actId="478"/>
          <ac:spMkLst>
            <pc:docMk/>
            <pc:sldMk cId="3891321185" sldId="312"/>
            <ac:spMk id="77" creationId="{1DB7401F-84DA-920F-D460-94A6E360AFB5}"/>
          </ac:spMkLst>
        </pc:spChg>
        <pc:spChg chg="del mod">
          <ac:chgData name="Malte Heithoff" userId="92960225c14ac204" providerId="LiveId" clId="{0BCF4FD2-7917-469F-8438-39B05B5463C9}" dt="2023-06-16T13:19:39.223" v="1955" actId="478"/>
          <ac:spMkLst>
            <pc:docMk/>
            <pc:sldMk cId="3891321185" sldId="312"/>
            <ac:spMk id="78" creationId="{49A64094-F721-E711-70D1-5C2B69102456}"/>
          </ac:spMkLst>
        </pc:spChg>
        <pc:spChg chg="mod">
          <ac:chgData name="Malte Heithoff" userId="92960225c14ac204" providerId="LiveId" clId="{0BCF4FD2-7917-469F-8438-39B05B5463C9}" dt="2023-06-16T13:23:58.198" v="2055" actId="20577"/>
          <ac:spMkLst>
            <pc:docMk/>
            <pc:sldMk cId="3891321185" sldId="312"/>
            <ac:spMk id="81" creationId="{AA646E69-EDC6-B21B-169D-9C2258A06E7F}"/>
          </ac:spMkLst>
        </pc:spChg>
        <pc:spChg chg="mod">
          <ac:chgData name="Malte Heithoff" userId="92960225c14ac204" providerId="LiveId" clId="{0BCF4FD2-7917-469F-8438-39B05B5463C9}" dt="2023-06-16T13:23:54.682" v="2049"/>
          <ac:spMkLst>
            <pc:docMk/>
            <pc:sldMk cId="3891321185" sldId="312"/>
            <ac:spMk id="83" creationId="{7F147741-50CF-1A52-72DA-318AC06476A2}"/>
          </ac:spMkLst>
        </pc:spChg>
        <pc:spChg chg="del">
          <ac:chgData name="Malte Heithoff" userId="92960225c14ac204" providerId="LiveId" clId="{0BCF4FD2-7917-469F-8438-39B05B5463C9}" dt="2023-06-16T13:06:24.416" v="1837" actId="478"/>
          <ac:spMkLst>
            <pc:docMk/>
            <pc:sldMk cId="3891321185" sldId="312"/>
            <ac:spMk id="93" creationId="{0B3A8C58-E5B9-E531-8B5C-3BA0D712BCB8}"/>
          </ac:spMkLst>
        </pc:spChg>
        <pc:spChg chg="add mod">
          <ac:chgData name="Malte Heithoff" userId="92960225c14ac204" providerId="LiveId" clId="{0BCF4FD2-7917-469F-8438-39B05B5463C9}" dt="2023-06-16T13:25:03.484" v="2080" actId="1076"/>
          <ac:spMkLst>
            <pc:docMk/>
            <pc:sldMk cId="3891321185" sldId="312"/>
            <ac:spMk id="94" creationId="{C7B1BC0A-BEEA-6D71-5C85-C2DE91955331}"/>
          </ac:spMkLst>
        </pc:spChg>
        <pc:spChg chg="del">
          <ac:chgData name="Malte Heithoff" userId="92960225c14ac204" providerId="LiveId" clId="{0BCF4FD2-7917-469F-8438-39B05B5463C9}" dt="2023-06-16T13:06:40.427" v="1844" actId="478"/>
          <ac:spMkLst>
            <pc:docMk/>
            <pc:sldMk cId="3891321185" sldId="312"/>
            <ac:spMk id="95" creationId="{6A9B6971-1CA0-F677-5810-D7AD11674FCB}"/>
          </ac:spMkLst>
        </pc:spChg>
        <pc:spChg chg="del">
          <ac:chgData name="Malte Heithoff" userId="92960225c14ac204" providerId="LiveId" clId="{0BCF4FD2-7917-469F-8438-39B05B5463C9}" dt="2023-06-16T13:06:29.306" v="1840" actId="478"/>
          <ac:spMkLst>
            <pc:docMk/>
            <pc:sldMk cId="3891321185" sldId="312"/>
            <ac:spMk id="96" creationId="{515856BC-19D8-8D4F-AEC8-031C2DBA488F}"/>
          </ac:spMkLst>
        </pc:spChg>
        <pc:spChg chg="del">
          <ac:chgData name="Malte Heithoff" userId="92960225c14ac204" providerId="LiveId" clId="{0BCF4FD2-7917-469F-8438-39B05B5463C9}" dt="2023-06-16T13:10:39.627" v="1877" actId="478"/>
          <ac:spMkLst>
            <pc:docMk/>
            <pc:sldMk cId="3891321185" sldId="312"/>
            <ac:spMk id="97" creationId="{FD28995D-C185-D3FD-BA1C-30764FF2E367}"/>
          </ac:spMkLst>
        </pc:spChg>
        <pc:spChg chg="del">
          <ac:chgData name="Malte Heithoff" userId="92960225c14ac204" providerId="LiveId" clId="{0BCF4FD2-7917-469F-8438-39B05B5463C9}" dt="2023-06-16T13:06:20.614" v="1835" actId="478"/>
          <ac:spMkLst>
            <pc:docMk/>
            <pc:sldMk cId="3891321185" sldId="312"/>
            <ac:spMk id="98" creationId="{9E34008F-13E9-976D-DCE0-2560A5D0AC8A}"/>
          </ac:spMkLst>
        </pc:spChg>
        <pc:spChg chg="del">
          <ac:chgData name="Malte Heithoff" userId="92960225c14ac204" providerId="LiveId" clId="{0BCF4FD2-7917-469F-8438-39B05B5463C9}" dt="2023-06-16T13:06:29.306" v="1840" actId="478"/>
          <ac:spMkLst>
            <pc:docMk/>
            <pc:sldMk cId="3891321185" sldId="312"/>
            <ac:spMk id="99" creationId="{533A4986-FBE3-62DB-31DD-2C6D23DF7F7D}"/>
          </ac:spMkLst>
        </pc:spChg>
        <pc:spChg chg="del">
          <ac:chgData name="Malte Heithoff" userId="92960225c14ac204" providerId="LiveId" clId="{0BCF4FD2-7917-469F-8438-39B05B5463C9}" dt="2023-06-16T13:10:39.627" v="1877" actId="478"/>
          <ac:spMkLst>
            <pc:docMk/>
            <pc:sldMk cId="3891321185" sldId="312"/>
            <ac:spMk id="100" creationId="{693D03AD-59BC-154D-84A1-5E136B968507}"/>
          </ac:spMkLst>
        </pc:spChg>
        <pc:spChg chg="add mod">
          <ac:chgData name="Malte Heithoff" userId="92960225c14ac204" providerId="LiveId" clId="{0BCF4FD2-7917-469F-8438-39B05B5463C9}" dt="2023-06-16T13:24:52.426" v="2077" actId="1076"/>
          <ac:spMkLst>
            <pc:docMk/>
            <pc:sldMk cId="3891321185" sldId="312"/>
            <ac:spMk id="101" creationId="{41F8518A-ABD4-BB6B-ADD5-4CCAFDBD0C45}"/>
          </ac:spMkLst>
        </pc:spChg>
        <pc:spChg chg="add mod">
          <ac:chgData name="Malte Heithoff" userId="92960225c14ac204" providerId="LiveId" clId="{0BCF4FD2-7917-469F-8438-39B05B5463C9}" dt="2023-06-16T13:29:12.466" v="2103" actId="1076"/>
          <ac:spMkLst>
            <pc:docMk/>
            <pc:sldMk cId="3891321185" sldId="312"/>
            <ac:spMk id="102" creationId="{B6265B6D-0E4D-F995-0BE0-5402BEE01A5C}"/>
          </ac:spMkLst>
        </pc:spChg>
        <pc:spChg chg="del mod">
          <ac:chgData name="Malte Heithoff" userId="92960225c14ac204" providerId="LiveId" clId="{0BCF4FD2-7917-469F-8438-39B05B5463C9}" dt="2023-06-16T13:19:36.268" v="1954" actId="478"/>
          <ac:spMkLst>
            <pc:docMk/>
            <pc:sldMk cId="3891321185" sldId="312"/>
            <ac:spMk id="104" creationId="{5EA75900-E54A-47AA-E331-9FA51F988566}"/>
          </ac:spMkLst>
        </pc:spChg>
        <pc:spChg chg="del">
          <ac:chgData name="Malte Heithoff" userId="92960225c14ac204" providerId="LiveId" clId="{0BCF4FD2-7917-469F-8438-39B05B5463C9}" dt="2023-06-16T13:11:29.887" v="1886" actId="478"/>
          <ac:spMkLst>
            <pc:docMk/>
            <pc:sldMk cId="3891321185" sldId="312"/>
            <ac:spMk id="105" creationId="{9A840336-F1D3-E451-2C39-B0CE2B4C34ED}"/>
          </ac:spMkLst>
        </pc:spChg>
        <pc:spChg chg="add del mod">
          <ac:chgData name="Malte Heithoff" userId="92960225c14ac204" providerId="LiveId" clId="{0BCF4FD2-7917-469F-8438-39B05B5463C9}" dt="2023-06-16T13:27:19.038" v="2082" actId="478"/>
          <ac:spMkLst>
            <pc:docMk/>
            <pc:sldMk cId="3891321185" sldId="312"/>
            <ac:spMk id="106" creationId="{FF7CAD5C-6D68-E275-7F8B-68EC015FADBF}"/>
          </ac:spMkLst>
        </pc:spChg>
        <pc:spChg chg="del">
          <ac:chgData name="Malte Heithoff" userId="92960225c14ac204" providerId="LiveId" clId="{0BCF4FD2-7917-469F-8438-39B05B5463C9}" dt="2023-06-16T13:11:24.344" v="1885" actId="478"/>
          <ac:spMkLst>
            <pc:docMk/>
            <pc:sldMk cId="3891321185" sldId="312"/>
            <ac:spMk id="107" creationId="{4449C84E-3305-5EDA-A60E-FF3A00E60A8E}"/>
          </ac:spMkLst>
        </pc:spChg>
        <pc:spChg chg="del">
          <ac:chgData name="Malte Heithoff" userId="92960225c14ac204" providerId="LiveId" clId="{0BCF4FD2-7917-469F-8438-39B05B5463C9}" dt="2023-06-16T13:06:15.580" v="1832" actId="478"/>
          <ac:spMkLst>
            <pc:docMk/>
            <pc:sldMk cId="3891321185" sldId="312"/>
            <ac:spMk id="108" creationId="{877CA2CD-957E-9492-A4B1-EB38FD97A0A7}"/>
          </ac:spMkLst>
        </pc:spChg>
        <pc:spChg chg="del">
          <ac:chgData name="Malte Heithoff" userId="92960225c14ac204" providerId="LiveId" clId="{0BCF4FD2-7917-469F-8438-39B05B5463C9}" dt="2023-06-16T13:06:29.306" v="1840" actId="478"/>
          <ac:spMkLst>
            <pc:docMk/>
            <pc:sldMk cId="3891321185" sldId="312"/>
            <ac:spMk id="109" creationId="{C3E786F0-B0E3-8C7E-4123-41A76DAF2BFB}"/>
          </ac:spMkLst>
        </pc:spChg>
        <pc:spChg chg="del">
          <ac:chgData name="Malte Heithoff" userId="92960225c14ac204" providerId="LiveId" clId="{0BCF4FD2-7917-469F-8438-39B05B5463C9}" dt="2023-06-16T13:10:39.627" v="1877" actId="478"/>
          <ac:spMkLst>
            <pc:docMk/>
            <pc:sldMk cId="3891321185" sldId="312"/>
            <ac:spMk id="110" creationId="{27903141-A4E5-6E28-2F6B-7E55BBF99765}"/>
          </ac:spMkLst>
        </pc:spChg>
        <pc:spChg chg="del">
          <ac:chgData name="Malte Heithoff" userId="92960225c14ac204" providerId="LiveId" clId="{0BCF4FD2-7917-469F-8438-39B05B5463C9}" dt="2023-06-16T13:06:49.640" v="1849" actId="478"/>
          <ac:spMkLst>
            <pc:docMk/>
            <pc:sldMk cId="3891321185" sldId="312"/>
            <ac:spMk id="111" creationId="{DC0E2AB2-2C8F-F926-691B-7E60E38C537C}"/>
          </ac:spMkLst>
        </pc:spChg>
        <pc:spChg chg="del">
          <ac:chgData name="Malte Heithoff" userId="92960225c14ac204" providerId="LiveId" clId="{0BCF4FD2-7917-469F-8438-39B05B5463C9}" dt="2023-06-16T13:06:46.398" v="1848" actId="478"/>
          <ac:spMkLst>
            <pc:docMk/>
            <pc:sldMk cId="3891321185" sldId="312"/>
            <ac:spMk id="112" creationId="{A4229CBB-8431-2598-3E1F-CD4D17FDA98D}"/>
          </ac:spMkLst>
        </pc:spChg>
        <pc:spChg chg="del mod">
          <ac:chgData name="Malte Heithoff" userId="92960225c14ac204" providerId="LiveId" clId="{0BCF4FD2-7917-469F-8438-39B05B5463C9}" dt="2023-06-16T13:27:16.975" v="2081" actId="478"/>
          <ac:spMkLst>
            <pc:docMk/>
            <pc:sldMk cId="3891321185" sldId="312"/>
            <ac:spMk id="113" creationId="{7BBE0059-AA8E-73CD-C3E4-41FAAB5D05C5}"/>
          </ac:spMkLst>
        </pc:spChg>
        <pc:spChg chg="mod">
          <ac:chgData name="Malte Heithoff" userId="92960225c14ac204" providerId="LiveId" clId="{0BCF4FD2-7917-469F-8438-39B05B5463C9}" dt="2023-06-16T13:28:04.701" v="2089" actId="20577"/>
          <ac:spMkLst>
            <pc:docMk/>
            <pc:sldMk cId="3891321185" sldId="312"/>
            <ac:spMk id="115" creationId="{BCDCEE07-AC54-57AF-0131-EA4C5B31F62C}"/>
          </ac:spMkLst>
        </pc:spChg>
        <pc:spChg chg="mod">
          <ac:chgData name="Malte Heithoff" userId="92960225c14ac204" providerId="LiveId" clId="{0BCF4FD2-7917-469F-8438-39B05B5463C9}" dt="2023-06-16T13:28:02.058" v="2087" actId="20577"/>
          <ac:spMkLst>
            <pc:docMk/>
            <pc:sldMk cId="3891321185" sldId="312"/>
            <ac:spMk id="117" creationId="{DC4BA1D5-7FC9-D4E3-C635-519EE7A55543}"/>
          </ac:spMkLst>
        </pc:spChg>
        <pc:spChg chg="mod">
          <ac:chgData name="Malte Heithoff" userId="92960225c14ac204" providerId="LiveId" clId="{0BCF4FD2-7917-469F-8438-39B05B5463C9}" dt="2023-06-16T13:27:54.968" v="2083"/>
          <ac:spMkLst>
            <pc:docMk/>
            <pc:sldMk cId="3891321185" sldId="312"/>
            <ac:spMk id="120" creationId="{978AD39C-13C4-A103-D5BB-ADE9F9801086}"/>
          </ac:spMkLst>
        </pc:spChg>
        <pc:spChg chg="del">
          <ac:chgData name="Malte Heithoff" userId="92960225c14ac204" providerId="LiveId" clId="{0BCF4FD2-7917-469F-8438-39B05B5463C9}" dt="2023-06-16T13:06:49.640" v="1849" actId="478"/>
          <ac:spMkLst>
            <pc:docMk/>
            <pc:sldMk cId="3891321185" sldId="312"/>
            <ac:spMk id="122" creationId="{94F7693D-8C0D-DFF2-A9F1-D7EBCDECB48A}"/>
          </ac:spMkLst>
        </pc:spChg>
        <pc:spChg chg="add mod ord">
          <ac:chgData name="Malte Heithoff" userId="92960225c14ac204" providerId="LiveId" clId="{0BCF4FD2-7917-469F-8438-39B05B5463C9}" dt="2023-06-16T14:09:38.477" v="2790" actId="20577"/>
          <ac:spMkLst>
            <pc:docMk/>
            <pc:sldMk cId="3891321185" sldId="312"/>
            <ac:spMk id="132" creationId="{4A353A47-B1B3-6011-851C-6CCE570C8E9F}"/>
          </ac:spMkLst>
        </pc:spChg>
        <pc:spChg chg="add mod">
          <ac:chgData name="Malte Heithoff" userId="92960225c14ac204" providerId="LiveId" clId="{0BCF4FD2-7917-469F-8438-39B05B5463C9}" dt="2023-06-16T13:53:22.361" v="2220" actId="1076"/>
          <ac:spMkLst>
            <pc:docMk/>
            <pc:sldMk cId="3891321185" sldId="312"/>
            <ac:spMk id="133" creationId="{59B06FA4-BE94-BABC-50A0-9F1923763192}"/>
          </ac:spMkLst>
        </pc:spChg>
        <pc:spChg chg="del">
          <ac:chgData name="Malte Heithoff" userId="92960225c14ac204" providerId="LiveId" clId="{0BCF4FD2-7917-469F-8438-39B05B5463C9}" dt="2023-06-16T13:06:49.640" v="1849" actId="478"/>
          <ac:spMkLst>
            <pc:docMk/>
            <pc:sldMk cId="3891321185" sldId="312"/>
            <ac:spMk id="153" creationId="{C29FB226-56A3-5279-DC75-066204028CBB}"/>
          </ac:spMkLst>
        </pc:spChg>
        <pc:spChg chg="del mod">
          <ac:chgData name="Malte Heithoff" userId="92960225c14ac204" providerId="LiveId" clId="{0BCF4FD2-7917-469F-8438-39B05B5463C9}" dt="2023-06-16T13:15:03.187" v="1939" actId="478"/>
          <ac:spMkLst>
            <pc:docMk/>
            <pc:sldMk cId="3891321185" sldId="312"/>
            <ac:spMk id="154" creationId="{198CFEE4-AD1F-2A1C-FE59-00C3516B58F1}"/>
          </ac:spMkLst>
        </pc:spChg>
        <pc:spChg chg="del mod">
          <ac:chgData name="Malte Heithoff" userId="92960225c14ac204" providerId="LiveId" clId="{0BCF4FD2-7917-469F-8438-39B05B5463C9}" dt="2023-06-16T13:14:37.623" v="1935" actId="478"/>
          <ac:spMkLst>
            <pc:docMk/>
            <pc:sldMk cId="3891321185" sldId="312"/>
            <ac:spMk id="160" creationId="{C7C31990-8824-C380-3702-4616C26CA0F4}"/>
          </ac:spMkLst>
        </pc:spChg>
        <pc:grpChg chg="del">
          <ac:chgData name="Malte Heithoff" userId="92960225c14ac204" providerId="LiveId" clId="{0BCF4FD2-7917-469F-8438-39B05B5463C9}" dt="2023-06-16T13:06:11.162" v="1831" actId="478"/>
          <ac:grpSpMkLst>
            <pc:docMk/>
            <pc:sldMk cId="3891321185" sldId="312"/>
            <ac:grpSpMk id="5" creationId="{9727411B-6FBC-C17E-EC01-C89A1EC1627B}"/>
          </ac:grpSpMkLst>
        </pc:grpChg>
        <pc:grpChg chg="mod">
          <ac:chgData name="Malte Heithoff" userId="92960225c14ac204" providerId="LiveId" clId="{0BCF4FD2-7917-469F-8438-39B05B5463C9}" dt="2023-06-16T13:14:55.533" v="1938" actId="1076"/>
          <ac:grpSpMkLst>
            <pc:docMk/>
            <pc:sldMk cId="3891321185" sldId="312"/>
            <ac:grpSpMk id="8" creationId="{13FFAC11-8A61-7DD0-F15D-0D8D8173F9DA}"/>
          </ac:grpSpMkLst>
        </pc:grpChg>
        <pc:grpChg chg="del">
          <ac:chgData name="Malte Heithoff" userId="92960225c14ac204" providerId="LiveId" clId="{0BCF4FD2-7917-469F-8438-39B05B5463C9}" dt="2023-06-16T13:06:29.306" v="1840" actId="478"/>
          <ac:grpSpMkLst>
            <pc:docMk/>
            <pc:sldMk cId="3891321185" sldId="312"/>
            <ac:grpSpMk id="20" creationId="{30F6BECA-D7B5-AC91-1C6B-86EBF9D724E9}"/>
          </ac:grpSpMkLst>
        </pc:grpChg>
        <pc:grpChg chg="del">
          <ac:chgData name="Malte Heithoff" userId="92960225c14ac204" providerId="LiveId" clId="{0BCF4FD2-7917-469F-8438-39B05B5463C9}" dt="2023-06-16T13:06:39.311" v="1843" actId="478"/>
          <ac:grpSpMkLst>
            <pc:docMk/>
            <pc:sldMk cId="3891321185" sldId="312"/>
            <ac:grpSpMk id="26" creationId="{30A240AC-DD0C-1FA9-4184-D03F1A3C8B6C}"/>
          </ac:grpSpMkLst>
        </pc:grpChg>
        <pc:grpChg chg="add del mod">
          <ac:chgData name="Malte Heithoff" userId="92960225c14ac204" providerId="LiveId" clId="{0BCF4FD2-7917-469F-8438-39B05B5463C9}" dt="2023-06-16T13:19:36.268" v="1954" actId="478"/>
          <ac:grpSpMkLst>
            <pc:docMk/>
            <pc:sldMk cId="3891321185" sldId="312"/>
            <ac:grpSpMk id="31" creationId="{883948B2-CD99-68F5-2C6F-78EED670AF35}"/>
          </ac:grpSpMkLst>
        </pc:grpChg>
        <pc:grpChg chg="mod">
          <ac:chgData name="Malte Heithoff" userId="92960225c14ac204" providerId="LiveId" clId="{0BCF4FD2-7917-469F-8438-39B05B5463C9}" dt="2023-06-16T13:20:58.429" v="2006" actId="1036"/>
          <ac:grpSpMkLst>
            <pc:docMk/>
            <pc:sldMk cId="3891321185" sldId="312"/>
            <ac:grpSpMk id="33" creationId="{6AD637C6-E46F-9CFF-E752-4EAB5B5B3027}"/>
          </ac:grpSpMkLst>
        </pc:grpChg>
        <pc:grpChg chg="del">
          <ac:chgData name="Malte Heithoff" userId="92960225c14ac204" providerId="LiveId" clId="{0BCF4FD2-7917-469F-8438-39B05B5463C9}" dt="2023-06-16T13:10:31.822" v="1876" actId="478"/>
          <ac:grpSpMkLst>
            <pc:docMk/>
            <pc:sldMk cId="3891321185" sldId="312"/>
            <ac:grpSpMk id="50" creationId="{5296B9EF-F83D-18C5-9ADE-507188C46BB6}"/>
          </ac:grpSpMkLst>
        </pc:grpChg>
        <pc:grpChg chg="del">
          <ac:chgData name="Malte Heithoff" userId="92960225c14ac204" providerId="LiveId" clId="{0BCF4FD2-7917-469F-8438-39B05B5463C9}" dt="2023-06-16T13:11:18.719" v="1883" actId="478"/>
          <ac:grpSpMkLst>
            <pc:docMk/>
            <pc:sldMk cId="3891321185" sldId="312"/>
            <ac:grpSpMk id="56" creationId="{3CFD515A-CEEC-E09F-9A57-A887B729C992}"/>
          </ac:grpSpMkLst>
        </pc:grpChg>
        <pc:grpChg chg="del">
          <ac:chgData name="Malte Heithoff" userId="92960225c14ac204" providerId="LiveId" clId="{0BCF4FD2-7917-469F-8438-39B05B5463C9}" dt="2023-06-16T13:11:29.887" v="1886" actId="478"/>
          <ac:grpSpMkLst>
            <pc:docMk/>
            <pc:sldMk cId="3891321185" sldId="312"/>
            <ac:grpSpMk id="66" creationId="{94598118-FDD6-6FB7-6B4E-C8C032A4FCA7}"/>
          </ac:grpSpMkLst>
        </pc:grpChg>
        <pc:grpChg chg="del mod">
          <ac:chgData name="Malte Heithoff" userId="92960225c14ac204" providerId="LiveId" clId="{0BCF4FD2-7917-469F-8438-39B05B5463C9}" dt="2023-06-16T13:19:39.223" v="1955" actId="478"/>
          <ac:grpSpMkLst>
            <pc:docMk/>
            <pc:sldMk cId="3891321185" sldId="312"/>
            <ac:grpSpMk id="69" creationId="{B7675FFA-6FD4-D35E-3B7B-90BCAAEA4204}"/>
          </ac:grpSpMkLst>
        </pc:grpChg>
        <pc:grpChg chg="del mod">
          <ac:chgData name="Malte Heithoff" userId="92960225c14ac204" providerId="LiveId" clId="{0BCF4FD2-7917-469F-8438-39B05B5463C9}" dt="2023-06-16T13:19:39.223" v="1955" actId="478"/>
          <ac:grpSpMkLst>
            <pc:docMk/>
            <pc:sldMk cId="3891321185" sldId="312"/>
            <ac:grpSpMk id="72" creationId="{609B2C0A-D20E-2F87-CBAB-D3FCF2A5F3F2}"/>
          </ac:grpSpMkLst>
        </pc:grpChg>
        <pc:grpChg chg="add del mod">
          <ac:chgData name="Malte Heithoff" userId="92960225c14ac204" providerId="LiveId" clId="{0BCF4FD2-7917-469F-8438-39B05B5463C9}" dt="2023-06-16T13:24:21.486" v="2063" actId="478"/>
          <ac:grpSpMkLst>
            <pc:docMk/>
            <pc:sldMk cId="3891321185" sldId="312"/>
            <ac:grpSpMk id="80" creationId="{09C37E8F-5FD3-BC7F-92F9-0A8F07DD0A94}"/>
          </ac:grpSpMkLst>
        </pc:grpChg>
        <pc:grpChg chg="add mod">
          <ac:chgData name="Malte Heithoff" userId="92960225c14ac204" providerId="LiveId" clId="{0BCF4FD2-7917-469F-8438-39B05B5463C9}" dt="2023-06-16T13:28:25.954" v="2093" actId="1076"/>
          <ac:grpSpMkLst>
            <pc:docMk/>
            <pc:sldMk cId="3891321185" sldId="312"/>
            <ac:grpSpMk id="114" creationId="{F0B34F4B-63B8-77D7-0CE5-8682457589B5}"/>
          </ac:grpSpMkLst>
        </pc:grpChg>
        <pc:grpChg chg="mod">
          <ac:chgData name="Malte Heithoff" userId="92960225c14ac204" providerId="LiveId" clId="{0BCF4FD2-7917-469F-8438-39B05B5463C9}" dt="2023-06-16T13:14:55.533" v="1938" actId="1076"/>
          <ac:grpSpMkLst>
            <pc:docMk/>
            <pc:sldMk cId="3891321185" sldId="312"/>
            <ac:grpSpMk id="116" creationId="{75AED39F-0E7F-85E1-75DA-EEFCA633469C}"/>
          </ac:grpSpMkLst>
        </pc:grpChg>
        <pc:cxnChg chg="add mod">
          <ac:chgData name="Malte Heithoff" userId="92960225c14ac204" providerId="LiveId" clId="{0BCF4FD2-7917-469F-8438-39B05B5463C9}" dt="2023-06-16T13:28:25.954" v="2093" actId="1076"/>
          <ac:cxnSpMkLst>
            <pc:docMk/>
            <pc:sldMk cId="3891321185" sldId="312"/>
            <ac:cxnSpMk id="11" creationId="{8B18E54A-3B2E-4E1D-9187-3036AEEC0CBE}"/>
          </ac:cxnSpMkLst>
        </pc:cxnChg>
        <pc:cxnChg chg="mod">
          <ac:chgData name="Malte Heithoff" userId="92960225c14ac204" providerId="LiveId" clId="{0BCF4FD2-7917-469F-8438-39B05B5463C9}" dt="2023-06-16T13:21:38.992" v="2015" actId="14100"/>
          <ac:cxnSpMkLst>
            <pc:docMk/>
            <pc:sldMk cId="3891321185" sldId="312"/>
            <ac:cxnSpMk id="14" creationId="{D5EB6D2E-7A88-6871-34ED-6DFBA29845DF}"/>
          </ac:cxnSpMkLst>
        </pc:cxnChg>
        <pc:cxnChg chg="del mod">
          <ac:chgData name="Malte Heithoff" userId="92960225c14ac204" providerId="LiveId" clId="{0BCF4FD2-7917-469F-8438-39B05B5463C9}" dt="2023-06-16T13:06:21.471" v="1836" actId="478"/>
          <ac:cxnSpMkLst>
            <pc:docMk/>
            <pc:sldMk cId="3891321185" sldId="312"/>
            <ac:cxnSpMk id="17" creationId="{37E13830-DBD7-01C6-E2CE-A4EAE37ED2CD}"/>
          </ac:cxnSpMkLst>
        </pc:cxnChg>
        <pc:cxnChg chg="del mod">
          <ac:chgData name="Malte Heithoff" userId="92960225c14ac204" providerId="LiveId" clId="{0BCF4FD2-7917-469F-8438-39B05B5463C9}" dt="2023-06-16T13:06:26.537" v="1839" actId="478"/>
          <ac:cxnSpMkLst>
            <pc:docMk/>
            <pc:sldMk cId="3891321185" sldId="312"/>
            <ac:cxnSpMk id="23" creationId="{686BB594-53A9-6C16-1F9E-4B76AA340F87}"/>
          </ac:cxnSpMkLst>
        </pc:cxnChg>
        <pc:cxnChg chg="del mod">
          <ac:chgData name="Malte Heithoff" userId="92960225c14ac204" providerId="LiveId" clId="{0BCF4FD2-7917-469F-8438-39B05B5463C9}" dt="2023-06-16T13:06:41.220" v="1845" actId="478"/>
          <ac:cxnSpMkLst>
            <pc:docMk/>
            <pc:sldMk cId="3891321185" sldId="312"/>
            <ac:cxnSpMk id="29" creationId="{5C7D7867-C603-E2D9-3BDD-8FC27246334B}"/>
          </ac:cxnSpMkLst>
        </pc:cxnChg>
        <pc:cxnChg chg="add del mod">
          <ac:chgData name="Malte Heithoff" userId="92960225c14ac204" providerId="LiveId" clId="{0BCF4FD2-7917-469F-8438-39B05B5463C9}" dt="2023-06-16T13:19:41.466" v="1956" actId="478"/>
          <ac:cxnSpMkLst>
            <pc:docMk/>
            <pc:sldMk cId="3891321185" sldId="312"/>
            <ac:cxnSpMk id="38" creationId="{811FF61A-C17C-D197-5C54-8B8294563378}"/>
          </ac:cxnSpMkLst>
        </pc:cxnChg>
        <pc:cxnChg chg="del mod">
          <ac:chgData name="Malte Heithoff" userId="92960225c14ac204" providerId="LiveId" clId="{0BCF4FD2-7917-469F-8438-39B05B5463C9}" dt="2023-06-16T13:06:30.584" v="1841" actId="478"/>
          <ac:cxnSpMkLst>
            <pc:docMk/>
            <pc:sldMk cId="3891321185" sldId="312"/>
            <ac:cxnSpMk id="40" creationId="{28BAA390-4731-4642-DF23-05D48A7746F3}"/>
          </ac:cxnSpMkLst>
        </pc:cxnChg>
        <pc:cxnChg chg="del mod">
          <ac:chgData name="Malte Heithoff" userId="92960225c14ac204" providerId="LiveId" clId="{0BCF4FD2-7917-469F-8438-39B05B5463C9}" dt="2023-06-16T13:06:25.052" v="1838" actId="478"/>
          <ac:cxnSpMkLst>
            <pc:docMk/>
            <pc:sldMk cId="3891321185" sldId="312"/>
            <ac:cxnSpMk id="53" creationId="{ACB283C9-C49A-7EB4-C8A6-33CDF75F723D}"/>
          </ac:cxnSpMkLst>
        </pc:cxnChg>
        <pc:cxnChg chg="del mod">
          <ac:chgData name="Malte Heithoff" userId="92960225c14ac204" providerId="LiveId" clId="{0BCF4FD2-7917-469F-8438-39B05B5463C9}" dt="2023-06-16T13:11:21.645" v="1884" actId="478"/>
          <ac:cxnSpMkLst>
            <pc:docMk/>
            <pc:sldMk cId="3891321185" sldId="312"/>
            <ac:cxnSpMk id="59" creationId="{225664F5-A83E-09B4-BC00-E008DAD031DA}"/>
          </ac:cxnSpMkLst>
        </pc:cxnChg>
        <pc:cxnChg chg="del mod">
          <ac:chgData name="Malte Heithoff" userId="92960225c14ac204" providerId="LiveId" clId="{0BCF4FD2-7917-469F-8438-39B05B5463C9}" dt="2023-06-16T13:10:41.858" v="1878" actId="478"/>
          <ac:cxnSpMkLst>
            <pc:docMk/>
            <pc:sldMk cId="3891321185" sldId="312"/>
            <ac:cxnSpMk id="63" creationId="{831A12E8-98AA-8862-ECE0-DA55A240035D}"/>
          </ac:cxnSpMkLst>
        </pc:cxnChg>
        <pc:cxnChg chg="del mod">
          <ac:chgData name="Malte Heithoff" userId="92960225c14ac204" providerId="LiveId" clId="{0BCF4FD2-7917-469F-8438-39B05B5463C9}" dt="2023-06-16T13:19:36.268" v="1954" actId="478"/>
          <ac:cxnSpMkLst>
            <pc:docMk/>
            <pc:sldMk cId="3891321185" sldId="312"/>
            <ac:cxnSpMk id="79" creationId="{84EE0F3F-E7FF-55F6-3239-DE69306C0ABA}"/>
          </ac:cxnSpMkLst>
        </pc:cxnChg>
        <pc:cxnChg chg="del mod">
          <ac:chgData name="Malte Heithoff" userId="92960225c14ac204" providerId="LiveId" clId="{0BCF4FD2-7917-469F-8438-39B05B5463C9}" dt="2023-06-16T13:11:29.887" v="1886" actId="478"/>
          <ac:cxnSpMkLst>
            <pc:docMk/>
            <pc:sldMk cId="3891321185" sldId="312"/>
            <ac:cxnSpMk id="82" creationId="{F5BCFE50-6A6B-814C-82E3-7CB9E4917D72}"/>
          </ac:cxnSpMkLst>
        </pc:cxnChg>
        <pc:cxnChg chg="add del mod">
          <ac:chgData name="Malte Heithoff" userId="92960225c14ac204" providerId="LiveId" clId="{0BCF4FD2-7917-469F-8438-39B05B5463C9}" dt="2023-06-16T13:24:24.472" v="2064" actId="478"/>
          <ac:cxnSpMkLst>
            <pc:docMk/>
            <pc:sldMk cId="3891321185" sldId="312"/>
            <ac:cxnSpMk id="84" creationId="{83772C10-E030-CCEB-A173-8AA03BCC943A}"/>
          </ac:cxnSpMkLst>
        </pc:cxnChg>
        <pc:cxnChg chg="del mod">
          <ac:chgData name="Malte Heithoff" userId="92960225c14ac204" providerId="LiveId" clId="{0BCF4FD2-7917-469F-8438-39B05B5463C9}" dt="2023-06-16T13:11:33.329" v="1887" actId="478"/>
          <ac:cxnSpMkLst>
            <pc:docMk/>
            <pc:sldMk cId="3891321185" sldId="312"/>
            <ac:cxnSpMk id="87" creationId="{1ABFFB56-E4E7-D3E1-F465-E44DCC4A170E}"/>
          </ac:cxnSpMkLst>
        </pc:cxnChg>
        <pc:cxnChg chg="add mod">
          <ac:chgData name="Malte Heithoff" userId="92960225c14ac204" providerId="LiveId" clId="{0BCF4FD2-7917-469F-8438-39B05B5463C9}" dt="2023-06-16T13:24:31.777" v="2067" actId="14100"/>
          <ac:cxnSpMkLst>
            <pc:docMk/>
            <pc:sldMk cId="3891321185" sldId="312"/>
            <ac:cxnSpMk id="88" creationId="{C9E06919-6D55-7526-1DE2-979A3D9D51D7}"/>
          </ac:cxnSpMkLst>
        </pc:cxnChg>
        <pc:cxnChg chg="del mod">
          <ac:chgData name="Malte Heithoff" userId="92960225c14ac204" providerId="LiveId" clId="{0BCF4FD2-7917-469F-8438-39B05B5463C9}" dt="2023-06-16T13:19:39.223" v="1955" actId="478"/>
          <ac:cxnSpMkLst>
            <pc:docMk/>
            <pc:sldMk cId="3891321185" sldId="312"/>
            <ac:cxnSpMk id="90" creationId="{A298FF06-7988-7FEB-A7EE-7AD194490F1F}"/>
          </ac:cxnSpMkLst>
        </pc:cxnChg>
        <pc:cxnChg chg="mod">
          <ac:chgData name="Malte Heithoff" userId="92960225c14ac204" providerId="LiveId" clId="{0BCF4FD2-7917-469F-8438-39B05B5463C9}" dt="2023-06-16T13:51:43.802" v="2106" actId="14100"/>
          <ac:cxnSpMkLst>
            <pc:docMk/>
            <pc:sldMk cId="3891321185" sldId="312"/>
            <ac:cxnSpMk id="119" creationId="{405D44BB-A084-FC45-8A7B-D8543605AB1E}"/>
          </ac:cxnSpMkLst>
        </pc:cxnChg>
        <pc:cxnChg chg="add mod">
          <ac:chgData name="Malte Heithoff" userId="92960225c14ac204" providerId="LiveId" clId="{0BCF4FD2-7917-469F-8438-39B05B5463C9}" dt="2023-06-16T13:53:34.894" v="2222" actId="14100"/>
          <ac:cxnSpMkLst>
            <pc:docMk/>
            <pc:sldMk cId="3891321185" sldId="312"/>
            <ac:cxnSpMk id="123" creationId="{D70DCB5D-C1F5-776F-B968-9A10E36F684B}"/>
          </ac:cxnSpMkLst>
        </pc:cxnChg>
        <pc:cxnChg chg="del">
          <ac:chgData name="Malte Heithoff" userId="92960225c14ac204" providerId="LiveId" clId="{0BCF4FD2-7917-469F-8438-39B05B5463C9}" dt="2023-06-16T13:06:44.819" v="1847" actId="478"/>
          <ac:cxnSpMkLst>
            <pc:docMk/>
            <pc:sldMk cId="3891321185" sldId="312"/>
            <ac:cxnSpMk id="144" creationId="{08BA9754-C8A3-19AC-6DEB-93657B101FE9}"/>
          </ac:cxnSpMkLst>
        </pc:cxnChg>
        <pc:cxnChg chg="del">
          <ac:chgData name="Malte Heithoff" userId="92960225c14ac204" providerId="LiveId" clId="{0BCF4FD2-7917-469F-8438-39B05B5463C9}" dt="2023-06-16T13:06:44.027" v="1846" actId="478"/>
          <ac:cxnSpMkLst>
            <pc:docMk/>
            <pc:sldMk cId="3891321185" sldId="312"/>
            <ac:cxnSpMk id="147" creationId="{20BB436B-62E2-FB0C-2E02-5B500C7352AB}"/>
          </ac:cxnSpMkLst>
        </pc:cxnChg>
        <pc:cxnChg chg="mod">
          <ac:chgData name="Malte Heithoff" userId="92960225c14ac204" providerId="LiveId" clId="{0BCF4FD2-7917-469F-8438-39B05B5463C9}" dt="2023-06-16T13:20:58.429" v="2006" actId="1036"/>
          <ac:cxnSpMkLst>
            <pc:docMk/>
            <pc:sldMk cId="3891321185" sldId="312"/>
            <ac:cxnSpMk id="155" creationId="{4AF36227-01AB-252A-B3E0-A9725F04415D}"/>
          </ac:cxnSpMkLst>
        </pc:cxnChg>
      </pc:sldChg>
    </pc:docChg>
  </pc:docChgLst>
  <pc:docChgLst>
    <pc:chgData name="Malte Heithoff" userId="92960225c14ac204" providerId="LiveId" clId="{83A7EF69-59E1-4C4D-B0E2-0630179A7103}"/>
    <pc:docChg chg="undo redo custSel addSld delSld modSld sldOrd">
      <pc:chgData name="Malte Heithoff" userId="92960225c14ac204" providerId="LiveId" clId="{83A7EF69-59E1-4C4D-B0E2-0630179A7103}" dt="2023-05-12T07:30:29.095" v="1382"/>
      <pc:docMkLst>
        <pc:docMk/>
      </pc:docMkLst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891223208" sldId="270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970422834" sldId="274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061710238" sldId="279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3730269555" sldId="281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966961951" sldId="284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027113534" sldId="285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746853565" sldId="286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139302274" sldId="288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4096094042" sldId="289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742653443" sldId="291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354883312" sldId="292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14619548" sldId="293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988075405" sldId="294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4178863929" sldId="296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403145795" sldId="297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915031252" sldId="298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298804148" sldId="299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943686133" sldId="300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579076973" sldId="301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529593317" sldId="302"/>
        </pc:sldMkLst>
      </pc:sldChg>
      <pc:sldChg chg="add del ord">
        <pc:chgData name="Malte Heithoff" userId="92960225c14ac204" providerId="LiveId" clId="{83A7EF69-59E1-4C4D-B0E2-0630179A7103}" dt="2023-05-12T07:30:25.356" v="1380" actId="47"/>
        <pc:sldMkLst>
          <pc:docMk/>
          <pc:sldMk cId="3885252488" sldId="303"/>
        </pc:sldMkLst>
      </pc:sldChg>
      <pc:sldChg chg="addSp delSp modSp new mod">
        <pc:chgData name="Malte Heithoff" userId="92960225c14ac204" providerId="LiveId" clId="{83A7EF69-59E1-4C4D-B0E2-0630179A7103}" dt="2023-05-12T07:29:52.778" v="1377" actId="167"/>
        <pc:sldMkLst>
          <pc:docMk/>
          <pc:sldMk cId="2625690956" sldId="304"/>
        </pc:sldMkLst>
        <pc:spChg chg="del">
          <ac:chgData name="Malte Heithoff" userId="92960225c14ac204" providerId="LiveId" clId="{83A7EF69-59E1-4C4D-B0E2-0630179A7103}" dt="2023-05-12T05:54:44.149" v="24" actId="478"/>
          <ac:spMkLst>
            <pc:docMk/>
            <pc:sldMk cId="2625690956" sldId="304"/>
            <ac:spMk id="2" creationId="{83465CD6-F27B-49D6-2E42-752766003322}"/>
          </ac:spMkLst>
        </pc:spChg>
        <pc:spChg chg="mod ord">
          <ac:chgData name="Malte Heithoff" userId="92960225c14ac204" providerId="LiveId" clId="{83A7EF69-59E1-4C4D-B0E2-0630179A7103}" dt="2023-05-12T07:28:50.567" v="1343" actId="20577"/>
          <ac:spMkLst>
            <pc:docMk/>
            <pc:sldMk cId="2625690956" sldId="304"/>
            <ac:spMk id="3" creationId="{FF462FC6-E9FB-847D-9B77-845117FAC754}"/>
          </ac:spMkLst>
        </pc:spChg>
        <pc:spChg chg="mod ord">
          <ac:chgData name="Malte Heithoff" userId="92960225c14ac204" providerId="LiveId" clId="{83A7EF69-59E1-4C4D-B0E2-0630179A7103}" dt="2023-05-12T07:29:38.046" v="1362" actId="20577"/>
          <ac:spMkLst>
            <pc:docMk/>
            <pc:sldMk cId="2625690956" sldId="304"/>
            <ac:spMk id="4" creationId="{A5D857FB-0A9C-0BF7-C374-77ABF2B5B5F5}"/>
          </ac:spMkLst>
        </pc:spChg>
        <pc:picChg chg="add mod ord">
          <ac:chgData name="Malte Heithoff" userId="92960225c14ac204" providerId="LiveId" clId="{83A7EF69-59E1-4C4D-B0E2-0630179A7103}" dt="2023-05-12T07:29:52.778" v="1377" actId="167"/>
          <ac:picMkLst>
            <pc:docMk/>
            <pc:sldMk cId="2625690956" sldId="304"/>
            <ac:picMk id="6" creationId="{568FF032-E59E-9497-12CA-A423E53DB26D}"/>
          </ac:picMkLst>
        </pc:picChg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3839062960" sldId="304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357661638" sldId="305"/>
        </pc:sldMkLst>
      </pc:sldChg>
      <pc:sldChg chg="delSp modSp new mod modClrScheme chgLayout">
        <pc:chgData name="Malte Heithoff" userId="92960225c14ac204" providerId="LiveId" clId="{83A7EF69-59E1-4C4D-B0E2-0630179A7103}" dt="2023-05-12T06:03:03.178" v="428" actId="20577"/>
        <pc:sldMkLst>
          <pc:docMk/>
          <pc:sldMk cId="1658125488" sldId="305"/>
        </pc:sldMkLst>
        <pc:spChg chg="del">
          <ac:chgData name="Malte Heithoff" userId="92960225c14ac204" providerId="LiveId" clId="{83A7EF69-59E1-4C4D-B0E2-0630179A7103}" dt="2023-05-12T06:00:19.861" v="368" actId="700"/>
          <ac:spMkLst>
            <pc:docMk/>
            <pc:sldMk cId="1658125488" sldId="305"/>
            <ac:spMk id="2" creationId="{D06227AA-F7C1-CA2F-F8A1-7AFA933A0FE3}"/>
          </ac:spMkLst>
        </pc:spChg>
        <pc:spChg chg="mod ord">
          <ac:chgData name="Malte Heithoff" userId="92960225c14ac204" providerId="LiveId" clId="{83A7EF69-59E1-4C4D-B0E2-0630179A7103}" dt="2023-05-12T06:02:13.040" v="412" actId="790"/>
          <ac:spMkLst>
            <pc:docMk/>
            <pc:sldMk cId="1658125488" sldId="305"/>
            <ac:spMk id="3" creationId="{D1DE7FE1-C0CA-F4B3-3D14-744CC8EE3E7B}"/>
          </ac:spMkLst>
        </pc:spChg>
        <pc:spChg chg="mod ord">
          <ac:chgData name="Malte Heithoff" userId="92960225c14ac204" providerId="LiveId" clId="{83A7EF69-59E1-4C4D-B0E2-0630179A7103}" dt="2023-05-12T06:03:03.178" v="428" actId="20577"/>
          <ac:spMkLst>
            <pc:docMk/>
            <pc:sldMk cId="1658125488" sldId="305"/>
            <ac:spMk id="4" creationId="{33C43F92-72E7-5C19-A418-EAE1A0DB5BAE}"/>
          </ac:spMkLst>
        </pc:spChg>
      </pc:sldChg>
      <pc:sldChg chg="addSp delSp modSp new mod modNotesTx">
        <pc:chgData name="Malte Heithoff" userId="92960225c14ac204" providerId="LiveId" clId="{83A7EF69-59E1-4C4D-B0E2-0630179A7103}" dt="2023-05-12T07:30:16.523" v="1379" actId="1076"/>
        <pc:sldMkLst>
          <pc:docMk/>
          <pc:sldMk cId="1492313090" sldId="306"/>
        </pc:sldMkLst>
        <pc:spChg chg="del">
          <ac:chgData name="Malte Heithoff" userId="92960225c14ac204" providerId="LiveId" clId="{83A7EF69-59E1-4C4D-B0E2-0630179A7103}" dt="2023-05-12T06:04:58.853" v="430" actId="478"/>
          <ac:spMkLst>
            <pc:docMk/>
            <pc:sldMk cId="1492313090" sldId="306"/>
            <ac:spMk id="2" creationId="{5A015158-8171-136C-BD4F-A9EE250EFA8A}"/>
          </ac:spMkLst>
        </pc:spChg>
        <pc:spChg chg="mod">
          <ac:chgData name="Malte Heithoff" userId="92960225c14ac204" providerId="LiveId" clId="{83A7EF69-59E1-4C4D-B0E2-0630179A7103}" dt="2023-05-12T07:05:59.741" v="969" actId="165"/>
          <ac:spMkLst>
            <pc:docMk/>
            <pc:sldMk cId="1492313090" sldId="306"/>
            <ac:spMk id="5" creationId="{C8ED9866-AE6F-6730-3F8E-038A0A0111CE}"/>
          </ac:spMkLst>
        </pc:spChg>
        <pc:spChg chg="mod">
          <ac:chgData name="Malte Heithoff" userId="92960225c14ac204" providerId="LiveId" clId="{83A7EF69-59E1-4C4D-B0E2-0630179A7103}" dt="2023-05-12T07:05:59.741" v="969" actId="165"/>
          <ac:spMkLst>
            <pc:docMk/>
            <pc:sldMk cId="1492313090" sldId="306"/>
            <ac:spMk id="6" creationId="{E8801656-28D9-F575-9BEA-949CEC9FEE8C}"/>
          </ac:spMkLst>
        </pc:spChg>
        <pc:spChg chg="mod">
          <ac:chgData name="Malte Heithoff" userId="92960225c14ac204" providerId="LiveId" clId="{83A7EF69-59E1-4C4D-B0E2-0630179A7103}" dt="2023-05-12T06:15:05.372" v="651" actId="165"/>
          <ac:spMkLst>
            <pc:docMk/>
            <pc:sldMk cId="1492313090" sldId="306"/>
            <ac:spMk id="8" creationId="{1F6E2A08-4629-3F3C-0B47-480E4347EA18}"/>
          </ac:spMkLst>
        </pc:spChg>
        <pc:spChg chg="mod">
          <ac:chgData name="Malte Heithoff" userId="92960225c14ac204" providerId="LiveId" clId="{83A7EF69-59E1-4C4D-B0E2-0630179A7103}" dt="2023-05-12T06:15:05.372" v="651" actId="165"/>
          <ac:spMkLst>
            <pc:docMk/>
            <pc:sldMk cId="1492313090" sldId="306"/>
            <ac:spMk id="9" creationId="{0391FFF3-41A9-3954-36D7-885AF64E848E}"/>
          </ac:spMkLst>
        </pc:spChg>
        <pc:spChg chg="add mod topLvl">
          <ac:chgData name="Malte Heithoff" userId="92960225c14ac204" providerId="LiveId" clId="{83A7EF69-59E1-4C4D-B0E2-0630179A7103}" dt="2023-05-12T07:06:03.149" v="970" actId="164"/>
          <ac:spMkLst>
            <pc:docMk/>
            <pc:sldMk cId="1492313090" sldId="306"/>
            <ac:spMk id="10" creationId="{24D8B54D-68E0-BFB9-561B-AEF24560F7C1}"/>
          </ac:spMkLst>
        </pc:spChg>
        <pc:spChg chg="mod">
          <ac:chgData name="Malte Heithoff" userId="92960225c14ac204" providerId="LiveId" clId="{83A7EF69-59E1-4C4D-B0E2-0630179A7103}" dt="2023-05-12T06:07:42.028" v="500" actId="20577"/>
          <ac:spMkLst>
            <pc:docMk/>
            <pc:sldMk cId="1492313090" sldId="306"/>
            <ac:spMk id="15" creationId="{797191E7-7199-8FFE-B35C-DF069ADE0D8B}"/>
          </ac:spMkLst>
        </pc:spChg>
        <pc:spChg chg="mod">
          <ac:chgData name="Malte Heithoff" userId="92960225c14ac204" providerId="LiveId" clId="{83A7EF69-59E1-4C4D-B0E2-0630179A7103}" dt="2023-05-12T06:07:05.178" v="484"/>
          <ac:spMkLst>
            <pc:docMk/>
            <pc:sldMk cId="1492313090" sldId="306"/>
            <ac:spMk id="16" creationId="{3D626875-AF0B-B12A-4617-1FA987F9122C}"/>
          </ac:spMkLst>
        </pc:spChg>
        <pc:spChg chg="add mod topLvl">
          <ac:chgData name="Malte Heithoff" userId="92960225c14ac204" providerId="LiveId" clId="{83A7EF69-59E1-4C4D-B0E2-0630179A7103}" dt="2023-05-12T06:15:08.237" v="652" actId="164"/>
          <ac:spMkLst>
            <pc:docMk/>
            <pc:sldMk cId="1492313090" sldId="306"/>
            <ac:spMk id="17" creationId="{109F9B19-7E87-6731-C052-23FCD034B1C8}"/>
          </ac:spMkLst>
        </pc:spChg>
        <pc:spChg chg="add mod">
          <ac:chgData name="Malte Heithoff" userId="92960225c14ac204" providerId="LiveId" clId="{83A7EF69-59E1-4C4D-B0E2-0630179A7103}" dt="2023-05-12T06:07:57.773" v="504" actId="164"/>
          <ac:spMkLst>
            <pc:docMk/>
            <pc:sldMk cId="1492313090" sldId="306"/>
            <ac:spMk id="22" creationId="{DC73C2EC-EB69-5946-EF1F-C097242B3B9B}"/>
          </ac:spMkLst>
        </pc:spChg>
        <pc:spChg chg="del mod topLvl">
          <ac:chgData name="Malte Heithoff" userId="92960225c14ac204" providerId="LiveId" clId="{83A7EF69-59E1-4C4D-B0E2-0630179A7103}" dt="2023-05-12T06:08:20.109" v="508" actId="478"/>
          <ac:spMkLst>
            <pc:docMk/>
            <pc:sldMk cId="1492313090" sldId="306"/>
            <ac:spMk id="26" creationId="{9110B625-8116-384D-697B-0E47983E1D5D}"/>
          </ac:spMkLst>
        </pc:spChg>
        <pc:spChg chg="mod">
          <ac:chgData name="Malte Heithoff" userId="92960225c14ac204" providerId="LiveId" clId="{83A7EF69-59E1-4C4D-B0E2-0630179A7103}" dt="2023-05-12T06:10:21.250" v="563"/>
          <ac:spMkLst>
            <pc:docMk/>
            <pc:sldMk cId="1492313090" sldId="306"/>
            <ac:spMk id="27" creationId="{E1E648BF-448B-0B12-13F8-3BB61FCFE4D4}"/>
          </ac:spMkLst>
        </pc:spChg>
        <pc:spChg chg="mod">
          <ac:chgData name="Malte Heithoff" userId="92960225c14ac204" providerId="LiveId" clId="{83A7EF69-59E1-4C4D-B0E2-0630179A7103}" dt="2023-05-12T06:10:21.250" v="563"/>
          <ac:spMkLst>
            <pc:docMk/>
            <pc:sldMk cId="1492313090" sldId="306"/>
            <ac:spMk id="28" creationId="{74704415-A150-81A0-546B-5CEF0AA44B86}"/>
          </ac:spMkLst>
        </pc:spChg>
        <pc:spChg chg="del mod topLvl">
          <ac:chgData name="Malte Heithoff" userId="92960225c14ac204" providerId="LiveId" clId="{83A7EF69-59E1-4C4D-B0E2-0630179A7103}" dt="2023-05-12T06:09:37.036" v="532" actId="478"/>
          <ac:spMkLst>
            <pc:docMk/>
            <pc:sldMk cId="1492313090" sldId="306"/>
            <ac:spMk id="35" creationId="{FC8D3B33-0DEC-CF5A-5D01-EE4AC6A30876}"/>
          </ac:spMkLst>
        </pc:spChg>
        <pc:spChg chg="mod">
          <ac:chgData name="Malte Heithoff" userId="92960225c14ac204" providerId="LiveId" clId="{83A7EF69-59E1-4C4D-B0E2-0630179A7103}" dt="2023-05-12T07:06:42.088" v="989"/>
          <ac:spMkLst>
            <pc:docMk/>
            <pc:sldMk cId="1492313090" sldId="306"/>
            <ac:spMk id="36" creationId="{57192A27-C716-CA15-278A-1AAB1F9E3AB5}"/>
          </ac:spMkLst>
        </pc:spChg>
        <pc:spChg chg="mod">
          <ac:chgData name="Malte Heithoff" userId="92960225c14ac204" providerId="LiveId" clId="{83A7EF69-59E1-4C4D-B0E2-0630179A7103}" dt="2023-05-12T07:06:42.088" v="989"/>
          <ac:spMkLst>
            <pc:docMk/>
            <pc:sldMk cId="1492313090" sldId="306"/>
            <ac:spMk id="37" creationId="{FF1F8BB9-C7E5-1B44-C9F7-FEA75EA0C8F5}"/>
          </ac:spMkLst>
        </pc:spChg>
        <pc:spChg chg="mod">
          <ac:chgData name="Malte Heithoff" userId="92960225c14ac204" providerId="LiveId" clId="{83A7EF69-59E1-4C4D-B0E2-0630179A7103}" dt="2023-05-12T06:37:59.208" v="867"/>
          <ac:spMkLst>
            <pc:docMk/>
            <pc:sldMk cId="1492313090" sldId="306"/>
            <ac:spMk id="39" creationId="{7F4FDA0D-32CB-50C7-041F-3AB346AF3D4E}"/>
          </ac:spMkLst>
        </pc:spChg>
        <pc:spChg chg="mod">
          <ac:chgData name="Malte Heithoff" userId="92960225c14ac204" providerId="LiveId" clId="{83A7EF69-59E1-4C4D-B0E2-0630179A7103}" dt="2023-05-12T06:37:59.208" v="867"/>
          <ac:spMkLst>
            <pc:docMk/>
            <pc:sldMk cId="1492313090" sldId="306"/>
            <ac:spMk id="40" creationId="{FB728A5C-FA9D-E651-B112-660AA5FE36C6}"/>
          </ac:spMkLst>
        </pc:spChg>
        <pc:spChg chg="add mod">
          <ac:chgData name="Malte Heithoff" userId="92960225c14ac204" providerId="LiveId" clId="{83A7EF69-59E1-4C4D-B0E2-0630179A7103}" dt="2023-05-12T07:22:15.580" v="1290" actId="1036"/>
          <ac:spMkLst>
            <pc:docMk/>
            <pc:sldMk cId="1492313090" sldId="306"/>
            <ac:spMk id="43" creationId="{F72686EC-4510-DAB1-9D38-97E3DE26D2CD}"/>
          </ac:spMkLst>
        </pc:spChg>
        <pc:spChg chg="add del mod">
          <ac:chgData name="Malte Heithoff" userId="92960225c14ac204" providerId="LiveId" clId="{83A7EF69-59E1-4C4D-B0E2-0630179A7103}" dt="2023-05-12T07:09:25.176" v="1061" actId="478"/>
          <ac:spMkLst>
            <pc:docMk/>
            <pc:sldMk cId="1492313090" sldId="306"/>
            <ac:spMk id="44" creationId="{510A6EFD-5B3A-3544-04F2-0AF9848C0C22}"/>
          </ac:spMkLst>
        </pc:spChg>
        <pc:spChg chg="add mod">
          <ac:chgData name="Malte Heithoff" userId="92960225c14ac204" providerId="LiveId" clId="{83A7EF69-59E1-4C4D-B0E2-0630179A7103}" dt="2023-05-12T07:30:16.523" v="1379" actId="1076"/>
          <ac:spMkLst>
            <pc:docMk/>
            <pc:sldMk cId="1492313090" sldId="306"/>
            <ac:spMk id="45" creationId="{5647E007-0573-A541-B9DE-1F1303A7E518}"/>
          </ac:spMkLst>
        </pc:spChg>
        <pc:spChg chg="add mod">
          <ac:chgData name="Malte Heithoff" userId="92960225c14ac204" providerId="LiveId" clId="{83A7EF69-59E1-4C4D-B0E2-0630179A7103}" dt="2023-05-12T07:22:15.580" v="1290" actId="1036"/>
          <ac:spMkLst>
            <pc:docMk/>
            <pc:sldMk cId="1492313090" sldId="306"/>
            <ac:spMk id="49" creationId="{37FF7B2E-92CF-B26D-F08A-A026B1BD76CF}"/>
          </ac:spMkLst>
        </pc:spChg>
        <pc:spChg chg="add mod">
          <ac:chgData name="Malte Heithoff" userId="92960225c14ac204" providerId="LiveId" clId="{83A7EF69-59E1-4C4D-B0E2-0630179A7103}" dt="2023-05-12T07:13:00.445" v="1091" actId="1076"/>
          <ac:spMkLst>
            <pc:docMk/>
            <pc:sldMk cId="1492313090" sldId="306"/>
            <ac:spMk id="50" creationId="{279ABE77-64FC-9A61-AA1B-2A9804B4C587}"/>
          </ac:spMkLst>
        </pc:spChg>
        <pc:spChg chg="add del">
          <ac:chgData name="Malte Heithoff" userId="92960225c14ac204" providerId="LiveId" clId="{83A7EF69-59E1-4C4D-B0E2-0630179A7103}" dt="2023-05-12T06:16:26.342" v="659" actId="22"/>
          <ac:spMkLst>
            <pc:docMk/>
            <pc:sldMk cId="1492313090" sldId="306"/>
            <ac:spMk id="58" creationId="{C53A5E78-033E-12CD-AD4C-5C7F25DADF71}"/>
          </ac:spMkLst>
        </pc:spChg>
        <pc:spChg chg="mod">
          <ac:chgData name="Malte Heithoff" userId="92960225c14ac204" providerId="LiveId" clId="{83A7EF69-59E1-4C4D-B0E2-0630179A7103}" dt="2023-05-12T06:35:44.816" v="839"/>
          <ac:spMkLst>
            <pc:docMk/>
            <pc:sldMk cId="1492313090" sldId="306"/>
            <ac:spMk id="61" creationId="{BFF77A74-04B9-D681-B5AB-7207E4D8B07E}"/>
          </ac:spMkLst>
        </pc:spChg>
        <pc:spChg chg="mod">
          <ac:chgData name="Malte Heithoff" userId="92960225c14ac204" providerId="LiveId" clId="{83A7EF69-59E1-4C4D-B0E2-0630179A7103}" dt="2023-05-12T06:35:44.816" v="839"/>
          <ac:spMkLst>
            <pc:docMk/>
            <pc:sldMk cId="1492313090" sldId="306"/>
            <ac:spMk id="62" creationId="{6A27CEDB-2EFB-4D47-FC2A-2C8A1577C2A6}"/>
          </ac:spMkLst>
        </pc:spChg>
        <pc:spChg chg="add mod">
          <ac:chgData name="Malte Heithoff" userId="92960225c14ac204" providerId="LiveId" clId="{83A7EF69-59E1-4C4D-B0E2-0630179A7103}" dt="2023-05-12T07:06:42.088" v="989"/>
          <ac:spMkLst>
            <pc:docMk/>
            <pc:sldMk cId="1492313090" sldId="306"/>
            <ac:spMk id="63" creationId="{2546220A-2487-0E4F-0618-1F5210BC3D15}"/>
          </ac:spMkLst>
        </pc:spChg>
        <pc:spChg chg="add del mod">
          <ac:chgData name="Malte Heithoff" userId="92960225c14ac204" providerId="LiveId" clId="{83A7EF69-59E1-4C4D-B0E2-0630179A7103}" dt="2023-05-12T07:09:24.607" v="1060" actId="478"/>
          <ac:spMkLst>
            <pc:docMk/>
            <pc:sldMk cId="1492313090" sldId="306"/>
            <ac:spMk id="68" creationId="{EE9D2DB4-2501-602C-5B04-8BD871774605}"/>
          </ac:spMkLst>
        </pc:spChg>
        <pc:spChg chg="add mod">
          <ac:chgData name="Malte Heithoff" userId="92960225c14ac204" providerId="LiveId" clId="{83A7EF69-59E1-4C4D-B0E2-0630179A7103}" dt="2023-05-12T07:22:15.580" v="1290" actId="1036"/>
          <ac:spMkLst>
            <pc:docMk/>
            <pc:sldMk cId="1492313090" sldId="306"/>
            <ac:spMk id="69" creationId="{DD151D93-8218-8B37-4DA7-3510097770AB}"/>
          </ac:spMkLst>
        </pc:spChg>
        <pc:spChg chg="mod">
          <ac:chgData name="Malte Heithoff" userId="92960225c14ac204" providerId="LiveId" clId="{83A7EF69-59E1-4C4D-B0E2-0630179A7103}" dt="2023-05-12T06:34:54.346" v="807" actId="20577"/>
          <ac:spMkLst>
            <pc:docMk/>
            <pc:sldMk cId="1492313090" sldId="306"/>
            <ac:spMk id="71" creationId="{A1990016-E387-80C9-7698-365D30EB83B3}"/>
          </ac:spMkLst>
        </pc:spChg>
        <pc:spChg chg="mod">
          <ac:chgData name="Malte Heithoff" userId="92960225c14ac204" providerId="LiveId" clId="{83A7EF69-59E1-4C4D-B0E2-0630179A7103}" dt="2023-05-12T06:34:07.335" v="800"/>
          <ac:spMkLst>
            <pc:docMk/>
            <pc:sldMk cId="1492313090" sldId="306"/>
            <ac:spMk id="72" creationId="{7A066C63-91FC-5975-07F1-D588E6CE153C}"/>
          </ac:spMkLst>
        </pc:spChg>
        <pc:spChg chg="mod">
          <ac:chgData name="Malte Heithoff" userId="92960225c14ac204" providerId="LiveId" clId="{83A7EF69-59E1-4C4D-B0E2-0630179A7103}" dt="2023-05-12T07:06:45.279" v="991"/>
          <ac:spMkLst>
            <pc:docMk/>
            <pc:sldMk cId="1492313090" sldId="306"/>
            <ac:spMk id="82" creationId="{9280C0EF-F297-2465-BE40-26D496E30249}"/>
          </ac:spMkLst>
        </pc:spChg>
        <pc:spChg chg="mod">
          <ac:chgData name="Malte Heithoff" userId="92960225c14ac204" providerId="LiveId" clId="{83A7EF69-59E1-4C4D-B0E2-0630179A7103}" dt="2023-05-12T07:06:45.279" v="991"/>
          <ac:spMkLst>
            <pc:docMk/>
            <pc:sldMk cId="1492313090" sldId="306"/>
            <ac:spMk id="83" creationId="{967F0186-90CE-9220-3C5F-7B7073E4150A}"/>
          </ac:spMkLst>
        </pc:spChg>
        <pc:spChg chg="add mod">
          <ac:chgData name="Malte Heithoff" userId="92960225c14ac204" providerId="LiveId" clId="{83A7EF69-59E1-4C4D-B0E2-0630179A7103}" dt="2023-05-12T07:12:44.093" v="1087" actId="1076"/>
          <ac:spMkLst>
            <pc:docMk/>
            <pc:sldMk cId="1492313090" sldId="306"/>
            <ac:spMk id="84" creationId="{AC5A2B8B-7E29-F895-B10A-010B5F55159D}"/>
          </ac:spMkLst>
        </pc:spChg>
        <pc:spChg chg="add mod">
          <ac:chgData name="Malte Heithoff" userId="92960225c14ac204" providerId="LiveId" clId="{83A7EF69-59E1-4C4D-B0E2-0630179A7103}" dt="2023-05-12T07:22:15.580" v="1290" actId="1036"/>
          <ac:spMkLst>
            <pc:docMk/>
            <pc:sldMk cId="1492313090" sldId="306"/>
            <ac:spMk id="87" creationId="{E96516BF-479A-0B45-6250-805C23633AE3}"/>
          </ac:spMkLst>
        </pc:spChg>
        <pc:spChg chg="add mod">
          <ac:chgData name="Malte Heithoff" userId="92960225c14ac204" providerId="LiveId" clId="{83A7EF69-59E1-4C4D-B0E2-0630179A7103}" dt="2023-05-12T07:30:13.851" v="1378" actId="1076"/>
          <ac:spMkLst>
            <pc:docMk/>
            <pc:sldMk cId="1492313090" sldId="306"/>
            <ac:spMk id="91" creationId="{49F547A8-4891-2F5F-DA19-71C9C1ADFC58}"/>
          </ac:spMkLst>
        </pc:spChg>
        <pc:spChg chg="add del mod">
          <ac:chgData name="Malte Heithoff" userId="92960225c14ac204" providerId="LiveId" clId="{83A7EF69-59E1-4C4D-B0E2-0630179A7103}" dt="2023-05-12T07:09:48.627" v="1065" actId="478"/>
          <ac:spMkLst>
            <pc:docMk/>
            <pc:sldMk cId="1492313090" sldId="306"/>
            <ac:spMk id="92" creationId="{B396F3A4-861C-EF71-B9AD-6339BBA9B6AB}"/>
          </ac:spMkLst>
        </pc:spChg>
        <pc:spChg chg="add mod">
          <ac:chgData name="Malte Heithoff" userId="92960225c14ac204" providerId="LiveId" clId="{83A7EF69-59E1-4C4D-B0E2-0630179A7103}" dt="2023-05-12T07:22:15.580" v="1290" actId="1036"/>
          <ac:spMkLst>
            <pc:docMk/>
            <pc:sldMk cId="1492313090" sldId="306"/>
            <ac:spMk id="93" creationId="{813B8040-AF62-04EC-A9BB-7555425B3DE3}"/>
          </ac:spMkLst>
        </pc:spChg>
        <pc:spChg chg="add del mod">
          <ac:chgData name="Malte Heithoff" userId="92960225c14ac204" providerId="LiveId" clId="{83A7EF69-59E1-4C4D-B0E2-0630179A7103}" dt="2023-05-12T07:22:28.405" v="1293" actId="478"/>
          <ac:spMkLst>
            <pc:docMk/>
            <pc:sldMk cId="1492313090" sldId="306"/>
            <ac:spMk id="94" creationId="{7633722E-A62D-2542-6595-64629846714D}"/>
          </ac:spMkLst>
        </pc:spChg>
        <pc:spChg chg="add mod">
          <ac:chgData name="Malte Heithoff" userId="92960225c14ac204" providerId="LiveId" clId="{83A7EF69-59E1-4C4D-B0E2-0630179A7103}" dt="2023-05-12T07:22:15.580" v="1290" actId="1036"/>
          <ac:spMkLst>
            <pc:docMk/>
            <pc:sldMk cId="1492313090" sldId="306"/>
            <ac:spMk id="95" creationId="{0D491CD4-C39E-68B4-787D-2FBDB963A404}"/>
          </ac:spMkLst>
        </pc:spChg>
        <pc:spChg chg="mod">
          <ac:chgData name="Malte Heithoff" userId="92960225c14ac204" providerId="LiveId" clId="{83A7EF69-59E1-4C4D-B0E2-0630179A7103}" dt="2023-05-12T07:13:24.528" v="1100" actId="20577"/>
          <ac:spMkLst>
            <pc:docMk/>
            <pc:sldMk cId="1492313090" sldId="306"/>
            <ac:spMk id="115" creationId="{4F1C2E7F-F57C-1E28-6C15-7D45D24C3F4A}"/>
          </ac:spMkLst>
        </pc:spChg>
        <pc:spChg chg="mod">
          <ac:chgData name="Malte Heithoff" userId="92960225c14ac204" providerId="LiveId" clId="{83A7EF69-59E1-4C4D-B0E2-0630179A7103}" dt="2023-05-12T07:13:19.146" v="1093"/>
          <ac:spMkLst>
            <pc:docMk/>
            <pc:sldMk cId="1492313090" sldId="306"/>
            <ac:spMk id="116" creationId="{65FAA044-8799-10E1-02D7-A3B6A097960C}"/>
          </ac:spMkLst>
        </pc:spChg>
        <pc:spChg chg="mod">
          <ac:chgData name="Malte Heithoff" userId="92960225c14ac204" providerId="LiveId" clId="{83A7EF69-59E1-4C4D-B0E2-0630179A7103}" dt="2023-05-12T07:16:05.139" v="1123" actId="20577"/>
          <ac:spMkLst>
            <pc:docMk/>
            <pc:sldMk cId="1492313090" sldId="306"/>
            <ac:spMk id="124" creationId="{92C8F930-B50D-3183-F172-B91D9F64D634}"/>
          </ac:spMkLst>
        </pc:spChg>
        <pc:spChg chg="mod">
          <ac:chgData name="Malte Heithoff" userId="92960225c14ac204" providerId="LiveId" clId="{83A7EF69-59E1-4C4D-B0E2-0630179A7103}" dt="2023-05-12T07:15:58.298" v="1117"/>
          <ac:spMkLst>
            <pc:docMk/>
            <pc:sldMk cId="1492313090" sldId="306"/>
            <ac:spMk id="125" creationId="{DC556116-C588-DE40-6C6F-56D30CA8C85B}"/>
          </ac:spMkLst>
        </pc:spChg>
        <pc:spChg chg="add mod">
          <ac:chgData name="Malte Heithoff" userId="92960225c14ac204" providerId="LiveId" clId="{83A7EF69-59E1-4C4D-B0E2-0630179A7103}" dt="2023-05-12T07:17:08.149" v="1154" actId="164"/>
          <ac:spMkLst>
            <pc:docMk/>
            <pc:sldMk cId="1492313090" sldId="306"/>
            <ac:spMk id="126" creationId="{369E119E-D886-C6C1-D338-F23CB51676F1}"/>
          </ac:spMkLst>
        </pc:spChg>
        <pc:spChg chg="mod">
          <ac:chgData name="Malte Heithoff" userId="92960225c14ac204" providerId="LiveId" clId="{83A7EF69-59E1-4C4D-B0E2-0630179A7103}" dt="2023-05-12T07:16:56.091" v="1152"/>
          <ac:spMkLst>
            <pc:docMk/>
            <pc:sldMk cId="1492313090" sldId="306"/>
            <ac:spMk id="131" creationId="{07879658-BA90-28F0-D800-194E6F34D9A9}"/>
          </ac:spMkLst>
        </pc:spChg>
        <pc:spChg chg="mod">
          <ac:chgData name="Malte Heithoff" userId="92960225c14ac204" providerId="LiveId" clId="{83A7EF69-59E1-4C4D-B0E2-0630179A7103}" dt="2023-05-12T07:16:56.091" v="1152"/>
          <ac:spMkLst>
            <pc:docMk/>
            <pc:sldMk cId="1492313090" sldId="306"/>
            <ac:spMk id="132" creationId="{9AA70C05-DAC8-83EC-21B2-C590575F4DAC}"/>
          </ac:spMkLst>
        </pc:spChg>
        <pc:spChg chg="add mod">
          <ac:chgData name="Malte Heithoff" userId="92960225c14ac204" providerId="LiveId" clId="{83A7EF69-59E1-4C4D-B0E2-0630179A7103}" dt="2023-05-12T07:17:20.540" v="1158" actId="164"/>
          <ac:spMkLst>
            <pc:docMk/>
            <pc:sldMk cId="1492313090" sldId="306"/>
            <ac:spMk id="134" creationId="{89540D3A-6264-FCA6-3D99-27499F1E5875}"/>
          </ac:spMkLst>
        </pc:spChg>
        <pc:spChg chg="mod">
          <ac:chgData name="Malte Heithoff" userId="92960225c14ac204" providerId="LiveId" clId="{83A7EF69-59E1-4C4D-B0E2-0630179A7103}" dt="2023-05-12T07:17:50.220" v="1186" actId="20577"/>
          <ac:spMkLst>
            <pc:docMk/>
            <pc:sldMk cId="1492313090" sldId="306"/>
            <ac:spMk id="140" creationId="{55081008-569C-4A93-7CC2-684BEED7D282}"/>
          </ac:spMkLst>
        </pc:spChg>
        <pc:spChg chg="mod">
          <ac:chgData name="Malte Heithoff" userId="92960225c14ac204" providerId="LiveId" clId="{83A7EF69-59E1-4C4D-B0E2-0630179A7103}" dt="2023-05-12T07:17:43.037" v="1177"/>
          <ac:spMkLst>
            <pc:docMk/>
            <pc:sldMk cId="1492313090" sldId="306"/>
            <ac:spMk id="141" creationId="{A5FA4772-80E3-B49F-89A6-60C5C76F3D2B}"/>
          </ac:spMkLst>
        </pc:spChg>
        <pc:spChg chg="mod">
          <ac:chgData name="Malte Heithoff" userId="92960225c14ac204" providerId="LiveId" clId="{83A7EF69-59E1-4C4D-B0E2-0630179A7103}" dt="2023-05-12T07:18:54.790" v="1215"/>
          <ac:spMkLst>
            <pc:docMk/>
            <pc:sldMk cId="1492313090" sldId="306"/>
            <ac:spMk id="150" creationId="{9C9E0B46-0B63-548C-E5FD-C4595FD0D575}"/>
          </ac:spMkLst>
        </pc:spChg>
        <pc:spChg chg="mod">
          <ac:chgData name="Malte Heithoff" userId="92960225c14ac204" providerId="LiveId" clId="{83A7EF69-59E1-4C4D-B0E2-0630179A7103}" dt="2023-05-12T07:18:54.790" v="1215"/>
          <ac:spMkLst>
            <pc:docMk/>
            <pc:sldMk cId="1492313090" sldId="306"/>
            <ac:spMk id="151" creationId="{9DE8C0C0-3CC6-3487-7E9D-F43E499D1803}"/>
          </ac:spMkLst>
        </pc:spChg>
        <pc:spChg chg="mod">
          <ac:chgData name="Malte Heithoff" userId="92960225c14ac204" providerId="LiveId" clId="{83A7EF69-59E1-4C4D-B0E2-0630179A7103}" dt="2023-05-12T07:19:36.103" v="1232" actId="20577"/>
          <ac:spMkLst>
            <pc:docMk/>
            <pc:sldMk cId="1492313090" sldId="306"/>
            <ac:spMk id="161" creationId="{84700D77-11F7-B955-723B-92C270190DDE}"/>
          </ac:spMkLst>
        </pc:spChg>
        <pc:spChg chg="mod">
          <ac:chgData name="Malte Heithoff" userId="92960225c14ac204" providerId="LiveId" clId="{83A7EF69-59E1-4C4D-B0E2-0630179A7103}" dt="2023-05-12T07:19:25.057" v="1221"/>
          <ac:spMkLst>
            <pc:docMk/>
            <pc:sldMk cId="1492313090" sldId="306"/>
            <ac:spMk id="162" creationId="{BB453F34-FBF0-125C-9B62-1CFC1B814070}"/>
          </ac:spMkLst>
        </pc:spChg>
        <pc:spChg chg="add mod">
          <ac:chgData name="Malte Heithoff" userId="92960225c14ac204" providerId="LiveId" clId="{83A7EF69-59E1-4C4D-B0E2-0630179A7103}" dt="2023-05-12T07:22:15.580" v="1290" actId="1036"/>
          <ac:spMkLst>
            <pc:docMk/>
            <pc:sldMk cId="1492313090" sldId="306"/>
            <ac:spMk id="169" creationId="{10BD09C3-4507-D68D-4635-94F72F769757}"/>
          </ac:spMkLst>
        </pc:spChg>
        <pc:spChg chg="add mod">
          <ac:chgData name="Malte Heithoff" userId="92960225c14ac204" providerId="LiveId" clId="{83A7EF69-59E1-4C4D-B0E2-0630179A7103}" dt="2023-05-12T07:22:15.580" v="1290" actId="1036"/>
          <ac:spMkLst>
            <pc:docMk/>
            <pc:sldMk cId="1492313090" sldId="306"/>
            <ac:spMk id="170" creationId="{D456455F-0EBB-F5E7-D43F-D651991E7696}"/>
          </ac:spMkLst>
        </pc:spChg>
        <pc:spChg chg="mod">
          <ac:chgData name="Malte Heithoff" userId="92960225c14ac204" providerId="LiveId" clId="{83A7EF69-59E1-4C4D-B0E2-0630179A7103}" dt="2023-05-12T07:21:23.599" v="1248"/>
          <ac:spMkLst>
            <pc:docMk/>
            <pc:sldMk cId="1492313090" sldId="306"/>
            <ac:spMk id="172" creationId="{75EDF394-5263-50F0-4882-BEC9CE9CE1C7}"/>
          </ac:spMkLst>
        </pc:spChg>
        <pc:spChg chg="mod">
          <ac:chgData name="Malte Heithoff" userId="92960225c14ac204" providerId="LiveId" clId="{83A7EF69-59E1-4C4D-B0E2-0630179A7103}" dt="2023-05-12T07:21:23.599" v="1248"/>
          <ac:spMkLst>
            <pc:docMk/>
            <pc:sldMk cId="1492313090" sldId="306"/>
            <ac:spMk id="174" creationId="{12A87020-B748-C4F8-A1CA-8AB6E69B8813}"/>
          </ac:spMkLst>
        </pc:spChg>
        <pc:spChg chg="mod">
          <ac:chgData name="Malte Heithoff" userId="92960225c14ac204" providerId="LiveId" clId="{83A7EF69-59E1-4C4D-B0E2-0630179A7103}" dt="2023-05-12T07:21:23.599" v="1248"/>
          <ac:spMkLst>
            <pc:docMk/>
            <pc:sldMk cId="1492313090" sldId="306"/>
            <ac:spMk id="175" creationId="{46DB903F-6BF8-7CC3-47EE-544DD44B22E9}"/>
          </ac:spMkLst>
        </pc:spChg>
        <pc:spChg chg="mod">
          <ac:chgData name="Malte Heithoff" userId="92960225c14ac204" providerId="LiveId" clId="{83A7EF69-59E1-4C4D-B0E2-0630179A7103}" dt="2023-05-12T07:21:23.599" v="1248"/>
          <ac:spMkLst>
            <pc:docMk/>
            <pc:sldMk cId="1492313090" sldId="306"/>
            <ac:spMk id="178" creationId="{AA5C33F5-6387-CE6B-68A3-87436864E62A}"/>
          </ac:spMkLst>
        </pc:spChg>
        <pc:spChg chg="mod">
          <ac:chgData name="Malte Heithoff" userId="92960225c14ac204" providerId="LiveId" clId="{83A7EF69-59E1-4C4D-B0E2-0630179A7103}" dt="2023-05-12T07:21:23.599" v="1248"/>
          <ac:spMkLst>
            <pc:docMk/>
            <pc:sldMk cId="1492313090" sldId="306"/>
            <ac:spMk id="180" creationId="{4F337126-D345-ABF7-99F0-0A1D1A9D5AB5}"/>
          </ac:spMkLst>
        </pc:spChg>
        <pc:spChg chg="mod">
          <ac:chgData name="Malte Heithoff" userId="92960225c14ac204" providerId="LiveId" clId="{83A7EF69-59E1-4C4D-B0E2-0630179A7103}" dt="2023-05-12T07:21:23.599" v="1248"/>
          <ac:spMkLst>
            <pc:docMk/>
            <pc:sldMk cId="1492313090" sldId="306"/>
            <ac:spMk id="181" creationId="{63891688-95D8-1448-0B40-341DAFB4ADE3}"/>
          </ac:spMkLst>
        </pc:spChg>
        <pc:spChg chg="mod">
          <ac:chgData name="Malte Heithoff" userId="92960225c14ac204" providerId="LiveId" clId="{83A7EF69-59E1-4C4D-B0E2-0630179A7103}" dt="2023-05-12T07:21:23.599" v="1248"/>
          <ac:spMkLst>
            <pc:docMk/>
            <pc:sldMk cId="1492313090" sldId="306"/>
            <ac:spMk id="182" creationId="{BD097457-C05F-D699-1248-1619B4C65710}"/>
          </ac:spMkLst>
        </pc:spChg>
        <pc:spChg chg="mod">
          <ac:chgData name="Malte Heithoff" userId="92960225c14ac204" providerId="LiveId" clId="{83A7EF69-59E1-4C4D-B0E2-0630179A7103}" dt="2023-05-12T07:21:23.599" v="1248"/>
          <ac:spMkLst>
            <pc:docMk/>
            <pc:sldMk cId="1492313090" sldId="306"/>
            <ac:spMk id="183" creationId="{10628BBC-9E9F-70EA-79EA-8954BE29EDA4}"/>
          </ac:spMkLst>
        </pc:spChg>
        <pc:spChg chg="add">
          <ac:chgData name="Malte Heithoff" userId="92960225c14ac204" providerId="LiveId" clId="{83A7EF69-59E1-4C4D-B0E2-0630179A7103}" dt="2023-05-12T07:22:50.690" v="1294" actId="11529"/>
          <ac:spMkLst>
            <pc:docMk/>
            <pc:sldMk cId="1492313090" sldId="306"/>
            <ac:spMk id="184" creationId="{EA3E320D-4BF6-189B-9ADA-B2F67C2256AB}"/>
          </ac:spMkLst>
        </pc:spChg>
        <pc:spChg chg="add">
          <ac:chgData name="Malte Heithoff" userId="92960225c14ac204" providerId="LiveId" clId="{83A7EF69-59E1-4C4D-B0E2-0630179A7103}" dt="2023-05-12T07:23:04.598" v="1296" actId="11529"/>
          <ac:spMkLst>
            <pc:docMk/>
            <pc:sldMk cId="1492313090" sldId="306"/>
            <ac:spMk id="185" creationId="{29430466-6858-17B8-CCE3-6203D426F6F3}"/>
          </ac:spMkLst>
        </pc:spChg>
        <pc:grpChg chg="add mod topLvl">
          <ac:chgData name="Malte Heithoff" userId="92960225c14ac204" providerId="LiveId" clId="{83A7EF69-59E1-4C4D-B0E2-0630179A7103}" dt="2023-05-12T07:06:03.149" v="970" actId="164"/>
          <ac:grpSpMkLst>
            <pc:docMk/>
            <pc:sldMk cId="1492313090" sldId="306"/>
            <ac:grpSpMk id="4" creationId="{DF6D490A-8ECA-15E8-699E-C16ABFB65D47}"/>
          </ac:grpSpMkLst>
        </pc:grpChg>
        <pc:grpChg chg="add mod topLvl">
          <ac:chgData name="Malte Heithoff" userId="92960225c14ac204" providerId="LiveId" clId="{83A7EF69-59E1-4C4D-B0E2-0630179A7103}" dt="2023-05-12T06:15:08.237" v="652" actId="164"/>
          <ac:grpSpMkLst>
            <pc:docMk/>
            <pc:sldMk cId="1492313090" sldId="306"/>
            <ac:grpSpMk id="7" creationId="{FB7F81CC-A6A3-A4E3-C807-57AB34CA4636}"/>
          </ac:grpSpMkLst>
        </pc:grpChg>
        <pc:grpChg chg="add del mod">
          <ac:chgData name="Malte Heithoff" userId="92960225c14ac204" providerId="LiveId" clId="{83A7EF69-59E1-4C4D-B0E2-0630179A7103}" dt="2023-05-12T07:05:59.741" v="969" actId="165"/>
          <ac:grpSpMkLst>
            <pc:docMk/>
            <pc:sldMk cId="1492313090" sldId="306"/>
            <ac:grpSpMk id="13" creationId="{0A96ACB0-3768-5E28-5B1C-9D6E7F9668BB}"/>
          </ac:grpSpMkLst>
        </pc:grpChg>
        <pc:grpChg chg="add mod">
          <ac:chgData name="Malte Heithoff" userId="92960225c14ac204" providerId="LiveId" clId="{83A7EF69-59E1-4C4D-B0E2-0630179A7103}" dt="2023-05-12T06:07:57.773" v="504" actId="164"/>
          <ac:grpSpMkLst>
            <pc:docMk/>
            <pc:sldMk cId="1492313090" sldId="306"/>
            <ac:grpSpMk id="14" creationId="{7870D97D-B010-F4DA-F6D4-E3CBEEFC1B09}"/>
          </ac:grpSpMkLst>
        </pc:grpChg>
        <pc:grpChg chg="add del mod">
          <ac:chgData name="Malte Heithoff" userId="92960225c14ac204" providerId="LiveId" clId="{83A7EF69-59E1-4C4D-B0E2-0630179A7103}" dt="2023-05-12T06:15:05.372" v="651" actId="165"/>
          <ac:grpSpMkLst>
            <pc:docMk/>
            <pc:sldMk cId="1492313090" sldId="306"/>
            <ac:grpSpMk id="18" creationId="{9F29D13F-F09D-03E2-7F6C-8DC2A759D0C9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23" creationId="{FE0153B9-8BDC-DAE5-8245-D8C2FE43B0AB}"/>
          </ac:grpSpMkLst>
        </pc:grpChg>
        <pc:grpChg chg="add del mod">
          <ac:chgData name="Malte Heithoff" userId="92960225c14ac204" providerId="LiveId" clId="{83A7EF69-59E1-4C4D-B0E2-0630179A7103}" dt="2023-05-12T06:08:20.109" v="508" actId="478"/>
          <ac:grpSpMkLst>
            <pc:docMk/>
            <pc:sldMk cId="1492313090" sldId="306"/>
            <ac:grpSpMk id="24" creationId="{4B7C5A6D-5306-17E6-7B70-4620DEBBBA48}"/>
          </ac:grpSpMkLst>
        </pc:grpChg>
        <pc:grpChg chg="mod topLvl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25" creationId="{889DF82D-C719-C8F8-EC72-6F220CFA406C}"/>
          </ac:grpSpMkLst>
        </pc:grpChg>
        <pc:grpChg chg="add del mod">
          <ac:chgData name="Malte Heithoff" userId="92960225c14ac204" providerId="LiveId" clId="{83A7EF69-59E1-4C4D-B0E2-0630179A7103}" dt="2023-05-12T06:09:37.036" v="532" actId="478"/>
          <ac:grpSpMkLst>
            <pc:docMk/>
            <pc:sldMk cId="1492313090" sldId="306"/>
            <ac:grpSpMk id="33" creationId="{61EEA0DC-BB84-C142-1F08-8A90D1D2AB22}"/>
          </ac:grpSpMkLst>
        </pc:grpChg>
        <pc:grpChg chg="mod topLvl">
          <ac:chgData name="Malte Heithoff" userId="92960225c14ac204" providerId="LiveId" clId="{83A7EF69-59E1-4C4D-B0E2-0630179A7103}" dt="2023-05-12T07:06:42.088" v="989"/>
          <ac:grpSpMkLst>
            <pc:docMk/>
            <pc:sldMk cId="1492313090" sldId="306"/>
            <ac:grpSpMk id="34" creationId="{5168B696-2012-0D29-E66A-237858C126A0}"/>
          </ac:grpSpMkLst>
        </pc:grpChg>
        <pc:grpChg chg="add mod">
          <ac:chgData name="Malte Heithoff" userId="92960225c14ac204" providerId="LiveId" clId="{83A7EF69-59E1-4C4D-B0E2-0630179A7103}" dt="2023-05-12T07:17:20.540" v="1158" actId="164"/>
          <ac:grpSpMkLst>
            <pc:docMk/>
            <pc:sldMk cId="1492313090" sldId="306"/>
            <ac:grpSpMk id="38" creationId="{86382D2D-412D-1125-4250-D677BA9984E1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51" creationId="{5E003C4D-50D7-AE4B-DC34-E74D18284CEE}"/>
          </ac:grpSpMkLst>
        </pc:grpChg>
        <pc:grpChg chg="add mod">
          <ac:chgData name="Malte Heithoff" userId="92960225c14ac204" providerId="LiveId" clId="{83A7EF69-59E1-4C4D-B0E2-0630179A7103}" dt="2023-05-12T06:17:04.127" v="666" actId="164"/>
          <ac:grpSpMkLst>
            <pc:docMk/>
            <pc:sldMk cId="1492313090" sldId="306"/>
            <ac:grpSpMk id="59" creationId="{0656A8B8-D0AC-8AE2-6615-6675445BD6FD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60" creationId="{CD0F67CF-99A4-CC3A-AFC6-60F0EB6DAC72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64" creationId="{8020B147-03FB-9E28-87A6-AE0913C75BFC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70" creationId="{58F1A64A-81F3-31F3-0CB9-83C65F1B95B6}"/>
          </ac:grpSpMkLst>
        </pc:grpChg>
        <pc:grpChg chg="add mod">
          <ac:chgData name="Malte Heithoff" userId="92960225c14ac204" providerId="LiveId" clId="{83A7EF69-59E1-4C4D-B0E2-0630179A7103}" dt="2023-05-12T07:17:08.149" v="1154" actId="164"/>
          <ac:grpSpMkLst>
            <pc:docMk/>
            <pc:sldMk cId="1492313090" sldId="306"/>
            <ac:grpSpMk id="81" creationId="{E7C2B900-2C76-1A5A-12A0-DE592D106FA9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85" creationId="{08EA23A6-7DF3-E7B4-F374-8E5713043C4E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114" creationId="{A192FA82-3057-1428-A5F7-FDA1195F154C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123" creationId="{0426AF30-2F16-34DD-A05C-02DAFE99698E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130" creationId="{65473BFB-3321-9D59-591D-C549D53FA41D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133" creationId="{BF572F56-A2CA-D9C9-224D-9A6B676953BB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135" creationId="{656CB3C5-50B0-D3AE-196D-7274EDB654CB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139" creationId="{5B93BA11-844F-8872-8EFD-1F6688259063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149" creationId="{976547DA-94F6-4314-1980-2CB25F6079BC}"/>
          </ac:grpSpMkLst>
        </pc:grpChg>
        <pc:grpChg chg="add mod">
          <ac:chgData name="Malte Heithoff" userId="92960225c14ac204" providerId="LiveId" clId="{83A7EF69-59E1-4C4D-B0E2-0630179A7103}" dt="2023-05-12T07:22:15.580" v="1290" actId="1036"/>
          <ac:grpSpMkLst>
            <pc:docMk/>
            <pc:sldMk cId="1492313090" sldId="306"/>
            <ac:grpSpMk id="160" creationId="{B027A385-159D-723C-2524-FFA56F7B8CDF}"/>
          </ac:grpSpMkLst>
        </pc:grpChg>
        <pc:grpChg chg="add mod">
          <ac:chgData name="Malte Heithoff" userId="92960225c14ac204" providerId="LiveId" clId="{83A7EF69-59E1-4C4D-B0E2-0630179A7103}" dt="2023-05-12T07:21:28.946" v="1249" actId="1076"/>
          <ac:grpSpMkLst>
            <pc:docMk/>
            <pc:sldMk cId="1492313090" sldId="306"/>
            <ac:grpSpMk id="171" creationId="{DF7F8FCA-3DB5-94F8-F55D-845C3A9DFC4F}"/>
          </ac:grpSpMkLst>
        </pc:grpChg>
        <pc:cxnChg chg="add del mod">
          <ac:chgData name="Malte Heithoff" userId="92960225c14ac204" providerId="LiveId" clId="{83A7EF69-59E1-4C4D-B0E2-0630179A7103}" dt="2023-05-12T07:11:14.941" v="1071" actId="478"/>
          <ac:cxnSpMkLst>
            <pc:docMk/>
            <pc:sldMk cId="1492313090" sldId="306"/>
            <ac:cxnSpMk id="12" creationId="{F86F5F23-43A2-784C-605A-4768DA074C02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9" creationId="{52FB66D5-9DAF-0026-B796-7C1CAAC96EE5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29" creationId="{852D20FF-483B-44BA-8800-6596BC3BABE7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42" creationId="{535ADB8C-1E15-9995-3B5D-6140AF808CE4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46" creationId="{FE474CE6-A4B5-64BA-86C5-823E04F6DB8A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53" creationId="{5F8CE0BF-8CF0-3FB1-AC51-A35110C263FD}"/>
          </ac:cxnSpMkLst>
        </pc:cxnChg>
        <pc:cxnChg chg="add del mod">
          <ac:chgData name="Malte Heithoff" userId="92960225c14ac204" providerId="LiveId" clId="{83A7EF69-59E1-4C4D-B0E2-0630179A7103}" dt="2023-05-12T06:35:12.496" v="827" actId="478"/>
          <ac:cxnSpMkLst>
            <pc:docMk/>
            <pc:sldMk cId="1492313090" sldId="306"/>
            <ac:cxnSpMk id="65" creationId="{2A9D79E6-7FC5-3760-5C42-6F47C2892BA4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73" creationId="{74FF3EBF-04A5-FE93-10AF-486672597E1A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76" creationId="{C7936B09-9BF8-3CE0-9DFB-096A426553DF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88" creationId="{18B5D395-AD22-3038-2B8D-986FA650CB5E}"/>
          </ac:cxnSpMkLst>
        </pc:cxnChg>
        <pc:cxnChg chg="add del mod">
          <ac:chgData name="Malte Heithoff" userId="92960225c14ac204" providerId="LiveId" clId="{83A7EF69-59E1-4C4D-B0E2-0630179A7103}" dt="2023-05-12T07:11:18.950" v="1073" actId="478"/>
          <ac:cxnSpMkLst>
            <pc:docMk/>
            <pc:sldMk cId="1492313090" sldId="306"/>
            <ac:cxnSpMk id="96" creationId="{7ACFC66E-0C6D-9FAD-64E5-F6923730885B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98" creationId="{CC8383C5-2CA5-297A-79CE-121805C6C816}"/>
          </ac:cxnSpMkLst>
        </pc:cxnChg>
        <pc:cxnChg chg="add del mod">
          <ac:chgData name="Malte Heithoff" userId="92960225c14ac204" providerId="LiveId" clId="{83A7EF69-59E1-4C4D-B0E2-0630179A7103}" dt="2023-05-12T07:13:30.810" v="1102" actId="478"/>
          <ac:cxnSpMkLst>
            <pc:docMk/>
            <pc:sldMk cId="1492313090" sldId="306"/>
            <ac:cxnSpMk id="117" creationId="{CC387E17-C239-E634-EAB8-83F7441F1D89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19" creationId="{CE374F4E-44D3-E840-99EC-E6E7FB7CD847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27" creationId="{45EFA0C0-9175-DDF5-DD9A-0C2A09CD447F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36" creationId="{FC94CAFF-434A-DE09-F07A-217D06A6018C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42" creationId="{DC09AB39-CA9B-1AEA-2850-B116D8BC7315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45" creationId="{5B958CC5-F609-5AA4-A5F6-9817C9D584A8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52" creationId="{61346965-AC1F-8E33-A5A9-4D0E4FB670D3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56" creationId="{DE11FA82-1159-9A1D-6688-E9B19B27B69C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63" creationId="{257A56A5-5C6F-9E46-1EDE-21910425DA75}"/>
          </ac:cxnSpMkLst>
        </pc:cxnChg>
        <pc:cxnChg chg="add mod">
          <ac:chgData name="Malte Heithoff" userId="92960225c14ac204" providerId="LiveId" clId="{83A7EF69-59E1-4C4D-B0E2-0630179A7103}" dt="2023-05-12T07:22:15.580" v="1290" actId="1036"/>
          <ac:cxnSpMkLst>
            <pc:docMk/>
            <pc:sldMk cId="1492313090" sldId="306"/>
            <ac:cxnSpMk id="166" creationId="{862935E4-7DD1-C3E2-0AF1-21581B8A599A}"/>
          </ac:cxnSpMkLst>
        </pc:cxnChg>
        <pc:cxnChg chg="mod">
          <ac:chgData name="Malte Heithoff" userId="92960225c14ac204" providerId="LiveId" clId="{83A7EF69-59E1-4C4D-B0E2-0630179A7103}" dt="2023-05-12T07:21:23.599" v="1248"/>
          <ac:cxnSpMkLst>
            <pc:docMk/>
            <pc:sldMk cId="1492313090" sldId="306"/>
            <ac:cxnSpMk id="173" creationId="{3025B8BB-A879-D562-0E76-3860EE807352}"/>
          </ac:cxnSpMkLst>
        </pc:cxnChg>
        <pc:cxnChg chg="mod">
          <ac:chgData name="Malte Heithoff" userId="92960225c14ac204" providerId="LiveId" clId="{83A7EF69-59E1-4C4D-B0E2-0630179A7103}" dt="2023-05-12T07:21:23.599" v="1248"/>
          <ac:cxnSpMkLst>
            <pc:docMk/>
            <pc:sldMk cId="1492313090" sldId="306"/>
            <ac:cxnSpMk id="176" creationId="{6B4C32DE-5F15-0E70-61CE-0E3A3259391E}"/>
          </ac:cxnSpMkLst>
        </pc:cxnChg>
        <pc:cxnChg chg="mod">
          <ac:chgData name="Malte Heithoff" userId="92960225c14ac204" providerId="LiveId" clId="{83A7EF69-59E1-4C4D-B0E2-0630179A7103}" dt="2023-05-12T07:21:23.599" v="1248"/>
          <ac:cxnSpMkLst>
            <pc:docMk/>
            <pc:sldMk cId="1492313090" sldId="306"/>
            <ac:cxnSpMk id="177" creationId="{2362D540-139A-4149-9EED-71E154935827}"/>
          </ac:cxnSpMkLst>
        </pc:cxnChg>
        <pc:cxnChg chg="mod">
          <ac:chgData name="Malte Heithoff" userId="92960225c14ac204" providerId="LiveId" clId="{83A7EF69-59E1-4C4D-B0E2-0630179A7103}" dt="2023-05-12T07:21:23.599" v="1248"/>
          <ac:cxnSpMkLst>
            <pc:docMk/>
            <pc:sldMk cId="1492313090" sldId="306"/>
            <ac:cxnSpMk id="179" creationId="{9E06F669-4FB8-D5C9-4A49-F6874712E377}"/>
          </ac:cxnSpMkLst>
        </pc:cxnChg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741844431" sldId="306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1992237" sldId="307"/>
        </pc:sldMkLst>
      </pc:sldChg>
      <pc:sldChg chg="add del">
        <pc:chgData name="Malte Heithoff" userId="92960225c14ac204" providerId="LiveId" clId="{83A7EF69-59E1-4C4D-B0E2-0630179A7103}" dt="2023-05-12T07:30:26.311" v="1381" actId="47"/>
        <pc:sldMkLst>
          <pc:docMk/>
          <pc:sldMk cId="357661638" sldId="307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38764494" sldId="308"/>
        </pc:sldMkLst>
      </pc:sldChg>
      <pc:sldChg chg="addSp delSp modSp add mod">
        <pc:chgData name="Malte Heithoff" userId="92960225c14ac204" providerId="LiveId" clId="{83A7EF69-59E1-4C4D-B0E2-0630179A7103}" dt="2023-05-12T07:29:35.942" v="1361" actId="20577"/>
        <pc:sldMkLst>
          <pc:docMk/>
          <pc:sldMk cId="1398681007" sldId="308"/>
        </pc:sldMkLst>
        <pc:spChg chg="mod">
          <ac:chgData name="Malte Heithoff" userId="92960225c14ac204" providerId="LiveId" clId="{83A7EF69-59E1-4C4D-B0E2-0630179A7103}" dt="2023-05-12T07:29:04.959" v="1353" actId="20577"/>
          <ac:spMkLst>
            <pc:docMk/>
            <pc:sldMk cId="1398681007" sldId="308"/>
            <ac:spMk id="3" creationId="{FF462FC6-E9FB-847D-9B77-845117FAC754}"/>
          </ac:spMkLst>
        </pc:spChg>
        <pc:spChg chg="mod">
          <ac:chgData name="Malte Heithoff" userId="92960225c14ac204" providerId="LiveId" clId="{83A7EF69-59E1-4C4D-B0E2-0630179A7103}" dt="2023-05-12T07:29:35.942" v="1361" actId="20577"/>
          <ac:spMkLst>
            <pc:docMk/>
            <pc:sldMk cId="1398681007" sldId="308"/>
            <ac:spMk id="4" creationId="{A5D857FB-0A9C-0BF7-C374-77ABF2B5B5F5}"/>
          </ac:spMkLst>
        </pc:spChg>
        <pc:picChg chg="add mod ord">
          <ac:chgData name="Malte Heithoff" userId="92960225c14ac204" providerId="LiveId" clId="{83A7EF69-59E1-4C4D-B0E2-0630179A7103}" dt="2023-05-12T06:25:15.076" v="681" actId="1076"/>
          <ac:picMkLst>
            <pc:docMk/>
            <pc:sldMk cId="1398681007" sldId="308"/>
            <ac:picMk id="5" creationId="{946B31F4-B3A5-8930-3DE5-606BB1C8BC5D}"/>
          </ac:picMkLst>
        </pc:picChg>
        <pc:picChg chg="del">
          <ac:chgData name="Malte Heithoff" userId="92960225c14ac204" providerId="LiveId" clId="{83A7EF69-59E1-4C4D-B0E2-0630179A7103}" dt="2023-05-12T06:24:58.292" v="672" actId="478"/>
          <ac:picMkLst>
            <pc:docMk/>
            <pc:sldMk cId="1398681007" sldId="308"/>
            <ac:picMk id="6" creationId="{568FF032-E59E-9497-12CA-A423E53DB26D}"/>
          </ac:picMkLst>
        </pc:picChg>
      </pc:sldChg>
      <pc:sldChg chg="add">
        <pc:chgData name="Malte Heithoff" userId="92960225c14ac204" providerId="LiveId" clId="{83A7EF69-59E1-4C4D-B0E2-0630179A7103}" dt="2023-05-12T07:30:29.095" v="1382"/>
        <pc:sldMkLst>
          <pc:docMk/>
          <pc:sldMk cId="2132274683" sldId="309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3381260375" sldId="309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620383893" sldId="310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972289116" sldId="311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589996872" sldId="312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4130192697" sldId="313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234593128" sldId="314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078927930" sldId="315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82895911" sldId="316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971479264" sldId="317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625795555" sldId="318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637675149" sldId="320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3857070348" sldId="322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3099184190" sldId="323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27044580" sldId="325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04524871" sldId="326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616333583" sldId="327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442497010" sldId="328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3160023045" sldId="330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811033526" sldId="339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670455592" sldId="340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002915375" sldId="341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2434372675" sldId="342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867977544" sldId="344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3862117845" sldId="347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704437110" sldId="348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781875585" sldId="349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560497515" sldId="350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3829015502" sldId="351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446019840" sldId="354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881685438" sldId="355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964807238" sldId="357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978743404" sldId="359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3296156476" sldId="361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17086926" sldId="362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2819091753" sldId="363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752397046" sldId="364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454934515" sldId="365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347951555" sldId="366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963440365" sldId="367"/>
        </pc:sldMkLst>
      </pc:sldChg>
      <pc:sldChg chg="add del">
        <pc:chgData name="Malte Heithoff" userId="92960225c14ac204" providerId="LiveId" clId="{83A7EF69-59E1-4C4D-B0E2-0630179A7103}" dt="2023-05-12T05:35:05.459" v="2" actId="47"/>
        <pc:sldMkLst>
          <pc:docMk/>
          <pc:sldMk cId="3973867316" sldId="368"/>
        </pc:sldMkLst>
      </pc:sldChg>
      <pc:sldChg chg="add del">
        <pc:chgData name="Malte Heithoff" userId="92960225c14ac204" providerId="LiveId" clId="{83A7EF69-59E1-4C4D-B0E2-0630179A7103}" dt="2023-05-12T05:35:12.088" v="3" actId="47"/>
        <pc:sldMkLst>
          <pc:docMk/>
          <pc:sldMk cId="1233768121" sldId="369"/>
        </pc:sldMkLst>
      </pc:sldChg>
    </pc:docChg>
  </pc:docChgLst>
  <pc:docChgLst>
    <pc:chgData name="Malte Heithoff" userId="92960225c14ac204" providerId="LiveId" clId="{9F38C4C6-987C-44CB-9A80-B21BEFCAFD47}"/>
    <pc:docChg chg="undo redo custSel addSld delSld modSld sldOrd">
      <pc:chgData name="Malte Heithoff" userId="92960225c14ac204" providerId="LiveId" clId="{9F38C4C6-987C-44CB-9A80-B21BEFCAFD47}" dt="2023-06-22T12:55:58.547" v="2398" actId="14100"/>
      <pc:docMkLst>
        <pc:docMk/>
      </pc:docMkLst>
      <pc:sldChg chg="del">
        <pc:chgData name="Malte Heithoff" userId="92960225c14ac204" providerId="LiveId" clId="{9F38C4C6-987C-44CB-9A80-B21BEFCAFD47}" dt="2023-06-22T12:43:33.181" v="2001" actId="47"/>
        <pc:sldMkLst>
          <pc:docMk/>
          <pc:sldMk cId="2625690956" sldId="304"/>
        </pc:sldMkLst>
      </pc:sldChg>
      <pc:sldChg chg="modSp mod">
        <pc:chgData name="Malte Heithoff" userId="92960225c14ac204" providerId="LiveId" clId="{9F38C4C6-987C-44CB-9A80-B21BEFCAFD47}" dt="2023-06-22T12:43:47.613" v="2015" actId="20577"/>
        <pc:sldMkLst>
          <pc:docMk/>
          <pc:sldMk cId="1658125488" sldId="305"/>
        </pc:sldMkLst>
        <pc:spChg chg="mod">
          <ac:chgData name="Malte Heithoff" userId="92960225c14ac204" providerId="LiveId" clId="{9F38C4C6-987C-44CB-9A80-B21BEFCAFD47}" dt="2023-06-22T12:43:47.613" v="2015" actId="20577"/>
          <ac:spMkLst>
            <pc:docMk/>
            <pc:sldMk cId="1658125488" sldId="305"/>
            <ac:spMk id="3" creationId="{D1DE7FE1-C0CA-F4B3-3D14-744CC8EE3E7B}"/>
          </ac:spMkLst>
        </pc:spChg>
      </pc:sldChg>
      <pc:sldChg chg="del">
        <pc:chgData name="Malte Heithoff" userId="92960225c14ac204" providerId="LiveId" clId="{9F38C4C6-987C-44CB-9A80-B21BEFCAFD47}" dt="2023-06-22T12:43:10.167" v="2000" actId="47"/>
        <pc:sldMkLst>
          <pc:docMk/>
          <pc:sldMk cId="1492313090" sldId="306"/>
        </pc:sldMkLst>
      </pc:sldChg>
      <pc:sldChg chg="del">
        <pc:chgData name="Malte Heithoff" userId="92960225c14ac204" providerId="LiveId" clId="{9F38C4C6-987C-44CB-9A80-B21BEFCAFD47}" dt="2023-06-22T12:43:33.181" v="2001" actId="47"/>
        <pc:sldMkLst>
          <pc:docMk/>
          <pc:sldMk cId="1398681007" sldId="308"/>
        </pc:sldMkLst>
      </pc:sldChg>
      <pc:sldChg chg="del ord">
        <pc:chgData name="Malte Heithoff" userId="92960225c14ac204" providerId="LiveId" clId="{9F38C4C6-987C-44CB-9A80-B21BEFCAFD47}" dt="2023-06-22T12:43:33.181" v="2001" actId="47"/>
        <pc:sldMkLst>
          <pc:docMk/>
          <pc:sldMk cId="2132274683" sldId="309"/>
        </pc:sldMkLst>
      </pc:sldChg>
      <pc:sldChg chg="addSp delSp modSp mod ord">
        <pc:chgData name="Malte Heithoff" userId="92960225c14ac204" providerId="LiveId" clId="{9F38C4C6-987C-44CB-9A80-B21BEFCAFD47}" dt="2023-06-22T12:54:44.682" v="2281" actId="1076"/>
        <pc:sldMkLst>
          <pc:docMk/>
          <pc:sldMk cId="1107447613" sldId="310"/>
        </pc:sldMkLst>
        <pc:spChg chg="mod">
          <ac:chgData name="Malte Heithoff" userId="92960225c14ac204" providerId="LiveId" clId="{9F38C4C6-987C-44CB-9A80-B21BEFCAFD47}" dt="2023-06-22T12:46:40.320" v="2086" actId="20577"/>
          <ac:spMkLst>
            <pc:docMk/>
            <pc:sldMk cId="1107447613" sldId="310"/>
            <ac:spMk id="5" creationId="{6C5577BA-1A28-656A-A16A-861C732AAE84}"/>
          </ac:spMkLst>
        </pc:spChg>
        <pc:spChg chg="mod">
          <ac:chgData name="Malte Heithoff" userId="92960225c14ac204" providerId="LiveId" clId="{9F38C4C6-987C-44CB-9A80-B21BEFCAFD47}" dt="2023-06-22T12:47:47.458" v="2118" actId="20577"/>
          <ac:spMkLst>
            <pc:docMk/>
            <pc:sldMk cId="1107447613" sldId="310"/>
            <ac:spMk id="6" creationId="{738BCFEA-E1EA-99C7-CDB4-D0E4EC123689}"/>
          </ac:spMkLst>
        </pc:spChg>
        <pc:spChg chg="mod">
          <ac:chgData name="Malte Heithoff" userId="92960225c14ac204" providerId="LiveId" clId="{9F38C4C6-987C-44CB-9A80-B21BEFCAFD47}" dt="2023-06-22T12:49:22.601" v="2152" actId="20577"/>
          <ac:spMkLst>
            <pc:docMk/>
            <pc:sldMk cId="1107447613" sldId="310"/>
            <ac:spMk id="7" creationId="{7CAD9612-7189-9619-D770-AAC86C3B9F22}"/>
          </ac:spMkLst>
        </pc:spChg>
        <pc:spChg chg="mod">
          <ac:chgData name="Malte Heithoff" userId="92960225c14ac204" providerId="LiveId" clId="{9F38C4C6-987C-44CB-9A80-B21BEFCAFD47}" dt="2023-06-22T12:49:23.434" v="2153" actId="20577"/>
          <ac:spMkLst>
            <pc:docMk/>
            <pc:sldMk cId="1107447613" sldId="310"/>
            <ac:spMk id="9" creationId="{BD7D162F-1017-8255-B5C5-2C7520B9E36E}"/>
          </ac:spMkLst>
        </pc:spChg>
        <pc:spChg chg="mod">
          <ac:chgData name="Malte Heithoff" userId="92960225c14ac204" providerId="LiveId" clId="{9F38C4C6-987C-44CB-9A80-B21BEFCAFD47}" dt="2023-06-22T12:49:24.474" v="2154" actId="20577"/>
          <ac:spMkLst>
            <pc:docMk/>
            <pc:sldMk cId="1107447613" sldId="310"/>
            <ac:spMk id="12" creationId="{F36A44C2-EEC8-80F7-52A6-6B3D502238DD}"/>
          </ac:spMkLst>
        </pc:spChg>
        <pc:spChg chg="mod">
          <ac:chgData name="Malte Heithoff" userId="92960225c14ac204" providerId="LiveId" clId="{9F38C4C6-987C-44CB-9A80-B21BEFCAFD47}" dt="2023-06-22T12:46:42.996" v="2087" actId="20577"/>
          <ac:spMkLst>
            <pc:docMk/>
            <pc:sldMk cId="1107447613" sldId="310"/>
            <ac:spMk id="21" creationId="{4560859C-94D1-C1A6-6D08-FFC5CEF4C019}"/>
          </ac:spMkLst>
        </pc:spChg>
        <pc:spChg chg="mod">
          <ac:chgData name="Malte Heithoff" userId="92960225c14ac204" providerId="LiveId" clId="{9F38C4C6-987C-44CB-9A80-B21BEFCAFD47}" dt="2023-06-22T12:49:33.210" v="2155" actId="20577"/>
          <ac:spMkLst>
            <pc:docMk/>
            <pc:sldMk cId="1107447613" sldId="310"/>
            <ac:spMk id="23" creationId="{AA6335BC-55C3-26BE-FCDB-EAE62E647F7B}"/>
          </ac:spMkLst>
        </pc:spChg>
        <pc:spChg chg="mod">
          <ac:chgData name="Malte Heithoff" userId="92960225c14ac204" providerId="LiveId" clId="{9F38C4C6-987C-44CB-9A80-B21BEFCAFD47}" dt="2023-06-22T12:49:34.077" v="2156" actId="20577"/>
          <ac:spMkLst>
            <pc:docMk/>
            <pc:sldMk cId="1107447613" sldId="310"/>
            <ac:spMk id="24" creationId="{09FBF61C-7369-2045-13E3-CF481DE31A28}"/>
          </ac:spMkLst>
        </pc:spChg>
        <pc:spChg chg="del">
          <ac:chgData name="Malte Heithoff" userId="92960225c14ac204" providerId="LiveId" clId="{9F38C4C6-987C-44CB-9A80-B21BEFCAFD47}" dt="2023-06-22T12:45:38.402" v="2062" actId="478"/>
          <ac:spMkLst>
            <pc:docMk/>
            <pc:sldMk cId="1107447613" sldId="310"/>
            <ac:spMk id="25" creationId="{71CFC77B-8268-C49D-1A82-0686AAC4617F}"/>
          </ac:spMkLst>
        </pc:spChg>
        <pc:spChg chg="del">
          <ac:chgData name="Malte Heithoff" userId="92960225c14ac204" providerId="LiveId" clId="{9F38C4C6-987C-44CB-9A80-B21BEFCAFD47}" dt="2023-06-22T12:45:37.054" v="2061" actId="478"/>
          <ac:spMkLst>
            <pc:docMk/>
            <pc:sldMk cId="1107447613" sldId="310"/>
            <ac:spMk id="30" creationId="{A7526AAC-DAC5-4183-1CC3-FC5DB33D8375}"/>
          </ac:spMkLst>
        </pc:spChg>
        <pc:spChg chg="mod">
          <ac:chgData name="Malte Heithoff" userId="92960225c14ac204" providerId="LiveId" clId="{9F38C4C6-987C-44CB-9A80-B21BEFCAFD47}" dt="2023-06-22T12:46:51.182" v="2090" actId="164"/>
          <ac:spMkLst>
            <pc:docMk/>
            <pc:sldMk cId="1107447613" sldId="310"/>
            <ac:spMk id="31" creationId="{E35D8789-056C-0CCF-15AC-A784F9DB5931}"/>
          </ac:spMkLst>
        </pc:spChg>
        <pc:spChg chg="mod">
          <ac:chgData name="Malte Heithoff" userId="92960225c14ac204" providerId="LiveId" clId="{9F38C4C6-987C-44CB-9A80-B21BEFCAFD47}" dt="2023-06-22T12:49:21.630" v="2151" actId="20577"/>
          <ac:spMkLst>
            <pc:docMk/>
            <pc:sldMk cId="1107447613" sldId="310"/>
            <ac:spMk id="32" creationId="{6C711B4E-B4DE-5C84-0EA9-5F579AAF9C44}"/>
          </ac:spMkLst>
        </pc:spChg>
        <pc:spChg chg="del">
          <ac:chgData name="Malte Heithoff" userId="92960225c14ac204" providerId="LiveId" clId="{9F38C4C6-987C-44CB-9A80-B21BEFCAFD47}" dt="2023-06-22T12:44:16.973" v="2021" actId="478"/>
          <ac:spMkLst>
            <pc:docMk/>
            <pc:sldMk cId="1107447613" sldId="310"/>
            <ac:spMk id="33" creationId="{2CDB1F60-284A-3176-E6E6-22452BF151C7}"/>
          </ac:spMkLst>
        </pc:spChg>
        <pc:spChg chg="del">
          <ac:chgData name="Malte Heithoff" userId="92960225c14ac204" providerId="LiveId" clId="{9F38C4C6-987C-44CB-9A80-B21BEFCAFD47}" dt="2023-06-22T12:44:15.682" v="2019" actId="478"/>
          <ac:spMkLst>
            <pc:docMk/>
            <pc:sldMk cId="1107447613" sldId="310"/>
            <ac:spMk id="34" creationId="{962F2E83-EEE2-7F4A-8702-47A2D5E65387}"/>
          </ac:spMkLst>
        </pc:spChg>
        <pc:spChg chg="mod">
          <ac:chgData name="Malte Heithoff" userId="92960225c14ac204" providerId="LiveId" clId="{9F38C4C6-987C-44CB-9A80-B21BEFCAFD47}" dt="2023-06-22T12:49:38.038" v="2158" actId="20577"/>
          <ac:spMkLst>
            <pc:docMk/>
            <pc:sldMk cId="1107447613" sldId="310"/>
            <ac:spMk id="35" creationId="{13C68ECD-C8EF-264A-CB42-325003CBEA80}"/>
          </ac:spMkLst>
        </pc:spChg>
        <pc:spChg chg="mod">
          <ac:chgData name="Malte Heithoff" userId="92960225c14ac204" providerId="LiveId" clId="{9F38C4C6-987C-44CB-9A80-B21BEFCAFD47}" dt="2023-06-22T12:54:44.682" v="2281" actId="1076"/>
          <ac:spMkLst>
            <pc:docMk/>
            <pc:sldMk cId="1107447613" sldId="310"/>
            <ac:spMk id="52" creationId="{2689F7A2-0FDA-A390-6393-280C7A521964}"/>
          </ac:spMkLst>
        </pc:spChg>
        <pc:spChg chg="add mod">
          <ac:chgData name="Malte Heithoff" userId="92960225c14ac204" providerId="LiveId" clId="{9F38C4C6-987C-44CB-9A80-B21BEFCAFD47}" dt="2023-06-22T12:49:37.582" v="2157" actId="20577"/>
          <ac:spMkLst>
            <pc:docMk/>
            <pc:sldMk cId="1107447613" sldId="310"/>
            <ac:spMk id="59" creationId="{9828DAB6-939D-31E6-2238-D96A2C4DFCD0}"/>
          </ac:spMkLst>
        </pc:spChg>
        <pc:spChg chg="del">
          <ac:chgData name="Malte Heithoff" userId="92960225c14ac204" providerId="LiveId" clId="{9F38C4C6-987C-44CB-9A80-B21BEFCAFD47}" dt="2023-06-22T12:47:12.398" v="2092" actId="478"/>
          <ac:spMkLst>
            <pc:docMk/>
            <pc:sldMk cId="1107447613" sldId="310"/>
            <ac:spMk id="66" creationId="{3326C11C-D6FC-96EE-F799-22876A95CBBF}"/>
          </ac:spMkLst>
        </pc:spChg>
        <pc:spChg chg="mod">
          <ac:chgData name="Malte Heithoff" userId="92960225c14ac204" providerId="LiveId" clId="{9F38C4C6-987C-44CB-9A80-B21BEFCAFD47}" dt="2023-06-22T12:48:08.312" v="2123"/>
          <ac:spMkLst>
            <pc:docMk/>
            <pc:sldMk cId="1107447613" sldId="310"/>
            <ac:spMk id="70" creationId="{F8230342-D845-4709-E964-EF16BF1F0D8F}"/>
          </ac:spMkLst>
        </pc:spChg>
        <pc:spChg chg="mod">
          <ac:chgData name="Malte Heithoff" userId="92960225c14ac204" providerId="LiveId" clId="{9F38C4C6-987C-44CB-9A80-B21BEFCAFD47}" dt="2023-06-22T12:48:08.312" v="2123"/>
          <ac:spMkLst>
            <pc:docMk/>
            <pc:sldMk cId="1107447613" sldId="310"/>
            <ac:spMk id="71" creationId="{AA23A7C2-676B-3F3F-7E2F-73B3A05EDE0D}"/>
          </ac:spMkLst>
        </pc:spChg>
        <pc:spChg chg="mod">
          <ac:chgData name="Malte Heithoff" userId="92960225c14ac204" providerId="LiveId" clId="{9F38C4C6-987C-44CB-9A80-B21BEFCAFD47}" dt="2023-06-22T12:48:08.312" v="2123"/>
          <ac:spMkLst>
            <pc:docMk/>
            <pc:sldMk cId="1107447613" sldId="310"/>
            <ac:spMk id="73" creationId="{09BC0F7D-4FAE-6D9B-B445-7428AFF9F778}"/>
          </ac:spMkLst>
        </pc:spChg>
        <pc:spChg chg="mod">
          <ac:chgData name="Malte Heithoff" userId="92960225c14ac204" providerId="LiveId" clId="{9F38C4C6-987C-44CB-9A80-B21BEFCAFD47}" dt="2023-06-22T12:48:08.312" v="2123"/>
          <ac:spMkLst>
            <pc:docMk/>
            <pc:sldMk cId="1107447613" sldId="310"/>
            <ac:spMk id="74" creationId="{3362F125-D04A-0F08-A702-4107C76B5AB0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81" creationId="{3DEB1AFC-E782-BA9D-160F-2BAEC2357849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82" creationId="{E1562696-899E-DA1E-15BB-C836DA76FC44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83" creationId="{D79CDA66-BF39-B691-10D1-E8FE46616C32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84" creationId="{DE6F52E4-2445-CF2C-479B-8E46596998AD}"/>
          </ac:spMkLst>
        </pc:spChg>
        <pc:spChg chg="del">
          <ac:chgData name="Malte Heithoff" userId="92960225c14ac204" providerId="LiveId" clId="{9F38C4C6-987C-44CB-9A80-B21BEFCAFD47}" dt="2023-06-22T12:47:12.398" v="2092" actId="478"/>
          <ac:spMkLst>
            <pc:docMk/>
            <pc:sldMk cId="1107447613" sldId="310"/>
            <ac:spMk id="85" creationId="{36A73DDE-8F28-864D-B50C-5C08582096D5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87" creationId="{E95502A0-21C8-2624-25BB-CEDF659216C0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88" creationId="{2321AF3E-ED44-BA9C-8063-8812DE736819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89" creationId="{4214B837-41E9-2A98-92FF-4B7614E84340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90" creationId="{A3AA3684-DF23-42D5-6B96-CCCB98073367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91" creationId="{5C7D2959-2A7C-1786-92BE-660DB04ABBE1}"/>
          </ac:spMkLst>
        </pc:spChg>
        <pc:spChg chg="mod">
          <ac:chgData name="Malte Heithoff" userId="92960225c14ac204" providerId="LiveId" clId="{9F38C4C6-987C-44CB-9A80-B21BEFCAFD47}" dt="2023-06-22T12:48:08.312" v="2123"/>
          <ac:spMkLst>
            <pc:docMk/>
            <pc:sldMk cId="1107447613" sldId="310"/>
            <ac:spMk id="93" creationId="{6262F670-DABC-B84D-2423-D8C73667FC01}"/>
          </ac:spMkLst>
        </pc:spChg>
        <pc:spChg chg="mod">
          <ac:chgData name="Malte Heithoff" userId="92960225c14ac204" providerId="LiveId" clId="{9F38C4C6-987C-44CB-9A80-B21BEFCAFD47}" dt="2023-06-22T12:48:08.312" v="2123"/>
          <ac:spMkLst>
            <pc:docMk/>
            <pc:sldMk cId="1107447613" sldId="310"/>
            <ac:spMk id="94" creationId="{F2419EFC-6C2A-FE44-D73A-9568014DC1A3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97" creationId="{5A2EE727-EC8A-3A8C-428C-BB2D8DA517C5}"/>
          </ac:spMkLst>
        </pc:spChg>
        <pc:spChg chg="mod">
          <ac:chgData name="Malte Heithoff" userId="92960225c14ac204" providerId="LiveId" clId="{9F38C4C6-987C-44CB-9A80-B21BEFCAFD47}" dt="2023-06-22T12:48:08.312" v="2123"/>
          <ac:spMkLst>
            <pc:docMk/>
            <pc:sldMk cId="1107447613" sldId="310"/>
            <ac:spMk id="100" creationId="{28DA82D2-2CF8-EE3E-060D-3B9833CC0274}"/>
          </ac:spMkLst>
        </pc:spChg>
        <pc:spChg chg="mod">
          <ac:chgData name="Malte Heithoff" userId="92960225c14ac204" providerId="LiveId" clId="{9F38C4C6-987C-44CB-9A80-B21BEFCAFD47}" dt="2023-06-22T12:48:08.312" v="2123"/>
          <ac:spMkLst>
            <pc:docMk/>
            <pc:sldMk cId="1107447613" sldId="310"/>
            <ac:spMk id="101" creationId="{716AFA5E-6C00-C5FF-B68D-40C0861BE20E}"/>
          </ac:spMkLst>
        </pc:spChg>
        <pc:spChg chg="mod">
          <ac:chgData name="Malte Heithoff" userId="92960225c14ac204" providerId="LiveId" clId="{9F38C4C6-987C-44CB-9A80-B21BEFCAFD47}" dt="2023-06-22T12:48:08.312" v="2123"/>
          <ac:spMkLst>
            <pc:docMk/>
            <pc:sldMk cId="1107447613" sldId="310"/>
            <ac:spMk id="102" creationId="{7B4C6DFC-BEA4-13AB-6F27-0CE15D67360C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08" creationId="{A442AE74-517B-F79C-F3A6-55FA718FC66D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09" creationId="{0120EB5E-CE3E-4374-A563-78E9E93247E4}"/>
          </ac:spMkLst>
        </pc:spChg>
        <pc:spChg chg="del">
          <ac:chgData name="Malte Heithoff" userId="92960225c14ac204" providerId="LiveId" clId="{9F38C4C6-987C-44CB-9A80-B21BEFCAFD47}" dt="2023-06-22T12:47:12.398" v="2092" actId="478"/>
          <ac:spMkLst>
            <pc:docMk/>
            <pc:sldMk cId="1107447613" sldId="310"/>
            <ac:spMk id="110" creationId="{E0DFF5E3-6CE4-48A9-0109-CB224E64B5BF}"/>
          </ac:spMkLst>
        </pc:spChg>
        <pc:spChg chg="del">
          <ac:chgData name="Malte Heithoff" userId="92960225c14ac204" providerId="LiveId" clId="{9F38C4C6-987C-44CB-9A80-B21BEFCAFD47}" dt="2023-06-22T12:47:12.398" v="2092" actId="478"/>
          <ac:spMkLst>
            <pc:docMk/>
            <pc:sldMk cId="1107447613" sldId="310"/>
            <ac:spMk id="114" creationId="{3155B974-6F5D-316C-9CEC-45985A1D34A6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16" creationId="{D561FA02-8E1F-A149-D958-3A5D57F0D93C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17" creationId="{10500B82-1D30-FB55-803C-B43E2CA53369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119" creationId="{0E82683B-FF46-01C3-B5A4-C9E19E1049AE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20" creationId="{E69497B6-D0F7-A04C-77F2-E9D7EFCDF590}"/>
          </ac:spMkLst>
        </pc:spChg>
        <pc:spChg chg="del">
          <ac:chgData name="Malte Heithoff" userId="92960225c14ac204" providerId="LiveId" clId="{9F38C4C6-987C-44CB-9A80-B21BEFCAFD47}" dt="2023-06-22T12:47:26.659" v="2099" actId="478"/>
          <ac:spMkLst>
            <pc:docMk/>
            <pc:sldMk cId="1107447613" sldId="310"/>
            <ac:spMk id="121" creationId="{059D46ED-7749-0DC3-EE12-9C0BB9A6A822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22" creationId="{F4D0F768-43E2-8D5F-48BA-96900DB795A5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123" creationId="{9C407764-F9AD-30BC-1ED1-E1DD464163E9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125" creationId="{F02D4B31-FEC0-89A0-AA0E-55CAF185FF1A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126" creationId="{74F0F544-2C4E-4F0F-D4CE-F896DDDD3722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27" creationId="{69870851-8315-0F56-7574-9D1CCB4D4EE9}"/>
          </ac:spMkLst>
        </pc:spChg>
        <pc:spChg chg="del">
          <ac:chgData name="Malte Heithoff" userId="92960225c14ac204" providerId="LiveId" clId="{9F38C4C6-987C-44CB-9A80-B21BEFCAFD47}" dt="2023-06-22T12:47:17.272" v="2094" actId="478"/>
          <ac:spMkLst>
            <pc:docMk/>
            <pc:sldMk cId="1107447613" sldId="310"/>
            <ac:spMk id="131" creationId="{9E059F5C-672C-FC5A-D80A-003050B6C4D3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33" creationId="{30261954-2C84-73AB-C538-B5A86FE00F7F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34" creationId="{C5D77697-BE91-2F79-A8AA-99DA7FAD9FFB}"/>
          </ac:spMkLst>
        </pc:spChg>
        <pc:spChg chg="del">
          <ac:chgData name="Malte Heithoff" userId="92960225c14ac204" providerId="LiveId" clId="{9F38C4C6-987C-44CB-9A80-B21BEFCAFD47}" dt="2023-06-22T12:47:26.659" v="2099" actId="478"/>
          <ac:spMkLst>
            <pc:docMk/>
            <pc:sldMk cId="1107447613" sldId="310"/>
            <ac:spMk id="138" creationId="{6DAB6008-C40C-A865-7E64-6B4C12690FD0}"/>
          </ac:spMkLst>
        </pc:spChg>
        <pc:spChg chg="add del mod">
          <ac:chgData name="Malte Heithoff" userId="92960225c14ac204" providerId="LiveId" clId="{9F38C4C6-987C-44CB-9A80-B21BEFCAFD47}" dt="2023-06-22T12:48:20.804" v="2125" actId="478"/>
          <ac:spMkLst>
            <pc:docMk/>
            <pc:sldMk cId="1107447613" sldId="310"/>
            <ac:spMk id="140" creationId="{F2874ACD-6D9C-71E1-54C8-A0585AE91389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141" creationId="{1A23279C-D17F-E6BA-3DAD-8428E80CC846}"/>
          </ac:spMkLst>
        </pc:spChg>
        <pc:spChg chg="del">
          <ac:chgData name="Malte Heithoff" userId="92960225c14ac204" providerId="LiveId" clId="{9F38C4C6-987C-44CB-9A80-B21BEFCAFD47}" dt="2023-06-22T12:47:54.358" v="2120" actId="478"/>
          <ac:spMkLst>
            <pc:docMk/>
            <pc:sldMk cId="1107447613" sldId="310"/>
            <ac:spMk id="142" creationId="{FC8E6E96-DB5D-D5E6-1E5D-D4A6987B455E}"/>
          </ac:spMkLst>
        </pc:spChg>
        <pc:spChg chg="del mod topLvl">
          <ac:chgData name="Malte Heithoff" userId="92960225c14ac204" providerId="LiveId" clId="{9F38C4C6-987C-44CB-9A80-B21BEFCAFD47}" dt="2023-06-22T12:47:29.733" v="2102" actId="478"/>
          <ac:spMkLst>
            <pc:docMk/>
            <pc:sldMk cId="1107447613" sldId="310"/>
            <ac:spMk id="144" creationId="{458E9953-BB07-724C-D89A-1DBB1AD3C1B5}"/>
          </ac:spMkLst>
        </pc:spChg>
        <pc:spChg chg="del topLvl">
          <ac:chgData name="Malte Heithoff" userId="92960225c14ac204" providerId="LiveId" clId="{9F38C4C6-987C-44CB-9A80-B21BEFCAFD47}" dt="2023-06-22T12:47:30.543" v="2103" actId="478"/>
          <ac:spMkLst>
            <pc:docMk/>
            <pc:sldMk cId="1107447613" sldId="310"/>
            <ac:spMk id="145" creationId="{439C4C4C-42EB-0712-E775-FB243AC3BF57}"/>
          </ac:spMkLst>
        </pc:spChg>
        <pc:spChg chg="add mod">
          <ac:chgData name="Malte Heithoff" userId="92960225c14ac204" providerId="LiveId" clId="{9F38C4C6-987C-44CB-9A80-B21BEFCAFD47}" dt="2023-06-22T12:48:29.356" v="2127" actId="1076"/>
          <ac:spMkLst>
            <pc:docMk/>
            <pc:sldMk cId="1107447613" sldId="310"/>
            <ac:spMk id="147" creationId="{A1F2360C-8229-DDAA-1A22-A4CD981C3C78}"/>
          </ac:spMkLst>
        </pc:spChg>
        <pc:spChg chg="add mod">
          <ac:chgData name="Malte Heithoff" userId="92960225c14ac204" providerId="LiveId" clId="{9F38C4C6-987C-44CB-9A80-B21BEFCAFD47}" dt="2023-06-22T12:54:44.682" v="2281" actId="1076"/>
          <ac:spMkLst>
            <pc:docMk/>
            <pc:sldMk cId="1107447613" sldId="310"/>
            <ac:spMk id="148" creationId="{62AA2151-551F-78E9-2306-9F1DA2667EEF}"/>
          </ac:spMkLst>
        </pc:spChg>
        <pc:spChg chg="mod">
          <ac:chgData name="Malte Heithoff" userId="92960225c14ac204" providerId="LiveId" clId="{9F38C4C6-987C-44CB-9A80-B21BEFCAFD47}" dt="2023-06-22T12:48:53.037" v="2135" actId="20577"/>
          <ac:spMkLst>
            <pc:docMk/>
            <pc:sldMk cId="1107447613" sldId="310"/>
            <ac:spMk id="151" creationId="{41CBCD28-9704-B2C8-0EEA-357FD16FF484}"/>
          </ac:spMkLst>
        </pc:spChg>
        <pc:spChg chg="mod">
          <ac:chgData name="Malte Heithoff" userId="92960225c14ac204" providerId="LiveId" clId="{9F38C4C6-987C-44CB-9A80-B21BEFCAFD47}" dt="2023-06-22T12:48:46.107" v="2132"/>
          <ac:spMkLst>
            <pc:docMk/>
            <pc:sldMk cId="1107447613" sldId="310"/>
            <ac:spMk id="152" creationId="{3DAD01A5-1056-AF5D-FF91-48E408E562F9}"/>
          </ac:spMkLst>
        </pc:spChg>
        <pc:spChg chg="mod">
          <ac:chgData name="Malte Heithoff" userId="92960225c14ac204" providerId="LiveId" clId="{9F38C4C6-987C-44CB-9A80-B21BEFCAFD47}" dt="2023-06-22T12:48:58.394" v="2138" actId="20577"/>
          <ac:spMkLst>
            <pc:docMk/>
            <pc:sldMk cId="1107447613" sldId="310"/>
            <ac:spMk id="155" creationId="{FA30B2D9-6A14-7763-3F18-FD9714B6A174}"/>
          </ac:spMkLst>
        </pc:spChg>
        <pc:spChg chg="mod">
          <ac:chgData name="Malte Heithoff" userId="92960225c14ac204" providerId="LiveId" clId="{9F38C4C6-987C-44CB-9A80-B21BEFCAFD47}" dt="2023-06-22T12:48:54.909" v="2136"/>
          <ac:spMkLst>
            <pc:docMk/>
            <pc:sldMk cId="1107447613" sldId="310"/>
            <ac:spMk id="156" creationId="{6E794CC0-2DBA-0CB3-57D7-CD48CE78FC03}"/>
          </ac:spMkLst>
        </pc:spChg>
        <pc:spChg chg="del">
          <ac:chgData name="Malte Heithoff" userId="92960225c14ac204" providerId="LiveId" clId="{9F38C4C6-987C-44CB-9A80-B21BEFCAFD47}" dt="2023-06-22T12:47:21.648" v="2098" actId="478"/>
          <ac:spMkLst>
            <pc:docMk/>
            <pc:sldMk cId="1107447613" sldId="310"/>
            <ac:spMk id="160" creationId="{74345F2C-546A-B6BE-C8FD-69339B46E3DE}"/>
          </ac:spMkLst>
        </pc:spChg>
        <pc:spChg chg="del">
          <ac:chgData name="Malte Heithoff" userId="92960225c14ac204" providerId="LiveId" clId="{9F38C4C6-987C-44CB-9A80-B21BEFCAFD47}" dt="2023-06-22T12:47:27.926" v="2100" actId="478"/>
          <ac:spMkLst>
            <pc:docMk/>
            <pc:sldMk cId="1107447613" sldId="310"/>
            <ac:spMk id="161" creationId="{E653A29E-E8F9-E980-AF09-66653AB4EFF8}"/>
          </ac:spMkLst>
        </pc:spChg>
        <pc:spChg chg="del">
          <ac:chgData name="Malte Heithoff" userId="92960225c14ac204" providerId="LiveId" clId="{9F38C4C6-987C-44CB-9A80-B21BEFCAFD47}" dt="2023-06-22T12:47:17.272" v="2094" actId="478"/>
          <ac:spMkLst>
            <pc:docMk/>
            <pc:sldMk cId="1107447613" sldId="310"/>
            <ac:spMk id="162" creationId="{137E8C3F-B54C-F0C8-C193-F0EADAFFB68D}"/>
          </ac:spMkLst>
        </pc:spChg>
        <pc:spChg chg="del">
          <ac:chgData name="Malte Heithoff" userId="92960225c14ac204" providerId="LiveId" clId="{9F38C4C6-987C-44CB-9A80-B21BEFCAFD47}" dt="2023-06-22T12:47:17.272" v="2094" actId="478"/>
          <ac:spMkLst>
            <pc:docMk/>
            <pc:sldMk cId="1107447613" sldId="310"/>
            <ac:spMk id="163" creationId="{D56BC701-DF8B-2C3E-4F32-1CBE56BBB28D}"/>
          </ac:spMkLst>
        </pc:spChg>
        <pc:spChg chg="del">
          <ac:chgData name="Malte Heithoff" userId="92960225c14ac204" providerId="LiveId" clId="{9F38C4C6-987C-44CB-9A80-B21BEFCAFD47}" dt="2023-06-22T12:47:12.398" v="2092" actId="478"/>
          <ac:spMkLst>
            <pc:docMk/>
            <pc:sldMk cId="1107447613" sldId="310"/>
            <ac:spMk id="165" creationId="{8F4A0D0A-ED57-A453-C54A-01A069DDE4CD}"/>
          </ac:spMkLst>
        </pc:spChg>
        <pc:spChg chg="del">
          <ac:chgData name="Malte Heithoff" userId="92960225c14ac204" providerId="LiveId" clId="{9F38C4C6-987C-44CB-9A80-B21BEFCAFD47}" dt="2023-06-22T12:47:49.932" v="2119" actId="478"/>
          <ac:spMkLst>
            <pc:docMk/>
            <pc:sldMk cId="1107447613" sldId="310"/>
            <ac:spMk id="169" creationId="{E2A09D30-2BDD-DB10-F089-EA7CBFAC53D2}"/>
          </ac:spMkLst>
        </pc:spChg>
        <pc:spChg chg="del">
          <ac:chgData name="Malte Heithoff" userId="92960225c14ac204" providerId="LiveId" clId="{9F38C4C6-987C-44CB-9A80-B21BEFCAFD47}" dt="2023-06-22T12:47:17.272" v="2094" actId="478"/>
          <ac:spMkLst>
            <pc:docMk/>
            <pc:sldMk cId="1107447613" sldId="310"/>
            <ac:spMk id="170" creationId="{C9AB58A9-D5E2-4122-AD51-C835E1C1324E}"/>
          </ac:spMkLst>
        </pc:spChg>
        <pc:spChg chg="mod">
          <ac:chgData name="Malte Heithoff" userId="92960225c14ac204" providerId="LiveId" clId="{9F38C4C6-987C-44CB-9A80-B21BEFCAFD47}" dt="2023-06-22T12:50:15.698" v="2172" actId="20577"/>
          <ac:spMkLst>
            <pc:docMk/>
            <pc:sldMk cId="1107447613" sldId="310"/>
            <ac:spMk id="172" creationId="{AFF1DC53-6A21-34BE-6CCE-8570B2523C2B}"/>
          </ac:spMkLst>
        </pc:spChg>
        <pc:spChg chg="mod">
          <ac:chgData name="Malte Heithoff" userId="92960225c14ac204" providerId="LiveId" clId="{9F38C4C6-987C-44CB-9A80-B21BEFCAFD47}" dt="2023-06-22T12:50:09.931" v="2164"/>
          <ac:spMkLst>
            <pc:docMk/>
            <pc:sldMk cId="1107447613" sldId="310"/>
            <ac:spMk id="173" creationId="{C77D4CE4-CCA1-8600-9891-73464E222334}"/>
          </ac:spMkLst>
        </pc:spChg>
        <pc:spChg chg="del">
          <ac:chgData name="Malte Heithoff" userId="92960225c14ac204" providerId="LiveId" clId="{9F38C4C6-987C-44CB-9A80-B21BEFCAFD47}" dt="2023-06-22T12:47:26.659" v="2099" actId="478"/>
          <ac:spMkLst>
            <pc:docMk/>
            <pc:sldMk cId="1107447613" sldId="310"/>
            <ac:spMk id="175" creationId="{97743683-86F2-6979-621D-921FDC28578C}"/>
          </ac:spMkLst>
        </pc:spChg>
        <pc:spChg chg="del">
          <ac:chgData name="Malte Heithoff" userId="92960225c14ac204" providerId="LiveId" clId="{9F38C4C6-987C-44CB-9A80-B21BEFCAFD47}" dt="2023-06-22T12:47:12.398" v="2092" actId="478"/>
          <ac:spMkLst>
            <pc:docMk/>
            <pc:sldMk cId="1107447613" sldId="310"/>
            <ac:spMk id="179" creationId="{A3EC8F35-2463-E567-1248-FD1A0406FEA1}"/>
          </ac:spMkLst>
        </pc:spChg>
        <pc:spChg chg="mod">
          <ac:chgData name="Malte Heithoff" userId="92960225c14ac204" providerId="LiveId" clId="{9F38C4C6-987C-44CB-9A80-B21BEFCAFD47}" dt="2023-06-22T12:50:43.023" v="2180" actId="20577"/>
          <ac:spMkLst>
            <pc:docMk/>
            <pc:sldMk cId="1107447613" sldId="310"/>
            <ac:spMk id="181" creationId="{71C43ACA-479A-DEA0-4EF3-95ED94F2E7DA}"/>
          </ac:spMkLst>
        </pc:spChg>
        <pc:spChg chg="mod">
          <ac:chgData name="Malte Heithoff" userId="92960225c14ac204" providerId="LiveId" clId="{9F38C4C6-987C-44CB-9A80-B21BEFCAFD47}" dt="2023-06-22T12:50:24.465" v="2173"/>
          <ac:spMkLst>
            <pc:docMk/>
            <pc:sldMk cId="1107447613" sldId="310"/>
            <ac:spMk id="182" creationId="{7034A55D-8997-D387-BC75-82E836B16B48}"/>
          </ac:spMkLst>
        </pc:spChg>
        <pc:spChg chg="mod">
          <ac:chgData name="Malte Heithoff" userId="92960225c14ac204" providerId="LiveId" clId="{9F38C4C6-987C-44CB-9A80-B21BEFCAFD47}" dt="2023-06-22T12:50:54.262" v="2184" actId="20577"/>
          <ac:spMkLst>
            <pc:docMk/>
            <pc:sldMk cId="1107447613" sldId="310"/>
            <ac:spMk id="184" creationId="{DFD8B7F5-574F-FB23-CA5D-AE94DECC24B8}"/>
          </ac:spMkLst>
        </pc:spChg>
        <pc:spChg chg="mod">
          <ac:chgData name="Malte Heithoff" userId="92960225c14ac204" providerId="LiveId" clId="{9F38C4C6-987C-44CB-9A80-B21BEFCAFD47}" dt="2023-06-22T12:50:44.881" v="2181"/>
          <ac:spMkLst>
            <pc:docMk/>
            <pc:sldMk cId="1107447613" sldId="310"/>
            <ac:spMk id="185" creationId="{8D5E6C46-23DE-384E-17FB-1D923563E7ED}"/>
          </ac:spMkLst>
        </pc:spChg>
        <pc:spChg chg="mod">
          <ac:chgData name="Malte Heithoff" userId="92960225c14ac204" providerId="LiveId" clId="{9F38C4C6-987C-44CB-9A80-B21BEFCAFD47}" dt="2023-06-22T12:53:06.237" v="2255" actId="20577"/>
          <ac:spMkLst>
            <pc:docMk/>
            <pc:sldMk cId="1107447613" sldId="310"/>
            <ac:spMk id="195" creationId="{75C647DB-D611-1CA1-1650-EB36E177E4CF}"/>
          </ac:spMkLst>
        </pc:spChg>
        <pc:spChg chg="mod">
          <ac:chgData name="Malte Heithoff" userId="92960225c14ac204" providerId="LiveId" clId="{9F38C4C6-987C-44CB-9A80-B21BEFCAFD47}" dt="2023-06-22T12:51:58.233" v="2228"/>
          <ac:spMkLst>
            <pc:docMk/>
            <pc:sldMk cId="1107447613" sldId="310"/>
            <ac:spMk id="196" creationId="{2B192D8A-FBFD-6710-128B-EF6D679D0829}"/>
          </ac:spMkLst>
        </pc:spChg>
        <pc:spChg chg="mod">
          <ac:chgData name="Malte Heithoff" userId="92960225c14ac204" providerId="LiveId" clId="{9F38C4C6-987C-44CB-9A80-B21BEFCAFD47}" dt="2023-06-22T12:53:08.797" v="2257" actId="20577"/>
          <ac:spMkLst>
            <pc:docMk/>
            <pc:sldMk cId="1107447613" sldId="310"/>
            <ac:spMk id="198" creationId="{02B483D5-F446-1B25-1CB3-41687BB2549D}"/>
          </ac:spMkLst>
        </pc:spChg>
        <pc:spChg chg="mod">
          <ac:chgData name="Malte Heithoff" userId="92960225c14ac204" providerId="LiveId" clId="{9F38C4C6-987C-44CB-9A80-B21BEFCAFD47}" dt="2023-06-22T12:51:47.982" v="2225"/>
          <ac:spMkLst>
            <pc:docMk/>
            <pc:sldMk cId="1107447613" sldId="310"/>
            <ac:spMk id="199" creationId="{8FFB8BC5-1BAC-B1ED-48B5-5E8D5296F428}"/>
          </ac:spMkLst>
        </pc:spChg>
        <pc:spChg chg="add mod">
          <ac:chgData name="Malte Heithoff" userId="92960225c14ac204" providerId="LiveId" clId="{9F38C4C6-987C-44CB-9A80-B21BEFCAFD47}" dt="2023-06-22T12:54:44.682" v="2281" actId="1076"/>
          <ac:spMkLst>
            <pc:docMk/>
            <pc:sldMk cId="1107447613" sldId="310"/>
            <ac:spMk id="224" creationId="{FBE7F8F2-3CDB-F794-90D3-C3115C22EF53}"/>
          </ac:spMkLst>
        </pc:spChg>
        <pc:spChg chg="add mod">
          <ac:chgData name="Malte Heithoff" userId="92960225c14ac204" providerId="LiveId" clId="{9F38C4C6-987C-44CB-9A80-B21BEFCAFD47}" dt="2023-06-22T12:54:44.682" v="2281" actId="1076"/>
          <ac:spMkLst>
            <pc:docMk/>
            <pc:sldMk cId="1107447613" sldId="310"/>
            <ac:spMk id="225" creationId="{BD408BDA-0891-B4A7-5E61-FF58BBA96045}"/>
          </ac:spMkLst>
        </pc:spChg>
        <pc:grpChg chg="mod">
          <ac:chgData name="Malte Heithoff" userId="92960225c14ac204" providerId="LiveId" clId="{9F38C4C6-987C-44CB-9A80-B21BEFCAFD47}" dt="2023-06-22T12:54:44.682" v="2281" actId="1076"/>
          <ac:grpSpMkLst>
            <pc:docMk/>
            <pc:sldMk cId="1107447613" sldId="310"/>
            <ac:grpSpMk id="4" creationId="{94CDCD52-4A64-D571-8B83-0204C883FC1D}"/>
          </ac:grpSpMkLst>
        </pc:grpChg>
        <pc:grpChg chg="del">
          <ac:chgData name="Malte Heithoff" userId="92960225c14ac204" providerId="LiveId" clId="{9F38C4C6-987C-44CB-9A80-B21BEFCAFD47}" dt="2023-06-22T12:47:49.932" v="2119" actId="478"/>
          <ac:grpSpMkLst>
            <pc:docMk/>
            <pc:sldMk cId="1107447613" sldId="310"/>
            <ac:grpSpMk id="10" creationId="{34FE5C32-4F71-8338-9D7C-13B4B1D0F4DC}"/>
          </ac:grpSpMkLst>
        </pc:grpChg>
        <pc:grpChg chg="del">
          <ac:chgData name="Malte Heithoff" userId="92960225c14ac204" providerId="LiveId" clId="{9F38C4C6-987C-44CB-9A80-B21BEFCAFD47}" dt="2023-06-22T12:47:33.474" v="2105" actId="478"/>
          <ac:grpSpMkLst>
            <pc:docMk/>
            <pc:sldMk cId="1107447613" sldId="310"/>
            <ac:grpSpMk id="14" creationId="{B216FDB5-CA11-A6A3-21CF-E62805CB65ED}"/>
          </ac:grpSpMkLst>
        </pc:grpChg>
        <pc:grpChg chg="del">
          <ac:chgData name="Malte Heithoff" userId="92960225c14ac204" providerId="LiveId" clId="{9F38C4C6-987C-44CB-9A80-B21BEFCAFD47}" dt="2023-06-22T12:47:33.474" v="2105" actId="478"/>
          <ac:grpSpMkLst>
            <pc:docMk/>
            <pc:sldMk cId="1107447613" sldId="310"/>
            <ac:grpSpMk id="26" creationId="{3FE7B148-E542-88F4-C59E-DFBAD02D6AE1}"/>
          </ac:grpSpMkLst>
        </pc:grpChg>
        <pc:grpChg chg="del">
          <ac:chgData name="Malte Heithoff" userId="92960225c14ac204" providerId="LiveId" clId="{9F38C4C6-987C-44CB-9A80-B21BEFCAFD47}" dt="2023-06-22T12:44:13.024" v="2016" actId="478"/>
          <ac:grpSpMkLst>
            <pc:docMk/>
            <pc:sldMk cId="1107447613" sldId="310"/>
            <ac:grpSpMk id="28" creationId="{A4371BB2-8C11-8206-B233-BBCD9DE2397C}"/>
          </ac:grpSpMkLst>
        </pc:grpChg>
        <pc:grpChg chg="mod">
          <ac:chgData name="Malte Heithoff" userId="92960225c14ac204" providerId="LiveId" clId="{9F38C4C6-987C-44CB-9A80-B21BEFCAFD47}" dt="2023-06-22T12:46:51.182" v="2090" actId="164"/>
          <ac:grpSpMkLst>
            <pc:docMk/>
            <pc:sldMk cId="1107447613" sldId="310"/>
            <ac:grpSpMk id="29" creationId="{70C1CDB0-A162-9852-4D54-89C73D316DBA}"/>
          </ac:grpSpMkLst>
        </pc:grpChg>
        <pc:grpChg chg="del">
          <ac:chgData name="Malte Heithoff" userId="92960225c14ac204" providerId="LiveId" clId="{9F38C4C6-987C-44CB-9A80-B21BEFCAFD47}" dt="2023-06-22T12:47:33.474" v="2105" actId="478"/>
          <ac:grpSpMkLst>
            <pc:docMk/>
            <pc:sldMk cId="1107447613" sldId="310"/>
            <ac:grpSpMk id="37" creationId="{9D159152-6132-FD5C-E15F-ED398E3E0A18}"/>
          </ac:grpSpMkLst>
        </pc:grpChg>
        <pc:grpChg chg="del">
          <ac:chgData name="Malte Heithoff" userId="92960225c14ac204" providerId="LiveId" clId="{9F38C4C6-987C-44CB-9A80-B21BEFCAFD47}" dt="2023-06-22T12:47:12.398" v="2092" actId="478"/>
          <ac:grpSpMkLst>
            <pc:docMk/>
            <pc:sldMk cId="1107447613" sldId="310"/>
            <ac:grpSpMk id="42" creationId="{9725E828-9B72-BAC9-65E0-83DB44389F48}"/>
          </ac:grpSpMkLst>
        </pc:grpChg>
        <pc:grpChg chg="mod">
          <ac:chgData name="Malte Heithoff" userId="92960225c14ac204" providerId="LiveId" clId="{9F38C4C6-987C-44CB-9A80-B21BEFCAFD47}" dt="2023-06-22T12:46:51.182" v="2090" actId="164"/>
          <ac:grpSpMkLst>
            <pc:docMk/>
            <pc:sldMk cId="1107447613" sldId="310"/>
            <ac:grpSpMk id="43" creationId="{5AB752EF-A7E6-D54D-FE84-FA9FF3869AEC}"/>
          </ac:grpSpMkLst>
        </pc:grpChg>
        <pc:grpChg chg="del">
          <ac:chgData name="Malte Heithoff" userId="92960225c14ac204" providerId="LiveId" clId="{9F38C4C6-987C-44CB-9A80-B21BEFCAFD47}" dt="2023-06-22T12:47:12.398" v="2092" actId="478"/>
          <ac:grpSpMkLst>
            <pc:docMk/>
            <pc:sldMk cId="1107447613" sldId="310"/>
            <ac:grpSpMk id="48" creationId="{B677C125-2AAA-EB5A-990F-335EA19CE46A}"/>
          </ac:grpSpMkLst>
        </pc:grpChg>
        <pc:grpChg chg="add mod">
          <ac:chgData name="Malte Heithoff" userId="92960225c14ac204" providerId="LiveId" clId="{9F38C4C6-987C-44CB-9A80-B21BEFCAFD47}" dt="2023-06-22T12:46:53.714" v="2091" actId="1076"/>
          <ac:grpSpMkLst>
            <pc:docMk/>
            <pc:sldMk cId="1107447613" sldId="310"/>
            <ac:grpSpMk id="64" creationId="{D5E0A6EF-69DC-4E33-D654-A4FF0EA65638}"/>
          </ac:grpSpMkLst>
        </pc:grpChg>
        <pc:grpChg chg="add mod">
          <ac:chgData name="Malte Heithoff" userId="92960225c14ac204" providerId="LiveId" clId="{9F38C4C6-987C-44CB-9A80-B21BEFCAFD47}" dt="2023-06-22T12:48:29.356" v="2127" actId="1076"/>
          <ac:grpSpMkLst>
            <pc:docMk/>
            <pc:sldMk cId="1107447613" sldId="310"/>
            <ac:grpSpMk id="65" creationId="{65F85289-0A2F-1D7D-659B-25BE80C2AF6A}"/>
          </ac:grpSpMkLst>
        </pc:grpChg>
        <pc:grpChg chg="del">
          <ac:chgData name="Malte Heithoff" userId="92960225c14ac204" providerId="LiveId" clId="{9F38C4C6-987C-44CB-9A80-B21BEFCAFD47}" dt="2023-06-22T12:47:12.398" v="2092" actId="478"/>
          <ac:grpSpMkLst>
            <pc:docMk/>
            <pc:sldMk cId="1107447613" sldId="310"/>
            <ac:grpSpMk id="67" creationId="{D915DE18-37D2-E58A-C3B8-1CEF8CE99F3C}"/>
          </ac:grpSpMkLst>
        </pc:grpChg>
        <pc:grpChg chg="add mod">
          <ac:chgData name="Malte Heithoff" userId="92960225c14ac204" providerId="LiveId" clId="{9F38C4C6-987C-44CB-9A80-B21BEFCAFD47}" dt="2023-06-22T12:48:29.356" v="2127" actId="1076"/>
          <ac:grpSpMkLst>
            <pc:docMk/>
            <pc:sldMk cId="1107447613" sldId="310"/>
            <ac:grpSpMk id="72" creationId="{ECD55816-0F3E-B2F8-95BB-E5D9CBAD9702}"/>
          </ac:grpSpMkLst>
        </pc:grpChg>
        <pc:grpChg chg="del">
          <ac:chgData name="Malte Heithoff" userId="92960225c14ac204" providerId="LiveId" clId="{9F38C4C6-987C-44CB-9A80-B21BEFCAFD47}" dt="2023-06-22T12:47:12.398" v="2092" actId="478"/>
          <ac:grpSpMkLst>
            <pc:docMk/>
            <pc:sldMk cId="1107447613" sldId="310"/>
            <ac:grpSpMk id="76" creationId="{399DB4ED-D46A-75A4-662E-0B2D68A2A2A2}"/>
          </ac:grpSpMkLst>
        </pc:grpChg>
        <pc:grpChg chg="add mod">
          <ac:chgData name="Malte Heithoff" userId="92960225c14ac204" providerId="LiveId" clId="{9F38C4C6-987C-44CB-9A80-B21BEFCAFD47}" dt="2023-06-22T12:48:29.356" v="2127" actId="1076"/>
          <ac:grpSpMkLst>
            <pc:docMk/>
            <pc:sldMk cId="1107447613" sldId="310"/>
            <ac:grpSpMk id="92" creationId="{678E6631-FEFE-2686-58E9-ADC14C00D478}"/>
          </ac:grpSpMkLst>
        </pc:grpChg>
        <pc:grpChg chg="add mod">
          <ac:chgData name="Malte Heithoff" userId="92960225c14ac204" providerId="LiveId" clId="{9F38C4C6-987C-44CB-9A80-B21BEFCAFD47}" dt="2023-06-22T12:48:29.356" v="2127" actId="1076"/>
          <ac:grpSpMkLst>
            <pc:docMk/>
            <pc:sldMk cId="1107447613" sldId="310"/>
            <ac:grpSpMk id="99" creationId="{26A71F40-E791-F000-4596-FE2340DAF76A}"/>
          </ac:grpSpMkLst>
        </pc:grpChg>
        <pc:grpChg chg="del">
          <ac:chgData name="Malte Heithoff" userId="92960225c14ac204" providerId="LiveId" clId="{9F38C4C6-987C-44CB-9A80-B21BEFCAFD47}" dt="2023-06-22T12:47:17.272" v="2094" actId="478"/>
          <ac:grpSpMkLst>
            <pc:docMk/>
            <pc:sldMk cId="1107447613" sldId="310"/>
            <ac:grpSpMk id="104" creationId="{5BCA1DD3-D355-129C-DDA0-29B2028F1749}"/>
          </ac:grpSpMkLst>
        </pc:grpChg>
        <pc:grpChg chg="del">
          <ac:chgData name="Malte Heithoff" userId="92960225c14ac204" providerId="LiveId" clId="{9F38C4C6-987C-44CB-9A80-B21BEFCAFD47}" dt="2023-06-22T12:47:12.398" v="2092" actId="478"/>
          <ac:grpSpMkLst>
            <pc:docMk/>
            <pc:sldMk cId="1107447613" sldId="310"/>
            <ac:grpSpMk id="111" creationId="{759E0F5F-5DDB-EBBC-2B19-FAB06BC39895}"/>
          </ac:grpSpMkLst>
        </pc:grpChg>
        <pc:grpChg chg="del">
          <ac:chgData name="Malte Heithoff" userId="92960225c14ac204" providerId="LiveId" clId="{9F38C4C6-987C-44CB-9A80-B21BEFCAFD47}" dt="2023-06-22T12:47:17.272" v="2094" actId="478"/>
          <ac:grpSpMkLst>
            <pc:docMk/>
            <pc:sldMk cId="1107447613" sldId="310"/>
            <ac:grpSpMk id="128" creationId="{DD348956-5C45-0762-988B-2E70F419C07A}"/>
          </ac:grpSpMkLst>
        </pc:grpChg>
        <pc:grpChg chg="del">
          <ac:chgData name="Malte Heithoff" userId="92960225c14ac204" providerId="LiveId" clId="{9F38C4C6-987C-44CB-9A80-B21BEFCAFD47}" dt="2023-06-22T12:47:17.272" v="2094" actId="478"/>
          <ac:grpSpMkLst>
            <pc:docMk/>
            <pc:sldMk cId="1107447613" sldId="310"/>
            <ac:grpSpMk id="135" creationId="{E0CBF657-25C8-7BDD-3477-B0C745F7578B}"/>
          </ac:grpSpMkLst>
        </pc:grpChg>
        <pc:grpChg chg="del">
          <ac:chgData name="Malte Heithoff" userId="92960225c14ac204" providerId="LiveId" clId="{9F38C4C6-987C-44CB-9A80-B21BEFCAFD47}" dt="2023-06-22T12:47:29.733" v="2102" actId="478"/>
          <ac:grpSpMkLst>
            <pc:docMk/>
            <pc:sldMk cId="1107447613" sldId="310"/>
            <ac:grpSpMk id="143" creationId="{D8D85354-B131-6198-027E-69C2835C1017}"/>
          </ac:grpSpMkLst>
        </pc:grpChg>
        <pc:grpChg chg="add mod">
          <ac:chgData name="Malte Heithoff" userId="92960225c14ac204" providerId="LiveId" clId="{9F38C4C6-987C-44CB-9A80-B21BEFCAFD47}" dt="2023-06-22T12:54:44.682" v="2281" actId="1076"/>
          <ac:grpSpMkLst>
            <pc:docMk/>
            <pc:sldMk cId="1107447613" sldId="310"/>
            <ac:grpSpMk id="150" creationId="{3CFE91B6-EA76-72C8-5749-831F67AA5033}"/>
          </ac:grpSpMkLst>
        </pc:grpChg>
        <pc:grpChg chg="add mod">
          <ac:chgData name="Malte Heithoff" userId="92960225c14ac204" providerId="LiveId" clId="{9F38C4C6-987C-44CB-9A80-B21BEFCAFD47}" dt="2023-06-22T12:54:44.682" v="2281" actId="1076"/>
          <ac:grpSpMkLst>
            <pc:docMk/>
            <pc:sldMk cId="1107447613" sldId="310"/>
            <ac:grpSpMk id="154" creationId="{A40F5A39-ADB9-E917-65CE-8946DF27BA8E}"/>
          </ac:grpSpMkLst>
        </pc:grpChg>
        <pc:grpChg chg="add mod">
          <ac:chgData name="Malte Heithoff" userId="92960225c14ac204" providerId="LiveId" clId="{9F38C4C6-987C-44CB-9A80-B21BEFCAFD47}" dt="2023-06-22T12:54:44.682" v="2281" actId="1076"/>
          <ac:grpSpMkLst>
            <pc:docMk/>
            <pc:sldMk cId="1107447613" sldId="310"/>
            <ac:grpSpMk id="168" creationId="{CD864ACF-4CD5-A5A5-A44D-B4998944FDCA}"/>
          </ac:grpSpMkLst>
        </pc:grpChg>
        <pc:grpChg chg="add mod">
          <ac:chgData name="Malte Heithoff" userId="92960225c14ac204" providerId="LiveId" clId="{9F38C4C6-987C-44CB-9A80-B21BEFCAFD47}" dt="2023-06-22T12:54:44.682" v="2281" actId="1076"/>
          <ac:grpSpMkLst>
            <pc:docMk/>
            <pc:sldMk cId="1107447613" sldId="310"/>
            <ac:grpSpMk id="174" creationId="{26AE5296-5C6B-3310-C8D8-9EF17A31E83B}"/>
          </ac:grpSpMkLst>
        </pc:grpChg>
        <pc:grpChg chg="del">
          <ac:chgData name="Malte Heithoff" userId="92960225c14ac204" providerId="LiveId" clId="{9F38C4C6-987C-44CB-9A80-B21BEFCAFD47}" dt="2023-06-22T12:47:12.398" v="2092" actId="478"/>
          <ac:grpSpMkLst>
            <pc:docMk/>
            <pc:sldMk cId="1107447613" sldId="310"/>
            <ac:grpSpMk id="176" creationId="{5C3F26EE-157A-99A8-36DC-8E91098AFA45}"/>
          </ac:grpSpMkLst>
        </pc:grpChg>
        <pc:grpChg chg="add mod">
          <ac:chgData name="Malte Heithoff" userId="92960225c14ac204" providerId="LiveId" clId="{9F38C4C6-987C-44CB-9A80-B21BEFCAFD47}" dt="2023-06-22T12:54:44.682" v="2281" actId="1076"/>
          <ac:grpSpMkLst>
            <pc:docMk/>
            <pc:sldMk cId="1107447613" sldId="310"/>
            <ac:grpSpMk id="183" creationId="{C115E254-536E-A317-DF7B-710460E170CA}"/>
          </ac:grpSpMkLst>
        </pc:grpChg>
        <pc:grpChg chg="add mod">
          <ac:chgData name="Malte Heithoff" userId="92960225c14ac204" providerId="LiveId" clId="{9F38C4C6-987C-44CB-9A80-B21BEFCAFD47}" dt="2023-06-22T12:54:44.682" v="2281" actId="1076"/>
          <ac:grpSpMkLst>
            <pc:docMk/>
            <pc:sldMk cId="1107447613" sldId="310"/>
            <ac:grpSpMk id="194" creationId="{5F7E4DDA-2D49-72CE-B6F5-9FD65CE77D87}"/>
          </ac:grpSpMkLst>
        </pc:grpChg>
        <pc:grpChg chg="add mod">
          <ac:chgData name="Malte Heithoff" userId="92960225c14ac204" providerId="LiveId" clId="{9F38C4C6-987C-44CB-9A80-B21BEFCAFD47}" dt="2023-06-22T12:54:44.682" v="2281" actId="1076"/>
          <ac:grpSpMkLst>
            <pc:docMk/>
            <pc:sldMk cId="1107447613" sldId="310"/>
            <ac:grpSpMk id="197" creationId="{8704B5A7-D5CA-62E6-5B0E-D875B760F7C0}"/>
          </ac:grpSpMkLst>
        </pc:grpChg>
        <pc:cxnChg chg="mod">
          <ac:chgData name="Malte Heithoff" userId="92960225c14ac204" providerId="LiveId" clId="{9F38C4C6-987C-44CB-9A80-B21BEFCAFD47}" dt="2023-06-22T12:46:51.182" v="2090" actId="164"/>
          <ac:cxnSpMkLst>
            <pc:docMk/>
            <pc:sldMk cId="1107447613" sldId="310"/>
            <ac:cxnSpMk id="22" creationId="{D39678FC-62FB-4B8A-1960-511240C95AA6}"/>
          </ac:cxnSpMkLst>
        </pc:cxnChg>
        <pc:cxnChg chg="mod">
          <ac:chgData name="Malte Heithoff" userId="92960225c14ac204" providerId="LiveId" clId="{9F38C4C6-987C-44CB-9A80-B21BEFCAFD47}" dt="2023-06-22T12:46:51.182" v="2090" actId="164"/>
          <ac:cxnSpMkLst>
            <pc:docMk/>
            <pc:sldMk cId="1107447613" sldId="310"/>
            <ac:cxnSpMk id="38" creationId="{49403DEB-F64C-9D87-AC65-7D0152B9C313}"/>
          </ac:cxnSpMkLst>
        </pc:cxnChg>
        <pc:cxnChg chg="del mod">
          <ac:chgData name="Malte Heithoff" userId="92960225c14ac204" providerId="LiveId" clId="{9F38C4C6-987C-44CB-9A80-B21BEFCAFD47}" dt="2023-06-22T12:44:18.667" v="2022" actId="478"/>
          <ac:cxnSpMkLst>
            <pc:docMk/>
            <pc:sldMk cId="1107447613" sldId="310"/>
            <ac:cxnSpMk id="39" creationId="{BD56B8A4-3E63-3228-503C-6874BAAD74DC}"/>
          </ac:cxnSpMkLst>
        </pc:cxnChg>
        <pc:cxnChg chg="del mod">
          <ac:chgData name="Malte Heithoff" userId="92960225c14ac204" providerId="LiveId" clId="{9F38C4C6-987C-44CB-9A80-B21BEFCAFD47}" dt="2023-06-22T12:44:16.575" v="2020" actId="478"/>
          <ac:cxnSpMkLst>
            <pc:docMk/>
            <pc:sldMk cId="1107447613" sldId="310"/>
            <ac:cxnSpMk id="44" creationId="{B952BF33-64A8-3C15-C92C-35966D38FA5A}"/>
          </ac:cxnSpMkLst>
        </pc:cxnChg>
        <pc:cxnChg chg="del mod">
          <ac:chgData name="Malte Heithoff" userId="92960225c14ac204" providerId="LiveId" clId="{9F38C4C6-987C-44CB-9A80-B21BEFCAFD47}" dt="2023-06-22T12:44:14.128" v="2017" actId="478"/>
          <ac:cxnSpMkLst>
            <pc:docMk/>
            <pc:sldMk cId="1107447613" sldId="310"/>
            <ac:cxnSpMk id="47" creationId="{492F49E9-3D19-FF9B-DE8B-763DCBD13DAE}"/>
          </ac:cxnSpMkLst>
        </pc:cxnChg>
        <pc:cxnChg chg="del mod">
          <ac:chgData name="Malte Heithoff" userId="92960225c14ac204" providerId="LiveId" clId="{9F38C4C6-987C-44CB-9A80-B21BEFCAFD47}" dt="2023-06-22T12:44:14.857" v="2018" actId="478"/>
          <ac:cxnSpMkLst>
            <pc:docMk/>
            <pc:sldMk cId="1107447613" sldId="310"/>
            <ac:cxnSpMk id="50" creationId="{6D89BB8E-4C87-25C1-AE68-6B6738A81B21}"/>
          </ac:cxnSpMkLst>
        </pc:cxnChg>
        <pc:cxnChg chg="mod">
          <ac:chgData name="Malte Heithoff" userId="92960225c14ac204" providerId="LiveId" clId="{9F38C4C6-987C-44CB-9A80-B21BEFCAFD47}" dt="2023-06-22T12:46:51.182" v="2090" actId="164"/>
          <ac:cxnSpMkLst>
            <pc:docMk/>
            <pc:sldMk cId="1107447613" sldId="310"/>
            <ac:cxnSpMk id="53" creationId="{7ECC7113-487B-52F5-BC32-DCC0BB80E283}"/>
          </ac:cxnSpMkLst>
        </pc:cxnChg>
        <pc:cxnChg chg="del mod">
          <ac:chgData name="Malte Heithoff" userId="92960225c14ac204" providerId="LiveId" clId="{9F38C4C6-987C-44CB-9A80-B21BEFCAFD47}" dt="2023-06-22T12:47:36.661" v="2108" actId="478"/>
          <ac:cxnSpMkLst>
            <pc:docMk/>
            <pc:sldMk cId="1107447613" sldId="310"/>
            <ac:cxnSpMk id="54" creationId="{825AF29B-AB37-75B9-72AD-B1F4A6138E49}"/>
          </ac:cxnSpMkLst>
        </pc:cxnChg>
        <pc:cxnChg chg="del mod">
          <ac:chgData name="Malte Heithoff" userId="92960225c14ac204" providerId="LiveId" clId="{9F38C4C6-987C-44CB-9A80-B21BEFCAFD47}" dt="2023-06-22T12:45:39.158" v="2063" actId="478"/>
          <ac:cxnSpMkLst>
            <pc:docMk/>
            <pc:sldMk cId="1107447613" sldId="310"/>
            <ac:cxnSpMk id="56" creationId="{BC76DF36-5206-A6C3-BECC-6D3D593C100C}"/>
          </ac:cxnSpMkLst>
        </pc:cxnChg>
        <pc:cxnChg chg="del mod">
          <ac:chgData name="Malte Heithoff" userId="92960225c14ac204" providerId="LiveId" clId="{9F38C4C6-987C-44CB-9A80-B21BEFCAFD47}" dt="2023-06-22T12:47:35.478" v="2107" actId="478"/>
          <ac:cxnSpMkLst>
            <pc:docMk/>
            <pc:sldMk cId="1107447613" sldId="310"/>
            <ac:cxnSpMk id="58" creationId="{1BD85366-1411-65BD-0A1E-84C2680F90A9}"/>
          </ac:cxnSpMkLst>
        </pc:cxnChg>
        <pc:cxnChg chg="add mod">
          <ac:chgData name="Malte Heithoff" userId="92960225c14ac204" providerId="LiveId" clId="{9F38C4C6-987C-44CB-9A80-B21BEFCAFD47}" dt="2023-06-22T12:46:51.182" v="2090" actId="164"/>
          <ac:cxnSpMkLst>
            <pc:docMk/>
            <pc:sldMk cId="1107447613" sldId="310"/>
            <ac:cxnSpMk id="60" creationId="{6EE080D8-F8C2-5F70-56F6-A1B3E3408AB7}"/>
          </ac:cxnSpMkLst>
        </pc:cxnChg>
        <pc:cxnChg chg="del mod">
          <ac:chgData name="Malte Heithoff" userId="92960225c14ac204" providerId="LiveId" clId="{9F38C4C6-987C-44CB-9A80-B21BEFCAFD47}" dt="2023-06-22T12:47:34.356" v="2106" actId="478"/>
          <ac:cxnSpMkLst>
            <pc:docMk/>
            <pc:sldMk cId="1107447613" sldId="310"/>
            <ac:cxnSpMk id="61" creationId="{FECA53CD-18D6-30E8-1818-E32AAF5FD514}"/>
          </ac:cxnSpMkLst>
        </pc:cxnChg>
        <pc:cxnChg chg="add mod">
          <ac:chgData name="Malte Heithoff" userId="92960225c14ac204" providerId="LiveId" clId="{9F38C4C6-987C-44CB-9A80-B21BEFCAFD47}" dt="2023-06-22T12:48:29.356" v="2127" actId="1076"/>
          <ac:cxnSpMkLst>
            <pc:docMk/>
            <pc:sldMk cId="1107447613" sldId="310"/>
            <ac:cxnSpMk id="75" creationId="{4180827F-AA81-3B5C-B74E-E9AFCC0724B4}"/>
          </ac:cxnSpMkLst>
        </pc:cxnChg>
        <pc:cxnChg chg="add mod">
          <ac:chgData name="Malte Heithoff" userId="92960225c14ac204" providerId="LiveId" clId="{9F38C4C6-987C-44CB-9A80-B21BEFCAFD47}" dt="2023-06-22T12:48:29.356" v="2127" actId="1076"/>
          <ac:cxnSpMkLst>
            <pc:docMk/>
            <pc:sldMk cId="1107447613" sldId="310"/>
            <ac:cxnSpMk id="79" creationId="{E149D153-8A85-A806-F5AD-9AD93E5AC23D}"/>
          </ac:cxnSpMkLst>
        </pc:cxnChg>
        <pc:cxnChg chg="add mod">
          <ac:chgData name="Malte Heithoff" userId="92960225c14ac204" providerId="LiveId" clId="{9F38C4C6-987C-44CB-9A80-B21BEFCAFD47}" dt="2023-06-22T12:48:29.356" v="2127" actId="1076"/>
          <ac:cxnSpMkLst>
            <pc:docMk/>
            <pc:sldMk cId="1107447613" sldId="310"/>
            <ac:cxnSpMk id="80" creationId="{E08B7943-6356-2103-FC35-9FFD7041042F}"/>
          </ac:cxnSpMkLst>
        </pc:cxnChg>
        <pc:cxnChg chg="del mod">
          <ac:chgData name="Malte Heithoff" userId="92960225c14ac204" providerId="LiveId" clId="{9F38C4C6-987C-44CB-9A80-B21BEFCAFD47}" dt="2023-06-22T12:47:12.398" v="2092" actId="478"/>
          <ac:cxnSpMkLst>
            <pc:docMk/>
            <pc:sldMk cId="1107447613" sldId="310"/>
            <ac:cxnSpMk id="86" creationId="{EB488E22-1B4F-5690-2B4B-72B09E4F26BA}"/>
          </ac:cxnSpMkLst>
        </pc:cxnChg>
        <pc:cxnChg chg="del mod">
          <ac:chgData name="Malte Heithoff" userId="92960225c14ac204" providerId="LiveId" clId="{9F38C4C6-987C-44CB-9A80-B21BEFCAFD47}" dt="2023-06-22T12:47:12.398" v="2092" actId="478"/>
          <ac:cxnSpMkLst>
            <pc:docMk/>
            <pc:sldMk cId="1107447613" sldId="310"/>
            <ac:cxnSpMk id="95" creationId="{75437AA0-43DC-BDE8-ABEA-4019A19F17E8}"/>
          </ac:cxnSpMkLst>
        </pc:cxnChg>
        <pc:cxnChg chg="add mod">
          <ac:chgData name="Malte Heithoff" userId="92960225c14ac204" providerId="LiveId" clId="{9F38C4C6-987C-44CB-9A80-B21BEFCAFD47}" dt="2023-06-22T12:48:29.356" v="2127" actId="1076"/>
          <ac:cxnSpMkLst>
            <pc:docMk/>
            <pc:sldMk cId="1107447613" sldId="310"/>
            <ac:cxnSpMk id="96" creationId="{6C4DC311-3951-172D-91BD-3FC3114C1810}"/>
          </ac:cxnSpMkLst>
        </pc:cxnChg>
        <pc:cxnChg chg="add mod">
          <ac:chgData name="Malte Heithoff" userId="92960225c14ac204" providerId="LiveId" clId="{9F38C4C6-987C-44CB-9A80-B21BEFCAFD47}" dt="2023-06-22T12:48:29.356" v="2127" actId="1076"/>
          <ac:cxnSpMkLst>
            <pc:docMk/>
            <pc:sldMk cId="1107447613" sldId="310"/>
            <ac:cxnSpMk id="98" creationId="{46D5964C-A4D2-4982-1C96-7481710E087A}"/>
          </ac:cxnSpMkLst>
        </pc:cxnChg>
        <pc:cxnChg chg="add mod">
          <ac:chgData name="Malte Heithoff" userId="92960225c14ac204" providerId="LiveId" clId="{9F38C4C6-987C-44CB-9A80-B21BEFCAFD47}" dt="2023-06-22T12:48:29.356" v="2127" actId="1076"/>
          <ac:cxnSpMkLst>
            <pc:docMk/>
            <pc:sldMk cId="1107447613" sldId="310"/>
            <ac:cxnSpMk id="103" creationId="{58715EE0-D450-A02F-4D55-76EB55C63203}"/>
          </ac:cxnSpMkLst>
        </pc:cxnChg>
        <pc:cxnChg chg="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107" creationId="{2B330A06-71BC-C704-DB37-9DBF68EE666D}"/>
          </ac:cxnSpMkLst>
        </pc:cxnChg>
        <pc:cxnChg chg="del mod">
          <ac:chgData name="Malte Heithoff" userId="92960225c14ac204" providerId="LiveId" clId="{9F38C4C6-987C-44CB-9A80-B21BEFCAFD47}" dt="2023-06-22T12:47:12.398" v="2092" actId="478"/>
          <ac:cxnSpMkLst>
            <pc:docMk/>
            <pc:sldMk cId="1107447613" sldId="310"/>
            <ac:cxnSpMk id="115" creationId="{DE6297E3-9667-083E-1291-1CC891173C97}"/>
          </ac:cxnSpMkLst>
        </pc:cxnChg>
        <pc:cxnChg chg="del mod">
          <ac:chgData name="Malte Heithoff" userId="92960225c14ac204" providerId="LiveId" clId="{9F38C4C6-987C-44CB-9A80-B21BEFCAFD47}" dt="2023-06-22T12:47:12.398" v="2092" actId="478"/>
          <ac:cxnSpMkLst>
            <pc:docMk/>
            <pc:sldMk cId="1107447613" sldId="310"/>
            <ac:cxnSpMk id="118" creationId="{ABF3C018-9C08-0B43-F0A2-ED9F0903AD36}"/>
          </ac:cxnSpMkLst>
        </pc:cxnChg>
        <pc:cxnChg chg="del mod">
          <ac:chgData name="Malte Heithoff" userId="92960225c14ac204" providerId="LiveId" clId="{9F38C4C6-987C-44CB-9A80-B21BEFCAFD47}" dt="2023-06-22T12:47:17.272" v="2094" actId="478"/>
          <ac:cxnSpMkLst>
            <pc:docMk/>
            <pc:sldMk cId="1107447613" sldId="310"/>
            <ac:cxnSpMk id="124" creationId="{7C561CCB-C9A5-8F80-D415-EE09E9175D46}"/>
          </ac:cxnSpMkLst>
        </pc:cxnChg>
        <pc:cxnChg chg="del mod">
          <ac:chgData name="Malte Heithoff" userId="92960225c14ac204" providerId="LiveId" clId="{9F38C4C6-987C-44CB-9A80-B21BEFCAFD47}" dt="2023-06-22T12:47:17.272" v="2094" actId="478"/>
          <ac:cxnSpMkLst>
            <pc:docMk/>
            <pc:sldMk cId="1107447613" sldId="310"/>
            <ac:cxnSpMk id="132" creationId="{DCB806D4-C215-4216-8F29-8252E74D69C6}"/>
          </ac:cxnSpMkLst>
        </pc:cxnChg>
        <pc:cxnChg chg="del mod">
          <ac:chgData name="Malte Heithoff" userId="92960225c14ac204" providerId="LiveId" clId="{9F38C4C6-987C-44CB-9A80-B21BEFCAFD47}" dt="2023-06-22T12:47:21.159" v="2097" actId="478"/>
          <ac:cxnSpMkLst>
            <pc:docMk/>
            <pc:sldMk cId="1107447613" sldId="310"/>
            <ac:cxnSpMk id="139" creationId="{3286ABB9-C1C0-9524-A573-11E5FAA072DF}"/>
          </ac:cxnSpMkLst>
        </pc:cxnChg>
        <pc:cxnChg chg="del mod">
          <ac:chgData name="Malte Heithoff" userId="92960225c14ac204" providerId="LiveId" clId="{9F38C4C6-987C-44CB-9A80-B21BEFCAFD47}" dt="2023-06-22T12:47:31.729" v="2104" actId="478"/>
          <ac:cxnSpMkLst>
            <pc:docMk/>
            <pc:sldMk cId="1107447613" sldId="310"/>
            <ac:cxnSpMk id="146" creationId="{0D8781CE-83CD-7BEC-C709-9D40C24739F4}"/>
          </ac:cxnSpMkLst>
        </pc:cxnChg>
        <pc:cxnChg chg="del">
          <ac:chgData name="Malte Heithoff" userId="92960225c14ac204" providerId="LiveId" clId="{9F38C4C6-987C-44CB-9A80-B21BEFCAFD47}" dt="2023-06-22T12:47:26.659" v="2099" actId="478"/>
          <ac:cxnSpMkLst>
            <pc:docMk/>
            <pc:sldMk cId="1107447613" sldId="310"/>
            <ac:cxnSpMk id="149" creationId="{751AC11D-DE09-3DA6-CC3F-9EA0AA9DCF20}"/>
          </ac:cxnSpMkLst>
        </pc:cxnChg>
        <pc:cxnChg chg="del mod">
          <ac:chgData name="Malte Heithoff" userId="92960225c14ac204" providerId="LiveId" clId="{9F38C4C6-987C-44CB-9A80-B21BEFCAFD47}" dt="2023-06-22T12:47:20.377" v="2096" actId="478"/>
          <ac:cxnSpMkLst>
            <pc:docMk/>
            <pc:sldMk cId="1107447613" sldId="310"/>
            <ac:cxnSpMk id="153" creationId="{72DC639A-1613-A14D-DF3B-A45081147065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159" creationId="{030D9945-9019-551D-A4FE-41A4CEB027E5}"/>
          </ac:cxnSpMkLst>
        </pc:cxnChg>
        <pc:cxnChg chg="del mod">
          <ac:chgData name="Malte Heithoff" userId="92960225c14ac204" providerId="LiveId" clId="{9F38C4C6-987C-44CB-9A80-B21BEFCAFD47}" dt="2023-06-22T12:47:13.485" v="2093" actId="478"/>
          <ac:cxnSpMkLst>
            <pc:docMk/>
            <pc:sldMk cId="1107447613" sldId="310"/>
            <ac:cxnSpMk id="166" creationId="{823F0E8F-A49F-617F-E19A-51729DCDAB4D}"/>
          </ac:cxnSpMkLst>
        </pc:cxnChg>
        <pc:cxnChg chg="del mod">
          <ac:chgData name="Malte Heithoff" userId="92960225c14ac204" providerId="LiveId" clId="{9F38C4C6-987C-44CB-9A80-B21BEFCAFD47}" dt="2023-06-22T12:47:18.808" v="2095" actId="478"/>
          <ac:cxnSpMkLst>
            <pc:docMk/>
            <pc:sldMk cId="1107447613" sldId="310"/>
            <ac:cxnSpMk id="171" creationId="{F2D39597-3C36-444A-11B8-F0E9F9400E91}"/>
          </ac:cxnSpMkLst>
        </pc:cxnChg>
        <pc:cxnChg chg="del mod">
          <ac:chgData name="Malte Heithoff" userId="92960225c14ac204" providerId="LiveId" clId="{9F38C4C6-987C-44CB-9A80-B21BEFCAFD47}" dt="2023-06-22T12:47:12.398" v="2092" actId="478"/>
          <ac:cxnSpMkLst>
            <pc:docMk/>
            <pc:sldMk cId="1107447613" sldId="310"/>
            <ac:cxnSpMk id="180" creationId="{E9D4EDD7-CB05-DB76-C990-C41DB51F3B10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186" creationId="{E2566A95-82D2-F965-D04D-290B087347F7}"/>
          </ac:cxnSpMkLst>
        </pc:cxnChg>
        <pc:cxnChg chg="add del mod">
          <ac:chgData name="Malte Heithoff" userId="92960225c14ac204" providerId="LiveId" clId="{9F38C4C6-987C-44CB-9A80-B21BEFCAFD47}" dt="2023-06-22T12:52:43.836" v="2247" actId="478"/>
          <ac:cxnSpMkLst>
            <pc:docMk/>
            <pc:sldMk cId="1107447613" sldId="310"/>
            <ac:cxnSpMk id="192" creationId="{462D19FF-B418-A914-8BB0-4DAB8EDE2223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200" creationId="{9F68DD10-E3E1-E7E4-0704-4F4BEE85360D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203" creationId="{4DF13B7E-4514-8D41-9DA8-0E4C0E478315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206" creationId="{6947B75E-65FC-6B59-2E5E-5444ADBE4623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209" creationId="{D249D6FD-E908-5FD4-5540-CD465918A1A9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212" creationId="{CBAC3719-C914-7B30-F071-E2C362759D40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215" creationId="{0D3A3CA0-75FB-DE18-D56E-2F8B2EB6E061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218" creationId="{DF8A46C7-E817-DE8D-3FEC-D99BD0D11905}"/>
          </ac:cxnSpMkLst>
        </pc:cxnChg>
        <pc:cxnChg chg="add mod">
          <ac:chgData name="Malte Heithoff" userId="92960225c14ac204" providerId="LiveId" clId="{9F38C4C6-987C-44CB-9A80-B21BEFCAFD47}" dt="2023-06-22T12:54:44.682" v="2281" actId="1076"/>
          <ac:cxnSpMkLst>
            <pc:docMk/>
            <pc:sldMk cId="1107447613" sldId="310"/>
            <ac:cxnSpMk id="221" creationId="{E8B8C5DB-9C17-FDC3-1B1F-671C5B66F4AE}"/>
          </ac:cxnSpMkLst>
        </pc:cxnChg>
      </pc:sldChg>
      <pc:sldChg chg="del">
        <pc:chgData name="Malte Heithoff" userId="92960225c14ac204" providerId="LiveId" clId="{9F38C4C6-987C-44CB-9A80-B21BEFCAFD47}" dt="2023-06-22T12:42:59.623" v="1999" actId="47"/>
        <pc:sldMkLst>
          <pc:docMk/>
          <pc:sldMk cId="2795395571" sldId="311"/>
        </pc:sldMkLst>
      </pc:sldChg>
      <pc:sldChg chg="addSp delSp modSp add del mod">
        <pc:chgData name="Malte Heithoff" userId="92960225c14ac204" providerId="LiveId" clId="{9F38C4C6-987C-44CB-9A80-B21BEFCAFD47}" dt="2023-06-22T12:39:03.242" v="1938" actId="47"/>
        <pc:sldMkLst>
          <pc:docMk/>
          <pc:sldMk cId="3891321185" sldId="312"/>
        </pc:sldMkLst>
        <pc:spChg chg="add del mod">
          <ac:chgData name="Malte Heithoff" userId="92960225c14ac204" providerId="LiveId" clId="{9F38C4C6-987C-44CB-9A80-B21BEFCAFD47}" dt="2023-06-22T10:32:15.711" v="114" actId="478"/>
          <ac:spMkLst>
            <pc:docMk/>
            <pc:sldMk cId="3891321185" sldId="312"/>
            <ac:spMk id="7" creationId="{CEADEF61-E423-E6C4-E1C0-B030964A3707}"/>
          </ac:spMkLst>
        </pc:spChg>
        <pc:spChg chg="mod topLvl">
          <ac:chgData name="Malte Heithoff" userId="92960225c14ac204" providerId="LiveId" clId="{9F38C4C6-987C-44CB-9A80-B21BEFCAFD47}" dt="2023-06-22T10:28:15.174" v="37" actId="164"/>
          <ac:spMkLst>
            <pc:docMk/>
            <pc:sldMk cId="3891321185" sldId="312"/>
            <ac:spMk id="9" creationId="{46BB8482-0F1B-81DA-0976-056A7DEC5529}"/>
          </ac:spMkLst>
        </pc:spChg>
        <pc:spChg chg="mod topLvl">
          <ac:chgData name="Malte Heithoff" userId="92960225c14ac204" providerId="LiveId" clId="{9F38C4C6-987C-44CB-9A80-B21BEFCAFD47}" dt="2023-06-22T10:28:15.174" v="37" actId="164"/>
          <ac:spMkLst>
            <pc:docMk/>
            <pc:sldMk cId="3891321185" sldId="312"/>
            <ac:spMk id="10" creationId="{C8264E38-46F7-624F-A8EB-0C3E86F9FC92}"/>
          </ac:spMkLst>
        </pc:spChg>
        <pc:spChg chg="add del mod">
          <ac:chgData name="Malte Heithoff" userId="92960225c14ac204" providerId="LiveId" clId="{9F38C4C6-987C-44CB-9A80-B21BEFCAFD47}" dt="2023-06-22T10:32:15.711" v="114" actId="478"/>
          <ac:spMkLst>
            <pc:docMk/>
            <pc:sldMk cId="3891321185" sldId="312"/>
            <ac:spMk id="12" creationId="{F03CFF01-6305-A377-DB97-E37E3174A6A6}"/>
          </ac:spMkLst>
        </pc:spChg>
        <pc:spChg chg="mod">
          <ac:chgData name="Malte Heithoff" userId="92960225c14ac204" providerId="LiveId" clId="{9F38C4C6-987C-44CB-9A80-B21BEFCAFD47}" dt="2023-06-22T10:28:15.174" v="37" actId="164"/>
          <ac:spMkLst>
            <pc:docMk/>
            <pc:sldMk cId="3891321185" sldId="312"/>
            <ac:spMk id="13" creationId="{669B18E3-F18B-35CA-31EB-CDBC7D22B1FD}"/>
          </ac:spMkLst>
        </pc:spChg>
        <pc:spChg chg="mod">
          <ac:chgData name="Malte Heithoff" userId="92960225c14ac204" providerId="LiveId" clId="{9F38C4C6-987C-44CB-9A80-B21BEFCAFD47}" dt="2023-06-22T10:32:56.188" v="122" actId="1076"/>
          <ac:spMkLst>
            <pc:docMk/>
            <pc:sldMk cId="3891321185" sldId="312"/>
            <ac:spMk id="18" creationId="{8BF9FD72-8725-7F5C-7EE3-944287E186CE}"/>
          </ac:spMkLst>
        </pc:spChg>
        <pc:spChg chg="mod">
          <ac:chgData name="Malte Heithoff" userId="92960225c14ac204" providerId="LiveId" clId="{9F38C4C6-987C-44CB-9A80-B21BEFCAFD47}" dt="2023-06-22T10:32:56.188" v="122" actId="1076"/>
          <ac:spMkLst>
            <pc:docMk/>
            <pc:sldMk cId="3891321185" sldId="312"/>
            <ac:spMk id="19" creationId="{4C639697-94A3-622A-025B-34A8FC9FC1A1}"/>
          </ac:spMkLst>
        </pc:spChg>
        <pc:spChg chg="mod">
          <ac:chgData name="Malte Heithoff" userId="92960225c14ac204" providerId="LiveId" clId="{9F38C4C6-987C-44CB-9A80-B21BEFCAFD47}" dt="2023-06-22T10:32:56.188" v="122" actId="1076"/>
          <ac:spMkLst>
            <pc:docMk/>
            <pc:sldMk cId="3891321185" sldId="312"/>
            <ac:spMk id="25" creationId="{2D8B6393-F4F3-873D-AE16-A8E47C4A156B}"/>
          </ac:spMkLst>
        </pc:spChg>
        <pc:spChg chg="mod">
          <ac:chgData name="Malte Heithoff" userId="92960225c14ac204" providerId="LiveId" clId="{9F38C4C6-987C-44CB-9A80-B21BEFCAFD47}" dt="2023-06-22T10:33:03.300" v="124"/>
          <ac:spMkLst>
            <pc:docMk/>
            <pc:sldMk cId="3891321185" sldId="312"/>
            <ac:spMk id="34" creationId="{A06FA7B4-31E2-C782-0C30-FABD4DC2D1DE}"/>
          </ac:spMkLst>
        </pc:spChg>
        <pc:spChg chg="mod">
          <ac:chgData name="Malte Heithoff" userId="92960225c14ac204" providerId="LiveId" clId="{9F38C4C6-987C-44CB-9A80-B21BEFCAFD47}" dt="2023-06-22T10:33:03.300" v="124"/>
          <ac:spMkLst>
            <pc:docMk/>
            <pc:sldMk cId="3891321185" sldId="312"/>
            <ac:spMk id="35" creationId="{E76B431D-AA86-0652-7D9F-56F53A68158B}"/>
          </ac:spMkLst>
        </pc:spChg>
        <pc:spChg chg="mod">
          <ac:chgData name="Malte Heithoff" userId="92960225c14ac204" providerId="LiveId" clId="{9F38C4C6-987C-44CB-9A80-B21BEFCAFD47}" dt="2023-06-22T10:32:56.188" v="122" actId="1076"/>
          <ac:spMkLst>
            <pc:docMk/>
            <pc:sldMk cId="3891321185" sldId="312"/>
            <ac:spMk id="43" creationId="{D62E8491-E612-3D20-1274-FD2B32D66995}"/>
          </ac:spMkLst>
        </pc:spChg>
        <pc:spChg chg="mod">
          <ac:chgData name="Malte Heithoff" userId="92960225c14ac204" providerId="LiveId" clId="{9F38C4C6-987C-44CB-9A80-B21BEFCAFD47}" dt="2023-06-22T10:32:56.188" v="122" actId="1076"/>
          <ac:spMkLst>
            <pc:docMk/>
            <pc:sldMk cId="3891321185" sldId="312"/>
            <ac:spMk id="44" creationId="{D7C28CE5-E456-EE57-8CC7-D39DD652318B}"/>
          </ac:spMkLst>
        </pc:spChg>
        <pc:spChg chg="add mod">
          <ac:chgData name="Malte Heithoff" userId="92960225c14ac204" providerId="LiveId" clId="{9F38C4C6-987C-44CB-9A80-B21BEFCAFD47}" dt="2023-06-22T10:34:21.992" v="160" actId="1076"/>
          <ac:spMkLst>
            <pc:docMk/>
            <pc:sldMk cId="3891321185" sldId="312"/>
            <ac:spMk id="47" creationId="{7C108E13-5329-696A-D2CC-8C78F9F0E1BD}"/>
          </ac:spMkLst>
        </pc:spChg>
        <pc:spChg chg="mod">
          <ac:chgData name="Malte Heithoff" userId="92960225c14ac204" providerId="LiveId" clId="{9F38C4C6-987C-44CB-9A80-B21BEFCAFD47}" dt="2023-06-22T10:33:28.409" v="133" actId="1076"/>
          <ac:spMkLst>
            <pc:docMk/>
            <pc:sldMk cId="3891321185" sldId="312"/>
            <ac:spMk id="48" creationId="{EB9C2049-3E0F-BB16-73D1-F7CC8CE0239E}"/>
          </ac:spMkLst>
        </pc:spChg>
        <pc:spChg chg="add">
          <ac:chgData name="Malte Heithoff" userId="92960225c14ac204" providerId="LiveId" clId="{9F38C4C6-987C-44CB-9A80-B21BEFCAFD47}" dt="2023-06-22T10:34:18.911" v="159" actId="11529"/>
          <ac:spMkLst>
            <pc:docMk/>
            <pc:sldMk cId="3891321185" sldId="312"/>
            <ac:spMk id="49" creationId="{FB126EA5-F49E-C6A2-0259-21FB6918871A}"/>
          </ac:spMkLst>
        </pc:spChg>
        <pc:spChg chg="mod">
          <ac:chgData name="Malte Heithoff" userId="92960225c14ac204" providerId="LiveId" clId="{9F38C4C6-987C-44CB-9A80-B21BEFCAFD47}" dt="2023-06-22T10:33:31.530" v="134" actId="1076"/>
          <ac:spMkLst>
            <pc:docMk/>
            <pc:sldMk cId="3891321185" sldId="312"/>
            <ac:spMk id="60" creationId="{B08E6136-67A1-67D7-E59A-F2CA21D4D5A4}"/>
          </ac:spMkLst>
        </pc:spChg>
        <pc:spChg chg="mod">
          <ac:chgData name="Malte Heithoff" userId="92960225c14ac204" providerId="LiveId" clId="{9F38C4C6-987C-44CB-9A80-B21BEFCAFD47}" dt="2023-06-22T10:33:25.750" v="132" actId="1076"/>
          <ac:spMkLst>
            <pc:docMk/>
            <pc:sldMk cId="3891321185" sldId="312"/>
            <ac:spMk id="94" creationId="{C7B1BC0A-BEEA-6D71-5C85-C2DE91955331}"/>
          </ac:spMkLst>
        </pc:spChg>
        <pc:spChg chg="mod">
          <ac:chgData name="Malte Heithoff" userId="92960225c14ac204" providerId="LiveId" clId="{9F38C4C6-987C-44CB-9A80-B21BEFCAFD47}" dt="2023-06-22T10:32:56.188" v="122" actId="1076"/>
          <ac:spMkLst>
            <pc:docMk/>
            <pc:sldMk cId="3891321185" sldId="312"/>
            <ac:spMk id="101" creationId="{41F8518A-ABD4-BB6B-ADD5-4CCAFDBD0C45}"/>
          </ac:spMkLst>
        </pc:spChg>
        <pc:spChg chg="mod">
          <ac:chgData name="Malte Heithoff" userId="92960225c14ac204" providerId="LiveId" clId="{9F38C4C6-987C-44CB-9A80-B21BEFCAFD47}" dt="2023-06-22T10:33:45.229" v="136" actId="1076"/>
          <ac:spMkLst>
            <pc:docMk/>
            <pc:sldMk cId="3891321185" sldId="312"/>
            <ac:spMk id="102" creationId="{B6265B6D-0E4D-F995-0BE0-5402BEE01A5C}"/>
          </ac:spMkLst>
        </pc:spChg>
        <pc:spChg chg="mod">
          <ac:chgData name="Malte Heithoff" userId="92960225c14ac204" providerId="LiveId" clId="{9F38C4C6-987C-44CB-9A80-B21BEFCAFD47}" dt="2023-06-22T10:31:51.956" v="110" actId="20577"/>
          <ac:spMkLst>
            <pc:docMk/>
            <pc:sldMk cId="3891321185" sldId="312"/>
            <ac:spMk id="115" creationId="{BCDCEE07-AC54-57AF-0131-EA4C5B31F62C}"/>
          </ac:spMkLst>
        </pc:spChg>
        <pc:spChg chg="mod">
          <ac:chgData name="Malte Heithoff" userId="92960225c14ac204" providerId="LiveId" clId="{9F38C4C6-987C-44CB-9A80-B21BEFCAFD47}" dt="2023-06-22T10:31:46.228" v="103" actId="20577"/>
          <ac:spMkLst>
            <pc:docMk/>
            <pc:sldMk cId="3891321185" sldId="312"/>
            <ac:spMk id="117" creationId="{DC4BA1D5-7FC9-D4E3-C635-519EE7A55543}"/>
          </ac:spMkLst>
        </pc:spChg>
        <pc:spChg chg="mod">
          <ac:chgData name="Malte Heithoff" userId="92960225c14ac204" providerId="LiveId" clId="{9F38C4C6-987C-44CB-9A80-B21BEFCAFD47}" dt="2023-06-22T10:26:38.311" v="10"/>
          <ac:spMkLst>
            <pc:docMk/>
            <pc:sldMk cId="3891321185" sldId="312"/>
            <ac:spMk id="120" creationId="{978AD39C-13C4-A103-D5BB-ADE9F9801086}"/>
          </ac:spMkLst>
        </pc:spChg>
        <pc:spChg chg="mod">
          <ac:chgData name="Malte Heithoff" userId="92960225c14ac204" providerId="LiveId" clId="{9F38C4C6-987C-44CB-9A80-B21BEFCAFD47}" dt="2023-06-22T10:32:56.188" v="122" actId="1076"/>
          <ac:spMkLst>
            <pc:docMk/>
            <pc:sldMk cId="3891321185" sldId="312"/>
            <ac:spMk id="133" creationId="{59B06FA4-BE94-BABC-50A0-9F1923763192}"/>
          </ac:spMkLst>
        </pc:spChg>
        <pc:grpChg chg="del mod">
          <ac:chgData name="Malte Heithoff" userId="92960225c14ac204" providerId="LiveId" clId="{9F38C4C6-987C-44CB-9A80-B21BEFCAFD47}" dt="2023-06-22T10:27:20.383" v="16" actId="165"/>
          <ac:grpSpMkLst>
            <pc:docMk/>
            <pc:sldMk cId="3891321185" sldId="312"/>
            <ac:grpSpMk id="8" creationId="{13FFAC11-8A61-7DD0-F15D-0D8D8173F9DA}"/>
          </ac:grpSpMkLst>
        </pc:grpChg>
        <pc:grpChg chg="add mod">
          <ac:chgData name="Malte Heithoff" userId="92960225c14ac204" providerId="LiveId" clId="{9F38C4C6-987C-44CB-9A80-B21BEFCAFD47}" dt="2023-06-22T10:32:56.188" v="122" actId="1076"/>
          <ac:grpSpMkLst>
            <pc:docMk/>
            <pc:sldMk cId="3891321185" sldId="312"/>
            <ac:grpSpMk id="15" creationId="{C6321E0A-2ADC-F3FE-0297-719949CCDFC2}"/>
          </ac:grpSpMkLst>
        </pc:grpChg>
        <pc:grpChg chg="mod">
          <ac:chgData name="Malte Heithoff" userId="92960225c14ac204" providerId="LiveId" clId="{9F38C4C6-987C-44CB-9A80-B21BEFCAFD47}" dt="2023-06-22T10:33:03.300" v="124"/>
          <ac:grpSpMkLst>
            <pc:docMk/>
            <pc:sldMk cId="3891321185" sldId="312"/>
            <ac:grpSpMk id="33" creationId="{6AD637C6-E46F-9CFF-E752-4EAB5B5B3027}"/>
          </ac:grpSpMkLst>
        </pc:grpChg>
        <pc:grpChg chg="mod">
          <ac:chgData name="Malte Heithoff" userId="92960225c14ac204" providerId="LiveId" clId="{9F38C4C6-987C-44CB-9A80-B21BEFCAFD47}" dt="2023-06-22T10:32:56.188" v="122" actId="1076"/>
          <ac:grpSpMkLst>
            <pc:docMk/>
            <pc:sldMk cId="3891321185" sldId="312"/>
            <ac:grpSpMk id="114" creationId="{F0B34F4B-63B8-77D7-0CE5-8682457589B5}"/>
          </ac:grpSpMkLst>
        </pc:grpChg>
        <pc:grpChg chg="mod">
          <ac:chgData name="Malte Heithoff" userId="92960225c14ac204" providerId="LiveId" clId="{9F38C4C6-987C-44CB-9A80-B21BEFCAFD47}" dt="2023-06-22T10:32:56.188" v="122" actId="1076"/>
          <ac:grpSpMkLst>
            <pc:docMk/>
            <pc:sldMk cId="3891321185" sldId="312"/>
            <ac:grpSpMk id="116" creationId="{75AED39F-0E7F-85E1-75DA-EEFCA633469C}"/>
          </ac:grpSpMkLst>
        </pc:grpChg>
        <pc:cxnChg chg="add mod">
          <ac:chgData name="Malte Heithoff" userId="92960225c14ac204" providerId="LiveId" clId="{9F38C4C6-987C-44CB-9A80-B21BEFCAFD47}" dt="2023-06-22T10:32:56.188" v="122" actId="1076"/>
          <ac:cxnSpMkLst>
            <pc:docMk/>
            <pc:sldMk cId="3891321185" sldId="312"/>
            <ac:cxnSpMk id="6" creationId="{9B6F3879-B6C4-97A8-0CE2-531E3A780374}"/>
          </ac:cxnSpMkLst>
        </pc:cxnChg>
        <pc:cxnChg chg="del mod">
          <ac:chgData name="Malte Heithoff" userId="92960225c14ac204" providerId="LiveId" clId="{9F38C4C6-987C-44CB-9A80-B21BEFCAFD47}" dt="2023-06-22T10:26:44.416" v="12" actId="478"/>
          <ac:cxnSpMkLst>
            <pc:docMk/>
            <pc:sldMk cId="3891321185" sldId="312"/>
            <ac:cxnSpMk id="11" creationId="{8B18E54A-3B2E-4E1D-9187-3036AEEC0CBE}"/>
          </ac:cxnSpMkLst>
        </pc:cxnChg>
        <pc:cxnChg chg="mod">
          <ac:chgData name="Malte Heithoff" userId="92960225c14ac204" providerId="LiveId" clId="{9F38C4C6-987C-44CB-9A80-B21BEFCAFD47}" dt="2023-06-22T10:32:56.188" v="122" actId="1076"/>
          <ac:cxnSpMkLst>
            <pc:docMk/>
            <pc:sldMk cId="3891321185" sldId="312"/>
            <ac:cxnSpMk id="14" creationId="{D5EB6D2E-7A88-6871-34ED-6DFBA29845DF}"/>
          </ac:cxnSpMkLst>
        </pc:cxnChg>
        <pc:cxnChg chg="add mod">
          <ac:chgData name="Malte Heithoff" userId="92960225c14ac204" providerId="LiveId" clId="{9F38C4C6-987C-44CB-9A80-B21BEFCAFD47}" dt="2023-06-22T10:33:22.181" v="131" actId="14100"/>
          <ac:cxnSpMkLst>
            <pc:docMk/>
            <pc:sldMk cId="3891321185" sldId="312"/>
            <ac:cxnSpMk id="39" creationId="{11471020-0832-794E-68A4-355AED51B2BF}"/>
          </ac:cxnSpMkLst>
        </pc:cxnChg>
        <pc:cxnChg chg="del mod">
          <ac:chgData name="Malte Heithoff" userId="92960225c14ac204" providerId="LiveId" clId="{9F38C4C6-987C-44CB-9A80-B21BEFCAFD47}" dt="2023-06-22T10:33:06.369" v="125" actId="478"/>
          <ac:cxnSpMkLst>
            <pc:docMk/>
            <pc:sldMk cId="3891321185" sldId="312"/>
            <ac:cxnSpMk id="88" creationId="{C9E06919-6D55-7526-1DE2-979A3D9D51D7}"/>
          </ac:cxnSpMkLst>
        </pc:cxnChg>
        <pc:cxnChg chg="mod">
          <ac:chgData name="Malte Heithoff" userId="92960225c14ac204" providerId="LiveId" clId="{9F38C4C6-987C-44CB-9A80-B21BEFCAFD47}" dt="2023-06-22T10:32:56.188" v="122" actId="1076"/>
          <ac:cxnSpMkLst>
            <pc:docMk/>
            <pc:sldMk cId="3891321185" sldId="312"/>
            <ac:cxnSpMk id="119" creationId="{405D44BB-A084-FC45-8A7B-D8543605AB1E}"/>
          </ac:cxnSpMkLst>
        </pc:cxnChg>
        <pc:cxnChg chg="mod">
          <ac:chgData name="Malte Heithoff" userId="92960225c14ac204" providerId="LiveId" clId="{9F38C4C6-987C-44CB-9A80-B21BEFCAFD47}" dt="2023-06-22T10:32:56.188" v="122" actId="1076"/>
          <ac:cxnSpMkLst>
            <pc:docMk/>
            <pc:sldMk cId="3891321185" sldId="312"/>
            <ac:cxnSpMk id="123" creationId="{D70DCB5D-C1F5-776F-B968-9A10E36F684B}"/>
          </ac:cxnSpMkLst>
        </pc:cxnChg>
        <pc:cxnChg chg="mod">
          <ac:chgData name="Malte Heithoff" userId="92960225c14ac204" providerId="LiveId" clId="{9F38C4C6-987C-44CB-9A80-B21BEFCAFD47}" dt="2023-06-22T10:33:34.660" v="135" actId="14100"/>
          <ac:cxnSpMkLst>
            <pc:docMk/>
            <pc:sldMk cId="3891321185" sldId="312"/>
            <ac:cxnSpMk id="155" creationId="{4AF36227-01AB-252A-B3E0-A9725F04415D}"/>
          </ac:cxnSpMkLst>
        </pc:cxnChg>
      </pc:sldChg>
      <pc:sldChg chg="addSp delSp modSp add mod">
        <pc:chgData name="Malte Heithoff" userId="92960225c14ac204" providerId="LiveId" clId="{9F38C4C6-987C-44CB-9A80-B21BEFCAFD47}" dt="2023-06-22T12:42:08.942" v="1996"/>
        <pc:sldMkLst>
          <pc:docMk/>
          <pc:sldMk cId="3748212307" sldId="313"/>
        </pc:sldMkLst>
        <pc:spChg chg="add 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2" creationId="{7214BEEF-CED6-8256-8E59-F10A0E90B25F}"/>
          </ac:spMkLst>
        </pc:spChg>
        <pc:spChg chg="add 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4" creationId="{54A588B2-CDDF-BF08-C500-7E331BA4595C}"/>
          </ac:spMkLst>
        </pc:spChg>
        <pc:spChg chg="add 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7" creationId="{C58BDF81-50EA-2863-7FFE-9040D7DAF19F}"/>
          </ac:spMkLst>
        </pc:spChg>
        <pc:spChg chg="add 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11" creationId="{991CBB20-7B69-0CE5-429F-8F3E7ED6E8FD}"/>
          </ac:spMkLst>
        </pc:spChg>
        <pc:spChg chg="add del mod">
          <ac:chgData name="Malte Heithoff" userId="92960225c14ac204" providerId="LiveId" clId="{9F38C4C6-987C-44CB-9A80-B21BEFCAFD47}" dt="2023-06-22T10:40:03.001" v="232" actId="478"/>
          <ac:spMkLst>
            <pc:docMk/>
            <pc:sldMk cId="3748212307" sldId="313"/>
            <ac:spMk id="12" creationId="{51356C4F-9301-C95E-A496-967FB06F8680}"/>
          </ac:spMkLst>
        </pc:spChg>
        <pc:spChg chg="add 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16" creationId="{476753AD-EFAE-673F-7274-E8EF10EBF004}"/>
          </ac:spMkLst>
        </pc:spChg>
        <pc:spChg chg="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18" creationId="{8BF9FD72-8725-7F5C-7EE3-944287E186CE}"/>
          </ac:spMkLst>
        </pc:spChg>
        <pc:spChg chg="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19" creationId="{4C639697-94A3-622A-025B-34A8FC9FC1A1}"/>
          </ac:spMkLst>
        </pc:spChg>
        <pc:spChg chg="mod">
          <ac:chgData name="Malte Heithoff" userId="92960225c14ac204" providerId="LiveId" clId="{9F38C4C6-987C-44CB-9A80-B21BEFCAFD47}" dt="2023-06-22T10:55:15.102" v="1061" actId="403"/>
          <ac:spMkLst>
            <pc:docMk/>
            <pc:sldMk cId="3748212307" sldId="313"/>
            <ac:spMk id="20" creationId="{E4267D01-7F46-2242-DBDF-50CA0A853CFE}"/>
          </ac:spMkLst>
        </pc:spChg>
        <pc:spChg chg="mod">
          <ac:chgData name="Malte Heithoff" userId="92960225c14ac204" providerId="LiveId" clId="{9F38C4C6-987C-44CB-9A80-B21BEFCAFD47}" dt="2023-06-22T10:55:15.102" v="1061" actId="403"/>
          <ac:spMkLst>
            <pc:docMk/>
            <pc:sldMk cId="3748212307" sldId="313"/>
            <ac:spMk id="22" creationId="{B704156C-B5FD-76E5-0566-2B93C9DEB949}"/>
          </ac:spMkLst>
        </pc:spChg>
        <pc:spChg chg="mod">
          <ac:chgData name="Malte Heithoff" userId="92960225c14ac204" providerId="LiveId" clId="{9F38C4C6-987C-44CB-9A80-B21BEFCAFD47}" dt="2023-06-22T10:55:15.102" v="1061" actId="403"/>
          <ac:spMkLst>
            <pc:docMk/>
            <pc:sldMk cId="3748212307" sldId="313"/>
            <ac:spMk id="23" creationId="{5FB3544A-41A6-68CA-45A7-97B45C043CEB}"/>
          </ac:spMkLst>
        </pc:spChg>
        <pc:spChg chg="del mod">
          <ac:chgData name="Malte Heithoff" userId="92960225c14ac204" providerId="LiveId" clId="{9F38C4C6-987C-44CB-9A80-B21BEFCAFD47}" dt="2023-06-22T12:42:08.094" v="1995" actId="478"/>
          <ac:spMkLst>
            <pc:docMk/>
            <pc:sldMk cId="3748212307" sldId="313"/>
            <ac:spMk id="25" creationId="{2D8B6393-F4F3-873D-AE16-A8E47C4A156B}"/>
          </ac:spMkLst>
        </pc:spChg>
        <pc:spChg chg="mod">
          <ac:chgData name="Malte Heithoff" userId="92960225c14ac204" providerId="LiveId" clId="{9F38C4C6-987C-44CB-9A80-B21BEFCAFD47}" dt="2023-06-22T10:55:15.102" v="1061" actId="403"/>
          <ac:spMkLst>
            <pc:docMk/>
            <pc:sldMk cId="3748212307" sldId="313"/>
            <ac:spMk id="27" creationId="{6F873346-6A64-D07A-39CA-BB78A9C86BFE}"/>
          </ac:spMkLst>
        </pc:spChg>
        <pc:spChg chg="mod">
          <ac:chgData name="Malte Heithoff" userId="92960225c14ac204" providerId="LiveId" clId="{9F38C4C6-987C-44CB-9A80-B21BEFCAFD47}" dt="2023-06-22T10:55:15.102" v="1061" actId="403"/>
          <ac:spMkLst>
            <pc:docMk/>
            <pc:sldMk cId="3748212307" sldId="313"/>
            <ac:spMk id="29" creationId="{320834BF-5A8F-3BDA-7FE6-3196DB7E24AE}"/>
          </ac:spMkLst>
        </pc:spChg>
        <pc:spChg chg="mod">
          <ac:chgData name="Malte Heithoff" userId="92960225c14ac204" providerId="LiveId" clId="{9F38C4C6-987C-44CB-9A80-B21BEFCAFD47}" dt="2023-06-22T10:55:15.102" v="1061" actId="403"/>
          <ac:spMkLst>
            <pc:docMk/>
            <pc:sldMk cId="3748212307" sldId="313"/>
            <ac:spMk id="30" creationId="{46187CAC-4FDE-D15B-37D9-81B8CCF4E8BC}"/>
          </ac:spMkLst>
        </pc:spChg>
        <pc:spChg chg="mod">
          <ac:chgData name="Malte Heithoff" userId="92960225c14ac204" providerId="LiveId" clId="{9F38C4C6-987C-44CB-9A80-B21BEFCAFD47}" dt="2023-06-22T10:55:15.102" v="1061" actId="403"/>
          <ac:spMkLst>
            <pc:docMk/>
            <pc:sldMk cId="3748212307" sldId="313"/>
            <ac:spMk id="31" creationId="{6EE6D705-2650-E1AD-9B3E-DF881F46EF0C}"/>
          </ac:spMkLst>
        </pc:spChg>
        <pc:spChg chg="mod">
          <ac:chgData name="Malte Heithoff" userId="92960225c14ac204" providerId="LiveId" clId="{9F38C4C6-987C-44CB-9A80-B21BEFCAFD47}" dt="2023-06-22T10:55:15.102" v="1061" actId="403"/>
          <ac:spMkLst>
            <pc:docMk/>
            <pc:sldMk cId="3748212307" sldId="313"/>
            <ac:spMk id="32" creationId="{C885A525-12BA-7DCA-9B69-399F6343DD41}"/>
          </ac:spMkLst>
        </pc:spChg>
        <pc:spChg chg="add 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36" creationId="{3D6B1652-6A68-DF38-ED65-8B0E18026594}"/>
          </ac:spMkLst>
        </pc:spChg>
        <pc:spChg chg="add 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37" creationId="{BC2414C6-E13E-47D2-559D-F5FF515E2283}"/>
          </ac:spMkLst>
        </pc:spChg>
        <pc:spChg chg="add 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38" creationId="{93B9C386-50A6-D8AA-DB69-E59C26B3536F}"/>
          </ac:spMkLst>
        </pc:spChg>
        <pc:spChg chg="add 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40" creationId="{4B598888-117E-BBFC-2B0A-BC1D4D99FB37}"/>
          </ac:spMkLst>
        </pc:spChg>
        <pc:spChg chg="add 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41" creationId="{F63EA022-D7CF-CE7D-108F-0DB3143D895A}"/>
          </ac:spMkLst>
        </pc:spChg>
        <pc:spChg chg="add 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42" creationId="{D5C65CC0-8157-1536-D593-8C0F951A8C56}"/>
          </ac:spMkLst>
        </pc:spChg>
        <pc:spChg chg="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43" creationId="{D62E8491-E612-3D20-1274-FD2B32D66995}"/>
          </ac:spMkLst>
        </pc:spChg>
        <pc:spChg chg="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44" creationId="{D7C28CE5-E456-EE57-8CC7-D39DD652318B}"/>
          </ac:spMkLst>
        </pc:spChg>
        <pc:spChg chg="add del mod">
          <ac:chgData name="Malte Heithoff" userId="92960225c14ac204" providerId="LiveId" clId="{9F38C4C6-987C-44CB-9A80-B21BEFCAFD47}" dt="2023-06-22T10:54:12.117" v="1040" actId="478"/>
          <ac:spMkLst>
            <pc:docMk/>
            <pc:sldMk cId="3748212307" sldId="313"/>
            <ac:spMk id="45" creationId="{ED13F6A0-5273-086A-0CDF-F742A3E2615A}"/>
          </ac:spMkLst>
        </pc:spChg>
        <pc:spChg chg="add 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46" creationId="{58492A76-9CA3-175F-55E6-5D021A9A485B}"/>
          </ac:spMkLst>
        </pc:spChg>
        <pc:spChg chg="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47" creationId="{7C108E13-5329-696A-D2CC-8C78F9F0E1BD}"/>
          </ac:spMkLst>
        </pc:spChg>
        <pc:spChg chg="mod">
          <ac:chgData name="Malte Heithoff" userId="92960225c14ac204" providerId="LiveId" clId="{9F38C4C6-987C-44CB-9A80-B21BEFCAFD47}" dt="2023-06-22T12:39:29.783" v="1940" actId="404"/>
          <ac:spMkLst>
            <pc:docMk/>
            <pc:sldMk cId="3748212307" sldId="313"/>
            <ac:spMk id="48" creationId="{EB9C2049-3E0F-BB16-73D1-F7CC8CE0239E}"/>
          </ac:spMkLst>
        </pc:spChg>
        <pc:spChg chg="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49" creationId="{FB126EA5-F49E-C6A2-0259-21FB6918871A}"/>
          </ac:spMkLst>
        </pc:spChg>
        <pc:spChg chg="add mod">
          <ac:chgData name="Malte Heithoff" userId="92960225c14ac204" providerId="LiveId" clId="{9F38C4C6-987C-44CB-9A80-B21BEFCAFD47}" dt="2023-06-22T10:55:45.077" v="1072" actId="20577"/>
          <ac:spMkLst>
            <pc:docMk/>
            <pc:sldMk cId="3748212307" sldId="313"/>
            <ac:spMk id="50" creationId="{22EA256B-D03B-DCED-0903-25B6AFC24B3B}"/>
          </ac:spMkLst>
        </pc:spChg>
        <pc:spChg chg="add mod">
          <ac:chgData name="Malte Heithoff" userId="92960225c14ac204" providerId="LiveId" clId="{9F38C4C6-987C-44CB-9A80-B21BEFCAFD47}" dt="2023-06-22T12:42:08.942" v="1996"/>
          <ac:spMkLst>
            <pc:docMk/>
            <pc:sldMk cId="3748212307" sldId="313"/>
            <ac:spMk id="51" creationId="{511293FF-5ECA-DE6D-A539-A364F0A2785F}"/>
          </ac:spMkLst>
        </pc:spChg>
        <pc:spChg chg="mod">
          <ac:chgData name="Malte Heithoff" userId="92960225c14ac204" providerId="LiveId" clId="{9F38C4C6-987C-44CB-9A80-B21BEFCAFD47}" dt="2023-06-22T10:55:38.029" v="1068" actId="1076"/>
          <ac:spMkLst>
            <pc:docMk/>
            <pc:sldMk cId="3748212307" sldId="313"/>
            <ac:spMk id="60" creationId="{B08E6136-67A1-67D7-E59A-F2CA21D4D5A4}"/>
          </ac:spMkLst>
        </pc:spChg>
        <pc:spChg chg="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94" creationId="{C7B1BC0A-BEEA-6D71-5C85-C2DE91955331}"/>
          </ac:spMkLst>
        </pc:spChg>
        <pc:spChg chg="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101" creationId="{41F8518A-ABD4-BB6B-ADD5-4CCAFDBD0C45}"/>
          </ac:spMkLst>
        </pc:spChg>
        <pc:spChg chg="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102" creationId="{B6265B6D-0E4D-F995-0BE0-5402BEE01A5C}"/>
          </ac:spMkLst>
        </pc:spChg>
        <pc:spChg chg="mod">
          <ac:chgData name="Malte Heithoff" userId="92960225c14ac204" providerId="LiveId" clId="{9F38C4C6-987C-44CB-9A80-B21BEFCAFD47}" dt="2023-06-22T12:23:58.528" v="1407" actId="5793"/>
          <ac:spMkLst>
            <pc:docMk/>
            <pc:sldMk cId="3748212307" sldId="313"/>
            <ac:spMk id="132" creationId="{4A353A47-B1B3-6011-851C-6CCE570C8E9F}"/>
          </ac:spMkLst>
        </pc:spChg>
        <pc:spChg chg="mod">
          <ac:chgData name="Malte Heithoff" userId="92960225c14ac204" providerId="LiveId" clId="{9F38C4C6-987C-44CB-9A80-B21BEFCAFD47}" dt="2023-06-22T12:38:51.441" v="1937" actId="404"/>
          <ac:spMkLst>
            <pc:docMk/>
            <pc:sldMk cId="3748212307" sldId="313"/>
            <ac:spMk id="133" creationId="{59B06FA4-BE94-BABC-50A0-9F1923763192}"/>
          </ac:spMkLst>
        </pc:spChg>
        <pc:grpChg chg="mod">
          <ac:chgData name="Malte Heithoff" userId="92960225c14ac204" providerId="LiveId" clId="{9F38C4C6-987C-44CB-9A80-B21BEFCAFD47}" dt="2023-06-22T10:55:38.029" v="1068" actId="1076"/>
          <ac:grpSpMkLst>
            <pc:docMk/>
            <pc:sldMk cId="3748212307" sldId="313"/>
            <ac:grpSpMk id="15" creationId="{C6321E0A-2ADC-F3FE-0297-719949CCDFC2}"/>
          </ac:grpSpMkLst>
        </pc:grpChg>
        <pc:grpChg chg="add mod">
          <ac:chgData name="Malte Heithoff" userId="92960225c14ac204" providerId="LiveId" clId="{9F38C4C6-987C-44CB-9A80-B21BEFCAFD47}" dt="2023-06-22T10:55:32.319" v="1067" actId="1076"/>
          <ac:grpSpMkLst>
            <pc:docMk/>
            <pc:sldMk cId="3748212307" sldId="313"/>
            <ac:grpSpMk id="17" creationId="{756388CC-8249-48EE-F39D-12C0F55FA234}"/>
          </ac:grpSpMkLst>
        </pc:grpChg>
        <pc:grpChg chg="mod">
          <ac:chgData name="Malte Heithoff" userId="92960225c14ac204" providerId="LiveId" clId="{9F38C4C6-987C-44CB-9A80-B21BEFCAFD47}" dt="2023-06-22T10:55:38.029" v="1068" actId="1076"/>
          <ac:grpSpMkLst>
            <pc:docMk/>
            <pc:sldMk cId="3748212307" sldId="313"/>
            <ac:grpSpMk id="33" creationId="{6AD637C6-E46F-9CFF-E752-4EAB5B5B3027}"/>
          </ac:grpSpMkLst>
        </pc:grpChg>
        <pc:grpChg chg="mod">
          <ac:chgData name="Malte Heithoff" userId="92960225c14ac204" providerId="LiveId" clId="{9F38C4C6-987C-44CB-9A80-B21BEFCAFD47}" dt="2023-06-22T10:55:38.029" v="1068" actId="1076"/>
          <ac:grpSpMkLst>
            <pc:docMk/>
            <pc:sldMk cId="3748212307" sldId="313"/>
            <ac:grpSpMk id="114" creationId="{F0B34F4B-63B8-77D7-0CE5-8682457589B5}"/>
          </ac:grpSpMkLst>
        </pc:grpChg>
        <pc:grpChg chg="mod">
          <ac:chgData name="Malte Heithoff" userId="92960225c14ac204" providerId="LiveId" clId="{9F38C4C6-987C-44CB-9A80-B21BEFCAFD47}" dt="2023-06-22T10:55:38.029" v="1068" actId="1076"/>
          <ac:grpSpMkLst>
            <pc:docMk/>
            <pc:sldMk cId="3748212307" sldId="313"/>
            <ac:grpSpMk id="116" creationId="{75AED39F-0E7F-85E1-75DA-EEFCA633469C}"/>
          </ac:grpSpMkLst>
        </pc:grpChg>
        <pc:cxnChg chg="mod">
          <ac:chgData name="Malte Heithoff" userId="92960225c14ac204" providerId="LiveId" clId="{9F38C4C6-987C-44CB-9A80-B21BEFCAFD47}" dt="2023-06-22T10:55:38.029" v="1068" actId="1076"/>
          <ac:cxnSpMkLst>
            <pc:docMk/>
            <pc:sldMk cId="3748212307" sldId="313"/>
            <ac:cxnSpMk id="6" creationId="{9B6F3879-B6C4-97A8-0CE2-531E3A780374}"/>
          </ac:cxnSpMkLst>
        </pc:cxnChg>
        <pc:cxnChg chg="mod">
          <ac:chgData name="Malte Heithoff" userId="92960225c14ac204" providerId="LiveId" clId="{9F38C4C6-987C-44CB-9A80-B21BEFCAFD47}" dt="2023-06-22T10:55:38.029" v="1068" actId="1076"/>
          <ac:cxnSpMkLst>
            <pc:docMk/>
            <pc:sldMk cId="3748212307" sldId="313"/>
            <ac:cxnSpMk id="14" creationId="{D5EB6D2E-7A88-6871-34ED-6DFBA29845DF}"/>
          </ac:cxnSpMkLst>
        </pc:cxnChg>
        <pc:cxnChg chg="mod">
          <ac:chgData name="Malte Heithoff" userId="92960225c14ac204" providerId="LiveId" clId="{9F38C4C6-987C-44CB-9A80-B21BEFCAFD47}" dt="2023-06-22T10:42:05.857" v="274"/>
          <ac:cxnSpMkLst>
            <pc:docMk/>
            <pc:sldMk cId="3748212307" sldId="313"/>
            <ac:cxnSpMk id="21" creationId="{B8BA6D81-BFF7-BCCC-BB77-2EB3978EE453}"/>
          </ac:cxnSpMkLst>
        </pc:cxnChg>
        <pc:cxnChg chg="mod">
          <ac:chgData name="Malte Heithoff" userId="92960225c14ac204" providerId="LiveId" clId="{9F38C4C6-987C-44CB-9A80-B21BEFCAFD47}" dt="2023-06-22T10:42:05.857" v="274"/>
          <ac:cxnSpMkLst>
            <pc:docMk/>
            <pc:sldMk cId="3748212307" sldId="313"/>
            <ac:cxnSpMk id="24" creationId="{97C0790C-0DDB-3C0D-3CBB-759BB276022E}"/>
          </ac:cxnSpMkLst>
        </pc:cxnChg>
        <pc:cxnChg chg="mod">
          <ac:chgData name="Malte Heithoff" userId="92960225c14ac204" providerId="LiveId" clId="{9F38C4C6-987C-44CB-9A80-B21BEFCAFD47}" dt="2023-06-22T10:42:05.857" v="274"/>
          <ac:cxnSpMkLst>
            <pc:docMk/>
            <pc:sldMk cId="3748212307" sldId="313"/>
            <ac:cxnSpMk id="26" creationId="{FAA610BC-03AE-A355-4929-3807759CF81F}"/>
          </ac:cxnSpMkLst>
        </pc:cxnChg>
        <pc:cxnChg chg="mod">
          <ac:chgData name="Malte Heithoff" userId="92960225c14ac204" providerId="LiveId" clId="{9F38C4C6-987C-44CB-9A80-B21BEFCAFD47}" dt="2023-06-22T10:42:05.857" v="274"/>
          <ac:cxnSpMkLst>
            <pc:docMk/>
            <pc:sldMk cId="3748212307" sldId="313"/>
            <ac:cxnSpMk id="28" creationId="{0235FD4C-244E-C2EE-23CB-4296B48E6B8B}"/>
          </ac:cxnSpMkLst>
        </pc:cxnChg>
        <pc:cxnChg chg="mod">
          <ac:chgData name="Malte Heithoff" userId="92960225c14ac204" providerId="LiveId" clId="{9F38C4C6-987C-44CB-9A80-B21BEFCAFD47}" dt="2023-06-22T10:55:38.029" v="1068" actId="1076"/>
          <ac:cxnSpMkLst>
            <pc:docMk/>
            <pc:sldMk cId="3748212307" sldId="313"/>
            <ac:cxnSpMk id="39" creationId="{11471020-0832-794E-68A4-355AED51B2BF}"/>
          </ac:cxnSpMkLst>
        </pc:cxnChg>
        <pc:cxnChg chg="mod">
          <ac:chgData name="Malte Heithoff" userId="92960225c14ac204" providerId="LiveId" clId="{9F38C4C6-987C-44CB-9A80-B21BEFCAFD47}" dt="2023-06-22T10:55:38.029" v="1068" actId="1076"/>
          <ac:cxnSpMkLst>
            <pc:docMk/>
            <pc:sldMk cId="3748212307" sldId="313"/>
            <ac:cxnSpMk id="119" creationId="{405D44BB-A084-FC45-8A7B-D8543605AB1E}"/>
          </ac:cxnSpMkLst>
        </pc:cxnChg>
        <pc:cxnChg chg="mod">
          <ac:chgData name="Malte Heithoff" userId="92960225c14ac204" providerId="LiveId" clId="{9F38C4C6-987C-44CB-9A80-B21BEFCAFD47}" dt="2023-06-22T10:55:38.029" v="1068" actId="1076"/>
          <ac:cxnSpMkLst>
            <pc:docMk/>
            <pc:sldMk cId="3748212307" sldId="313"/>
            <ac:cxnSpMk id="123" creationId="{D70DCB5D-C1F5-776F-B968-9A10E36F684B}"/>
          </ac:cxnSpMkLst>
        </pc:cxnChg>
        <pc:cxnChg chg="mod">
          <ac:chgData name="Malte Heithoff" userId="92960225c14ac204" providerId="LiveId" clId="{9F38C4C6-987C-44CB-9A80-B21BEFCAFD47}" dt="2023-06-22T10:55:38.029" v="1068" actId="1076"/>
          <ac:cxnSpMkLst>
            <pc:docMk/>
            <pc:sldMk cId="3748212307" sldId="313"/>
            <ac:cxnSpMk id="155" creationId="{4AF36227-01AB-252A-B3E0-A9725F04415D}"/>
          </ac:cxnSpMkLst>
        </pc:cxnChg>
      </pc:sldChg>
      <pc:sldChg chg="addSp delSp add del mod">
        <pc:chgData name="Malte Heithoff" userId="92960225c14ac204" providerId="LiveId" clId="{9F38C4C6-987C-44CB-9A80-B21BEFCAFD47}" dt="2023-06-22T12:14:36.868" v="1136"/>
        <pc:sldMkLst>
          <pc:docMk/>
          <pc:sldMk cId="1045330218" sldId="314"/>
        </pc:sldMkLst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2" creationId="{7214BEEF-CED6-8256-8E59-F10A0E90B25F}"/>
          </ac:spMkLst>
        </pc:spChg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4" creationId="{54A588B2-CDDF-BF08-C500-7E331BA4595C}"/>
          </ac:spMkLst>
        </pc:spChg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11" creationId="{991CBB20-7B69-0CE5-429F-8F3E7ED6E8FD}"/>
          </ac:spMkLst>
        </pc:spChg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16" creationId="{476753AD-EFAE-673F-7274-E8EF10EBF004}"/>
          </ac:spMkLst>
        </pc:spChg>
        <pc:spChg chg="add del">
          <ac:chgData name="Malte Heithoff" userId="92960225c14ac204" providerId="LiveId" clId="{9F38C4C6-987C-44CB-9A80-B21BEFCAFD47}" dt="2023-06-22T12:14:36.510" v="1135" actId="478"/>
          <ac:spMkLst>
            <pc:docMk/>
            <pc:sldMk cId="1045330218" sldId="314"/>
            <ac:spMk id="40" creationId="{4B598888-117E-BBFC-2B0A-BC1D4D99FB37}"/>
          </ac:spMkLst>
        </pc:spChg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41" creationId="{F63EA022-D7CF-CE7D-108F-0DB3143D895A}"/>
          </ac:spMkLst>
        </pc:spChg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42" creationId="{D5C65CC0-8157-1536-D593-8C0F951A8C56}"/>
          </ac:spMkLst>
        </pc:spChg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46" creationId="{58492A76-9CA3-175F-55E6-5D021A9A485B}"/>
          </ac:spMkLst>
        </pc:spChg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47" creationId="{7C108E13-5329-696A-D2CC-8C78F9F0E1BD}"/>
          </ac:spMkLst>
        </pc:spChg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49" creationId="{FB126EA5-F49E-C6A2-0259-21FB6918871A}"/>
          </ac:spMkLst>
        </pc:spChg>
        <pc:spChg chg="add del">
          <ac:chgData name="Malte Heithoff" userId="92960225c14ac204" providerId="LiveId" clId="{9F38C4C6-987C-44CB-9A80-B21BEFCAFD47}" dt="2023-06-22T12:14:36.178" v="1134" actId="478"/>
          <ac:spMkLst>
            <pc:docMk/>
            <pc:sldMk cId="1045330218" sldId="314"/>
            <ac:spMk id="60" creationId="{B08E6136-67A1-67D7-E59A-F2CA21D4D5A4}"/>
          </ac:spMkLst>
        </pc:spChg>
      </pc:sldChg>
      <pc:sldChg chg="addSp delSp modSp add mod">
        <pc:chgData name="Malte Heithoff" userId="92960225c14ac204" providerId="LiveId" clId="{9F38C4C6-987C-44CB-9A80-B21BEFCAFD47}" dt="2023-06-22T12:42:23.210" v="1997" actId="1076"/>
        <pc:sldMkLst>
          <pc:docMk/>
          <pc:sldMk cId="1640999746" sldId="314"/>
        </pc:sldMkLst>
        <pc:spChg chg="mod">
          <ac:chgData name="Malte Heithoff" userId="92960225c14ac204" providerId="LiveId" clId="{9F38C4C6-987C-44CB-9A80-B21BEFCAFD47}" dt="2023-06-22T12:15:13.848" v="1144" actId="20577"/>
          <ac:spMkLst>
            <pc:docMk/>
            <pc:sldMk cId="1640999746" sldId="314"/>
            <ac:spMk id="3" creationId="{FC9D9CC5-D2E0-605F-89B2-6BD8B989CF5E}"/>
          </ac:spMkLst>
        </pc:spChg>
        <pc:spChg chg="mod">
          <ac:chgData name="Malte Heithoff" userId="92960225c14ac204" providerId="LiveId" clId="{9F38C4C6-987C-44CB-9A80-B21BEFCAFD47}" dt="2023-06-22T12:15:51.074" v="1220" actId="20577"/>
          <ac:spMkLst>
            <pc:docMk/>
            <pc:sldMk cId="1640999746" sldId="314"/>
            <ac:spMk id="4" creationId="{25983126-E822-57D2-4002-B98F831E4B90}"/>
          </ac:spMkLst>
        </pc:spChg>
        <pc:spChg chg="mod">
          <ac:chgData name="Malte Heithoff" userId="92960225c14ac204" providerId="LiveId" clId="{9F38C4C6-987C-44CB-9A80-B21BEFCAFD47}" dt="2023-06-22T12:15:42.600" v="1208"/>
          <ac:spMkLst>
            <pc:docMk/>
            <pc:sldMk cId="1640999746" sldId="314"/>
            <ac:spMk id="5" creationId="{55838738-FB18-6BD9-FDD9-57C786FCD636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7" creationId="{C58BDF81-50EA-2863-7FFE-9040D7DAF19F}"/>
          </ac:spMkLst>
        </pc:spChg>
        <pc:spChg chg="add mod">
          <ac:chgData name="Malte Heithoff" userId="92960225c14ac204" providerId="LiveId" clId="{9F38C4C6-987C-44CB-9A80-B21BEFCAFD47}" dt="2023-06-22T12:26:57.235" v="1501"/>
          <ac:spMkLst>
            <pc:docMk/>
            <pc:sldMk cId="1640999746" sldId="314"/>
            <ac:spMk id="8" creationId="{1EFEE294-BFAB-452A-9E6C-BEF6E0AAE61B}"/>
          </ac:spMkLst>
        </pc:spChg>
        <pc:spChg chg="mod topLvl">
          <ac:chgData name="Malte Heithoff" userId="92960225c14ac204" providerId="LiveId" clId="{9F38C4C6-987C-44CB-9A80-B21BEFCAFD47}" dt="2023-06-22T12:26:57.235" v="1501"/>
          <ac:spMkLst>
            <pc:docMk/>
            <pc:sldMk cId="1640999746" sldId="314"/>
            <ac:spMk id="9" creationId="{46BB8482-0F1B-81DA-0976-056A7DEC5529}"/>
          </ac:spMkLst>
        </pc:spChg>
        <pc:spChg chg="mod topLvl">
          <ac:chgData name="Malte Heithoff" userId="92960225c14ac204" providerId="LiveId" clId="{9F38C4C6-987C-44CB-9A80-B21BEFCAFD47}" dt="2023-06-22T12:26:57.235" v="1501"/>
          <ac:spMkLst>
            <pc:docMk/>
            <pc:sldMk cId="1640999746" sldId="314"/>
            <ac:spMk id="10" creationId="{C8264E38-46F7-624F-A8EB-0C3E86F9FC92}"/>
          </ac:spMkLst>
        </pc:spChg>
        <pc:spChg chg="mod topLvl">
          <ac:chgData name="Malte Heithoff" userId="92960225c14ac204" providerId="LiveId" clId="{9F38C4C6-987C-44CB-9A80-B21BEFCAFD47}" dt="2023-06-22T12:26:57.235" v="1501"/>
          <ac:spMkLst>
            <pc:docMk/>
            <pc:sldMk cId="1640999746" sldId="314"/>
            <ac:spMk id="13" creationId="{669B18E3-F18B-35CA-31EB-CDBC7D22B1FD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18" creationId="{8BF9FD72-8725-7F5C-7EE3-944287E186CE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19" creationId="{4C639697-94A3-622A-025B-34A8FC9FC1A1}"/>
          </ac:spMkLst>
        </pc:spChg>
        <pc:spChg chg="del">
          <ac:chgData name="Malte Heithoff" userId="92960225c14ac204" providerId="LiveId" clId="{9F38C4C6-987C-44CB-9A80-B21BEFCAFD47}" dt="2023-06-22T12:21:39.256" v="1366" actId="478"/>
          <ac:spMkLst>
            <pc:docMk/>
            <pc:sldMk cId="1640999746" sldId="314"/>
            <ac:spMk id="20" creationId="{E4267D01-7F46-2242-DBDF-50CA0A853CFE}"/>
          </ac:spMkLst>
        </pc:spChg>
        <pc:spChg chg="mod">
          <ac:chgData name="Malte Heithoff" userId="92960225c14ac204" providerId="LiveId" clId="{9F38C4C6-987C-44CB-9A80-B21BEFCAFD47}" dt="2023-06-22T12:21:38.500" v="1365" actId="6549"/>
          <ac:spMkLst>
            <pc:docMk/>
            <pc:sldMk cId="1640999746" sldId="314"/>
            <ac:spMk id="23" creationId="{5FB3544A-41A6-68CA-45A7-97B45C043CEB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25" creationId="{2D8B6393-F4F3-873D-AE16-A8E47C4A156B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36" creationId="{3D6B1652-6A68-DF38-ED65-8B0E18026594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37" creationId="{BC2414C6-E13E-47D2-559D-F5FF515E2283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38" creationId="{93B9C386-50A6-D8AA-DB69-E59C26B3536F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42" creationId="{AD123C0F-2B59-901D-F7F2-CFC3A57B0902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43" creationId="{D62E8491-E612-3D20-1274-FD2B32D66995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44" creationId="{D7C28CE5-E456-EE57-8CC7-D39DD652318B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45" creationId="{648CDB1D-1C70-451C-8EBA-D7C5C170BC70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48" creationId="{EB9C2049-3E0F-BB16-73D1-F7CC8CE0239E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51" creationId="{E9EA9491-9515-9714-CE8D-DA3DBF6A1678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52" creationId="{EA2A1ABB-E172-F63B-D93A-C4D73B909B64}"/>
          </ac:spMkLst>
        </pc:spChg>
        <pc:spChg chg="mod">
          <ac:chgData name="Malte Heithoff" userId="92960225c14ac204" providerId="LiveId" clId="{9F38C4C6-987C-44CB-9A80-B21BEFCAFD47}" dt="2023-06-22T12:27:38.731" v="1529" actId="20577"/>
          <ac:spMkLst>
            <pc:docMk/>
            <pc:sldMk cId="1640999746" sldId="314"/>
            <ac:spMk id="54" creationId="{D96787F4-6937-1DA3-08E8-21574E7028D3}"/>
          </ac:spMkLst>
        </pc:spChg>
        <pc:spChg chg="mod">
          <ac:chgData name="Malte Heithoff" userId="92960225c14ac204" providerId="LiveId" clId="{9F38C4C6-987C-44CB-9A80-B21BEFCAFD47}" dt="2023-06-22T12:21:32.315" v="1364"/>
          <ac:spMkLst>
            <pc:docMk/>
            <pc:sldMk cId="1640999746" sldId="314"/>
            <ac:spMk id="55" creationId="{D36739E8-884D-4C7E-6042-3A4946D69C1E}"/>
          </ac:spMkLst>
        </pc:spChg>
        <pc:spChg chg="mod">
          <ac:chgData name="Malte Heithoff" userId="92960225c14ac204" providerId="LiveId" clId="{9F38C4C6-987C-44CB-9A80-B21BEFCAFD47}" dt="2023-06-22T12:22:19.249" v="1382" actId="20577"/>
          <ac:spMkLst>
            <pc:docMk/>
            <pc:sldMk cId="1640999746" sldId="314"/>
            <ac:spMk id="57" creationId="{1AFAB8F3-FEFD-5AB3-DE56-E9D20A4BAAF2}"/>
          </ac:spMkLst>
        </pc:spChg>
        <pc:spChg chg="mod">
          <ac:chgData name="Malte Heithoff" userId="92960225c14ac204" providerId="LiveId" clId="{9F38C4C6-987C-44CB-9A80-B21BEFCAFD47}" dt="2023-06-22T12:22:03.550" v="1374"/>
          <ac:spMkLst>
            <pc:docMk/>
            <pc:sldMk cId="1640999746" sldId="314"/>
            <ac:spMk id="58" creationId="{56EA8B34-EC50-69E5-DD1D-53968E346112}"/>
          </ac:spMkLst>
        </pc:spChg>
        <pc:spChg chg="add mod">
          <ac:chgData name="Malte Heithoff" userId="92960225c14ac204" providerId="LiveId" clId="{9F38C4C6-987C-44CB-9A80-B21BEFCAFD47}" dt="2023-06-22T12:28:26.793" v="1545" actId="1076"/>
          <ac:spMkLst>
            <pc:docMk/>
            <pc:sldMk cId="1640999746" sldId="314"/>
            <ac:spMk id="79" creationId="{101342CE-EC45-CF67-0205-C91E2E1FADFD}"/>
          </ac:spMkLst>
        </pc:spChg>
        <pc:spChg chg="add mod">
          <ac:chgData name="Malte Heithoff" userId="92960225c14ac204" providerId="LiveId" clId="{9F38C4C6-987C-44CB-9A80-B21BEFCAFD47}" dt="2023-06-22T12:28:36.523" v="1547" actId="1076"/>
          <ac:spMkLst>
            <pc:docMk/>
            <pc:sldMk cId="1640999746" sldId="314"/>
            <ac:spMk id="80" creationId="{44FD0D83-3C0B-E13F-28C9-312A3EDCC68B}"/>
          </ac:spMkLst>
        </pc:spChg>
        <pc:spChg chg="add mod">
          <ac:chgData name="Malte Heithoff" userId="92960225c14ac204" providerId="LiveId" clId="{9F38C4C6-987C-44CB-9A80-B21BEFCAFD47}" dt="2023-06-22T12:42:23.210" v="1997" actId="1076"/>
          <ac:spMkLst>
            <pc:docMk/>
            <pc:sldMk cId="1640999746" sldId="314"/>
            <ac:spMk id="81" creationId="{4380762D-2BE7-260D-D7B5-1AF0B6799FB0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82" creationId="{5068547D-33F9-9F9F-8F4D-086B31CB4B31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83" creationId="{E4C7F078-1A35-0973-8D90-506AF68D82D4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84" creationId="{759013BA-D167-29B5-1CA3-6853F83B8FB1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85" creationId="{F3083ED3-781A-7A94-F799-E9465DAFB815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86" creationId="{119E3497-D4FE-8335-8093-702DB1D1993B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87" creationId="{6CB1CBBA-D25D-0890-8C4E-DF5049BF0126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88" creationId="{6FB62789-1033-E14A-26BB-E1D2BDB989B9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89" creationId="{1641709B-C6D7-8D50-1E91-2EF47FD6E8A5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90" creationId="{0E56ABDB-1A81-6ABF-69F7-9E4BDAF7E167}"/>
          </ac:spMkLst>
        </pc:spChg>
        <pc:spChg chg="add 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91" creationId="{10A281B0-A1ED-4F39-BA6D-545A21C03A78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94" creationId="{C7B1BC0A-BEEA-6D71-5C85-C2DE91955331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101" creationId="{41F8518A-ABD4-BB6B-ADD5-4CCAFDBD0C45}"/>
          </ac:spMkLst>
        </pc:spChg>
        <pc:spChg chg="mod">
          <ac:chgData name="Malte Heithoff" userId="92960225c14ac204" providerId="LiveId" clId="{9F38C4C6-987C-44CB-9A80-B21BEFCAFD47}" dt="2023-06-22T12:40:11.908" v="1941" actId="404"/>
          <ac:spMkLst>
            <pc:docMk/>
            <pc:sldMk cId="1640999746" sldId="314"/>
            <ac:spMk id="102" creationId="{B6265B6D-0E4D-F995-0BE0-5402BEE01A5C}"/>
          </ac:spMkLst>
        </pc:spChg>
        <pc:spChg chg="mod">
          <ac:chgData name="Malte Heithoff" userId="92960225c14ac204" providerId="LiveId" clId="{9F38C4C6-987C-44CB-9A80-B21BEFCAFD47}" dt="2023-06-22T12:31:01.330" v="1692" actId="20577"/>
          <ac:spMkLst>
            <pc:docMk/>
            <pc:sldMk cId="1640999746" sldId="314"/>
            <ac:spMk id="132" creationId="{4A353A47-B1B3-6011-851C-6CCE570C8E9F}"/>
          </ac:spMkLst>
        </pc:spChg>
        <pc:grpChg chg="add mod">
          <ac:chgData name="Malte Heithoff" userId="92960225c14ac204" providerId="LiveId" clId="{9F38C4C6-987C-44CB-9A80-B21BEFCAFD47}" dt="2023-06-22T12:26:26.827" v="1492" actId="1076"/>
          <ac:grpSpMkLst>
            <pc:docMk/>
            <pc:sldMk cId="1640999746" sldId="314"/>
            <ac:grpSpMk id="2" creationId="{C7491048-6FD8-412C-5B35-41ACC77C8800}"/>
          </ac:grpSpMkLst>
        </pc:grpChg>
        <pc:grpChg chg="add mod">
          <ac:chgData name="Malte Heithoff" userId="92960225c14ac204" providerId="LiveId" clId="{9F38C4C6-987C-44CB-9A80-B21BEFCAFD47}" dt="2023-06-22T12:26:57.235" v="1501"/>
          <ac:grpSpMkLst>
            <pc:docMk/>
            <pc:sldMk cId="1640999746" sldId="314"/>
            <ac:grpSpMk id="11" creationId="{7B6EB57A-831E-AE3C-32B8-D55FF1247986}"/>
          </ac:grpSpMkLst>
        </pc:grpChg>
        <pc:grpChg chg="del">
          <ac:chgData name="Malte Heithoff" userId="92960225c14ac204" providerId="LiveId" clId="{9F38C4C6-987C-44CB-9A80-B21BEFCAFD47}" dt="2023-06-22T12:16:26.073" v="1223" actId="165"/>
          <ac:grpSpMkLst>
            <pc:docMk/>
            <pc:sldMk cId="1640999746" sldId="314"/>
            <ac:grpSpMk id="15" creationId="{C6321E0A-2ADC-F3FE-0297-719949CCDFC2}"/>
          </ac:grpSpMkLst>
        </pc:grpChg>
        <pc:grpChg chg="del">
          <ac:chgData name="Malte Heithoff" userId="92960225c14ac204" providerId="LiveId" clId="{9F38C4C6-987C-44CB-9A80-B21BEFCAFD47}" dt="2023-06-22T12:21:40.359" v="1367" actId="478"/>
          <ac:grpSpMkLst>
            <pc:docMk/>
            <pc:sldMk cId="1640999746" sldId="314"/>
            <ac:grpSpMk id="17" creationId="{756388CC-8249-48EE-F39D-12C0F55FA234}"/>
          </ac:grpSpMkLst>
        </pc:grpChg>
        <pc:grpChg chg="add mod">
          <ac:chgData name="Malte Heithoff" userId="92960225c14ac204" providerId="LiveId" clId="{9F38C4C6-987C-44CB-9A80-B21BEFCAFD47}" dt="2023-06-22T12:27:55.028" v="1538" actId="1076"/>
          <ac:grpSpMkLst>
            <pc:docMk/>
            <pc:sldMk cId="1640999746" sldId="314"/>
            <ac:grpSpMk id="53" creationId="{1D890E16-FA79-E28E-8C06-223E856F56CE}"/>
          </ac:grpSpMkLst>
        </pc:grpChg>
        <pc:grpChg chg="add del mod">
          <ac:chgData name="Malte Heithoff" userId="92960225c14ac204" providerId="LiveId" clId="{9F38C4C6-987C-44CB-9A80-B21BEFCAFD47}" dt="2023-06-22T12:27:40.720" v="1530" actId="478"/>
          <ac:grpSpMkLst>
            <pc:docMk/>
            <pc:sldMk cId="1640999746" sldId="314"/>
            <ac:grpSpMk id="56" creationId="{8E18FB06-34A3-2012-9DC0-53E6DE386CC4}"/>
          </ac:grpSpMkLst>
        </pc:grpChg>
        <pc:cxnChg chg="ord">
          <ac:chgData name="Malte Heithoff" userId="92960225c14ac204" providerId="LiveId" clId="{9F38C4C6-987C-44CB-9A80-B21BEFCAFD47}" dt="2023-06-22T12:28:39.903" v="1548" actId="166"/>
          <ac:cxnSpMkLst>
            <pc:docMk/>
            <pc:sldMk cId="1640999746" sldId="314"/>
            <ac:cxnSpMk id="6" creationId="{9B6F3879-B6C4-97A8-0CE2-531E3A780374}"/>
          </ac:cxnSpMkLst>
        </pc:cxnChg>
        <pc:cxnChg chg="add mod">
          <ac:chgData name="Malte Heithoff" userId="92960225c14ac204" providerId="LiveId" clId="{9F38C4C6-987C-44CB-9A80-B21BEFCAFD47}" dt="2023-06-22T12:26:59.914" v="1502" actId="14100"/>
          <ac:cxnSpMkLst>
            <pc:docMk/>
            <pc:sldMk cId="1640999746" sldId="314"/>
            <ac:cxnSpMk id="12" creationId="{D4D57EED-531E-CD1F-AC29-B9EDDB0E2ED2}"/>
          </ac:cxnSpMkLst>
        </pc:cxnChg>
        <pc:cxnChg chg="mod">
          <ac:chgData name="Malte Heithoff" userId="92960225c14ac204" providerId="LiveId" clId="{9F38C4C6-987C-44CB-9A80-B21BEFCAFD47}" dt="2023-06-22T12:26:57.235" v="1501"/>
          <ac:cxnSpMkLst>
            <pc:docMk/>
            <pc:sldMk cId="1640999746" sldId="314"/>
            <ac:cxnSpMk id="14" creationId="{D5EB6D2E-7A88-6871-34ED-6DFBA29845DF}"/>
          </ac:cxnSpMkLst>
        </pc:cxnChg>
        <pc:cxnChg chg="add del mod">
          <ac:chgData name="Malte Heithoff" userId="92960225c14ac204" providerId="LiveId" clId="{9F38C4C6-987C-44CB-9A80-B21BEFCAFD47}" dt="2023-06-22T12:26:13.819" v="1491" actId="478"/>
          <ac:cxnSpMkLst>
            <pc:docMk/>
            <pc:sldMk cId="1640999746" sldId="314"/>
            <ac:cxnSpMk id="59" creationId="{490AD717-CD6D-D705-79F8-D7402B18F5E1}"/>
          </ac:cxnSpMkLst>
        </pc:cxnChg>
        <pc:cxnChg chg="add del mod">
          <ac:chgData name="Malte Heithoff" userId="92960225c14ac204" providerId="LiveId" clId="{9F38C4C6-987C-44CB-9A80-B21BEFCAFD47}" dt="2023-06-22T12:26:13.167" v="1490" actId="478"/>
          <ac:cxnSpMkLst>
            <pc:docMk/>
            <pc:sldMk cId="1640999746" sldId="314"/>
            <ac:cxnSpMk id="62" creationId="{82B856AC-5087-313F-6607-586BF9C605D4}"/>
          </ac:cxnSpMkLst>
        </pc:cxnChg>
        <pc:cxnChg chg="add mod">
          <ac:chgData name="Malte Heithoff" userId="92960225c14ac204" providerId="LiveId" clId="{9F38C4C6-987C-44CB-9A80-B21BEFCAFD47}" dt="2023-06-22T12:27:55.028" v="1538" actId="1076"/>
          <ac:cxnSpMkLst>
            <pc:docMk/>
            <pc:sldMk cId="1640999746" sldId="314"/>
            <ac:cxnSpMk id="69" creationId="{F00C43C5-0D25-229D-DB22-09F70279198B}"/>
          </ac:cxnSpMkLst>
        </pc:cxnChg>
        <pc:cxnChg chg="add mod">
          <ac:chgData name="Malte Heithoff" userId="92960225c14ac204" providerId="LiveId" clId="{9F38C4C6-987C-44CB-9A80-B21BEFCAFD47}" dt="2023-06-22T12:27:55.028" v="1538" actId="1076"/>
          <ac:cxnSpMkLst>
            <pc:docMk/>
            <pc:sldMk cId="1640999746" sldId="314"/>
            <ac:cxnSpMk id="72" creationId="{DA9B79D5-71FC-7844-D0A8-CF704F76BE23}"/>
          </ac:cxnSpMkLst>
        </pc:cxnChg>
        <pc:cxnChg chg="add mod">
          <ac:chgData name="Malte Heithoff" userId="92960225c14ac204" providerId="LiveId" clId="{9F38C4C6-987C-44CB-9A80-B21BEFCAFD47}" dt="2023-06-22T12:28:08.525" v="1542" actId="14100"/>
          <ac:cxnSpMkLst>
            <pc:docMk/>
            <pc:sldMk cId="1640999746" sldId="314"/>
            <ac:cxnSpMk id="75" creationId="{E537BA63-14B8-4BB8-4318-420456E7415C}"/>
          </ac:cxnSpMkLst>
        </pc:cxnChg>
        <pc:cxnChg chg="ord">
          <ac:chgData name="Malte Heithoff" userId="92960225c14ac204" providerId="LiveId" clId="{9F38C4C6-987C-44CB-9A80-B21BEFCAFD47}" dt="2023-06-22T12:28:42.249" v="1549" actId="166"/>
          <ac:cxnSpMkLst>
            <pc:docMk/>
            <pc:sldMk cId="1640999746" sldId="314"/>
            <ac:cxnSpMk id="123" creationId="{D70DCB5D-C1F5-776F-B968-9A10E36F684B}"/>
          </ac:cxnSpMkLst>
        </pc:cxnChg>
      </pc:sldChg>
      <pc:sldChg chg="addSp delSp modSp add mod">
        <pc:chgData name="Malte Heithoff" userId="92960225c14ac204" providerId="LiveId" clId="{9F38C4C6-987C-44CB-9A80-B21BEFCAFD47}" dt="2023-06-22T12:55:58.547" v="2398" actId="14100"/>
        <pc:sldMkLst>
          <pc:docMk/>
          <pc:sldMk cId="1570013336" sldId="315"/>
        </pc:sldMkLst>
        <pc:spChg chg="add 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5" creationId="{075784F9-C40E-6E0E-F323-E33CD025D3BD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7" creationId="{C58BDF81-50EA-2863-7FFE-9040D7DAF19F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18" creationId="{8BF9FD72-8725-7F5C-7EE3-944287E186CE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19" creationId="{4C639697-94A3-622A-025B-34A8FC9FC1A1}"/>
          </ac:spMkLst>
        </pc:spChg>
        <pc:spChg chg="del">
          <ac:chgData name="Malte Heithoff" userId="92960225c14ac204" providerId="LiveId" clId="{9F38C4C6-987C-44CB-9A80-B21BEFCAFD47}" dt="2023-06-22T12:27:27.274" v="1517" actId="478"/>
          <ac:spMkLst>
            <pc:docMk/>
            <pc:sldMk cId="1570013336" sldId="315"/>
            <ac:spMk id="25" creationId="{2D8B6393-F4F3-873D-AE16-A8E47C4A156B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36" creationId="{3D6B1652-6A68-DF38-ED65-8B0E18026594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37" creationId="{BC2414C6-E13E-47D2-559D-F5FF515E2283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38" creationId="{93B9C386-50A6-D8AA-DB69-E59C26B3536F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43" creationId="{D62E8491-E612-3D20-1274-FD2B32D66995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44" creationId="{D7C28CE5-E456-EE57-8CC7-D39DD652318B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48" creationId="{EB9C2049-3E0F-BB16-73D1-F7CC8CE0239E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94" creationId="{C7B1BC0A-BEEA-6D71-5C85-C2DE91955331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101" creationId="{41F8518A-ABD4-BB6B-ADD5-4CCAFDBD0C45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102" creationId="{B6265B6D-0E4D-F995-0BE0-5402BEE01A5C}"/>
          </ac:spMkLst>
        </pc:spChg>
        <pc:spChg chg="mod">
          <ac:chgData name="Malte Heithoff" userId="92960225c14ac204" providerId="LiveId" clId="{9F38C4C6-987C-44CB-9A80-B21BEFCAFD47}" dt="2023-06-22T12:55:58.547" v="2398" actId="14100"/>
          <ac:spMkLst>
            <pc:docMk/>
            <pc:sldMk cId="1570013336" sldId="315"/>
            <ac:spMk id="132" creationId="{4A353A47-B1B3-6011-851C-6CCE570C8E9F}"/>
          </ac:spMkLst>
        </pc:spChg>
        <pc:spChg chg="mod">
          <ac:chgData name="Malte Heithoff" userId="92960225c14ac204" providerId="LiveId" clId="{9F38C4C6-987C-44CB-9A80-B21BEFCAFD47}" dt="2023-06-22T12:39:21.482" v="1939" actId="404"/>
          <ac:spMkLst>
            <pc:docMk/>
            <pc:sldMk cId="1570013336" sldId="315"/>
            <ac:spMk id="133" creationId="{59B06FA4-BE94-BABC-50A0-9F1923763192}"/>
          </ac:spMkLst>
        </pc:spChg>
      </pc:sldChg>
      <pc:sldChg chg="addSp delSp modSp add mod">
        <pc:chgData name="Malte Heithoff" userId="92960225c14ac204" providerId="LiveId" clId="{9F38C4C6-987C-44CB-9A80-B21BEFCAFD47}" dt="2023-06-22T12:42:25.675" v="1998" actId="1076"/>
        <pc:sldMkLst>
          <pc:docMk/>
          <pc:sldMk cId="1127625687" sldId="316"/>
        </pc:sldMkLst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7" creationId="{C58BDF81-50EA-2863-7FFE-9040D7DAF19F}"/>
          </ac:spMkLst>
        </pc:spChg>
        <pc:spChg chg="mod topLvl">
          <ac:chgData name="Malte Heithoff" userId="92960225c14ac204" providerId="LiveId" clId="{9F38C4C6-987C-44CB-9A80-B21BEFCAFD47}" dt="2023-06-22T12:37:52.502" v="1922" actId="164"/>
          <ac:spMkLst>
            <pc:docMk/>
            <pc:sldMk cId="1127625687" sldId="316"/>
            <ac:spMk id="16" creationId="{9CC55B70-9E66-2EE5-9DDD-7DAFCD95D262}"/>
          </ac:spMkLst>
        </pc:spChg>
        <pc:spChg chg="mod topLvl">
          <ac:chgData name="Malte Heithoff" userId="92960225c14ac204" providerId="LiveId" clId="{9F38C4C6-987C-44CB-9A80-B21BEFCAFD47}" dt="2023-06-22T12:37:52.502" v="1922" actId="164"/>
          <ac:spMkLst>
            <pc:docMk/>
            <pc:sldMk cId="1127625687" sldId="316"/>
            <ac:spMk id="17" creationId="{CFE20D6D-30A0-874B-CEB0-B8CDE83E01CB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18" creationId="{8BF9FD72-8725-7F5C-7EE3-944287E186CE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19" creationId="{4C639697-94A3-622A-025B-34A8FC9FC1A1}"/>
          </ac:spMkLst>
        </pc:spChg>
        <pc:spChg chg="mod topLvl">
          <ac:chgData name="Malte Heithoff" userId="92960225c14ac204" providerId="LiveId" clId="{9F38C4C6-987C-44CB-9A80-B21BEFCAFD47}" dt="2023-06-22T12:37:24.478" v="1910" actId="164"/>
          <ac:spMkLst>
            <pc:docMk/>
            <pc:sldMk cId="1127625687" sldId="316"/>
            <ac:spMk id="21" creationId="{3F69484C-6D1E-DCBC-A41C-3FE7D0CF36F6}"/>
          </ac:spMkLst>
        </pc:spChg>
        <pc:spChg chg="mod topLvl">
          <ac:chgData name="Malte Heithoff" userId="92960225c14ac204" providerId="LiveId" clId="{9F38C4C6-987C-44CB-9A80-B21BEFCAFD47}" dt="2023-06-22T12:37:24.478" v="1910" actId="164"/>
          <ac:spMkLst>
            <pc:docMk/>
            <pc:sldMk cId="1127625687" sldId="316"/>
            <ac:spMk id="22" creationId="{BB224459-986D-5FCC-6A5D-B7154D5103EA}"/>
          </ac:spMkLst>
        </pc:spChg>
        <pc:spChg chg="mod">
          <ac:chgData name="Malte Heithoff" userId="92960225c14ac204" providerId="LiveId" clId="{9F38C4C6-987C-44CB-9A80-B21BEFCAFD47}" dt="2023-06-22T12:32:10.351" v="1740"/>
          <ac:spMkLst>
            <pc:docMk/>
            <pc:sldMk cId="1127625687" sldId="316"/>
            <ac:spMk id="24" creationId="{914C4D85-7608-1116-4F51-9F65395B0BB6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25" creationId="{2D8B6393-F4F3-873D-AE16-A8E47C4A156B}"/>
          </ac:spMkLst>
        </pc:spChg>
        <pc:spChg chg="mod">
          <ac:chgData name="Malte Heithoff" userId="92960225c14ac204" providerId="LiveId" clId="{9F38C4C6-987C-44CB-9A80-B21BEFCAFD47}" dt="2023-06-22T12:32:10.351" v="1740"/>
          <ac:spMkLst>
            <pc:docMk/>
            <pc:sldMk cId="1127625687" sldId="316"/>
            <ac:spMk id="26" creationId="{5308FB77-8D57-2AA5-A5A2-A6A376E657DF}"/>
          </ac:spMkLst>
        </pc:spChg>
        <pc:spChg chg="add 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27" creationId="{8A13590B-9CA7-7584-0643-9CC4A5A5B8CD}"/>
          </ac:spMkLst>
        </pc:spChg>
        <pc:spChg chg="add 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28" creationId="{2F459BB8-3AB3-6979-AE04-01E472CCE7B1}"/>
          </ac:spMkLst>
        </pc:spChg>
        <pc:spChg chg="add mod">
          <ac:chgData name="Malte Heithoff" userId="92960225c14ac204" providerId="LiveId" clId="{9F38C4C6-987C-44CB-9A80-B21BEFCAFD47}" dt="2023-06-22T12:34:57.282" v="1871" actId="1076"/>
          <ac:spMkLst>
            <pc:docMk/>
            <pc:sldMk cId="1127625687" sldId="316"/>
            <ac:spMk id="31" creationId="{E3345AF5-9DAF-D7CC-DE9A-E7162433821A}"/>
          </ac:spMkLst>
        </pc:spChg>
        <pc:spChg chg="add mod">
          <ac:chgData name="Malte Heithoff" userId="92960225c14ac204" providerId="LiveId" clId="{9F38C4C6-987C-44CB-9A80-B21BEFCAFD47}" dt="2023-06-22T12:34:53.104" v="1870" actId="1076"/>
          <ac:spMkLst>
            <pc:docMk/>
            <pc:sldMk cId="1127625687" sldId="316"/>
            <ac:spMk id="32" creationId="{55B66EA4-9D11-6E7C-287B-293B6ABEF243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36" creationId="{3D6B1652-6A68-DF38-ED65-8B0E18026594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37" creationId="{BC2414C6-E13E-47D2-559D-F5FF515E2283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38" creationId="{93B9C386-50A6-D8AA-DB69-E59C26B3536F}"/>
          </ac:spMkLst>
        </pc:spChg>
        <pc:spChg chg="add del">
          <ac:chgData name="Malte Heithoff" userId="92960225c14ac204" providerId="LiveId" clId="{9F38C4C6-987C-44CB-9A80-B21BEFCAFD47}" dt="2023-06-22T12:34:44.799" v="1868" actId="478"/>
          <ac:spMkLst>
            <pc:docMk/>
            <pc:sldMk cId="1127625687" sldId="316"/>
            <ac:spMk id="40" creationId="{0B626AA1-511F-2D77-F100-6A0FA86CEB67}"/>
          </ac:spMkLst>
        </pc:spChg>
        <pc:spChg chg="add del">
          <ac:chgData name="Malte Heithoff" userId="92960225c14ac204" providerId="LiveId" clId="{9F38C4C6-987C-44CB-9A80-B21BEFCAFD47}" dt="2023-06-22T12:34:46.059" v="1869" actId="478"/>
          <ac:spMkLst>
            <pc:docMk/>
            <pc:sldMk cId="1127625687" sldId="316"/>
            <ac:spMk id="41" creationId="{C1595CFB-390B-C337-467C-86D15FA2CE57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42" creationId="{AD123C0F-2B59-901D-F7F2-CFC3A57B0902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43" creationId="{D62E8491-E612-3D20-1274-FD2B32D66995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44" creationId="{D7C28CE5-E456-EE57-8CC7-D39DD652318B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45" creationId="{648CDB1D-1C70-451C-8EBA-D7C5C170BC70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48" creationId="{EB9C2049-3E0F-BB16-73D1-F7CC8CE0239E}"/>
          </ac:spMkLst>
        </pc:spChg>
        <pc:spChg chg="mod">
          <ac:chgData name="Malte Heithoff" userId="92960225c14ac204" providerId="LiveId" clId="{9F38C4C6-987C-44CB-9A80-B21BEFCAFD47}" dt="2023-06-22T12:33:34.815" v="1844" actId="1076"/>
          <ac:spMkLst>
            <pc:docMk/>
            <pc:sldMk cId="1127625687" sldId="316"/>
            <ac:spMk id="50" creationId="{22EA256B-D03B-DCED-0903-25B6AFC24B3B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51" creationId="{E9EA9491-9515-9714-CE8D-DA3DBF6A1678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52" creationId="{EA2A1ABB-E172-F63B-D93A-C4D73B909B64}"/>
          </ac:spMkLst>
        </pc:spChg>
        <pc:spChg chg="add">
          <ac:chgData name="Malte Heithoff" userId="92960225c14ac204" providerId="LiveId" clId="{9F38C4C6-987C-44CB-9A80-B21BEFCAFD47}" dt="2023-06-22T12:35:30.735" v="1883" actId="11529"/>
          <ac:spMkLst>
            <pc:docMk/>
            <pc:sldMk cId="1127625687" sldId="316"/>
            <ac:spMk id="62" creationId="{1D850271-B811-3C0F-607A-551603BDFCDE}"/>
          </ac:spMkLst>
        </pc:spChg>
        <pc:spChg chg="add">
          <ac:chgData name="Malte Heithoff" userId="92960225c14ac204" providerId="LiveId" clId="{9F38C4C6-987C-44CB-9A80-B21BEFCAFD47}" dt="2023-06-22T12:35:36.285" v="1884" actId="11529"/>
          <ac:spMkLst>
            <pc:docMk/>
            <pc:sldMk cId="1127625687" sldId="316"/>
            <ac:spMk id="63" creationId="{A955A4A7-060D-9E34-9EE3-24691476F0DF}"/>
          </ac:spMkLst>
        </pc:spChg>
        <pc:spChg chg="add mod">
          <ac:chgData name="Malte Heithoff" userId="92960225c14ac204" providerId="LiveId" clId="{9F38C4C6-987C-44CB-9A80-B21BEFCAFD47}" dt="2023-06-22T12:37:24.478" v="1910" actId="164"/>
          <ac:spMkLst>
            <pc:docMk/>
            <pc:sldMk cId="1127625687" sldId="316"/>
            <ac:spMk id="73" creationId="{764074E5-5714-5671-7806-6AECED9DA927}"/>
          </ac:spMkLst>
        </pc:spChg>
        <pc:spChg chg="add mod">
          <ac:chgData name="Malte Heithoff" userId="92960225c14ac204" providerId="LiveId" clId="{9F38C4C6-987C-44CB-9A80-B21BEFCAFD47}" dt="2023-06-22T12:37:52.502" v="1922" actId="164"/>
          <ac:spMkLst>
            <pc:docMk/>
            <pc:sldMk cId="1127625687" sldId="316"/>
            <ac:spMk id="77" creationId="{80A0D9DC-3C6B-29B9-818D-E19FD0F9E246}"/>
          </ac:spMkLst>
        </pc:spChg>
        <pc:spChg chg="mod">
          <ac:chgData name="Malte Heithoff" userId="92960225c14ac204" providerId="LiveId" clId="{9F38C4C6-987C-44CB-9A80-B21BEFCAFD47}" dt="2023-06-22T12:32:32.821" v="1742" actId="1076"/>
          <ac:spMkLst>
            <pc:docMk/>
            <pc:sldMk cId="1127625687" sldId="316"/>
            <ac:spMk id="79" creationId="{101342CE-EC45-CF67-0205-C91E2E1FADFD}"/>
          </ac:spMkLst>
        </pc:spChg>
        <pc:spChg chg="mod">
          <ac:chgData name="Malte Heithoff" userId="92960225c14ac204" providerId="LiveId" clId="{9F38C4C6-987C-44CB-9A80-B21BEFCAFD47}" dt="2023-06-22T12:32:32.821" v="1742" actId="1076"/>
          <ac:spMkLst>
            <pc:docMk/>
            <pc:sldMk cId="1127625687" sldId="316"/>
            <ac:spMk id="80" creationId="{44FD0D83-3C0B-E13F-28C9-312A3EDCC68B}"/>
          </ac:spMkLst>
        </pc:spChg>
        <pc:spChg chg="mod">
          <ac:chgData name="Malte Heithoff" userId="92960225c14ac204" providerId="LiveId" clId="{9F38C4C6-987C-44CB-9A80-B21BEFCAFD47}" dt="2023-06-22T12:42:25.675" v="1998" actId="1076"/>
          <ac:spMkLst>
            <pc:docMk/>
            <pc:sldMk cId="1127625687" sldId="316"/>
            <ac:spMk id="81" creationId="{4380762D-2BE7-260D-D7B5-1AF0B6799FB0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82" creationId="{5068547D-33F9-9F9F-8F4D-086B31CB4B31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83" creationId="{E4C7F078-1A35-0973-8D90-506AF68D82D4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84" creationId="{759013BA-D167-29B5-1CA3-6853F83B8FB1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85" creationId="{F3083ED3-781A-7A94-F799-E9465DAFB815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86" creationId="{119E3497-D4FE-8335-8093-702DB1D1993B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87" creationId="{6CB1CBBA-D25D-0890-8C4E-DF5049BF0126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88" creationId="{6FB62789-1033-E14A-26BB-E1D2BDB989B9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89" creationId="{1641709B-C6D7-8D50-1E91-2EF47FD6E8A5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90" creationId="{0E56ABDB-1A81-6ABF-69F7-9E4BDAF7E167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91" creationId="{10A281B0-A1ED-4F39-BA6D-545A21C03A78}"/>
          </ac:spMkLst>
        </pc:spChg>
        <pc:spChg chg="add 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93" creationId="{B035C015-8E81-33D3-3B7C-88F15206470C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94" creationId="{C7B1BC0A-BEEA-6D71-5C85-C2DE91955331}"/>
          </ac:spMkLst>
        </pc:spChg>
        <pc:spChg chg="add 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95" creationId="{AE1332F2-995A-85DC-2BD1-061A58370271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101" creationId="{41F8518A-ABD4-BB6B-ADD5-4CCAFDBD0C45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102" creationId="{B6265B6D-0E4D-F995-0BE0-5402BEE01A5C}"/>
          </ac:spMkLst>
        </pc:spChg>
        <pc:spChg chg="mod">
          <ac:chgData name="Malte Heithoff" userId="92960225c14ac204" providerId="LiveId" clId="{9F38C4C6-987C-44CB-9A80-B21BEFCAFD47}" dt="2023-06-22T12:31:31.052" v="1739" actId="20577"/>
          <ac:spMkLst>
            <pc:docMk/>
            <pc:sldMk cId="1127625687" sldId="316"/>
            <ac:spMk id="132" creationId="{4A353A47-B1B3-6011-851C-6CCE570C8E9F}"/>
          </ac:spMkLst>
        </pc:spChg>
        <pc:spChg chg="mod">
          <ac:chgData name="Malte Heithoff" userId="92960225c14ac204" providerId="LiveId" clId="{9F38C4C6-987C-44CB-9A80-B21BEFCAFD47}" dt="2023-06-22T12:40:51.726" v="1942" actId="404"/>
          <ac:spMkLst>
            <pc:docMk/>
            <pc:sldMk cId="1127625687" sldId="316"/>
            <ac:spMk id="133" creationId="{59B06FA4-BE94-BABC-50A0-9F1923763192}"/>
          </ac:spMkLst>
        </pc:spChg>
        <pc:grpChg chg="mod">
          <ac:chgData name="Malte Heithoff" userId="92960225c14ac204" providerId="LiveId" clId="{9F38C4C6-987C-44CB-9A80-B21BEFCAFD47}" dt="2023-06-22T12:33:41.578" v="1845" actId="1076"/>
          <ac:grpSpMkLst>
            <pc:docMk/>
            <pc:sldMk cId="1127625687" sldId="316"/>
            <ac:grpSpMk id="2" creationId="{C7491048-6FD8-412C-5B35-41ACC77C8800}"/>
          </ac:grpSpMkLst>
        </pc:grpChg>
        <pc:grpChg chg="mod">
          <ac:chgData name="Malte Heithoff" userId="92960225c14ac204" providerId="LiveId" clId="{9F38C4C6-987C-44CB-9A80-B21BEFCAFD47}" dt="2023-06-22T12:32:32.821" v="1742" actId="1076"/>
          <ac:grpSpMkLst>
            <pc:docMk/>
            <pc:sldMk cId="1127625687" sldId="316"/>
            <ac:grpSpMk id="11" creationId="{7B6EB57A-831E-AE3C-32B8-D55FF1247986}"/>
          </ac:grpSpMkLst>
        </pc:grpChg>
        <pc:grpChg chg="add del mod">
          <ac:chgData name="Malte Heithoff" userId="92960225c14ac204" providerId="LiveId" clId="{9F38C4C6-987C-44CB-9A80-B21BEFCAFD47}" dt="2023-06-22T12:37:35.341" v="1913" actId="165"/>
          <ac:grpSpMkLst>
            <pc:docMk/>
            <pc:sldMk cId="1127625687" sldId="316"/>
            <ac:grpSpMk id="15" creationId="{E240A046-94DA-7E4B-05A0-C851BFC5DF09}"/>
          </ac:grpSpMkLst>
        </pc:grpChg>
        <pc:grpChg chg="add del mod">
          <ac:chgData name="Malte Heithoff" userId="92960225c14ac204" providerId="LiveId" clId="{9F38C4C6-987C-44CB-9A80-B21BEFCAFD47}" dt="2023-06-22T12:37:00.303" v="1904" actId="165"/>
          <ac:grpSpMkLst>
            <pc:docMk/>
            <pc:sldMk cId="1127625687" sldId="316"/>
            <ac:grpSpMk id="20" creationId="{A5BA9F5C-0D73-52E2-1292-A5EAFCB6D1EA}"/>
          </ac:grpSpMkLst>
        </pc:grpChg>
        <pc:grpChg chg="add mod">
          <ac:chgData name="Malte Heithoff" userId="92960225c14ac204" providerId="LiveId" clId="{9F38C4C6-987C-44CB-9A80-B21BEFCAFD47}" dt="2023-06-22T12:34:38.860" v="1865" actId="408"/>
          <ac:grpSpMkLst>
            <pc:docMk/>
            <pc:sldMk cId="1127625687" sldId="316"/>
            <ac:grpSpMk id="23" creationId="{33FCA6DD-7899-CD80-B59B-AE3D97603857}"/>
          </ac:grpSpMkLst>
        </pc:grpChg>
        <pc:grpChg chg="mod">
          <ac:chgData name="Malte Heithoff" userId="92960225c14ac204" providerId="LiveId" clId="{9F38C4C6-987C-44CB-9A80-B21BEFCAFD47}" dt="2023-06-22T12:32:32.821" v="1742" actId="1076"/>
          <ac:grpSpMkLst>
            <pc:docMk/>
            <pc:sldMk cId="1127625687" sldId="316"/>
            <ac:grpSpMk id="33" creationId="{6AD637C6-E46F-9CFF-E752-4EAB5B5B3027}"/>
          </ac:grpSpMkLst>
        </pc:grpChg>
        <pc:grpChg chg="mod">
          <ac:chgData name="Malte Heithoff" userId="92960225c14ac204" providerId="LiveId" clId="{9F38C4C6-987C-44CB-9A80-B21BEFCAFD47}" dt="2023-06-22T12:32:32.821" v="1742" actId="1076"/>
          <ac:grpSpMkLst>
            <pc:docMk/>
            <pc:sldMk cId="1127625687" sldId="316"/>
            <ac:grpSpMk id="53" creationId="{1D890E16-FA79-E28E-8C06-223E856F56CE}"/>
          </ac:grpSpMkLst>
        </pc:grpChg>
        <pc:grpChg chg="add mod">
          <ac:chgData name="Malte Heithoff" userId="92960225c14ac204" providerId="LiveId" clId="{9F38C4C6-987C-44CB-9A80-B21BEFCAFD47}" dt="2023-06-22T12:37:24.478" v="1910" actId="164"/>
          <ac:grpSpMkLst>
            <pc:docMk/>
            <pc:sldMk cId="1127625687" sldId="316"/>
            <ac:grpSpMk id="76" creationId="{332A5AB2-B925-455A-7023-F901D759AB01}"/>
          </ac:grpSpMkLst>
        </pc:grpChg>
        <pc:grpChg chg="add mod">
          <ac:chgData name="Malte Heithoff" userId="92960225c14ac204" providerId="LiveId" clId="{9F38C4C6-987C-44CB-9A80-B21BEFCAFD47}" dt="2023-06-22T12:37:52.502" v="1922" actId="164"/>
          <ac:grpSpMkLst>
            <pc:docMk/>
            <pc:sldMk cId="1127625687" sldId="316"/>
            <ac:grpSpMk id="78" creationId="{2A1A64CC-BF5F-5E58-BD46-90C98FFEA27F}"/>
          </ac:grpSpMkLst>
        </pc:grpChg>
        <pc:grpChg chg="mod">
          <ac:chgData name="Malte Heithoff" userId="92960225c14ac204" providerId="LiveId" clId="{9F38C4C6-987C-44CB-9A80-B21BEFCAFD47}" dt="2023-06-22T12:32:32.821" v="1742" actId="1076"/>
          <ac:grpSpMkLst>
            <pc:docMk/>
            <pc:sldMk cId="1127625687" sldId="316"/>
            <ac:grpSpMk id="114" creationId="{F0B34F4B-63B8-77D7-0CE5-8682457589B5}"/>
          </ac:grpSpMkLst>
        </pc:grpChg>
        <pc:grpChg chg="mod">
          <ac:chgData name="Malte Heithoff" userId="92960225c14ac204" providerId="LiveId" clId="{9F38C4C6-987C-44CB-9A80-B21BEFCAFD47}" dt="2023-06-22T12:32:32.821" v="1742" actId="1076"/>
          <ac:grpSpMkLst>
            <pc:docMk/>
            <pc:sldMk cId="1127625687" sldId="316"/>
            <ac:grpSpMk id="116" creationId="{75AED39F-0E7F-85E1-75DA-EEFCA633469C}"/>
          </ac:grpSpMkLst>
        </pc:grpChg>
        <pc:cxnChg chg="mod">
          <ac:chgData name="Malte Heithoff" userId="92960225c14ac204" providerId="LiveId" clId="{9F38C4C6-987C-44CB-9A80-B21BEFCAFD47}" dt="2023-06-22T12:32:32.821" v="1742" actId="1076"/>
          <ac:cxnSpMkLst>
            <pc:docMk/>
            <pc:sldMk cId="1127625687" sldId="316"/>
            <ac:cxnSpMk id="6" creationId="{9B6F3879-B6C4-97A8-0CE2-531E3A780374}"/>
          </ac:cxnSpMkLst>
        </pc:cxnChg>
        <pc:cxnChg chg="mod">
          <ac:chgData name="Malte Heithoff" userId="92960225c14ac204" providerId="LiveId" clId="{9F38C4C6-987C-44CB-9A80-B21BEFCAFD47}" dt="2023-06-22T12:33:46.850" v="1848" actId="14100"/>
          <ac:cxnSpMkLst>
            <pc:docMk/>
            <pc:sldMk cId="1127625687" sldId="316"/>
            <ac:cxnSpMk id="12" creationId="{D4D57EED-531E-CD1F-AC29-B9EDDB0E2ED2}"/>
          </ac:cxnSpMkLst>
        </pc:cxnChg>
        <pc:cxnChg chg="add del mod">
          <ac:chgData name="Malte Heithoff" userId="92960225c14ac204" providerId="LiveId" clId="{9F38C4C6-987C-44CB-9A80-B21BEFCAFD47}" dt="2023-06-22T12:34:30.626" v="1861" actId="478"/>
          <ac:cxnSpMkLst>
            <pc:docMk/>
            <pc:sldMk cId="1127625687" sldId="316"/>
            <ac:cxnSpMk id="29" creationId="{7BD597C2-3522-FC84-F401-E40F39579FEE}"/>
          </ac:cxnSpMkLst>
        </pc:cxnChg>
        <pc:cxnChg chg="add del mod">
          <ac:chgData name="Malte Heithoff" userId="92960225c14ac204" providerId="LiveId" clId="{9F38C4C6-987C-44CB-9A80-B21BEFCAFD47}" dt="2023-06-22T12:34:26.348" v="1859" actId="478"/>
          <ac:cxnSpMkLst>
            <pc:docMk/>
            <pc:sldMk cId="1127625687" sldId="316"/>
            <ac:cxnSpMk id="30" creationId="{F0D5235A-77C3-9A16-858B-1051EDBE9089}"/>
          </ac:cxnSpMkLst>
        </pc:cxnChg>
        <pc:cxnChg chg="mod">
          <ac:chgData name="Malte Heithoff" userId="92960225c14ac204" providerId="LiveId" clId="{9F38C4C6-987C-44CB-9A80-B21BEFCAFD47}" dt="2023-06-22T12:32:32.821" v="1742" actId="1076"/>
          <ac:cxnSpMkLst>
            <pc:docMk/>
            <pc:sldMk cId="1127625687" sldId="316"/>
            <ac:cxnSpMk id="39" creationId="{11471020-0832-794E-68A4-355AED51B2BF}"/>
          </ac:cxnSpMkLst>
        </pc:cxnChg>
        <pc:cxnChg chg="add mod">
          <ac:chgData name="Malte Heithoff" userId="92960225c14ac204" providerId="LiveId" clId="{9F38C4C6-987C-44CB-9A80-B21BEFCAFD47}" dt="2023-06-22T12:35:03.884" v="1874" actId="14100"/>
          <ac:cxnSpMkLst>
            <pc:docMk/>
            <pc:sldMk cId="1127625687" sldId="316"/>
            <ac:cxnSpMk id="47" creationId="{A9288CDF-9D59-9F22-5887-7CEAB9A8C71E}"/>
          </ac:cxnSpMkLst>
        </pc:cxnChg>
        <pc:cxnChg chg="add mod">
          <ac:chgData name="Malte Heithoff" userId="92960225c14ac204" providerId="LiveId" clId="{9F38C4C6-987C-44CB-9A80-B21BEFCAFD47}" dt="2023-06-22T12:37:41.801" v="1917"/>
          <ac:cxnSpMkLst>
            <pc:docMk/>
            <pc:sldMk cId="1127625687" sldId="316"/>
            <ac:cxnSpMk id="57" creationId="{BF7924A7-D404-E02E-EABD-D59A99C51362}"/>
          </ac:cxnSpMkLst>
        </pc:cxnChg>
        <pc:cxnChg chg="add mod">
          <ac:chgData name="Malte Heithoff" userId="92960225c14ac204" providerId="LiveId" clId="{9F38C4C6-987C-44CB-9A80-B21BEFCAFD47}" dt="2023-06-22T12:37:19.165" v="1909" actId="14100"/>
          <ac:cxnSpMkLst>
            <pc:docMk/>
            <pc:sldMk cId="1127625687" sldId="316"/>
            <ac:cxnSpMk id="64" creationId="{09058DBF-6395-3A43-267E-EE311B955652}"/>
          </ac:cxnSpMkLst>
        </pc:cxnChg>
        <pc:cxnChg chg="add mod">
          <ac:chgData name="Malte Heithoff" userId="92960225c14ac204" providerId="LiveId" clId="{9F38C4C6-987C-44CB-9A80-B21BEFCAFD47}" dt="2023-06-22T12:37:54.547" v="1923" actId="14100"/>
          <ac:cxnSpMkLst>
            <pc:docMk/>
            <pc:sldMk cId="1127625687" sldId="316"/>
            <ac:cxnSpMk id="68" creationId="{05D9E64C-3B93-C4F3-30FA-547EC1E692ED}"/>
          </ac:cxnSpMkLst>
        </pc:cxnChg>
        <pc:cxnChg chg="mod">
          <ac:chgData name="Malte Heithoff" userId="92960225c14ac204" providerId="LiveId" clId="{9F38C4C6-987C-44CB-9A80-B21BEFCAFD47}" dt="2023-06-22T12:32:32.821" v="1742" actId="1076"/>
          <ac:cxnSpMkLst>
            <pc:docMk/>
            <pc:sldMk cId="1127625687" sldId="316"/>
            <ac:cxnSpMk id="69" creationId="{F00C43C5-0D25-229D-DB22-09F70279198B}"/>
          </ac:cxnSpMkLst>
        </pc:cxnChg>
        <pc:cxnChg chg="mod">
          <ac:chgData name="Malte Heithoff" userId="92960225c14ac204" providerId="LiveId" clId="{9F38C4C6-987C-44CB-9A80-B21BEFCAFD47}" dt="2023-06-22T12:32:32.821" v="1742" actId="1076"/>
          <ac:cxnSpMkLst>
            <pc:docMk/>
            <pc:sldMk cId="1127625687" sldId="316"/>
            <ac:cxnSpMk id="72" creationId="{DA9B79D5-71FC-7844-D0A8-CF704F76BE23}"/>
          </ac:cxnSpMkLst>
        </pc:cxnChg>
        <pc:cxnChg chg="mod">
          <ac:chgData name="Malte Heithoff" userId="92960225c14ac204" providerId="LiveId" clId="{9F38C4C6-987C-44CB-9A80-B21BEFCAFD47}" dt="2023-06-22T12:32:32.821" v="1742" actId="1076"/>
          <ac:cxnSpMkLst>
            <pc:docMk/>
            <pc:sldMk cId="1127625687" sldId="316"/>
            <ac:cxnSpMk id="75" creationId="{E537BA63-14B8-4BB8-4318-420456E7415C}"/>
          </ac:cxnSpMkLst>
        </pc:cxnChg>
        <pc:cxnChg chg="mod">
          <ac:chgData name="Malte Heithoff" userId="92960225c14ac204" providerId="LiveId" clId="{9F38C4C6-987C-44CB-9A80-B21BEFCAFD47}" dt="2023-06-22T12:32:32.821" v="1742" actId="1076"/>
          <ac:cxnSpMkLst>
            <pc:docMk/>
            <pc:sldMk cId="1127625687" sldId="316"/>
            <ac:cxnSpMk id="119" creationId="{405D44BB-A084-FC45-8A7B-D8543605AB1E}"/>
          </ac:cxnSpMkLst>
        </pc:cxnChg>
        <pc:cxnChg chg="mod">
          <ac:chgData name="Malte Heithoff" userId="92960225c14ac204" providerId="LiveId" clId="{9F38C4C6-987C-44CB-9A80-B21BEFCAFD47}" dt="2023-06-22T12:32:32.821" v="1742" actId="1076"/>
          <ac:cxnSpMkLst>
            <pc:docMk/>
            <pc:sldMk cId="1127625687" sldId="316"/>
            <ac:cxnSpMk id="123" creationId="{D70DCB5D-C1F5-776F-B968-9A10E36F684B}"/>
          </ac:cxnSpMkLst>
        </pc:cxnChg>
        <pc:cxnChg chg="mod">
          <ac:chgData name="Malte Heithoff" userId="92960225c14ac204" providerId="LiveId" clId="{9F38C4C6-987C-44CB-9A80-B21BEFCAFD47}" dt="2023-06-22T12:32:32.821" v="1742" actId="1076"/>
          <ac:cxnSpMkLst>
            <pc:docMk/>
            <pc:sldMk cId="1127625687" sldId="316"/>
            <ac:cxnSpMk id="155" creationId="{4AF36227-01AB-252A-B3E0-A9725F04415D}"/>
          </ac:cxnSpMkLst>
        </pc:cxnChg>
      </pc:sldChg>
    </pc:docChg>
  </pc:docChgLst>
  <pc:docChgLst>
    <pc:chgData name="Malte" userId="92960225c14ac204" providerId="LiveId" clId="{0E66ECE9-7C55-48F9-BC51-E84DFE8F9D1A}"/>
    <pc:docChg chg="undo custSel modSld">
      <pc:chgData name="Malte" userId="92960225c14ac204" providerId="LiveId" clId="{0E66ECE9-7C55-48F9-BC51-E84DFE8F9D1A}" dt="2023-05-12T09:15:42.632" v="19"/>
      <pc:docMkLst>
        <pc:docMk/>
      </pc:docMkLst>
      <pc:sldChg chg="modSp mod modNotesTx">
        <pc:chgData name="Malte" userId="92960225c14ac204" providerId="LiveId" clId="{0E66ECE9-7C55-48F9-BC51-E84DFE8F9D1A}" dt="2023-05-12T09:15:42.632" v="19"/>
        <pc:sldMkLst>
          <pc:docMk/>
          <pc:sldMk cId="1492313090" sldId="306"/>
        </pc:sldMkLst>
        <pc:spChg chg="mod">
          <ac:chgData name="Malte" userId="92960225c14ac204" providerId="LiveId" clId="{0E66ECE9-7C55-48F9-BC51-E84DFE8F9D1A}" dt="2023-05-12T09:12:13.138" v="10" actId="20577"/>
          <ac:spMkLst>
            <pc:docMk/>
            <pc:sldMk cId="1492313090" sldId="306"/>
            <ac:spMk id="3" creationId="{7FEA48E4-D304-D425-14CA-A46CC392C44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951" cy="5126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937" y="1"/>
            <a:ext cx="3077951" cy="51268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8BCBB3B-932A-4D6C-900D-9F4B28686221}" type="datetimeFigureOut">
              <a:rPr lang="de-DE" altLang="de-DE"/>
              <a:pPr>
                <a:defRPr/>
              </a:pPr>
              <a:t>05.07.2023</a:t>
            </a:fld>
            <a:endParaRPr lang="de-DE" alt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0342"/>
            <a:ext cx="3077951" cy="5126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937" y="9720342"/>
            <a:ext cx="3077951" cy="51268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35FA329-B071-4BC1-BBB5-3B07BBB55D93}" type="slidenum">
              <a:rPr lang="de-DE" altLang="de-DE"/>
              <a:pPr/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951" cy="5126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937" y="1"/>
            <a:ext cx="3077951" cy="51268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B02CD211-E599-4F87-85BA-4D602CEE05A3}" type="datetimeFigureOut">
              <a:rPr lang="de-DE" altLang="de-DE"/>
              <a:pPr>
                <a:defRPr/>
              </a:pPr>
              <a:t>05.07.2023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925249"/>
            <a:ext cx="5682615" cy="4028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0342"/>
            <a:ext cx="3077951" cy="5126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937" y="9720342"/>
            <a:ext cx="3077951" cy="51268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1BC8D279-B8BC-4FA6-86F2-E41329D88EBB}" type="slidenum">
              <a:rPr lang="de-DE" altLang="de-DE"/>
              <a:pPr/>
              <a:t>‹#›</a:t>
            </a:fld>
            <a:endParaRPr lang="de-DE" alt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8F71EE3-D70A-4C02-A968-4B934D1A0EFF}"/>
              </a:ext>
            </a:extLst>
          </p:cNvPr>
          <p:cNvGrpSpPr/>
          <p:nvPr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7C845E14-D05D-4847-8D0F-48B225F97F2B}"/>
                </a:ext>
              </a:extLst>
            </p:cNvPr>
            <p:cNvGrpSpPr/>
            <p:nvPr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DEAA3F24-7ABD-43F2-AA45-BF5173CF32C5}"/>
                  </a:ext>
                </a:extLst>
              </p:cNvPr>
              <p:cNvCxnSpPr/>
              <p:nvPr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6AFAD796-294C-4678-84E4-36609DA3DE96}"/>
                  </a:ext>
                </a:extLst>
              </p:cNvPr>
              <p:cNvCxnSpPr/>
              <p:nvPr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C515608-7894-4009-BE21-62D65B382976}"/>
                </a:ext>
              </a:extLst>
            </p:cNvPr>
            <p:cNvGrpSpPr/>
            <p:nvPr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0334CBD9-C046-4B8D-8306-1B31D1E6CD28}"/>
                  </a:ext>
                </a:extLst>
              </p:cNvPr>
              <p:cNvCxnSpPr/>
              <p:nvPr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10AEC939-0940-4439-A734-7AAF6763DFF8}"/>
                  </a:ext>
                </a:extLst>
              </p:cNvPr>
              <p:cNvCxnSpPr/>
              <p:nvPr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42CAEF3-4F48-4FEC-9E09-79D3F41BC518}"/>
              </a:ext>
            </a:extLst>
          </p:cNvPr>
          <p:cNvGrpSpPr/>
          <p:nvPr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5E654C8-5ED2-482F-82FE-D8B7AB672D1B}"/>
                </a:ext>
              </a:extLst>
            </p:cNvPr>
            <p:cNvCxnSpPr/>
            <p:nvPr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5CBF0CD-26F9-4ACF-A893-9837FC6A792A}"/>
                </a:ext>
              </a:extLst>
            </p:cNvPr>
            <p:cNvCxnSpPr/>
            <p:nvPr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3B422C15-1DE6-4DF9-8E96-5CA163219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434" y="2584876"/>
            <a:ext cx="10886925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83979DD-F31A-4483-BB1A-22D5710FA3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434" y="3078076"/>
            <a:ext cx="10886925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en-US" noProof="0" dirty="0" err="1"/>
              <a:t>Untertitelmasters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EE02E37-16C7-4AED-B03D-D2D32DD5AE21}"/>
              </a:ext>
            </a:extLst>
          </p:cNvPr>
          <p:cNvGrpSpPr/>
          <p:nvPr userDrawn="1"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757562EE-1B2D-44E7-A590-9E9EDBC85B94}"/>
                </a:ext>
              </a:extLst>
            </p:cNvPr>
            <p:cNvGrpSpPr/>
            <p:nvPr userDrawn="1"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5705C926-C661-4870-90F5-B8FE6824FA3E}"/>
                  </a:ext>
                </a:extLst>
              </p:cNvPr>
              <p:cNvCxnSpPr/>
              <p:nvPr userDrawn="1"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1340FDD-0028-43F6-9B43-780A9256EA84}"/>
                  </a:ext>
                </a:extLst>
              </p:cNvPr>
              <p:cNvCxnSpPr/>
              <p:nvPr userDrawn="1"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67471FCE-9EBC-4563-B643-791B6D9CF2C5}"/>
                </a:ext>
              </a:extLst>
            </p:cNvPr>
            <p:cNvGrpSpPr/>
            <p:nvPr userDrawn="1"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DEBBEDD9-913B-43A7-92D2-70200277794A}"/>
                  </a:ext>
                </a:extLst>
              </p:cNvPr>
              <p:cNvCxnSpPr/>
              <p:nvPr userDrawn="1"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7EBB47A-B507-4D7F-9E88-09CE2A7386CD}"/>
                  </a:ext>
                </a:extLst>
              </p:cNvPr>
              <p:cNvCxnSpPr/>
              <p:nvPr userDrawn="1"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B17A0267-74CA-449E-AFFC-93B6796DAFC7}"/>
              </a:ext>
            </a:extLst>
          </p:cNvPr>
          <p:cNvGrpSpPr/>
          <p:nvPr userDrawn="1"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298FA662-EA6F-40FE-BBAD-CBDF6AB6DBCB}"/>
                </a:ext>
              </a:extLst>
            </p:cNvPr>
            <p:cNvCxnSpPr/>
            <p:nvPr userDrawn="1"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5A789B2B-F6CE-4245-989C-4A30EA0B1352}"/>
                </a:ext>
              </a:extLst>
            </p:cNvPr>
            <p:cNvCxnSpPr/>
            <p:nvPr userDrawn="1"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fik 35">
            <a:extLst>
              <a:ext uri="{FF2B5EF4-FFF2-40B4-BE49-F238E27FC236}">
                <a16:creationId xmlns:a16="http://schemas.microsoft.com/office/drawing/2014/main" id="{E5F32772-7E67-4104-809E-A67B38C64C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99"/>
            <a:ext cx="12199620" cy="230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8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02B50-D467-41F6-8F0B-DF2AA821368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6273"/>
            <a:ext cx="11483975" cy="4385455"/>
          </a:xfrm>
          <a:prstGeom prst="rect">
            <a:avLst/>
          </a:prstGeom>
        </p:spPr>
        <p:txBody>
          <a:bodyPr wrap="square" lIns="0" tIns="0" rIns="0" bIns="0"/>
          <a:lstStyle>
            <a:lvl1pPr marL="216000" indent="-216000">
              <a:buFont typeface="Arial" panose="020B0604020202020204" pitchFamily="34" charset="0"/>
              <a:buChar char="•"/>
              <a:defRPr/>
            </a:lvl1pPr>
            <a:lvl2pPr marL="432000" indent="-216000">
              <a:buFont typeface="Symbol" panose="05050102010706020507" pitchFamily="18" charset="2"/>
              <a:buChar char="-"/>
              <a:defRPr/>
            </a:lvl2pPr>
            <a:lvl3pPr marL="648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/>
            </a:lvl3pPr>
            <a:lvl4pPr marL="864000" indent="-216000">
              <a:buFont typeface="Symbol" panose="05050102010706020507" pitchFamily="18" charset="2"/>
              <a:buChar char="-"/>
              <a:defRPr/>
            </a:lvl4pPr>
            <a:lvl5pPr marL="6477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11432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79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D89513B-8A7E-430E-8F63-7469EC1FB664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6F83956-15CC-418E-B737-9061141E4CD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66B5100-86F8-4E8C-9DE1-10AD5FB9B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703F518-B554-4AC1-A90D-7EDD58F262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de-DE" dirty="0"/>
              <a:t>Untertitelmasters durch Klicken bearbeiten</a:t>
            </a:r>
            <a:endParaRPr lang="en-US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D9FA7CF-D871-4A92-B637-6BD1D2660BDF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2A6B56BE-B7D9-4ABB-9FC4-4C2C40CB670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B385CDCE-8F09-4AAB-B014-0073E7D048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feld 12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33525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4000" y="1235175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000" y="1236273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" name="Textfeld 2"/>
          <p:cNvSpPr txBox="1"/>
          <p:nvPr userDrawn="1"/>
        </p:nvSpPr>
        <p:spPr>
          <a:xfrm>
            <a:off x="779929" y="2430576"/>
            <a:ext cx="1119564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71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use the flipped one instead (and manually copy the content(!) of the flipped pages)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071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10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6000" y="1234689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5175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25727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E9EC9F2-3C9F-4A4B-9463-32200C1888C5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BE7F8F3-90E3-4324-B96F-F4C733799980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FB93F6E7-9B79-444E-9797-C017CBCD9F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966A802-7238-4572-8B31-F10BAD15BE6A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01C63A65-01F5-4E3D-9EE7-E225D07B1954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7CBACAB-4E61-4BA4-A7E8-012536F511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14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27336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pieren 14"/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6" name="Gerader Verbinder 15"/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0B61E83-F62A-4E6F-9728-ABDE5413BA68}"/>
              </a:ext>
            </a:extLst>
          </p:cNvPr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3ED25C8-3644-4C59-B80C-B3EC3EBB6C18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94E318B-6CC6-4660-9EC9-B8FEB8D24174}"/>
                </a:ext>
              </a:extLst>
            </p:cNvPr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7E0399E-000C-4919-9189-D72AC9F21B27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39B952C-73F9-4639-9C6B-D79F321E765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D1F7EFE-C1E5-46CC-AC0C-2ACADE80B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BEA13B8-67E5-4E0C-87FF-5C3A86F3E1BB}"/>
              </a:ext>
            </a:extLst>
          </p:cNvPr>
          <p:cNvGrpSpPr/>
          <p:nvPr userDrawn="1"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2D7C05B6-2FEC-4BCF-B0D2-C4E0FBD988C4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1DD01610-9DF8-4DC4-93DF-34D4ADF39035}"/>
                </a:ext>
              </a:extLst>
            </p:cNvPr>
            <p:cNvCxnSpPr/>
            <p:nvPr userDrawn="1"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E00B62C-5012-43AC-B2B8-7ABCCC897041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8204F29-F5C4-4D02-857A-E600F35F2E4F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5F4B9776-75B3-46D2-8C19-AE6D80A6416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feld 28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60520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Ihre Aufmerksamkeit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D42372E-A88B-49BE-BF8B-A349B6BE88BB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E73DD95-497D-41DA-AE15-231D472ACF1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33C7AEA-7E75-4F96-A29D-6E01AE30A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54A51D3-6BB0-4789-89BC-481D89445CBE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F4FEE0A-400B-495A-BBAD-43B3BB9910CB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BA932F8-ADAD-449E-8505-B146C5E2606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14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13214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739CD8DE-4C7D-4115-826C-095081C9C550}"/>
              </a:ext>
            </a:extLst>
          </p:cNvPr>
          <p:cNvGrpSpPr/>
          <p:nvPr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E7A10CC4-C78C-496F-ADD8-BFFEA15832AC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8D031218-F43F-4F64-8EFA-18FF5CC8D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Software Engineering</a:t>
            </a:r>
            <a:r>
              <a:rPr lang="de-DE" altLang="de-DE" sz="900" baseline="0" dirty="0">
                <a:solidFill>
                  <a:schemeClr val="tx2"/>
                </a:solidFill>
              </a:rPr>
              <a:t>  |  RWTH Aachen</a:t>
            </a:r>
            <a:endParaRPr lang="de-DE" altLang="de-DE" sz="900" dirty="0">
              <a:solidFill>
                <a:schemeClr val="tx2"/>
              </a:solidFill>
            </a:endParaRPr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546A872-26C7-4E5C-9125-775206BCBEA4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8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07601A5-C709-41D1-A3FB-1067D511C6A0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23116334-B9FF-486F-853F-2FC0FEBBB345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0B09F16D-C13E-41E9-9D8E-F62185B5F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3137B7CE-1B7B-4BD9-84EC-35BB2F899117}"/>
              </a:ext>
            </a:extLst>
          </p:cNvPr>
          <p:cNvGrpSpPr/>
          <p:nvPr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62A21AE-7533-4515-8E6B-0629BDE1E199}"/>
                </a:ext>
              </a:extLst>
            </p:cNvPr>
            <p:cNvCxnSpPr>
              <a:cxnSpLocks/>
            </p:cNvCxnSpPr>
            <p:nvPr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C2D2DC96-2606-46A7-BE47-231944BE7F88}"/>
                </a:ext>
              </a:extLst>
            </p:cNvPr>
            <p:cNvCxnSpPr>
              <a:cxnSpLocks/>
            </p:cNvCxnSpPr>
            <p:nvPr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5E8F4D0-8DD9-4778-8FAF-1A3AAD236EE6}"/>
              </a:ext>
            </a:extLst>
          </p:cNvPr>
          <p:cNvGrpSpPr/>
          <p:nvPr userDrawn="1"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F39390DE-7CDF-413A-BA63-9DBE991A03FE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8FE4379-972E-42EA-875D-205082A062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D885A2B-353E-4CC6-AE36-D7FBA6412355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42BAD79-77B5-4F17-9B1B-118759906CC7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49B137E-A382-4784-8424-D97BEBD109F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4B58725-E025-476C-8EFF-8D44F3A77022}"/>
              </a:ext>
            </a:extLst>
          </p:cNvPr>
          <p:cNvGrpSpPr/>
          <p:nvPr userDrawn="1"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1243A30B-762F-4D0C-8856-A9541783A9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BCB409D8-D56C-486C-ABAB-CCD3DECF18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833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6" r:id="rId2"/>
    <p:sldLayoutId id="2147483905" r:id="rId3"/>
    <p:sldLayoutId id="2147483907" r:id="rId4"/>
    <p:sldLayoutId id="2147483911" r:id="rId5"/>
    <p:sldLayoutId id="2147483908" r:id="rId6"/>
    <p:sldLayoutId id="2147483909" r:id="rId7"/>
    <p:sldLayoutId id="2147483910" r:id="rId8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66F73B-7FFD-AA6B-520B-D7CE6896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Observation</a:t>
            </a:r>
          </a:p>
        </p:txBody>
      </p:sp>
      <p:grpSp>
        <p:nvGrpSpPr>
          <p:cNvPr id="4" name="Group 140">
            <a:extLst>
              <a:ext uri="{FF2B5EF4-FFF2-40B4-BE49-F238E27FC236}">
                <a16:creationId xmlns:a16="http://schemas.microsoft.com/office/drawing/2014/main" id="{94CDCD52-4A64-D571-8B83-0204C883FC1D}"/>
              </a:ext>
            </a:extLst>
          </p:cNvPr>
          <p:cNvGrpSpPr>
            <a:grpSpLocks/>
          </p:cNvGrpSpPr>
          <p:nvPr/>
        </p:nvGrpSpPr>
        <p:grpSpPr bwMode="auto">
          <a:xfrm>
            <a:off x="192240" y="1535996"/>
            <a:ext cx="1608138" cy="412750"/>
            <a:chOff x="3381" y="2592"/>
            <a:chExt cx="1013" cy="260"/>
          </a:xfrm>
        </p:grpSpPr>
        <p:sp>
          <p:nvSpPr>
            <p:cNvPr id="6" name="Text Box 141">
              <a:extLst>
                <a:ext uri="{FF2B5EF4-FFF2-40B4-BE49-F238E27FC236}">
                  <a16:creationId xmlns:a16="http://schemas.microsoft.com/office/drawing/2014/main" id="{738BCFEA-E1EA-99C7-CDB4-D0E4EC123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" y="2616"/>
              <a:ext cx="72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F:Function</a:t>
              </a:r>
            </a:p>
          </p:txBody>
        </p:sp>
        <p:sp>
          <p:nvSpPr>
            <p:cNvPr id="8" name="Rectangle 142">
              <a:extLst>
                <a:ext uri="{FF2B5EF4-FFF2-40B4-BE49-F238E27FC236}">
                  <a16:creationId xmlns:a16="http://schemas.microsoft.com/office/drawing/2014/main" id="{E86FB0F4-6437-C074-10A9-8AFE1DBA6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" name="AutoShape 50">
            <a:extLst>
              <a:ext uri="{FF2B5EF4-FFF2-40B4-BE49-F238E27FC236}">
                <a16:creationId xmlns:a16="http://schemas.microsoft.com/office/drawing/2014/main" id="{2689F7A2-0FDA-A390-6393-280C7A521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27" y="1956955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07" name="Verbinder: gewinkelt 126">
            <a:extLst>
              <a:ext uri="{FF2B5EF4-FFF2-40B4-BE49-F238E27FC236}">
                <a16:creationId xmlns:a16="http://schemas.microsoft.com/office/drawing/2014/main" id="{2B330A06-71BC-C704-DB37-9DBF68EE666D}"/>
              </a:ext>
            </a:extLst>
          </p:cNvPr>
          <p:cNvCxnSpPr>
            <a:cxnSpLocks/>
            <a:stCxn id="52" idx="2"/>
            <a:endCxn id="152" idx="1"/>
          </p:cNvCxnSpPr>
          <p:nvPr/>
        </p:nvCxnSpPr>
        <p:spPr>
          <a:xfrm rot="16200000" flipH="1">
            <a:off x="287450" y="2369782"/>
            <a:ext cx="512617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8" name="AutoShape 40">
            <a:extLst>
              <a:ext uri="{FF2B5EF4-FFF2-40B4-BE49-F238E27FC236}">
                <a16:creationId xmlns:a16="http://schemas.microsoft.com/office/drawing/2014/main" id="{62AA2151-551F-78E9-2306-9F1DA2667EE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555532" y="1430207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OD</a:t>
            </a:r>
          </a:p>
        </p:txBody>
      </p:sp>
      <p:grpSp>
        <p:nvGrpSpPr>
          <p:cNvPr id="150" name="Group 140">
            <a:extLst>
              <a:ext uri="{FF2B5EF4-FFF2-40B4-BE49-F238E27FC236}">
                <a16:creationId xmlns:a16="http://schemas.microsoft.com/office/drawing/2014/main" id="{3CFE91B6-EA76-72C8-5749-831F67AA5033}"/>
              </a:ext>
            </a:extLst>
          </p:cNvPr>
          <p:cNvGrpSpPr>
            <a:grpSpLocks/>
          </p:cNvGrpSpPr>
          <p:nvPr/>
        </p:nvGrpSpPr>
        <p:grpSpPr bwMode="auto">
          <a:xfrm>
            <a:off x="639651" y="2515609"/>
            <a:ext cx="1608138" cy="412750"/>
            <a:chOff x="3381" y="2592"/>
            <a:chExt cx="1013" cy="260"/>
          </a:xfrm>
        </p:grpSpPr>
        <p:sp>
          <p:nvSpPr>
            <p:cNvPr id="151" name="Text Box 141">
              <a:extLst>
                <a:ext uri="{FF2B5EF4-FFF2-40B4-BE49-F238E27FC236}">
                  <a16:creationId xmlns:a16="http://schemas.microsoft.com/office/drawing/2014/main" id="{41CBCD28-9704-B2C8-0EEA-357FD16FF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2" y="2616"/>
              <a:ext cx="74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G:Function</a:t>
              </a:r>
            </a:p>
          </p:txBody>
        </p:sp>
        <p:sp>
          <p:nvSpPr>
            <p:cNvPr id="152" name="Rectangle 142">
              <a:extLst>
                <a:ext uri="{FF2B5EF4-FFF2-40B4-BE49-F238E27FC236}">
                  <a16:creationId xmlns:a16="http://schemas.microsoft.com/office/drawing/2014/main" id="{3DAD01A5-1056-AF5D-FF91-48E408E56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4" name="Group 140">
            <a:extLst>
              <a:ext uri="{FF2B5EF4-FFF2-40B4-BE49-F238E27FC236}">
                <a16:creationId xmlns:a16="http://schemas.microsoft.com/office/drawing/2014/main" id="{A40F5A39-ADB9-E917-65CE-8946DF27BA8E}"/>
              </a:ext>
            </a:extLst>
          </p:cNvPr>
          <p:cNvGrpSpPr>
            <a:grpSpLocks/>
          </p:cNvGrpSpPr>
          <p:nvPr/>
        </p:nvGrpSpPr>
        <p:grpSpPr bwMode="auto">
          <a:xfrm>
            <a:off x="639651" y="4528695"/>
            <a:ext cx="1608138" cy="412750"/>
            <a:chOff x="3381" y="2592"/>
            <a:chExt cx="1013" cy="260"/>
          </a:xfrm>
        </p:grpSpPr>
        <p:sp>
          <p:nvSpPr>
            <p:cNvPr id="155" name="Text Box 141">
              <a:extLst>
                <a:ext uri="{FF2B5EF4-FFF2-40B4-BE49-F238E27FC236}">
                  <a16:creationId xmlns:a16="http://schemas.microsoft.com/office/drawing/2014/main" id="{FA30B2D9-6A14-7763-3F18-FD9714B6A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2" y="2616"/>
              <a:ext cx="74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H:Function</a:t>
              </a:r>
            </a:p>
          </p:txBody>
        </p:sp>
        <p:sp>
          <p:nvSpPr>
            <p:cNvPr id="156" name="Rectangle 142">
              <a:extLst>
                <a:ext uri="{FF2B5EF4-FFF2-40B4-BE49-F238E27FC236}">
                  <a16:creationId xmlns:a16="http://schemas.microsoft.com/office/drawing/2014/main" id="{6E794CC0-2DBA-0CB3-57D7-CD48CE78F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59" name="Verbinder: gewinkelt 126">
            <a:extLst>
              <a:ext uri="{FF2B5EF4-FFF2-40B4-BE49-F238E27FC236}">
                <a16:creationId xmlns:a16="http://schemas.microsoft.com/office/drawing/2014/main" id="{030D9945-9019-551D-A4FE-41A4CEB027E5}"/>
              </a:ext>
            </a:extLst>
          </p:cNvPr>
          <p:cNvCxnSpPr>
            <a:cxnSpLocks/>
            <a:stCxn id="52" idx="2"/>
            <a:endCxn id="156" idx="1"/>
          </p:cNvCxnSpPr>
          <p:nvPr/>
        </p:nvCxnSpPr>
        <p:spPr>
          <a:xfrm rot="16200000" flipH="1">
            <a:off x="-719093" y="3376325"/>
            <a:ext cx="2525703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68" name="Group 140">
            <a:extLst>
              <a:ext uri="{FF2B5EF4-FFF2-40B4-BE49-F238E27FC236}">
                <a16:creationId xmlns:a16="http://schemas.microsoft.com/office/drawing/2014/main" id="{CD864ACF-4CD5-A5A5-A44D-B4998944FDCA}"/>
              </a:ext>
            </a:extLst>
          </p:cNvPr>
          <p:cNvGrpSpPr>
            <a:grpSpLocks/>
          </p:cNvGrpSpPr>
          <p:nvPr/>
        </p:nvGrpSpPr>
        <p:grpSpPr bwMode="auto">
          <a:xfrm>
            <a:off x="2824569" y="2515609"/>
            <a:ext cx="1608138" cy="412750"/>
            <a:chOff x="3381" y="2592"/>
            <a:chExt cx="1013" cy="260"/>
          </a:xfrm>
        </p:grpSpPr>
        <p:sp>
          <p:nvSpPr>
            <p:cNvPr id="172" name="Text Box 141">
              <a:extLst>
                <a:ext uri="{FF2B5EF4-FFF2-40B4-BE49-F238E27FC236}">
                  <a16:creationId xmlns:a16="http://schemas.microsoft.com/office/drawing/2014/main" id="{AFF1DC53-6A21-34BE-6CCE-8570B2523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7" y="2616"/>
              <a:ext cx="55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b:Inport</a:t>
              </a:r>
            </a:p>
          </p:txBody>
        </p:sp>
        <p:sp>
          <p:nvSpPr>
            <p:cNvPr id="173" name="Rectangle 142">
              <a:extLst>
                <a:ext uri="{FF2B5EF4-FFF2-40B4-BE49-F238E27FC236}">
                  <a16:creationId xmlns:a16="http://schemas.microsoft.com/office/drawing/2014/main" id="{C77D4CE4-CCA1-8600-9891-73464E222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4" name="Group 140">
            <a:extLst>
              <a:ext uri="{FF2B5EF4-FFF2-40B4-BE49-F238E27FC236}">
                <a16:creationId xmlns:a16="http://schemas.microsoft.com/office/drawing/2014/main" id="{26AE5296-5C6B-3310-C8D8-9EF17A31E83B}"/>
              </a:ext>
            </a:extLst>
          </p:cNvPr>
          <p:cNvGrpSpPr>
            <a:grpSpLocks/>
          </p:cNvGrpSpPr>
          <p:nvPr/>
        </p:nvGrpSpPr>
        <p:grpSpPr bwMode="auto">
          <a:xfrm>
            <a:off x="2824569" y="3038707"/>
            <a:ext cx="1608138" cy="412750"/>
            <a:chOff x="3381" y="2592"/>
            <a:chExt cx="1013" cy="260"/>
          </a:xfrm>
        </p:grpSpPr>
        <p:sp>
          <p:nvSpPr>
            <p:cNvPr id="181" name="Text Box 141">
              <a:extLst>
                <a:ext uri="{FF2B5EF4-FFF2-40B4-BE49-F238E27FC236}">
                  <a16:creationId xmlns:a16="http://schemas.microsoft.com/office/drawing/2014/main" id="{71C43ACA-479A-DEA0-4EF3-95ED94F2E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2616"/>
              <a:ext cx="64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c:Outport</a:t>
              </a:r>
            </a:p>
          </p:txBody>
        </p:sp>
        <p:sp>
          <p:nvSpPr>
            <p:cNvPr id="182" name="Rectangle 142">
              <a:extLst>
                <a:ext uri="{FF2B5EF4-FFF2-40B4-BE49-F238E27FC236}">
                  <a16:creationId xmlns:a16="http://schemas.microsoft.com/office/drawing/2014/main" id="{7034A55D-8997-D387-BC75-82E836B16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3" name="Group 140">
            <a:extLst>
              <a:ext uri="{FF2B5EF4-FFF2-40B4-BE49-F238E27FC236}">
                <a16:creationId xmlns:a16="http://schemas.microsoft.com/office/drawing/2014/main" id="{C115E254-536E-A317-DF7B-710460E170CA}"/>
              </a:ext>
            </a:extLst>
          </p:cNvPr>
          <p:cNvGrpSpPr>
            <a:grpSpLocks/>
          </p:cNvGrpSpPr>
          <p:nvPr/>
        </p:nvGrpSpPr>
        <p:grpSpPr bwMode="auto">
          <a:xfrm>
            <a:off x="2824569" y="3561806"/>
            <a:ext cx="1608138" cy="412750"/>
            <a:chOff x="3381" y="2592"/>
            <a:chExt cx="1013" cy="260"/>
          </a:xfrm>
        </p:grpSpPr>
        <p:sp>
          <p:nvSpPr>
            <p:cNvPr id="184" name="Text Box 141">
              <a:extLst>
                <a:ext uri="{FF2B5EF4-FFF2-40B4-BE49-F238E27FC236}">
                  <a16:creationId xmlns:a16="http://schemas.microsoft.com/office/drawing/2014/main" id="{DFD8B7F5-574F-FB23-CA5D-AE94DECC2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6" y="2616"/>
              <a:ext cx="65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d:Outport</a:t>
              </a:r>
            </a:p>
          </p:txBody>
        </p:sp>
        <p:sp>
          <p:nvSpPr>
            <p:cNvPr id="185" name="Rectangle 142">
              <a:extLst>
                <a:ext uri="{FF2B5EF4-FFF2-40B4-BE49-F238E27FC236}">
                  <a16:creationId xmlns:a16="http://schemas.microsoft.com/office/drawing/2014/main" id="{8D5E6C46-23DE-384E-17FB-1D923563E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86" name="Verbinder: gewinkelt 126">
            <a:extLst>
              <a:ext uri="{FF2B5EF4-FFF2-40B4-BE49-F238E27FC236}">
                <a16:creationId xmlns:a16="http://schemas.microsoft.com/office/drawing/2014/main" id="{E2566A95-82D2-F965-D04D-290B087347F7}"/>
              </a:ext>
            </a:extLst>
          </p:cNvPr>
          <p:cNvCxnSpPr>
            <a:cxnSpLocks/>
            <a:stCxn id="8" idx="3"/>
            <a:endCxn id="173" idx="0"/>
          </p:cNvCxnSpPr>
          <p:nvPr/>
        </p:nvCxnSpPr>
        <p:spPr>
          <a:xfrm>
            <a:off x="1800378" y="1742371"/>
            <a:ext cx="1828260" cy="773238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94" name="Group 140">
            <a:extLst>
              <a:ext uri="{FF2B5EF4-FFF2-40B4-BE49-F238E27FC236}">
                <a16:creationId xmlns:a16="http://schemas.microsoft.com/office/drawing/2014/main" id="{5F7E4DDA-2D49-72CE-B6F5-9FD65CE77D87}"/>
              </a:ext>
            </a:extLst>
          </p:cNvPr>
          <p:cNvGrpSpPr>
            <a:grpSpLocks/>
          </p:cNvGrpSpPr>
          <p:nvPr/>
        </p:nvGrpSpPr>
        <p:grpSpPr bwMode="auto">
          <a:xfrm>
            <a:off x="2824569" y="4528695"/>
            <a:ext cx="1608138" cy="412750"/>
            <a:chOff x="3381" y="2592"/>
            <a:chExt cx="1013" cy="260"/>
          </a:xfrm>
        </p:grpSpPr>
        <p:sp>
          <p:nvSpPr>
            <p:cNvPr id="195" name="Text Box 141">
              <a:extLst>
                <a:ext uri="{FF2B5EF4-FFF2-40B4-BE49-F238E27FC236}">
                  <a16:creationId xmlns:a16="http://schemas.microsoft.com/office/drawing/2014/main" id="{75C647DB-D611-1CA1-1650-EB36E177E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7" y="2616"/>
              <a:ext cx="55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e:Inport</a:t>
              </a:r>
            </a:p>
          </p:txBody>
        </p:sp>
        <p:sp>
          <p:nvSpPr>
            <p:cNvPr id="196" name="Rectangle 142">
              <a:extLst>
                <a:ext uri="{FF2B5EF4-FFF2-40B4-BE49-F238E27FC236}">
                  <a16:creationId xmlns:a16="http://schemas.microsoft.com/office/drawing/2014/main" id="{2B192D8A-FBFD-6710-128B-EF6D679D0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7" name="Group 140">
            <a:extLst>
              <a:ext uri="{FF2B5EF4-FFF2-40B4-BE49-F238E27FC236}">
                <a16:creationId xmlns:a16="http://schemas.microsoft.com/office/drawing/2014/main" id="{8704B5A7-D5CA-62E6-5B0E-D875B760F7C0}"/>
              </a:ext>
            </a:extLst>
          </p:cNvPr>
          <p:cNvGrpSpPr>
            <a:grpSpLocks/>
          </p:cNvGrpSpPr>
          <p:nvPr/>
        </p:nvGrpSpPr>
        <p:grpSpPr bwMode="auto">
          <a:xfrm>
            <a:off x="2824569" y="5047417"/>
            <a:ext cx="1608138" cy="412750"/>
            <a:chOff x="3381" y="2592"/>
            <a:chExt cx="1013" cy="260"/>
          </a:xfrm>
        </p:grpSpPr>
        <p:sp>
          <p:nvSpPr>
            <p:cNvPr id="198" name="Text Box 141">
              <a:extLst>
                <a:ext uri="{FF2B5EF4-FFF2-40B4-BE49-F238E27FC236}">
                  <a16:creationId xmlns:a16="http://schemas.microsoft.com/office/drawing/2014/main" id="{02B483D5-F446-1B25-1CB3-41687BB25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2616"/>
              <a:ext cx="62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f:Outport</a:t>
              </a:r>
            </a:p>
          </p:txBody>
        </p:sp>
        <p:sp>
          <p:nvSpPr>
            <p:cNvPr id="199" name="Rectangle 142">
              <a:extLst>
                <a:ext uri="{FF2B5EF4-FFF2-40B4-BE49-F238E27FC236}">
                  <a16:creationId xmlns:a16="http://schemas.microsoft.com/office/drawing/2014/main" id="{8FFB8BC5-1BAC-B1ED-48B5-5E8D5296F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00" name="Gerade Verbindung mit Pfeil 199">
            <a:extLst>
              <a:ext uri="{FF2B5EF4-FFF2-40B4-BE49-F238E27FC236}">
                <a16:creationId xmlns:a16="http://schemas.microsoft.com/office/drawing/2014/main" id="{9F68DD10-E3E1-E7E4-0704-4F4BEE85360D}"/>
              </a:ext>
            </a:extLst>
          </p:cNvPr>
          <p:cNvCxnSpPr>
            <a:cxnSpLocks/>
            <a:stCxn id="152" idx="3"/>
            <a:endCxn id="173" idx="1"/>
          </p:cNvCxnSpPr>
          <p:nvPr/>
        </p:nvCxnSpPr>
        <p:spPr>
          <a:xfrm>
            <a:off x="2247789" y="2721984"/>
            <a:ext cx="57678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3" name="Verbinder: gewinkelt 126">
            <a:extLst>
              <a:ext uri="{FF2B5EF4-FFF2-40B4-BE49-F238E27FC236}">
                <a16:creationId xmlns:a16="http://schemas.microsoft.com/office/drawing/2014/main" id="{4DF13B7E-4514-8D41-9DA8-0E4C0E478315}"/>
              </a:ext>
            </a:extLst>
          </p:cNvPr>
          <p:cNvCxnSpPr>
            <a:cxnSpLocks/>
            <a:stCxn id="152" idx="3"/>
            <a:endCxn id="182" idx="1"/>
          </p:cNvCxnSpPr>
          <p:nvPr/>
        </p:nvCxnSpPr>
        <p:spPr>
          <a:xfrm>
            <a:off x="2247789" y="2721984"/>
            <a:ext cx="576780" cy="52309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6" name="Verbinder: gewinkelt 126">
            <a:extLst>
              <a:ext uri="{FF2B5EF4-FFF2-40B4-BE49-F238E27FC236}">
                <a16:creationId xmlns:a16="http://schemas.microsoft.com/office/drawing/2014/main" id="{6947B75E-65FC-6B59-2E5E-5444ADBE4623}"/>
              </a:ext>
            </a:extLst>
          </p:cNvPr>
          <p:cNvCxnSpPr>
            <a:cxnSpLocks/>
            <a:stCxn id="152" idx="3"/>
            <a:endCxn id="185" idx="1"/>
          </p:cNvCxnSpPr>
          <p:nvPr/>
        </p:nvCxnSpPr>
        <p:spPr>
          <a:xfrm>
            <a:off x="2247789" y="2721984"/>
            <a:ext cx="576780" cy="104619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9" name="Gerade Verbindung mit Pfeil 208">
            <a:extLst>
              <a:ext uri="{FF2B5EF4-FFF2-40B4-BE49-F238E27FC236}">
                <a16:creationId xmlns:a16="http://schemas.microsoft.com/office/drawing/2014/main" id="{D249D6FD-E908-5FD4-5540-CD465918A1A9}"/>
              </a:ext>
            </a:extLst>
          </p:cNvPr>
          <p:cNvCxnSpPr>
            <a:cxnSpLocks/>
            <a:stCxn id="156" idx="3"/>
            <a:endCxn id="196" idx="1"/>
          </p:cNvCxnSpPr>
          <p:nvPr/>
        </p:nvCxnSpPr>
        <p:spPr>
          <a:xfrm>
            <a:off x="2247789" y="4735070"/>
            <a:ext cx="57678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2" name="Verbinder: gewinkelt 126">
            <a:extLst>
              <a:ext uri="{FF2B5EF4-FFF2-40B4-BE49-F238E27FC236}">
                <a16:creationId xmlns:a16="http://schemas.microsoft.com/office/drawing/2014/main" id="{CBAC3719-C914-7B30-F071-E2C362759D40}"/>
              </a:ext>
            </a:extLst>
          </p:cNvPr>
          <p:cNvCxnSpPr>
            <a:cxnSpLocks/>
            <a:stCxn id="156" idx="3"/>
            <a:endCxn id="199" idx="1"/>
          </p:cNvCxnSpPr>
          <p:nvPr/>
        </p:nvCxnSpPr>
        <p:spPr>
          <a:xfrm>
            <a:off x="2247789" y="4735070"/>
            <a:ext cx="576780" cy="51872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5" name="Verbinder: gewinkelt 126">
            <a:extLst>
              <a:ext uri="{FF2B5EF4-FFF2-40B4-BE49-F238E27FC236}">
                <a16:creationId xmlns:a16="http://schemas.microsoft.com/office/drawing/2014/main" id="{0D3A3CA0-75FB-DE18-D56E-2F8B2EB6E061}"/>
              </a:ext>
            </a:extLst>
          </p:cNvPr>
          <p:cNvCxnSpPr>
            <a:cxnSpLocks/>
            <a:stCxn id="8" idx="3"/>
            <a:endCxn id="182" idx="3"/>
          </p:cNvCxnSpPr>
          <p:nvPr/>
        </p:nvCxnSpPr>
        <p:spPr>
          <a:xfrm>
            <a:off x="1800378" y="1742371"/>
            <a:ext cx="2632329" cy="1502711"/>
          </a:xfrm>
          <a:prstGeom prst="bentConnector3">
            <a:avLst>
              <a:gd name="adj1" fmla="val 10868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8" name="Verbinder: gewinkelt 126">
            <a:extLst>
              <a:ext uri="{FF2B5EF4-FFF2-40B4-BE49-F238E27FC236}">
                <a16:creationId xmlns:a16="http://schemas.microsoft.com/office/drawing/2014/main" id="{DF8A46C7-E817-DE8D-3FEC-D99BD0D11905}"/>
              </a:ext>
            </a:extLst>
          </p:cNvPr>
          <p:cNvCxnSpPr>
            <a:cxnSpLocks/>
            <a:stCxn id="8" idx="3"/>
            <a:endCxn id="199" idx="3"/>
          </p:cNvCxnSpPr>
          <p:nvPr/>
        </p:nvCxnSpPr>
        <p:spPr>
          <a:xfrm>
            <a:off x="1800378" y="1742371"/>
            <a:ext cx="2632329" cy="3511421"/>
          </a:xfrm>
          <a:prstGeom prst="bentConnector3">
            <a:avLst>
              <a:gd name="adj1" fmla="val 10868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E8B8C5DB-9C17-FDC3-1B1F-671C5B66F4AE}"/>
              </a:ext>
            </a:extLst>
          </p:cNvPr>
          <p:cNvCxnSpPr>
            <a:cxnSpLocks/>
            <a:stCxn id="196" idx="0"/>
            <a:endCxn id="185" idx="2"/>
          </p:cNvCxnSpPr>
          <p:nvPr/>
        </p:nvCxnSpPr>
        <p:spPr>
          <a:xfrm flipV="1">
            <a:off x="3628638" y="3974556"/>
            <a:ext cx="0" cy="55413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4" name="Textfeld 169">
            <a:extLst>
              <a:ext uri="{FF2B5EF4-FFF2-40B4-BE49-F238E27FC236}">
                <a16:creationId xmlns:a16="http://schemas.microsoft.com/office/drawing/2014/main" id="{FBE7F8F2-3CDB-F794-90D3-C3115C22EF53}"/>
              </a:ext>
            </a:extLst>
          </p:cNvPr>
          <p:cNvSpPr txBox="1"/>
          <p:nvPr/>
        </p:nvSpPr>
        <p:spPr>
          <a:xfrm>
            <a:off x="3579168" y="4265735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</a:t>
            </a:r>
          </a:p>
        </p:txBody>
      </p:sp>
      <p:sp>
        <p:nvSpPr>
          <p:cNvPr id="225" name="Textfeld 169">
            <a:extLst>
              <a:ext uri="{FF2B5EF4-FFF2-40B4-BE49-F238E27FC236}">
                <a16:creationId xmlns:a16="http://schemas.microsoft.com/office/drawing/2014/main" id="{BD408BDA-0891-B4A7-5E61-FF58BBA96045}"/>
              </a:ext>
            </a:extLst>
          </p:cNvPr>
          <p:cNvSpPr txBox="1"/>
          <p:nvPr/>
        </p:nvSpPr>
        <p:spPr>
          <a:xfrm>
            <a:off x="3569569" y="3938044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grpSp>
        <p:nvGrpSpPr>
          <p:cNvPr id="10" name="Group 140">
            <a:extLst>
              <a:ext uri="{FF2B5EF4-FFF2-40B4-BE49-F238E27FC236}">
                <a16:creationId xmlns:a16="http://schemas.microsoft.com/office/drawing/2014/main" id="{29863B47-9FBD-0423-2F74-8DFC962E8AB2}"/>
              </a:ext>
            </a:extLst>
          </p:cNvPr>
          <p:cNvGrpSpPr>
            <a:grpSpLocks/>
          </p:cNvGrpSpPr>
          <p:nvPr/>
        </p:nvGrpSpPr>
        <p:grpSpPr bwMode="auto">
          <a:xfrm>
            <a:off x="5236776" y="3034309"/>
            <a:ext cx="1608138" cy="412750"/>
            <a:chOff x="3381" y="2592"/>
            <a:chExt cx="1013" cy="260"/>
          </a:xfrm>
        </p:grpSpPr>
        <p:sp>
          <p:nvSpPr>
            <p:cNvPr id="11" name="Text Box 141">
              <a:extLst>
                <a:ext uri="{FF2B5EF4-FFF2-40B4-BE49-F238E27FC236}">
                  <a16:creationId xmlns:a16="http://schemas.microsoft.com/office/drawing/2014/main" id="{B85C957B-F754-2EC2-C2D3-96E8B7027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8" y="2616"/>
              <a:ext cx="84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:Observation</a:t>
              </a:r>
            </a:p>
          </p:txBody>
        </p:sp>
        <p:sp>
          <p:nvSpPr>
            <p:cNvPr id="13" name="Rectangle 142">
              <a:extLst>
                <a:ext uri="{FF2B5EF4-FFF2-40B4-BE49-F238E27FC236}">
                  <a16:creationId xmlns:a16="http://schemas.microsoft.com/office/drawing/2014/main" id="{43B1AB53-4230-9892-0B30-CBCCE722E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140">
            <a:extLst>
              <a:ext uri="{FF2B5EF4-FFF2-40B4-BE49-F238E27FC236}">
                <a16:creationId xmlns:a16="http://schemas.microsoft.com/office/drawing/2014/main" id="{E17E8C4D-03F9-8149-D590-EC8645FF43C2}"/>
              </a:ext>
            </a:extLst>
          </p:cNvPr>
          <p:cNvGrpSpPr>
            <a:grpSpLocks/>
          </p:cNvGrpSpPr>
          <p:nvPr/>
        </p:nvGrpSpPr>
        <p:grpSpPr bwMode="auto">
          <a:xfrm>
            <a:off x="5236776" y="3561262"/>
            <a:ext cx="1608138" cy="412750"/>
            <a:chOff x="3381" y="2592"/>
            <a:chExt cx="1013" cy="260"/>
          </a:xfrm>
        </p:grpSpPr>
        <p:sp>
          <p:nvSpPr>
            <p:cNvPr id="15" name="Text Box 141">
              <a:extLst>
                <a:ext uri="{FF2B5EF4-FFF2-40B4-BE49-F238E27FC236}">
                  <a16:creationId xmlns:a16="http://schemas.microsoft.com/office/drawing/2014/main" id="{D49C9784-40DA-C171-3A15-3C4C6A30C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8" y="2616"/>
              <a:ext cx="84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:Observation</a:t>
              </a:r>
            </a:p>
          </p:txBody>
        </p:sp>
        <p:sp>
          <p:nvSpPr>
            <p:cNvPr id="16" name="Rectangle 142">
              <a:extLst>
                <a:ext uri="{FF2B5EF4-FFF2-40B4-BE49-F238E27FC236}">
                  <a16:creationId xmlns:a16="http://schemas.microsoft.com/office/drawing/2014/main" id="{D5FAB914-DCE8-49BD-99DA-3792F61FC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" name="Group 140">
            <a:extLst>
              <a:ext uri="{FF2B5EF4-FFF2-40B4-BE49-F238E27FC236}">
                <a16:creationId xmlns:a16="http://schemas.microsoft.com/office/drawing/2014/main" id="{B541736C-2802-7EA7-8516-E8976EB02027}"/>
              </a:ext>
            </a:extLst>
          </p:cNvPr>
          <p:cNvGrpSpPr>
            <a:grpSpLocks/>
          </p:cNvGrpSpPr>
          <p:nvPr/>
        </p:nvGrpSpPr>
        <p:grpSpPr bwMode="auto">
          <a:xfrm>
            <a:off x="5236776" y="5047417"/>
            <a:ext cx="1608138" cy="412750"/>
            <a:chOff x="3381" y="2592"/>
            <a:chExt cx="1013" cy="260"/>
          </a:xfrm>
        </p:grpSpPr>
        <p:sp>
          <p:nvSpPr>
            <p:cNvPr id="18" name="Text Box 141">
              <a:extLst>
                <a:ext uri="{FF2B5EF4-FFF2-40B4-BE49-F238E27FC236}">
                  <a16:creationId xmlns:a16="http://schemas.microsoft.com/office/drawing/2014/main" id="{5A4DFB0F-5A80-31FA-E1B8-31DC7C336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8" y="2616"/>
              <a:ext cx="84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:Observation</a:t>
              </a:r>
            </a:p>
          </p:txBody>
        </p:sp>
        <p:sp>
          <p:nvSpPr>
            <p:cNvPr id="19" name="Rectangle 142">
              <a:extLst>
                <a:ext uri="{FF2B5EF4-FFF2-40B4-BE49-F238E27FC236}">
                  <a16:creationId xmlns:a16="http://schemas.microsoft.com/office/drawing/2014/main" id="{90A274DA-41F7-47DC-9A82-0E3D02B20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0" name="Verbinder: gewinkelt 126">
            <a:extLst>
              <a:ext uri="{FF2B5EF4-FFF2-40B4-BE49-F238E27FC236}">
                <a16:creationId xmlns:a16="http://schemas.microsoft.com/office/drawing/2014/main" id="{A0B7DCCC-A668-9A47-D2F5-3FBC73B42237}"/>
              </a:ext>
            </a:extLst>
          </p:cNvPr>
          <p:cNvCxnSpPr>
            <a:cxnSpLocks/>
            <a:stCxn id="182" idx="2"/>
            <a:endCxn id="13" idx="1"/>
          </p:cNvCxnSpPr>
          <p:nvPr/>
        </p:nvCxnSpPr>
        <p:spPr>
          <a:xfrm rot="5400000" flipH="1" flipV="1">
            <a:off x="4327320" y="2542002"/>
            <a:ext cx="210773" cy="1608138"/>
          </a:xfrm>
          <a:prstGeom prst="bentConnector4">
            <a:avLst>
              <a:gd name="adj1" fmla="val -30988"/>
              <a:gd name="adj2" fmla="val 75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" name="Verbinder: gewinkelt 126">
            <a:extLst>
              <a:ext uri="{FF2B5EF4-FFF2-40B4-BE49-F238E27FC236}">
                <a16:creationId xmlns:a16="http://schemas.microsoft.com/office/drawing/2014/main" id="{E3F80C25-DD7C-35A6-93C6-31F7D0FD5547}"/>
              </a:ext>
            </a:extLst>
          </p:cNvPr>
          <p:cNvCxnSpPr>
            <a:cxnSpLocks/>
            <a:stCxn id="199" idx="2"/>
            <a:endCxn id="19" idx="1"/>
          </p:cNvCxnSpPr>
          <p:nvPr/>
        </p:nvCxnSpPr>
        <p:spPr>
          <a:xfrm rot="5400000" flipH="1" flipV="1">
            <a:off x="4329519" y="4552911"/>
            <a:ext cx="206375" cy="1608138"/>
          </a:xfrm>
          <a:prstGeom prst="bentConnector4">
            <a:avLst>
              <a:gd name="adj1" fmla="val -110769"/>
              <a:gd name="adj2" fmla="val 75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4" name="Gerade Verbindung mit Pfeil 208">
            <a:extLst>
              <a:ext uri="{FF2B5EF4-FFF2-40B4-BE49-F238E27FC236}">
                <a16:creationId xmlns:a16="http://schemas.microsoft.com/office/drawing/2014/main" id="{2E08F000-32E6-194C-8A3F-4CA8A342499F}"/>
              </a:ext>
            </a:extLst>
          </p:cNvPr>
          <p:cNvCxnSpPr>
            <a:cxnSpLocks/>
            <a:stCxn id="185" idx="3"/>
            <a:endCxn id="16" idx="1"/>
          </p:cNvCxnSpPr>
          <p:nvPr/>
        </p:nvCxnSpPr>
        <p:spPr>
          <a:xfrm flipV="1">
            <a:off x="4432707" y="3767637"/>
            <a:ext cx="804069" cy="54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39" name="Gruppieren 63">
            <a:extLst>
              <a:ext uri="{FF2B5EF4-FFF2-40B4-BE49-F238E27FC236}">
                <a16:creationId xmlns:a16="http://schemas.microsoft.com/office/drawing/2014/main" id="{EF5F1914-3641-7ECA-1FD8-E0848B8DC198}"/>
              </a:ext>
            </a:extLst>
          </p:cNvPr>
          <p:cNvGrpSpPr/>
          <p:nvPr/>
        </p:nvGrpSpPr>
        <p:grpSpPr>
          <a:xfrm>
            <a:off x="7829534" y="3829313"/>
            <a:ext cx="4245198" cy="1942009"/>
            <a:chOff x="7780197" y="3118762"/>
            <a:chExt cx="4245198" cy="1942009"/>
          </a:xfrm>
        </p:grpSpPr>
        <p:sp>
          <p:nvSpPr>
            <p:cNvPr id="40" name="Rectangle 27">
              <a:extLst>
                <a:ext uri="{FF2B5EF4-FFF2-40B4-BE49-F238E27FC236}">
                  <a16:creationId xmlns:a16="http://schemas.microsoft.com/office/drawing/2014/main" id="{8DA9217F-496B-D9D4-7BCB-29B620A1C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499" y="3118762"/>
              <a:ext cx="4029362" cy="1942009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lvl="0"/>
              <a:r>
                <a:rPr lang="en-US" sz="1600" dirty="0">
                  <a:solidFill>
                    <a:srgbClr val="000000"/>
                  </a:solidFill>
                </a:rPr>
                <a:t>F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19B5C8A-116E-4968-7B5C-B4E17D8F92B9}"/>
                </a:ext>
              </a:extLst>
            </p:cNvPr>
            <p:cNvGrpSpPr/>
            <p:nvPr/>
          </p:nvGrpSpPr>
          <p:grpSpPr>
            <a:xfrm>
              <a:off x="8815914" y="3367363"/>
              <a:ext cx="1071989" cy="919048"/>
              <a:chOff x="5433573" y="2209305"/>
              <a:chExt cx="1071989" cy="919048"/>
            </a:xfrm>
          </p:grpSpPr>
          <p:sp>
            <p:nvSpPr>
              <p:cNvPr id="56" name="Rectangle 27">
                <a:extLst>
                  <a:ext uri="{FF2B5EF4-FFF2-40B4-BE49-F238E27FC236}">
                    <a16:creationId xmlns:a16="http://schemas.microsoft.com/office/drawing/2014/main" id="{79A02F39-C43C-9472-3668-995ACE562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384" y="2209305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57" name="Rechteck 64">
                <a:extLst>
                  <a:ext uri="{FF2B5EF4-FFF2-40B4-BE49-F238E27FC236}">
                    <a16:creationId xmlns:a16="http://schemas.microsoft.com/office/drawing/2014/main" id="{D551AA7E-EC43-D55E-FF84-B6E9AB9EBEA3}"/>
                  </a:ext>
                </a:extLst>
              </p:cNvPr>
              <p:cNvSpPr/>
              <p:nvPr/>
            </p:nvSpPr>
            <p:spPr>
              <a:xfrm>
                <a:off x="5433573" y="256082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58" name="Rechteck 66">
                <a:extLst>
                  <a:ext uri="{FF2B5EF4-FFF2-40B4-BE49-F238E27FC236}">
                    <a16:creationId xmlns:a16="http://schemas.microsoft.com/office/drawing/2014/main" id="{64BBA51E-34C2-76EB-9BB6-35DBD8D0B883}"/>
                  </a:ext>
                </a:extLst>
              </p:cNvPr>
              <p:cNvSpPr/>
              <p:nvPr/>
            </p:nvSpPr>
            <p:spPr>
              <a:xfrm>
                <a:off x="6289562" y="237747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61" name="Rechteck 71">
                <a:extLst>
                  <a:ext uri="{FF2B5EF4-FFF2-40B4-BE49-F238E27FC236}">
                    <a16:creationId xmlns:a16="http://schemas.microsoft.com/office/drawing/2014/main" id="{B747D48A-2C41-36D5-1E26-15CB2E664182}"/>
                  </a:ext>
                </a:extLst>
              </p:cNvPr>
              <p:cNvSpPr/>
              <p:nvPr/>
            </p:nvSpPr>
            <p:spPr>
              <a:xfrm>
                <a:off x="6289562" y="2758461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cxnSp>
          <p:nvCxnSpPr>
            <p:cNvPr id="42" name="Gerade Verbindung mit Pfeil 63">
              <a:extLst>
                <a:ext uri="{FF2B5EF4-FFF2-40B4-BE49-F238E27FC236}">
                  <a16:creationId xmlns:a16="http://schemas.microsoft.com/office/drawing/2014/main" id="{8A31A5AE-DD64-91BB-6C3F-9957A5742D89}"/>
                </a:ext>
              </a:extLst>
            </p:cNvPr>
            <p:cNvCxnSpPr>
              <a:cxnSpLocks/>
              <a:stCxn id="55" idx="3"/>
              <a:endCxn id="46" idx="1"/>
            </p:cNvCxnSpPr>
            <p:nvPr/>
          </p:nvCxnSpPr>
          <p:spPr>
            <a:xfrm>
              <a:off x="11612003" y="4484043"/>
              <a:ext cx="1973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0F1D6C2-2D7F-0BE9-5E7B-DAB4F1203EE9}"/>
                </a:ext>
              </a:extLst>
            </p:cNvPr>
            <p:cNvGrpSpPr/>
            <p:nvPr/>
          </p:nvGrpSpPr>
          <p:grpSpPr>
            <a:xfrm>
              <a:off x="10537587" y="4024519"/>
              <a:ext cx="1074416" cy="919048"/>
              <a:chOff x="7591431" y="2820281"/>
              <a:chExt cx="1074416" cy="919048"/>
            </a:xfrm>
          </p:grpSpPr>
          <p:sp>
            <p:nvSpPr>
              <p:cNvPr id="51" name="Rectangle 27">
                <a:extLst>
                  <a:ext uri="{FF2B5EF4-FFF2-40B4-BE49-F238E27FC236}">
                    <a16:creationId xmlns:a16="http://schemas.microsoft.com/office/drawing/2014/main" id="{053A67DB-70C3-9521-FCD8-53E41ACC0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9431" y="2820281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  <p:sp>
            <p:nvSpPr>
              <p:cNvPr id="54" name="Rechteck 64">
                <a:extLst>
                  <a:ext uri="{FF2B5EF4-FFF2-40B4-BE49-F238E27FC236}">
                    <a16:creationId xmlns:a16="http://schemas.microsoft.com/office/drawing/2014/main" id="{DBE3B40B-67A8-3260-5A8F-015DF0957FAA}"/>
                  </a:ext>
                </a:extLst>
              </p:cNvPr>
              <p:cNvSpPr/>
              <p:nvPr/>
            </p:nvSpPr>
            <p:spPr>
              <a:xfrm>
                <a:off x="7591431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55" name="Rechteck 66">
                <a:extLst>
                  <a:ext uri="{FF2B5EF4-FFF2-40B4-BE49-F238E27FC236}">
                    <a16:creationId xmlns:a16="http://schemas.microsoft.com/office/drawing/2014/main" id="{D0308755-DC38-178A-6D73-E77413B9C07C}"/>
                  </a:ext>
                </a:extLst>
              </p:cNvPr>
              <p:cNvSpPr/>
              <p:nvPr/>
            </p:nvSpPr>
            <p:spPr>
              <a:xfrm>
                <a:off x="8449847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sp>
          <p:nvSpPr>
            <p:cNvPr id="45" name="Rechteck 64">
              <a:extLst>
                <a:ext uri="{FF2B5EF4-FFF2-40B4-BE49-F238E27FC236}">
                  <a16:creationId xmlns:a16="http://schemas.microsoft.com/office/drawing/2014/main" id="{770208BB-E5F0-FD31-84D7-FABD8F8F3BE0}"/>
                </a:ext>
              </a:extLst>
            </p:cNvPr>
            <p:cNvSpPr/>
            <p:nvPr/>
          </p:nvSpPr>
          <p:spPr>
            <a:xfrm>
              <a:off x="7780197" y="3818198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46" name="Rechteck 64">
              <a:extLst>
                <a:ext uri="{FF2B5EF4-FFF2-40B4-BE49-F238E27FC236}">
                  <a16:creationId xmlns:a16="http://schemas.microsoft.com/office/drawing/2014/main" id="{3B23DECD-F118-DA5D-266A-F5BBDB2FC379}"/>
                </a:ext>
              </a:extLst>
            </p:cNvPr>
            <p:cNvSpPr/>
            <p:nvPr/>
          </p:nvSpPr>
          <p:spPr>
            <a:xfrm>
              <a:off x="11809394" y="4376043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49FFD0D6-ED5A-FC45-B9CD-1FBDB58FF2BE}"/>
                </a:ext>
              </a:extLst>
            </p:cNvPr>
            <p:cNvCxnSpPr>
              <a:stCxn id="45" idx="3"/>
              <a:endCxn id="57" idx="1"/>
            </p:cNvCxnSpPr>
            <p:nvPr/>
          </p:nvCxnSpPr>
          <p:spPr>
            <a:xfrm flipV="1">
              <a:off x="7996197" y="3826887"/>
              <a:ext cx="819717" cy="9931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F7A440B2-14B2-6A6D-B959-74FA79126A33}"/>
                </a:ext>
              </a:extLst>
            </p:cNvPr>
            <p:cNvCxnSpPr>
              <a:cxnSpLocks/>
              <a:stCxn id="61" idx="3"/>
              <a:endCxn id="54" idx="1"/>
            </p:cNvCxnSpPr>
            <p:nvPr/>
          </p:nvCxnSpPr>
          <p:spPr>
            <a:xfrm>
              <a:off x="9887903" y="4024519"/>
              <a:ext cx="649684" cy="45952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Rechteck 64">
              <a:extLst>
                <a:ext uri="{FF2B5EF4-FFF2-40B4-BE49-F238E27FC236}">
                  <a16:creationId xmlns:a16="http://schemas.microsoft.com/office/drawing/2014/main" id="{C534F5FC-5172-6356-7F98-20ABFEB5EF69}"/>
                </a:ext>
              </a:extLst>
            </p:cNvPr>
            <p:cNvSpPr/>
            <p:nvPr/>
          </p:nvSpPr>
          <p:spPr>
            <a:xfrm>
              <a:off x="11809395" y="3535537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50" name="Gerade Verbindung mit Pfeil 63">
              <a:extLst>
                <a:ext uri="{FF2B5EF4-FFF2-40B4-BE49-F238E27FC236}">
                  <a16:creationId xmlns:a16="http://schemas.microsoft.com/office/drawing/2014/main" id="{F25DB861-89CC-B0EF-C092-09C2A7477E47}"/>
                </a:ext>
              </a:extLst>
            </p:cNvPr>
            <p:cNvCxnSpPr>
              <a:cxnSpLocks/>
              <a:stCxn id="58" idx="3"/>
              <a:endCxn id="49" idx="1"/>
            </p:cNvCxnSpPr>
            <p:nvPr/>
          </p:nvCxnSpPr>
          <p:spPr>
            <a:xfrm>
              <a:off x="9887903" y="3643537"/>
              <a:ext cx="19214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Group 87">
            <a:extLst>
              <a:ext uri="{FF2B5EF4-FFF2-40B4-BE49-F238E27FC236}">
                <a16:creationId xmlns:a16="http://schemas.microsoft.com/office/drawing/2014/main" id="{A95B40FC-4ED4-DC58-AAC3-9FDF3C67050B}"/>
              </a:ext>
            </a:extLst>
          </p:cNvPr>
          <p:cNvGrpSpPr>
            <a:grpSpLocks/>
          </p:cNvGrpSpPr>
          <p:nvPr/>
        </p:nvGrpSpPr>
        <p:grpSpPr bwMode="auto">
          <a:xfrm>
            <a:off x="9278992" y="1292111"/>
            <a:ext cx="2155826" cy="412750"/>
            <a:chOff x="3203" y="2592"/>
            <a:chExt cx="1358" cy="260"/>
          </a:xfrm>
        </p:grpSpPr>
        <p:sp>
          <p:nvSpPr>
            <p:cNvPr id="63" name="Text Box 82">
              <a:extLst>
                <a:ext uri="{FF2B5EF4-FFF2-40B4-BE49-F238E27FC236}">
                  <a16:creationId xmlns:a16="http://schemas.microsoft.com/office/drawing/2014/main" id="{6FC1117C-DEDE-B692-8521-C2EAA2201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9" y="2616"/>
              <a:ext cx="88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TimedStream</a:t>
              </a:r>
            </a:p>
          </p:txBody>
        </p:sp>
        <p:sp>
          <p:nvSpPr>
            <p:cNvPr id="66" name="Rectangle 83">
              <a:extLst>
                <a:ext uri="{FF2B5EF4-FFF2-40B4-BE49-F238E27FC236}">
                  <a16:creationId xmlns:a16="http://schemas.microsoft.com/office/drawing/2014/main" id="{38019829-0F9C-011F-2668-1C5ABE758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" y="2592"/>
              <a:ext cx="1358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67" name="Group 87">
            <a:extLst>
              <a:ext uri="{FF2B5EF4-FFF2-40B4-BE49-F238E27FC236}">
                <a16:creationId xmlns:a16="http://schemas.microsoft.com/office/drawing/2014/main" id="{8F388107-2BB6-AA4A-2E5D-9E9A8FD80C47}"/>
              </a:ext>
            </a:extLst>
          </p:cNvPr>
          <p:cNvGrpSpPr>
            <a:grpSpLocks/>
          </p:cNvGrpSpPr>
          <p:nvPr/>
        </p:nvGrpSpPr>
        <p:grpSpPr bwMode="auto">
          <a:xfrm>
            <a:off x="7394561" y="2624680"/>
            <a:ext cx="1414463" cy="412750"/>
            <a:chOff x="3441" y="2592"/>
            <a:chExt cx="891" cy="260"/>
          </a:xfrm>
        </p:grpSpPr>
        <p:sp>
          <p:nvSpPr>
            <p:cNvPr id="68" name="Text Box 82">
              <a:extLst>
                <a:ext uri="{FF2B5EF4-FFF2-40B4-BE49-F238E27FC236}">
                  <a16:creationId xmlns:a16="http://schemas.microsoft.com/office/drawing/2014/main" id="{87C51C37-74E5-0BB1-4155-A50F75A14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1" y="2616"/>
              <a:ext cx="44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Inport</a:t>
              </a:r>
            </a:p>
          </p:txBody>
        </p:sp>
        <p:sp>
          <p:nvSpPr>
            <p:cNvPr id="69" name="Rectangle 83">
              <a:extLst>
                <a:ext uri="{FF2B5EF4-FFF2-40B4-BE49-F238E27FC236}">
                  <a16:creationId xmlns:a16="http://schemas.microsoft.com/office/drawing/2014/main" id="{42F9359B-875B-43D2-1828-73B2E6A60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cxnSp>
        <p:nvCxnSpPr>
          <p:cNvPr id="76" name="Verbinder: gewinkelt 87">
            <a:extLst>
              <a:ext uri="{FF2B5EF4-FFF2-40B4-BE49-F238E27FC236}">
                <a16:creationId xmlns:a16="http://schemas.microsoft.com/office/drawing/2014/main" id="{FF099521-8278-8CAE-0C01-BFBF02F2C278}"/>
              </a:ext>
            </a:extLst>
          </p:cNvPr>
          <p:cNvCxnSpPr>
            <a:cxnSpLocks/>
            <a:stCxn id="117" idx="2"/>
            <a:endCxn id="69" idx="0"/>
          </p:cNvCxnSpPr>
          <p:nvPr/>
        </p:nvCxnSpPr>
        <p:spPr>
          <a:xfrm rot="16200000" flipH="1">
            <a:off x="7368335" y="1891221"/>
            <a:ext cx="919819" cy="54709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7" name="Verbinder: gewinkelt 87">
            <a:extLst>
              <a:ext uri="{FF2B5EF4-FFF2-40B4-BE49-F238E27FC236}">
                <a16:creationId xmlns:a16="http://schemas.microsoft.com/office/drawing/2014/main" id="{EDD226DF-CA2D-B94A-3E39-A6F719B4D456}"/>
              </a:ext>
            </a:extLst>
          </p:cNvPr>
          <p:cNvCxnSpPr>
            <a:cxnSpLocks/>
            <a:stCxn id="111" idx="3"/>
            <a:endCxn id="66" idx="3"/>
          </p:cNvCxnSpPr>
          <p:nvPr/>
        </p:nvCxnSpPr>
        <p:spPr>
          <a:xfrm flipV="1">
            <a:off x="11290497" y="1498486"/>
            <a:ext cx="144321" cy="1332569"/>
          </a:xfrm>
          <a:prstGeom prst="bentConnector3">
            <a:avLst>
              <a:gd name="adj1" fmla="val 40867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8" name="Verbinder: gewinkelt 87">
            <a:extLst>
              <a:ext uri="{FF2B5EF4-FFF2-40B4-BE49-F238E27FC236}">
                <a16:creationId xmlns:a16="http://schemas.microsoft.com/office/drawing/2014/main" id="{B9683D3E-1529-8D36-D5E2-DCB44E788B54}"/>
              </a:ext>
            </a:extLst>
          </p:cNvPr>
          <p:cNvCxnSpPr>
            <a:cxnSpLocks/>
            <a:stCxn id="118" idx="2"/>
            <a:endCxn id="117" idx="0"/>
          </p:cNvCxnSpPr>
          <p:nvPr/>
        </p:nvCxnSpPr>
        <p:spPr>
          <a:xfrm rot="10800000" flipH="1">
            <a:off x="6589267" y="1292112"/>
            <a:ext cx="965428" cy="213027"/>
          </a:xfrm>
          <a:prstGeom prst="bentConnector4">
            <a:avLst>
              <a:gd name="adj1" fmla="val -10821"/>
              <a:gd name="adj2" fmla="val 20731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85" name="Textfeld 169">
            <a:extLst>
              <a:ext uri="{FF2B5EF4-FFF2-40B4-BE49-F238E27FC236}">
                <a16:creationId xmlns:a16="http://schemas.microsoft.com/office/drawing/2014/main" id="{F4E33DCD-A35B-FDBD-A5C3-BE640E9590CD}"/>
              </a:ext>
            </a:extLst>
          </p:cNvPr>
          <p:cNvSpPr txBox="1"/>
          <p:nvPr/>
        </p:nvSpPr>
        <p:spPr>
          <a:xfrm>
            <a:off x="9448599" y="2793957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sp>
        <p:nvSpPr>
          <p:cNvPr id="86" name="Textfeld 169">
            <a:extLst>
              <a:ext uri="{FF2B5EF4-FFF2-40B4-BE49-F238E27FC236}">
                <a16:creationId xmlns:a16="http://schemas.microsoft.com/office/drawing/2014/main" id="{39F6094B-7281-8A3D-B2BB-5A402DB35CC0}"/>
              </a:ext>
            </a:extLst>
          </p:cNvPr>
          <p:cNvSpPr txBox="1"/>
          <p:nvPr/>
        </p:nvSpPr>
        <p:spPr>
          <a:xfrm>
            <a:off x="8775410" y="2793957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</a:t>
            </a:r>
          </a:p>
        </p:txBody>
      </p:sp>
      <p:sp>
        <p:nvSpPr>
          <p:cNvPr id="88" name="Textfeld 169">
            <a:extLst>
              <a:ext uri="{FF2B5EF4-FFF2-40B4-BE49-F238E27FC236}">
                <a16:creationId xmlns:a16="http://schemas.microsoft.com/office/drawing/2014/main" id="{4D01EBE0-7129-62A3-12E6-6B3116BDF559}"/>
              </a:ext>
            </a:extLst>
          </p:cNvPr>
          <p:cNvSpPr txBox="1"/>
          <p:nvPr/>
        </p:nvSpPr>
        <p:spPr>
          <a:xfrm>
            <a:off x="8776415" y="257417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</a:p>
        </p:txBody>
      </p:sp>
      <p:sp>
        <p:nvSpPr>
          <p:cNvPr id="95" name="Textfeld 169">
            <a:extLst>
              <a:ext uri="{FF2B5EF4-FFF2-40B4-BE49-F238E27FC236}">
                <a16:creationId xmlns:a16="http://schemas.microsoft.com/office/drawing/2014/main" id="{6E5C65C6-741C-81C6-B986-EA63279129A8}"/>
              </a:ext>
            </a:extLst>
          </p:cNvPr>
          <p:cNvSpPr txBox="1"/>
          <p:nvPr/>
        </p:nvSpPr>
        <p:spPr>
          <a:xfrm>
            <a:off x="9377470" y="2544193"/>
            <a:ext cx="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0..1</a:t>
            </a:r>
          </a:p>
        </p:txBody>
      </p:sp>
      <p:sp>
        <p:nvSpPr>
          <p:cNvPr id="104" name="Textfeld 169">
            <a:extLst>
              <a:ext uri="{FF2B5EF4-FFF2-40B4-BE49-F238E27FC236}">
                <a16:creationId xmlns:a16="http://schemas.microsoft.com/office/drawing/2014/main" id="{CEF84108-9280-23BE-7F62-F98B703440D1}"/>
              </a:ext>
            </a:extLst>
          </p:cNvPr>
          <p:cNvSpPr txBox="1"/>
          <p:nvPr/>
        </p:nvSpPr>
        <p:spPr>
          <a:xfrm>
            <a:off x="8983459" y="119474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105" name="Textfeld 169">
            <a:extLst>
              <a:ext uri="{FF2B5EF4-FFF2-40B4-BE49-F238E27FC236}">
                <a16:creationId xmlns:a16="http://schemas.microsoft.com/office/drawing/2014/main" id="{88B86DFA-DD23-7540-02D8-605F6B17A0B0}"/>
              </a:ext>
            </a:extLst>
          </p:cNvPr>
          <p:cNvSpPr txBox="1"/>
          <p:nvPr/>
        </p:nvSpPr>
        <p:spPr>
          <a:xfrm>
            <a:off x="8718238" y="1450073"/>
            <a:ext cx="741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106" name="Textfeld 169">
            <a:extLst>
              <a:ext uri="{FF2B5EF4-FFF2-40B4-BE49-F238E27FC236}">
                <a16:creationId xmlns:a16="http://schemas.microsoft.com/office/drawing/2014/main" id="{A1C58067-EE81-A998-FA14-FA26AFAA3573}"/>
              </a:ext>
            </a:extLst>
          </p:cNvPr>
          <p:cNvSpPr txBox="1"/>
          <p:nvPr/>
        </p:nvSpPr>
        <p:spPr>
          <a:xfrm>
            <a:off x="8061061" y="23749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</a:p>
        </p:txBody>
      </p:sp>
      <p:sp>
        <p:nvSpPr>
          <p:cNvPr id="108" name="Textfeld 169">
            <a:extLst>
              <a:ext uri="{FF2B5EF4-FFF2-40B4-BE49-F238E27FC236}">
                <a16:creationId xmlns:a16="http://schemas.microsoft.com/office/drawing/2014/main" id="{1C8CD081-8E05-351B-C7CC-F56685272C3B}"/>
              </a:ext>
            </a:extLst>
          </p:cNvPr>
          <p:cNvSpPr txBox="1"/>
          <p:nvPr/>
        </p:nvSpPr>
        <p:spPr>
          <a:xfrm>
            <a:off x="11425641" y="118789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grpSp>
        <p:nvGrpSpPr>
          <p:cNvPr id="109" name="Group 87">
            <a:extLst>
              <a:ext uri="{FF2B5EF4-FFF2-40B4-BE49-F238E27FC236}">
                <a16:creationId xmlns:a16="http://schemas.microsoft.com/office/drawing/2014/main" id="{0EE708B4-38D6-4271-D6FF-07403B7520F2}"/>
              </a:ext>
            </a:extLst>
          </p:cNvPr>
          <p:cNvGrpSpPr>
            <a:grpSpLocks/>
          </p:cNvGrpSpPr>
          <p:nvPr/>
        </p:nvGrpSpPr>
        <p:grpSpPr bwMode="auto">
          <a:xfrm>
            <a:off x="9876034" y="2624680"/>
            <a:ext cx="1414463" cy="412750"/>
            <a:chOff x="3441" y="2592"/>
            <a:chExt cx="891" cy="260"/>
          </a:xfrm>
        </p:grpSpPr>
        <p:sp>
          <p:nvSpPr>
            <p:cNvPr id="110" name="Text Box 82">
              <a:extLst>
                <a:ext uri="{FF2B5EF4-FFF2-40B4-BE49-F238E27FC236}">
                  <a16:creationId xmlns:a16="http://schemas.microsoft.com/office/drawing/2014/main" id="{03FC0FB4-3EA8-165A-8C55-45E2D528F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1" y="2616"/>
              <a:ext cx="54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Outport</a:t>
              </a:r>
            </a:p>
          </p:txBody>
        </p:sp>
        <p:sp>
          <p:nvSpPr>
            <p:cNvPr id="111" name="Rectangle 83">
              <a:extLst>
                <a:ext uri="{FF2B5EF4-FFF2-40B4-BE49-F238E27FC236}">
                  <a16:creationId xmlns:a16="http://schemas.microsoft.com/office/drawing/2014/main" id="{2825DF6D-3E89-AC00-A177-9D2C430D2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cxnSp>
        <p:nvCxnSpPr>
          <p:cNvPr id="112" name="Verbinder: gewinkelt 87">
            <a:extLst>
              <a:ext uri="{FF2B5EF4-FFF2-40B4-BE49-F238E27FC236}">
                <a16:creationId xmlns:a16="http://schemas.microsoft.com/office/drawing/2014/main" id="{BC95FF6E-3AB5-4D2E-2060-D63ACD454C2C}"/>
              </a:ext>
            </a:extLst>
          </p:cNvPr>
          <p:cNvCxnSpPr>
            <a:cxnSpLocks/>
            <a:stCxn id="117" idx="2"/>
            <a:endCxn id="111" idx="0"/>
          </p:cNvCxnSpPr>
          <p:nvPr/>
        </p:nvCxnSpPr>
        <p:spPr>
          <a:xfrm rot="16200000" flipH="1">
            <a:off x="8609071" y="650484"/>
            <a:ext cx="919819" cy="302857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3" name="Textfeld 169">
            <a:extLst>
              <a:ext uri="{FF2B5EF4-FFF2-40B4-BE49-F238E27FC236}">
                <a16:creationId xmlns:a16="http://schemas.microsoft.com/office/drawing/2014/main" id="{DBF1ED3B-1B9E-7D39-83A6-D42BA27F79C1}"/>
              </a:ext>
            </a:extLst>
          </p:cNvPr>
          <p:cNvSpPr txBox="1"/>
          <p:nvPr/>
        </p:nvSpPr>
        <p:spPr>
          <a:xfrm>
            <a:off x="10554654" y="23749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</a:p>
        </p:txBody>
      </p:sp>
      <p:cxnSp>
        <p:nvCxnSpPr>
          <p:cNvPr id="114" name="Gerade Verbindung mit Pfeil 97">
            <a:extLst>
              <a:ext uri="{FF2B5EF4-FFF2-40B4-BE49-F238E27FC236}">
                <a16:creationId xmlns:a16="http://schemas.microsoft.com/office/drawing/2014/main" id="{0577C797-0F05-B070-08E3-90196F36AE52}"/>
              </a:ext>
            </a:extLst>
          </p:cNvPr>
          <p:cNvCxnSpPr>
            <a:cxnSpLocks/>
            <a:stCxn id="111" idx="1"/>
            <a:endCxn id="69" idx="3"/>
          </p:cNvCxnSpPr>
          <p:nvPr/>
        </p:nvCxnSpPr>
        <p:spPr>
          <a:xfrm flipH="1">
            <a:off x="8809024" y="2831055"/>
            <a:ext cx="106701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15" name="Gruppieren 98">
            <a:extLst>
              <a:ext uri="{FF2B5EF4-FFF2-40B4-BE49-F238E27FC236}">
                <a16:creationId xmlns:a16="http://schemas.microsoft.com/office/drawing/2014/main" id="{821CD075-3D6B-47C7-8B26-BAFBE0313288}"/>
              </a:ext>
            </a:extLst>
          </p:cNvPr>
          <p:cNvGrpSpPr/>
          <p:nvPr/>
        </p:nvGrpSpPr>
        <p:grpSpPr>
          <a:xfrm>
            <a:off x="6589267" y="1292111"/>
            <a:ext cx="1672659" cy="412750"/>
            <a:chOff x="7095641" y="1934484"/>
            <a:chExt cx="1672659" cy="412750"/>
          </a:xfrm>
        </p:grpSpPr>
        <p:sp>
          <p:nvSpPr>
            <p:cNvPr id="116" name="Text Box 82">
              <a:extLst>
                <a:ext uri="{FF2B5EF4-FFF2-40B4-BE49-F238E27FC236}">
                  <a16:creationId xmlns:a16="http://schemas.microsoft.com/office/drawing/2014/main" id="{72587C3D-408B-5ED3-313B-A7A68B334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4500" y="1972584"/>
              <a:ext cx="969963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Function</a:t>
              </a:r>
            </a:p>
          </p:txBody>
        </p:sp>
        <p:sp>
          <p:nvSpPr>
            <p:cNvPr id="117" name="Rectangle 83">
              <a:extLst>
                <a:ext uri="{FF2B5EF4-FFF2-40B4-BE49-F238E27FC236}">
                  <a16:creationId xmlns:a16="http://schemas.microsoft.com/office/drawing/2014/main" id="{CC6CFC25-F079-4C14-8ACE-D2803C693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3837" y="1934484"/>
              <a:ext cx="1414463" cy="412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8" name="AutoShape 50">
              <a:extLst>
                <a:ext uri="{FF2B5EF4-FFF2-40B4-BE49-F238E27FC236}">
                  <a16:creationId xmlns:a16="http://schemas.microsoft.com/office/drawing/2014/main" id="{98926BAA-E36A-C132-96C8-C720D15F16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137709" y="2021304"/>
              <a:ext cx="168275" cy="252412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</p:grpSp>
      <p:cxnSp>
        <p:nvCxnSpPr>
          <p:cNvPr id="120" name="Gerade Verbindung mit Pfeil 102">
            <a:extLst>
              <a:ext uri="{FF2B5EF4-FFF2-40B4-BE49-F238E27FC236}">
                <a16:creationId xmlns:a16="http://schemas.microsoft.com/office/drawing/2014/main" id="{48D0B4E8-D915-7E85-2A5F-5C3A33BA0A34}"/>
              </a:ext>
            </a:extLst>
          </p:cNvPr>
          <p:cNvCxnSpPr>
            <a:cxnSpLocks/>
            <a:stCxn id="117" idx="3"/>
            <a:endCxn id="66" idx="1"/>
          </p:cNvCxnSpPr>
          <p:nvPr/>
        </p:nvCxnSpPr>
        <p:spPr>
          <a:xfrm>
            <a:off x="8261926" y="1498486"/>
            <a:ext cx="1017066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1" name="Textfeld 169">
            <a:extLst>
              <a:ext uri="{FF2B5EF4-FFF2-40B4-BE49-F238E27FC236}">
                <a16:creationId xmlns:a16="http://schemas.microsoft.com/office/drawing/2014/main" id="{1B6129C6-A570-029D-1117-5DBCBB56935D}"/>
              </a:ext>
            </a:extLst>
          </p:cNvPr>
          <p:cNvSpPr txBox="1"/>
          <p:nvPr/>
        </p:nvSpPr>
        <p:spPr>
          <a:xfrm>
            <a:off x="11285637" y="1606932"/>
            <a:ext cx="741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value</a:t>
            </a:r>
          </a:p>
        </p:txBody>
      </p:sp>
      <p:sp>
        <p:nvSpPr>
          <p:cNvPr id="122" name="Textfeld 169">
            <a:extLst>
              <a:ext uri="{FF2B5EF4-FFF2-40B4-BE49-F238E27FC236}">
                <a16:creationId xmlns:a16="http://schemas.microsoft.com/office/drawing/2014/main" id="{0AE2228E-E539-FC28-7270-06CE25BB83A1}"/>
              </a:ext>
            </a:extLst>
          </p:cNvPr>
          <p:cNvSpPr txBox="1"/>
          <p:nvPr/>
        </p:nvSpPr>
        <p:spPr>
          <a:xfrm>
            <a:off x="8187243" y="121588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124" name="Textfeld 169">
            <a:extLst>
              <a:ext uri="{FF2B5EF4-FFF2-40B4-BE49-F238E27FC236}">
                <a16:creationId xmlns:a16="http://schemas.microsoft.com/office/drawing/2014/main" id="{50C6C79B-80A8-F933-9AD1-BAFFFE48F565}"/>
              </a:ext>
            </a:extLst>
          </p:cNvPr>
          <p:cNvSpPr txBox="1"/>
          <p:nvPr/>
        </p:nvSpPr>
        <p:spPr>
          <a:xfrm>
            <a:off x="11230249" y="254026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127" name="Textfeld 169">
            <a:extLst>
              <a:ext uri="{FF2B5EF4-FFF2-40B4-BE49-F238E27FC236}">
                <a16:creationId xmlns:a16="http://schemas.microsoft.com/office/drawing/2014/main" id="{580FC4A4-854D-5D43-8E2C-23DA55672A9E}"/>
              </a:ext>
            </a:extLst>
          </p:cNvPr>
          <p:cNvSpPr txBox="1"/>
          <p:nvPr/>
        </p:nvSpPr>
        <p:spPr>
          <a:xfrm>
            <a:off x="7462828" y="1651872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1..*</a:t>
            </a:r>
          </a:p>
        </p:txBody>
      </p:sp>
      <p:sp>
        <p:nvSpPr>
          <p:cNvPr id="128" name="AutoShape 40">
            <a:extLst>
              <a:ext uri="{FF2B5EF4-FFF2-40B4-BE49-F238E27FC236}">
                <a16:creationId xmlns:a16="http://schemas.microsoft.com/office/drawing/2014/main" id="{3D4A3944-E7A8-09B1-4247-F07EC3C6316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651575" y="999701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CD</a:t>
            </a:r>
          </a:p>
        </p:txBody>
      </p:sp>
      <p:sp>
        <p:nvSpPr>
          <p:cNvPr id="129" name="Textfeld 169">
            <a:extLst>
              <a:ext uri="{FF2B5EF4-FFF2-40B4-BE49-F238E27FC236}">
                <a16:creationId xmlns:a16="http://schemas.microsoft.com/office/drawing/2014/main" id="{9281ECD4-7DC6-D990-725F-D75A03FE4744}"/>
              </a:ext>
            </a:extLst>
          </p:cNvPr>
          <p:cNvSpPr txBox="1"/>
          <p:nvPr/>
        </p:nvSpPr>
        <p:spPr>
          <a:xfrm>
            <a:off x="7501821" y="103788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</a:p>
        </p:txBody>
      </p:sp>
      <p:sp>
        <p:nvSpPr>
          <p:cNvPr id="130" name="AutoShape 40">
            <a:extLst>
              <a:ext uri="{FF2B5EF4-FFF2-40B4-BE49-F238E27FC236}">
                <a16:creationId xmlns:a16="http://schemas.microsoft.com/office/drawing/2014/main" id="{950814B7-2CBA-9055-7562-6085D4917D7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478879" y="3884510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MA</a:t>
            </a:r>
          </a:p>
        </p:txBody>
      </p:sp>
    </p:spTree>
    <p:extLst>
      <p:ext uri="{BB962C8B-B14F-4D97-AF65-F5344CB8AC3E}">
        <p14:creationId xmlns:p14="http://schemas.microsoft.com/office/powerpoint/2010/main" val="422557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7">
            <a:extLst>
              <a:ext uri="{FF2B5EF4-FFF2-40B4-BE49-F238E27FC236}">
                <a16:creationId xmlns:a16="http://schemas.microsoft.com/office/drawing/2014/main" id="{7641B08E-B188-C80F-121A-117B5030C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986" y="1820637"/>
            <a:ext cx="7323363" cy="3535134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t"/>
          <a:lstStyle/>
          <a:p>
            <a:pPr lvl="0"/>
            <a:r>
              <a:rPr lang="en-US" sz="1600" dirty="0">
                <a:solidFill>
                  <a:srgbClr val="000000"/>
                </a:solidFill>
              </a:rPr>
              <a:t>Context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66F73B-7FFD-AA6B-520B-D7CE6896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Context</a:t>
            </a:r>
            <a:r>
              <a:rPr lang="de-DE" dirty="0"/>
              <a:t>?</a:t>
            </a:r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D5E0A6EF-69DC-4E33-D654-A4FF0EA65638}"/>
              </a:ext>
            </a:extLst>
          </p:cNvPr>
          <p:cNvGrpSpPr/>
          <p:nvPr/>
        </p:nvGrpSpPr>
        <p:grpSpPr>
          <a:xfrm>
            <a:off x="3973401" y="2457995"/>
            <a:ext cx="4245198" cy="1942009"/>
            <a:chOff x="7780197" y="3118762"/>
            <a:chExt cx="4245198" cy="1942009"/>
          </a:xfrm>
        </p:grpSpPr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E35D8789-056C-0CCF-15AC-A784F9DB5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499" y="3118762"/>
              <a:ext cx="4029362" cy="1942009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lvl="0"/>
              <a:r>
                <a:rPr lang="en-US" sz="1600" dirty="0">
                  <a:solidFill>
                    <a:srgbClr val="000000"/>
                  </a:solidFill>
                </a:rPr>
                <a:t>F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0C1CDB0-A162-9852-4D54-89C73D316DBA}"/>
                </a:ext>
              </a:extLst>
            </p:cNvPr>
            <p:cNvGrpSpPr/>
            <p:nvPr/>
          </p:nvGrpSpPr>
          <p:grpSpPr>
            <a:xfrm>
              <a:off x="8815914" y="3367363"/>
              <a:ext cx="1071989" cy="919048"/>
              <a:chOff x="5433573" y="2209305"/>
              <a:chExt cx="1071989" cy="919048"/>
            </a:xfrm>
          </p:grpSpPr>
          <p:sp>
            <p:nvSpPr>
              <p:cNvPr id="5" name="Rectangle 27">
                <a:extLst>
                  <a:ext uri="{FF2B5EF4-FFF2-40B4-BE49-F238E27FC236}">
                    <a16:creationId xmlns:a16="http://schemas.microsoft.com/office/drawing/2014/main" id="{6C5577BA-1A28-656A-A16A-861C732AA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384" y="2209305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7" name="Rechteck 64">
                <a:extLst>
                  <a:ext uri="{FF2B5EF4-FFF2-40B4-BE49-F238E27FC236}">
                    <a16:creationId xmlns:a16="http://schemas.microsoft.com/office/drawing/2014/main" id="{7CAD9612-7189-9619-D770-AAC86C3B9F22}"/>
                  </a:ext>
                </a:extLst>
              </p:cNvPr>
              <p:cNvSpPr/>
              <p:nvPr/>
            </p:nvSpPr>
            <p:spPr>
              <a:xfrm>
                <a:off x="5433573" y="256082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9" name="Rechteck 66">
                <a:extLst>
                  <a:ext uri="{FF2B5EF4-FFF2-40B4-BE49-F238E27FC236}">
                    <a16:creationId xmlns:a16="http://schemas.microsoft.com/office/drawing/2014/main" id="{BD7D162F-1017-8255-B5C5-2C7520B9E36E}"/>
                  </a:ext>
                </a:extLst>
              </p:cNvPr>
              <p:cNvSpPr/>
              <p:nvPr/>
            </p:nvSpPr>
            <p:spPr>
              <a:xfrm>
                <a:off x="6289562" y="237747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12" name="Rechteck 71">
                <a:extLst>
                  <a:ext uri="{FF2B5EF4-FFF2-40B4-BE49-F238E27FC236}">
                    <a16:creationId xmlns:a16="http://schemas.microsoft.com/office/drawing/2014/main" id="{F36A44C2-EEC8-80F7-52A6-6B3D502238DD}"/>
                  </a:ext>
                </a:extLst>
              </p:cNvPr>
              <p:cNvSpPr/>
              <p:nvPr/>
            </p:nvSpPr>
            <p:spPr>
              <a:xfrm>
                <a:off x="6289562" y="2758461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cxnSp>
          <p:nvCxnSpPr>
            <p:cNvPr id="22" name="Gerade Verbindung mit Pfeil 63">
              <a:extLst>
                <a:ext uri="{FF2B5EF4-FFF2-40B4-BE49-F238E27FC236}">
                  <a16:creationId xmlns:a16="http://schemas.microsoft.com/office/drawing/2014/main" id="{D39678FC-62FB-4B8A-1960-511240C95AA6}"/>
                </a:ext>
              </a:extLst>
            </p:cNvPr>
            <p:cNvCxnSpPr>
              <a:cxnSpLocks/>
              <a:stCxn id="24" idx="3"/>
              <a:endCxn id="35" idx="1"/>
            </p:cNvCxnSpPr>
            <p:nvPr/>
          </p:nvCxnSpPr>
          <p:spPr>
            <a:xfrm>
              <a:off x="11612003" y="4484043"/>
              <a:ext cx="1973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AB752EF-A7E6-D54D-FE84-FA9FF3869AEC}"/>
                </a:ext>
              </a:extLst>
            </p:cNvPr>
            <p:cNvGrpSpPr/>
            <p:nvPr/>
          </p:nvGrpSpPr>
          <p:grpSpPr>
            <a:xfrm>
              <a:off x="10537587" y="4024519"/>
              <a:ext cx="1074416" cy="919048"/>
              <a:chOff x="7591431" y="2820281"/>
              <a:chExt cx="1074416" cy="919048"/>
            </a:xfrm>
          </p:grpSpPr>
          <p:sp>
            <p:nvSpPr>
              <p:cNvPr id="21" name="Rectangle 27">
                <a:extLst>
                  <a:ext uri="{FF2B5EF4-FFF2-40B4-BE49-F238E27FC236}">
                    <a16:creationId xmlns:a16="http://schemas.microsoft.com/office/drawing/2014/main" id="{4560859C-94D1-C1A6-6D08-FFC5CEF4C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9431" y="2820281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  <p:sp>
            <p:nvSpPr>
              <p:cNvPr id="23" name="Rechteck 64">
                <a:extLst>
                  <a:ext uri="{FF2B5EF4-FFF2-40B4-BE49-F238E27FC236}">
                    <a16:creationId xmlns:a16="http://schemas.microsoft.com/office/drawing/2014/main" id="{AA6335BC-55C3-26BE-FCDB-EAE62E647F7B}"/>
                  </a:ext>
                </a:extLst>
              </p:cNvPr>
              <p:cNvSpPr/>
              <p:nvPr/>
            </p:nvSpPr>
            <p:spPr>
              <a:xfrm>
                <a:off x="7591431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24" name="Rechteck 66">
                <a:extLst>
                  <a:ext uri="{FF2B5EF4-FFF2-40B4-BE49-F238E27FC236}">
                    <a16:creationId xmlns:a16="http://schemas.microsoft.com/office/drawing/2014/main" id="{09FBF61C-7369-2045-13E3-CF481DE31A28}"/>
                  </a:ext>
                </a:extLst>
              </p:cNvPr>
              <p:cNvSpPr/>
              <p:nvPr/>
            </p:nvSpPr>
            <p:spPr>
              <a:xfrm>
                <a:off x="8449847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sp>
          <p:nvSpPr>
            <p:cNvPr id="32" name="Rechteck 64">
              <a:extLst>
                <a:ext uri="{FF2B5EF4-FFF2-40B4-BE49-F238E27FC236}">
                  <a16:creationId xmlns:a16="http://schemas.microsoft.com/office/drawing/2014/main" id="{6C711B4E-B4DE-5C84-0EA9-5F579AAF9C44}"/>
                </a:ext>
              </a:extLst>
            </p:cNvPr>
            <p:cNvSpPr/>
            <p:nvPr/>
          </p:nvSpPr>
          <p:spPr>
            <a:xfrm>
              <a:off x="7780197" y="3818198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Rechteck 64">
              <a:extLst>
                <a:ext uri="{FF2B5EF4-FFF2-40B4-BE49-F238E27FC236}">
                  <a16:creationId xmlns:a16="http://schemas.microsoft.com/office/drawing/2014/main" id="{13C68ECD-C8EF-264A-CB42-325003CBEA80}"/>
                </a:ext>
              </a:extLst>
            </p:cNvPr>
            <p:cNvSpPr/>
            <p:nvPr/>
          </p:nvSpPr>
          <p:spPr>
            <a:xfrm>
              <a:off x="11809394" y="4376043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49403DEB-F64C-9D87-AC65-7D0152B9C313}"/>
                </a:ext>
              </a:extLst>
            </p:cNvPr>
            <p:cNvCxnSpPr>
              <a:stCxn id="32" idx="3"/>
              <a:endCxn id="7" idx="1"/>
            </p:cNvCxnSpPr>
            <p:nvPr/>
          </p:nvCxnSpPr>
          <p:spPr>
            <a:xfrm flipV="1">
              <a:off x="7996197" y="3826887"/>
              <a:ext cx="819717" cy="9931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7ECC7113-487B-52F5-BC32-DCC0BB80E283}"/>
                </a:ext>
              </a:extLst>
            </p:cNvPr>
            <p:cNvCxnSpPr>
              <a:cxnSpLocks/>
              <a:stCxn id="12" idx="3"/>
              <a:endCxn id="23" idx="1"/>
            </p:cNvCxnSpPr>
            <p:nvPr/>
          </p:nvCxnSpPr>
          <p:spPr>
            <a:xfrm>
              <a:off x="9887903" y="4024519"/>
              <a:ext cx="649684" cy="45952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hteck 64">
              <a:extLst>
                <a:ext uri="{FF2B5EF4-FFF2-40B4-BE49-F238E27FC236}">
                  <a16:creationId xmlns:a16="http://schemas.microsoft.com/office/drawing/2014/main" id="{9828DAB6-939D-31E6-2238-D96A2C4DFCD0}"/>
                </a:ext>
              </a:extLst>
            </p:cNvPr>
            <p:cNvSpPr/>
            <p:nvPr/>
          </p:nvSpPr>
          <p:spPr>
            <a:xfrm>
              <a:off x="11809395" y="3535537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60" name="Gerade Verbindung mit Pfeil 63">
              <a:extLst>
                <a:ext uri="{FF2B5EF4-FFF2-40B4-BE49-F238E27FC236}">
                  <a16:creationId xmlns:a16="http://schemas.microsoft.com/office/drawing/2014/main" id="{6EE080D8-F8C2-5F70-56F6-A1B3E3408AB7}"/>
                </a:ext>
              </a:extLst>
            </p:cNvPr>
            <p:cNvCxnSpPr>
              <a:cxnSpLocks/>
              <a:stCxn id="9" idx="3"/>
              <a:endCxn id="59" idx="1"/>
            </p:cNvCxnSpPr>
            <p:nvPr/>
          </p:nvCxnSpPr>
          <p:spPr>
            <a:xfrm>
              <a:off x="9887903" y="3643537"/>
              <a:ext cx="19214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AutoShape 40">
            <a:extLst>
              <a:ext uri="{FF2B5EF4-FFF2-40B4-BE49-F238E27FC236}">
                <a16:creationId xmlns:a16="http://schemas.microsoft.com/office/drawing/2014/main" id="{8CA89244-ACEA-16E0-9769-CAFE2646F73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622746" y="2513192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MA</a:t>
            </a:r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2E203FA8-1E38-B884-FF14-BEC7C37BA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8521" y="2296521"/>
            <a:ext cx="549105" cy="2837509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vert="vert" anchor="b"/>
          <a:lstStyle/>
          <a:p>
            <a:pPr lvl="0" algn="ctr"/>
            <a:r>
              <a:rPr lang="en-US" sz="1600" dirty="0">
                <a:solidFill>
                  <a:srgbClr val="000000"/>
                </a:solidFill>
              </a:rPr>
              <a:t>Sensors</a:t>
            </a:r>
          </a:p>
        </p:txBody>
      </p:sp>
      <p:sp>
        <p:nvSpPr>
          <p:cNvPr id="13" name="Rectangle 27">
            <a:extLst>
              <a:ext uri="{FF2B5EF4-FFF2-40B4-BE49-F238E27FC236}">
                <a16:creationId xmlns:a16="http://schemas.microsoft.com/office/drawing/2014/main" id="{2DA8138E-F8B2-F5EE-F4A5-2F00B358E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195" y="2296521"/>
            <a:ext cx="549105" cy="2837509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vert="vert" anchor="t"/>
          <a:lstStyle/>
          <a:p>
            <a:pPr lvl="0" algn="ctr"/>
            <a:r>
              <a:rPr lang="en-US" sz="1600" dirty="0">
                <a:solidFill>
                  <a:srgbClr val="000000"/>
                </a:solidFill>
              </a:rPr>
              <a:t>Actuators</a:t>
            </a:r>
          </a:p>
        </p:txBody>
      </p:sp>
      <p:sp>
        <p:nvSpPr>
          <p:cNvPr id="14" name="Rechteck 64">
            <a:extLst>
              <a:ext uri="{FF2B5EF4-FFF2-40B4-BE49-F238E27FC236}">
                <a16:creationId xmlns:a16="http://schemas.microsoft.com/office/drawing/2014/main" id="{1DD417EC-4AC6-364F-BB68-2D74676A9581}"/>
              </a:ext>
            </a:extLst>
          </p:cNvPr>
          <p:cNvSpPr/>
          <p:nvPr/>
        </p:nvSpPr>
        <p:spPr>
          <a:xfrm>
            <a:off x="2975051" y="3607275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" name="Rechteck 64">
            <a:extLst>
              <a:ext uri="{FF2B5EF4-FFF2-40B4-BE49-F238E27FC236}">
                <a16:creationId xmlns:a16="http://schemas.microsoft.com/office/drawing/2014/main" id="{0CA058F6-6808-B3A7-2335-3F5C24018FA5}"/>
              </a:ext>
            </a:extLst>
          </p:cNvPr>
          <p:cNvSpPr/>
          <p:nvPr/>
        </p:nvSpPr>
        <p:spPr>
          <a:xfrm>
            <a:off x="8609265" y="3136728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6" name="Rechteck 64">
            <a:extLst>
              <a:ext uri="{FF2B5EF4-FFF2-40B4-BE49-F238E27FC236}">
                <a16:creationId xmlns:a16="http://schemas.microsoft.com/office/drawing/2014/main" id="{32658907-A7C9-D954-388C-AB82BDA53011}"/>
              </a:ext>
            </a:extLst>
          </p:cNvPr>
          <p:cNvSpPr/>
          <p:nvPr/>
        </p:nvSpPr>
        <p:spPr>
          <a:xfrm>
            <a:off x="8602438" y="4066800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22AF568-A25A-52D0-6ECA-ECA2B90D7647}"/>
              </a:ext>
            </a:extLst>
          </p:cNvPr>
          <p:cNvCxnSpPr>
            <a:cxnSpLocks/>
            <a:stCxn id="14" idx="3"/>
            <a:endCxn id="32" idx="1"/>
          </p:cNvCxnSpPr>
          <p:nvPr/>
        </p:nvCxnSpPr>
        <p:spPr>
          <a:xfrm flipV="1">
            <a:off x="3191051" y="3265431"/>
            <a:ext cx="782350" cy="4498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E307AE4-F2F5-3AEE-6A11-7EFA3F635FAA}"/>
              </a:ext>
            </a:extLst>
          </p:cNvPr>
          <p:cNvCxnSpPr>
            <a:cxnSpLocks/>
            <a:stCxn id="59" idx="3"/>
            <a:endCxn id="15" idx="1"/>
          </p:cNvCxnSpPr>
          <p:nvPr/>
        </p:nvCxnSpPr>
        <p:spPr>
          <a:xfrm>
            <a:off x="8218599" y="2982770"/>
            <a:ext cx="390666" cy="2619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0B4552B-0DDC-6858-28B2-29B684C329D9}"/>
              </a:ext>
            </a:extLst>
          </p:cNvPr>
          <p:cNvCxnSpPr>
            <a:cxnSpLocks/>
            <a:stCxn id="35" idx="3"/>
            <a:endCxn id="16" idx="1"/>
          </p:cNvCxnSpPr>
          <p:nvPr/>
        </p:nvCxnSpPr>
        <p:spPr>
          <a:xfrm>
            <a:off x="8218598" y="3823276"/>
            <a:ext cx="383840" cy="3515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59174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SE">
  <a:themeElements>
    <a:clrScheme name="Editirmodus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339933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00549F"/>
          </a:solidFill>
          <a:headEnd type="none" w="med" len="med"/>
          <a:tailEnd type="arrow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Editir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339933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Anzeige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C0C0C0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Druck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FFFFFF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</a:extraClrSchemeLst>
  <a:extLst>
    <a:ext uri="{05A4C25C-085E-4340-85A3-A5531E510DB2}">
      <thm15:themeFamily xmlns:thm15="http://schemas.microsoft.com/office/thememl/2012/main" name="DesignSE" id="{EAFC8903-E4B1-467C-960D-91660CE78A0A}" vid="{99D41127-BE3F-4F81-BB33-06BFE3C930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89</Words>
  <Application>Microsoft Office PowerPoint</Application>
  <PresentationFormat>Widescreen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Symbol</vt:lpstr>
      <vt:lpstr>Wingdings</vt:lpstr>
      <vt:lpstr>DesignSE</vt:lpstr>
      <vt:lpstr>Beispiel Observation</vt:lpstr>
      <vt:lpstr>Context?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Windows-Benutzer</dc:creator>
  <cp:lastModifiedBy>Malte Heithoff</cp:lastModifiedBy>
  <cp:revision>263</cp:revision>
  <cp:lastPrinted>2019-08-05T09:20:27Z</cp:lastPrinted>
  <dcterms:created xsi:type="dcterms:W3CDTF">2019-02-06T21:20:56Z</dcterms:created>
  <dcterms:modified xsi:type="dcterms:W3CDTF">2023-07-05T13:14:42Z</dcterms:modified>
</cp:coreProperties>
</file>