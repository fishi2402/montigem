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34" r:id="rId1"/>
  </p:sldMasterIdLst>
  <p:notesMasterIdLst>
    <p:notesMasterId r:id="rId8"/>
  </p:notesMasterIdLst>
  <p:handoutMasterIdLst>
    <p:handoutMasterId r:id="rId9"/>
  </p:handoutMasterIdLst>
  <p:sldIdLst>
    <p:sldId id="2147376260" r:id="rId2"/>
    <p:sldId id="2147376258" r:id="rId3"/>
    <p:sldId id="2147376259" r:id="rId4"/>
    <p:sldId id="2147376265" r:id="rId5"/>
    <p:sldId id="2147376266" r:id="rId6"/>
    <p:sldId id="2147376270" r:id="rId7"/>
  </p:sldIdLst>
  <p:sldSz cx="12192000" cy="6858000"/>
  <p:notesSz cx="6797675" cy="9926638"/>
  <p:custDataLst>
    <p:tags r:id="rId10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TCockpit" id="{06361524-1C3F-41AC-9E10-21EE49FEBC5C}">
          <p14:sldIdLst>
            <p14:sldId id="2147376260"/>
            <p14:sldId id="2147376258"/>
            <p14:sldId id="2147376259"/>
            <p14:sldId id="2147376265"/>
            <p14:sldId id="2147376266"/>
            <p14:sldId id="21473762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Schmalzing" initials="DS" lastIdx="1" clrIdx="0">
    <p:extLst>
      <p:ext uri="{19B8F6BF-5375-455C-9EA6-DF929625EA0E}">
        <p15:presenceInfo xmlns:p15="http://schemas.microsoft.com/office/powerpoint/2012/main" userId="David Schmalzi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FFFFFF"/>
    <a:srgbClr val="CC001E"/>
    <a:srgbClr val="009999"/>
    <a:srgbClr val="071ECC"/>
    <a:srgbClr val="1E07CC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B9585A-CC85-40E1-8CBA-E8C2DEACE085}" v="34" dt="2024-03-01T10:59:28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43" autoAdjust="0"/>
    <p:restoredTop sz="92645" autoAdjust="0"/>
  </p:normalViewPr>
  <p:slideViewPr>
    <p:cSldViewPr snapToGrid="0">
      <p:cViewPr varScale="1">
        <p:scale>
          <a:sx n="118" d="100"/>
          <a:sy n="118" d="100"/>
        </p:scale>
        <p:origin x="216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2525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te Heithoff" userId="92960225c14ac204" providerId="LiveId" clId="{9DB9585A-CC85-40E1-8CBA-E8C2DEACE085}"/>
    <pc:docChg chg="undo custSel addSld delSld modSld sldOrd delMainMaster modMainMaster modSection">
      <pc:chgData name="Malte Heithoff" userId="92960225c14ac204" providerId="LiveId" clId="{9DB9585A-CC85-40E1-8CBA-E8C2DEACE085}" dt="2024-03-01T11:02:59.124" v="1962" actId="20577"/>
      <pc:docMkLst>
        <pc:docMk/>
      </pc:docMkLst>
      <pc:sldChg chg="add">
        <pc:chgData name="Malte Heithoff" userId="92960225c14ac204" providerId="LiveId" clId="{9DB9585A-CC85-40E1-8CBA-E8C2DEACE085}" dt="2024-03-01T10:18:15.838" v="35"/>
        <pc:sldMkLst>
          <pc:docMk/>
          <pc:sldMk cId="3582229333" sldId="285"/>
        </pc:sldMkLst>
      </pc:sldChg>
      <pc:sldChg chg="add del">
        <pc:chgData name="Malte Heithoff" userId="92960225c14ac204" providerId="LiveId" clId="{9DB9585A-CC85-40E1-8CBA-E8C2DEACE085}" dt="2024-03-01T10:42:03.039" v="831" actId="47"/>
        <pc:sldMkLst>
          <pc:docMk/>
          <pc:sldMk cId="3160023045" sldId="330"/>
        </pc:sldMkLst>
      </pc:sldChg>
      <pc:sldChg chg="addSp delSp modSp mod ord modClrScheme chgLayout">
        <pc:chgData name="Malte Heithoff" userId="92960225c14ac204" providerId="LiveId" clId="{9DB9585A-CC85-40E1-8CBA-E8C2DEACE085}" dt="2024-03-01T11:02:59.124" v="1962" actId="20577"/>
        <pc:sldMkLst>
          <pc:docMk/>
          <pc:sldMk cId="2520309239" sldId="2147376218"/>
        </pc:sldMkLst>
        <pc:spChg chg="add del mod ord">
          <ac:chgData name="Malte Heithoff" userId="92960225c14ac204" providerId="LiveId" clId="{9DB9585A-CC85-40E1-8CBA-E8C2DEACE085}" dt="2024-03-01T10:14:14.398" v="2" actId="700"/>
          <ac:spMkLst>
            <pc:docMk/>
            <pc:sldMk cId="2520309239" sldId="2147376218"/>
            <ac:spMk id="2" creationId="{786B60C0-70B2-09E4-46DC-8A88D75C56AD}"/>
          </ac:spMkLst>
        </pc:spChg>
        <pc:spChg chg="mod ord">
          <ac:chgData name="Malte Heithoff" userId="92960225c14ac204" providerId="LiveId" clId="{9DB9585A-CC85-40E1-8CBA-E8C2DEACE085}" dt="2024-03-01T11:00:30.171" v="1719" actId="700"/>
          <ac:spMkLst>
            <pc:docMk/>
            <pc:sldMk cId="2520309239" sldId="2147376218"/>
            <ac:spMk id="3" creationId="{558C49FB-E903-CB38-3BD0-A96370EC925D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4" creationId="{C73A283F-EFA9-18D0-6E7E-3A105DA59C03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5" creationId="{0324E343-938F-FE3E-EE35-4516C7C3D55D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6" creationId="{1AF82B71-419E-DE21-4492-F2996C2DAFC7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7" creationId="{54BA1A1E-28E6-F648-40BA-2F201612F3CE}"/>
          </ac:spMkLst>
        </pc:spChg>
        <pc:spChg chg="add del mod ord">
          <ac:chgData name="Malte Heithoff" userId="92960225c14ac204" providerId="LiveId" clId="{9DB9585A-CC85-40E1-8CBA-E8C2DEACE085}" dt="2024-03-01T10:36:19.163" v="611" actId="700"/>
          <ac:spMkLst>
            <pc:docMk/>
            <pc:sldMk cId="2520309239" sldId="2147376218"/>
            <ac:spMk id="8" creationId="{CFA48439-6170-FA8B-633D-E222666BB546}"/>
          </ac:spMkLst>
        </pc:spChg>
        <pc:spChg chg="add del mod ord">
          <ac:chgData name="Malte Heithoff" userId="92960225c14ac204" providerId="LiveId" clId="{9DB9585A-CC85-40E1-8CBA-E8C2DEACE085}" dt="2024-03-01T10:38:18.046" v="666" actId="478"/>
          <ac:spMkLst>
            <pc:docMk/>
            <pc:sldMk cId="2520309239" sldId="2147376218"/>
            <ac:spMk id="9" creationId="{BFE6285E-C144-848F-0DEC-4EA4E823227C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16" creationId="{356143B7-7291-F3EF-0ACE-37E4466E8786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17" creationId="{40101FAE-F7F8-3FF0-F8D3-6E2547934EB6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18" creationId="{B4A69093-4B00-0644-73AE-791D19F8FF62}"/>
          </ac:spMkLst>
        </pc:spChg>
        <pc:spChg chg="add del mod ord">
          <ac:chgData name="Malte Heithoff" userId="92960225c14ac204" providerId="LiveId" clId="{9DB9585A-CC85-40E1-8CBA-E8C2DEACE085}" dt="2024-03-01T10:38:18.984" v="667" actId="478"/>
          <ac:spMkLst>
            <pc:docMk/>
            <pc:sldMk cId="2520309239" sldId="2147376218"/>
            <ac:spMk id="19" creationId="{B3ADB67D-500A-49EF-9598-F6BBF7FD8312}"/>
          </ac:spMkLst>
        </pc:spChg>
        <pc:spChg chg="mod">
          <ac:chgData name="Malte Heithoff" userId="92960225c14ac204" providerId="LiveId" clId="{9DB9585A-CC85-40E1-8CBA-E8C2DEACE085}" dt="2024-03-01T10:36:45.237" v="657"/>
          <ac:spMkLst>
            <pc:docMk/>
            <pc:sldMk cId="2520309239" sldId="2147376218"/>
            <ac:spMk id="21" creationId="{356CE6B1-FA59-4856-EC2C-0CB2B4FEBEF1}"/>
          </ac:spMkLst>
        </pc:spChg>
        <pc:spChg chg="mod">
          <ac:chgData name="Malte Heithoff" userId="92960225c14ac204" providerId="LiveId" clId="{9DB9585A-CC85-40E1-8CBA-E8C2DEACE085}" dt="2024-03-01T10:37:04.140" v="664"/>
          <ac:spMkLst>
            <pc:docMk/>
            <pc:sldMk cId="2520309239" sldId="2147376218"/>
            <ac:spMk id="27" creationId="{12884326-EAE6-8328-D7DD-78D028C7177F}"/>
          </ac:spMkLst>
        </pc:spChg>
        <pc:spChg chg="mod">
          <ac:chgData name="Malte Heithoff" userId="92960225c14ac204" providerId="LiveId" clId="{9DB9585A-CC85-40E1-8CBA-E8C2DEACE085}" dt="2024-03-01T10:36:45.237" v="657"/>
          <ac:spMkLst>
            <pc:docMk/>
            <pc:sldMk cId="2520309239" sldId="2147376218"/>
            <ac:spMk id="28" creationId="{E1F47443-7D17-662E-A0CA-35C47B87D71A}"/>
          </ac:spMkLst>
        </pc:spChg>
        <pc:spChg chg="mod">
          <ac:chgData name="Malte Heithoff" userId="92960225c14ac204" providerId="LiveId" clId="{9DB9585A-CC85-40E1-8CBA-E8C2DEACE085}" dt="2024-03-01T10:36:45.237" v="657"/>
          <ac:spMkLst>
            <pc:docMk/>
            <pc:sldMk cId="2520309239" sldId="2147376218"/>
            <ac:spMk id="32" creationId="{ECC1C814-CE6B-0EBD-77D7-F937CD460977}"/>
          </ac:spMkLst>
        </pc:spChg>
        <pc:spChg chg="mod">
          <ac:chgData name="Malte Heithoff" userId="92960225c14ac204" providerId="LiveId" clId="{9DB9585A-CC85-40E1-8CBA-E8C2DEACE085}" dt="2024-03-01T10:36:45.237" v="657"/>
          <ac:spMkLst>
            <pc:docMk/>
            <pc:sldMk cId="2520309239" sldId="2147376218"/>
            <ac:spMk id="34" creationId="{E122FF9E-0940-0486-4187-8F9AD63D91EF}"/>
          </ac:spMkLst>
        </pc:spChg>
        <pc:spChg chg="mod">
          <ac:chgData name="Malte Heithoff" userId="92960225c14ac204" providerId="LiveId" clId="{9DB9585A-CC85-40E1-8CBA-E8C2DEACE085}" dt="2024-03-01T10:36:45.237" v="657"/>
          <ac:spMkLst>
            <pc:docMk/>
            <pc:sldMk cId="2520309239" sldId="2147376218"/>
            <ac:spMk id="35" creationId="{4208A420-F272-15B5-B0EE-885104214930}"/>
          </ac:spMkLst>
        </pc:spChg>
        <pc:spChg chg="mod">
          <ac:chgData name="Malte Heithoff" userId="92960225c14ac204" providerId="LiveId" clId="{9DB9585A-CC85-40E1-8CBA-E8C2DEACE085}" dt="2024-03-01T10:36:45.237" v="657"/>
          <ac:spMkLst>
            <pc:docMk/>
            <pc:sldMk cId="2520309239" sldId="2147376218"/>
            <ac:spMk id="36" creationId="{6A8D085E-357F-610B-A79F-20611A8D95F4}"/>
          </ac:spMkLst>
        </pc:spChg>
        <pc:spChg chg="mod">
          <ac:chgData name="Malte Heithoff" userId="92960225c14ac204" providerId="LiveId" clId="{9DB9585A-CC85-40E1-8CBA-E8C2DEACE085}" dt="2024-03-01T10:36:45.237" v="657"/>
          <ac:spMkLst>
            <pc:docMk/>
            <pc:sldMk cId="2520309239" sldId="2147376218"/>
            <ac:spMk id="37" creationId="{04BE84C3-91F5-038A-A8BA-E4951E4600E2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38" creationId="{4252039D-88EE-1C6F-943A-0D15E0285F98}"/>
          </ac:spMkLst>
        </pc:spChg>
        <pc:spChg chg="mod">
          <ac:chgData name="Malte Heithoff" userId="92960225c14ac204" providerId="LiveId" clId="{9DB9585A-CC85-40E1-8CBA-E8C2DEACE085}" dt="2024-03-01T10:37:02.749" v="662"/>
          <ac:spMkLst>
            <pc:docMk/>
            <pc:sldMk cId="2520309239" sldId="2147376218"/>
            <ac:spMk id="39" creationId="{9F548067-8516-CCBD-F337-DFF1C5BC987E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40" creationId="{BB30AED1-836B-BF73-70E7-BFD0E4A99233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41" creationId="{7F6DA16D-AE99-4836-A6F1-2B98938CC95D}"/>
          </ac:spMkLst>
        </pc:spChg>
        <pc:spChg chg="mod">
          <ac:chgData name="Malte Heithoff" userId="92960225c14ac204" providerId="LiveId" clId="{9DB9585A-CC85-40E1-8CBA-E8C2DEACE085}" dt="2024-03-01T10:36:45.237" v="657"/>
          <ac:spMkLst>
            <pc:docMk/>
            <pc:sldMk cId="2520309239" sldId="2147376218"/>
            <ac:spMk id="44" creationId="{A15D1E54-166B-247C-CC4B-A978B308C14C}"/>
          </ac:spMkLst>
        </pc:spChg>
        <pc:spChg chg="mod">
          <ac:chgData name="Malte Heithoff" userId="92960225c14ac204" providerId="LiveId" clId="{9DB9585A-CC85-40E1-8CBA-E8C2DEACE085}" dt="2024-03-01T10:36:45.237" v="657"/>
          <ac:spMkLst>
            <pc:docMk/>
            <pc:sldMk cId="2520309239" sldId="2147376218"/>
            <ac:spMk id="45" creationId="{EA0E553C-2143-63D6-1DB9-7611C4E60264}"/>
          </ac:spMkLst>
        </pc:spChg>
        <pc:spChg chg="add del mod">
          <ac:chgData name="Malte Heithoff" userId="92960225c14ac204" providerId="LiveId" clId="{9DB9585A-CC85-40E1-8CBA-E8C2DEACE085}" dt="2024-03-01T10:44:48.630" v="892" actId="20577"/>
          <ac:spMkLst>
            <pc:docMk/>
            <pc:sldMk cId="2520309239" sldId="2147376218"/>
            <ac:spMk id="48" creationId="{F8A50717-6142-0721-70E6-43573B175DF6}"/>
          </ac:spMkLst>
        </pc:spChg>
        <pc:spChg chg="mod">
          <ac:chgData name="Malte Heithoff" userId="92960225c14ac204" providerId="LiveId" clId="{9DB9585A-CC85-40E1-8CBA-E8C2DEACE085}" dt="2024-03-01T10:44:53.495" v="901" actId="20577"/>
          <ac:spMkLst>
            <pc:docMk/>
            <pc:sldMk cId="2520309239" sldId="2147376218"/>
            <ac:spMk id="49" creationId="{124AEF41-2743-D3C1-3F51-7A5CED14452B}"/>
          </ac:spMkLst>
        </pc:spChg>
        <pc:spChg chg="mod">
          <ac:chgData name="Malte Heithoff" userId="92960225c14ac204" providerId="LiveId" clId="{9DB9585A-CC85-40E1-8CBA-E8C2DEACE085}" dt="2024-03-01T10:43:51.500" v="872" actId="1076"/>
          <ac:spMkLst>
            <pc:docMk/>
            <pc:sldMk cId="2520309239" sldId="2147376218"/>
            <ac:spMk id="51" creationId="{E5691DD8-7B34-7307-0157-63302B71ED2E}"/>
          </ac:spMkLst>
        </pc:spChg>
        <pc:spChg chg="del mod">
          <ac:chgData name="Malte Heithoff" userId="92960225c14ac204" providerId="LiveId" clId="{9DB9585A-CC85-40E1-8CBA-E8C2DEACE085}" dt="2024-03-01T10:43:33.825" v="867" actId="478"/>
          <ac:spMkLst>
            <pc:docMk/>
            <pc:sldMk cId="2520309239" sldId="2147376218"/>
            <ac:spMk id="52" creationId="{4027D616-5A14-8439-D7AC-739745D61E60}"/>
          </ac:spMkLst>
        </pc:spChg>
        <pc:spChg chg="add del mod">
          <ac:chgData name="Malte Heithoff" userId="92960225c14ac204" providerId="LiveId" clId="{9DB9585A-CC85-40E1-8CBA-E8C2DEACE085}" dt="2024-03-01T10:46:48.839" v="1006" actId="478"/>
          <ac:spMkLst>
            <pc:docMk/>
            <pc:sldMk cId="2520309239" sldId="2147376218"/>
            <ac:spMk id="54" creationId="{B56F6DA7-270E-CDD1-D384-E8BA4F1BAEE8}"/>
          </ac:spMkLst>
        </pc:spChg>
        <pc:spChg chg="add mod ord">
          <ac:chgData name="Malte Heithoff" userId="92960225c14ac204" providerId="LiveId" clId="{9DB9585A-CC85-40E1-8CBA-E8C2DEACE085}" dt="2024-03-01T11:00:30.171" v="1719" actId="700"/>
          <ac:spMkLst>
            <pc:docMk/>
            <pc:sldMk cId="2520309239" sldId="2147376218"/>
            <ac:spMk id="55" creationId="{F26C6FEC-D1D6-7230-B7C6-9FB5E7F850D3}"/>
          </ac:spMkLst>
        </pc:spChg>
        <pc:spChg chg="add del mod ord">
          <ac:chgData name="Malte Heithoff" userId="92960225c14ac204" providerId="LiveId" clId="{9DB9585A-CC85-40E1-8CBA-E8C2DEACE085}" dt="2024-03-01T10:50:02.044" v="1008" actId="478"/>
          <ac:spMkLst>
            <pc:docMk/>
            <pc:sldMk cId="2520309239" sldId="2147376218"/>
            <ac:spMk id="56" creationId="{7C34AE48-D711-69A7-0655-304915CA97C9}"/>
          </ac:spMkLst>
        </pc:spChg>
        <pc:spChg chg="add del mod">
          <ac:chgData name="Malte Heithoff" userId="92960225c14ac204" providerId="LiveId" clId="{9DB9585A-CC85-40E1-8CBA-E8C2DEACE085}" dt="2024-03-01T10:54:37.858" v="1243" actId="478"/>
          <ac:spMkLst>
            <pc:docMk/>
            <pc:sldMk cId="2520309239" sldId="2147376218"/>
            <ac:spMk id="58" creationId="{AFDDB14B-2B4B-76DC-AFF9-0F95201F2C49}"/>
          </ac:spMkLst>
        </pc:spChg>
        <pc:spChg chg="add del mod topLvl">
          <ac:chgData name="Malte Heithoff" userId="92960225c14ac204" providerId="LiveId" clId="{9DB9585A-CC85-40E1-8CBA-E8C2DEACE085}" dt="2024-03-01T10:54:40.644" v="1245" actId="478"/>
          <ac:spMkLst>
            <pc:docMk/>
            <pc:sldMk cId="2520309239" sldId="2147376218"/>
            <ac:spMk id="78" creationId="{E3D64FCD-6C66-70D9-EEA8-12CE8AFF804C}"/>
          </ac:spMkLst>
        </pc:spChg>
        <pc:spChg chg="add del mod topLvl">
          <ac:chgData name="Malte Heithoff" userId="92960225c14ac204" providerId="LiveId" clId="{9DB9585A-CC85-40E1-8CBA-E8C2DEACE085}" dt="2024-03-01T10:54:39.335" v="1244" actId="478"/>
          <ac:spMkLst>
            <pc:docMk/>
            <pc:sldMk cId="2520309239" sldId="2147376218"/>
            <ac:spMk id="79" creationId="{39BF140B-73DA-8BA9-B4EA-919A23036C02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80" creationId="{C67FE378-0D59-2B3F-9648-51E41C66C7A4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82" creationId="{D7354703-36B2-F2E5-D089-E044DBF26A17}"/>
          </ac:spMkLst>
        </pc:spChg>
        <pc:spChg chg="mod">
          <ac:chgData name="Malte Heithoff" userId="92960225c14ac204" providerId="LiveId" clId="{9DB9585A-CC85-40E1-8CBA-E8C2DEACE085}" dt="2024-03-01T10:55:34.953" v="1248"/>
          <ac:spMkLst>
            <pc:docMk/>
            <pc:sldMk cId="2520309239" sldId="2147376218"/>
            <ac:spMk id="83" creationId="{BDD101DA-B556-0C86-B145-7DE1B17993BA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84" creationId="{755F721C-0D6B-2048-1D17-A9FF41C1C4DE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85" creationId="{B47DB985-2FA9-00AA-6184-26CF34BE27CB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86" creationId="{40AC397C-7FD3-EEC7-E96C-DAC908D08642}"/>
          </ac:spMkLst>
        </pc:spChg>
        <pc:spChg chg="mod">
          <ac:chgData name="Malte Heithoff" userId="92960225c14ac204" providerId="LiveId" clId="{9DB9585A-CC85-40E1-8CBA-E8C2DEACE085}" dt="2024-03-01T10:55:56.646" v="1260"/>
          <ac:spMkLst>
            <pc:docMk/>
            <pc:sldMk cId="2520309239" sldId="2147376218"/>
            <ac:spMk id="91" creationId="{2EF52241-8631-4F05-E588-4691FDEDC042}"/>
          </ac:spMkLst>
        </pc:spChg>
        <pc:spChg chg="mod">
          <ac:chgData name="Malte Heithoff" userId="92960225c14ac204" providerId="LiveId" clId="{9DB9585A-CC85-40E1-8CBA-E8C2DEACE085}" dt="2024-03-01T10:55:34.953" v="1248"/>
          <ac:spMkLst>
            <pc:docMk/>
            <pc:sldMk cId="2520309239" sldId="2147376218"/>
            <ac:spMk id="92" creationId="{B83A12F7-83A7-9F3A-AB2D-D383138E6E1B}"/>
          </ac:spMkLst>
        </pc:spChg>
        <pc:spChg chg="del">
          <ac:chgData name="Malte Heithoff" userId="92960225c14ac204" providerId="LiveId" clId="{9DB9585A-CC85-40E1-8CBA-E8C2DEACE085}" dt="2024-03-01T10:14:08.294" v="0" actId="478"/>
          <ac:spMkLst>
            <pc:docMk/>
            <pc:sldMk cId="2520309239" sldId="2147376218"/>
            <ac:spMk id="93" creationId="{979D5AD6-6288-A537-8259-F962FFB30314}"/>
          </ac:spMkLst>
        </pc:spChg>
        <pc:spChg chg="mod">
          <ac:chgData name="Malte Heithoff" userId="92960225c14ac204" providerId="LiveId" clId="{9DB9585A-CC85-40E1-8CBA-E8C2DEACE085}" dt="2024-03-01T10:55:34.953" v="1248"/>
          <ac:spMkLst>
            <pc:docMk/>
            <pc:sldMk cId="2520309239" sldId="2147376218"/>
            <ac:spMk id="96" creationId="{DCB390B5-1F32-1174-23A4-F40DDC2A70C9}"/>
          </ac:spMkLst>
        </pc:spChg>
        <pc:spChg chg="mod">
          <ac:chgData name="Malte Heithoff" userId="92960225c14ac204" providerId="LiveId" clId="{9DB9585A-CC85-40E1-8CBA-E8C2DEACE085}" dt="2024-03-01T10:55:34.953" v="1248"/>
          <ac:spMkLst>
            <pc:docMk/>
            <pc:sldMk cId="2520309239" sldId="2147376218"/>
            <ac:spMk id="98" creationId="{317E295E-CDFD-2435-9F18-2F7BAA25A60A}"/>
          </ac:spMkLst>
        </pc:spChg>
        <pc:spChg chg="mod">
          <ac:chgData name="Malte Heithoff" userId="92960225c14ac204" providerId="LiveId" clId="{9DB9585A-CC85-40E1-8CBA-E8C2DEACE085}" dt="2024-03-01T10:55:34.953" v="1248"/>
          <ac:spMkLst>
            <pc:docMk/>
            <pc:sldMk cId="2520309239" sldId="2147376218"/>
            <ac:spMk id="99" creationId="{0396F0EE-4D84-40B9-72F4-22DE74A36E99}"/>
          </ac:spMkLst>
        </pc:spChg>
        <pc:spChg chg="mod">
          <ac:chgData name="Malte Heithoff" userId="92960225c14ac204" providerId="LiveId" clId="{9DB9585A-CC85-40E1-8CBA-E8C2DEACE085}" dt="2024-03-01T10:55:34.953" v="1248"/>
          <ac:spMkLst>
            <pc:docMk/>
            <pc:sldMk cId="2520309239" sldId="2147376218"/>
            <ac:spMk id="100" creationId="{C58B6846-A269-EC8A-ADDA-552B2D68E323}"/>
          </ac:spMkLst>
        </pc:spChg>
        <pc:spChg chg="mod">
          <ac:chgData name="Malte Heithoff" userId="92960225c14ac204" providerId="LiveId" clId="{9DB9585A-CC85-40E1-8CBA-E8C2DEACE085}" dt="2024-03-01T10:55:34.953" v="1248"/>
          <ac:spMkLst>
            <pc:docMk/>
            <pc:sldMk cId="2520309239" sldId="2147376218"/>
            <ac:spMk id="101" creationId="{BB12579E-8FF5-19DF-CF38-73021B13E1D0}"/>
          </ac:spMkLst>
        </pc:spChg>
        <pc:spChg chg="mod">
          <ac:chgData name="Malte Heithoff" userId="92960225c14ac204" providerId="LiveId" clId="{9DB9585A-CC85-40E1-8CBA-E8C2DEACE085}" dt="2024-03-01T10:55:54.554" v="1258"/>
          <ac:spMkLst>
            <pc:docMk/>
            <pc:sldMk cId="2520309239" sldId="2147376218"/>
            <ac:spMk id="102" creationId="{913AB35D-C63D-54E5-E8BE-75E4F6CB6C18}"/>
          </ac:spMkLst>
        </pc:spChg>
        <pc:spChg chg="mod">
          <ac:chgData name="Malte Heithoff" userId="92960225c14ac204" providerId="LiveId" clId="{9DB9585A-CC85-40E1-8CBA-E8C2DEACE085}" dt="2024-03-01T10:55:34.953" v="1248"/>
          <ac:spMkLst>
            <pc:docMk/>
            <pc:sldMk cId="2520309239" sldId="2147376218"/>
            <ac:spMk id="103" creationId="{4FA85506-42CE-9BE1-9A4B-7CD2D4949866}"/>
          </ac:spMkLst>
        </pc:spChg>
        <pc:spChg chg="mod">
          <ac:chgData name="Malte Heithoff" userId="92960225c14ac204" providerId="LiveId" clId="{9DB9585A-CC85-40E1-8CBA-E8C2DEACE085}" dt="2024-03-01T10:55:34.953" v="1248"/>
          <ac:spMkLst>
            <pc:docMk/>
            <pc:sldMk cId="2520309239" sldId="2147376218"/>
            <ac:spMk id="104" creationId="{B4FEB815-46A2-F077-BF6A-2459E75430EF}"/>
          </ac:spMkLst>
        </pc:spChg>
        <pc:spChg chg="add mod">
          <ac:chgData name="Malte Heithoff" userId="92960225c14ac204" providerId="LiveId" clId="{9DB9585A-CC85-40E1-8CBA-E8C2DEACE085}" dt="2024-03-01T11:01:19.668" v="1732" actId="1076"/>
          <ac:spMkLst>
            <pc:docMk/>
            <pc:sldMk cId="2520309239" sldId="2147376218"/>
            <ac:spMk id="105" creationId="{C86FB56E-71A4-BD2C-954B-22D4AFD51B83}"/>
          </ac:spMkLst>
        </pc:spChg>
        <pc:spChg chg="add mod">
          <ac:chgData name="Malte Heithoff" userId="92960225c14ac204" providerId="LiveId" clId="{9DB9585A-CC85-40E1-8CBA-E8C2DEACE085}" dt="2024-03-01T11:01:19.668" v="1732" actId="1076"/>
          <ac:spMkLst>
            <pc:docMk/>
            <pc:sldMk cId="2520309239" sldId="2147376218"/>
            <ac:spMk id="106" creationId="{A8040DB9-C3F3-5885-3CB6-5C89F649DF80}"/>
          </ac:spMkLst>
        </pc:spChg>
        <pc:spChg chg="add mod ord">
          <ac:chgData name="Malte Heithoff" userId="92960225c14ac204" providerId="LiveId" clId="{9DB9585A-CC85-40E1-8CBA-E8C2DEACE085}" dt="2024-03-01T11:02:59.124" v="1962" actId="20577"/>
          <ac:spMkLst>
            <pc:docMk/>
            <pc:sldMk cId="2520309239" sldId="2147376218"/>
            <ac:spMk id="107" creationId="{4C63C85A-E549-BF6D-091F-BB0214882880}"/>
          </ac:spMkLst>
        </pc:spChg>
        <pc:grpChg chg="del">
          <ac:chgData name="Malte Heithoff" userId="92960225c14ac204" providerId="LiveId" clId="{9DB9585A-CC85-40E1-8CBA-E8C2DEACE085}" dt="2024-03-01T10:14:08.294" v="0" actId="478"/>
          <ac:grpSpMkLst>
            <pc:docMk/>
            <pc:sldMk cId="2520309239" sldId="2147376218"/>
            <ac:grpSpMk id="12" creationId="{54F1CD52-37A5-4608-E0BD-1B1F21F9A43B}"/>
          </ac:grpSpMkLst>
        </pc:grpChg>
        <pc:grpChg chg="del">
          <ac:chgData name="Malte Heithoff" userId="92960225c14ac204" providerId="LiveId" clId="{9DB9585A-CC85-40E1-8CBA-E8C2DEACE085}" dt="2024-03-01T10:14:08.294" v="0" actId="478"/>
          <ac:grpSpMkLst>
            <pc:docMk/>
            <pc:sldMk cId="2520309239" sldId="2147376218"/>
            <ac:grpSpMk id="13" creationId="{53E05B96-F79A-3073-4874-94AFFD9CB994}"/>
          </ac:grpSpMkLst>
        </pc:grpChg>
        <pc:grpChg chg="add del mod">
          <ac:chgData name="Malte Heithoff" userId="92960225c14ac204" providerId="LiveId" clId="{9DB9585A-CC85-40E1-8CBA-E8C2DEACE085}" dt="2024-03-01T10:46:48.839" v="1006" actId="478"/>
          <ac:grpSpMkLst>
            <pc:docMk/>
            <pc:sldMk cId="2520309239" sldId="2147376218"/>
            <ac:grpSpMk id="20" creationId="{A0A253C0-897B-E907-51DF-89FD55527C7F}"/>
          </ac:grpSpMkLst>
        </pc:grpChg>
        <pc:grpChg chg="mod">
          <ac:chgData name="Malte Heithoff" userId="92960225c14ac204" providerId="LiveId" clId="{9DB9585A-CC85-40E1-8CBA-E8C2DEACE085}" dt="2024-03-01T10:36:45.237" v="657"/>
          <ac:grpSpMkLst>
            <pc:docMk/>
            <pc:sldMk cId="2520309239" sldId="2147376218"/>
            <ac:grpSpMk id="22" creationId="{4AE8ADFB-3779-725A-AE2D-BED79A332C19}"/>
          </ac:grpSpMkLst>
        </pc:grpChg>
        <pc:grpChg chg="mod">
          <ac:chgData name="Malte Heithoff" userId="92960225c14ac204" providerId="LiveId" clId="{9DB9585A-CC85-40E1-8CBA-E8C2DEACE085}" dt="2024-03-01T10:36:45.237" v="657"/>
          <ac:grpSpMkLst>
            <pc:docMk/>
            <pc:sldMk cId="2520309239" sldId="2147376218"/>
            <ac:grpSpMk id="26" creationId="{DA868163-843C-E1BF-42BD-E445D7802874}"/>
          </ac:grpSpMkLst>
        </pc:grpChg>
        <pc:grpChg chg="add del mod">
          <ac:chgData name="Malte Heithoff" userId="92960225c14ac204" providerId="LiveId" clId="{9DB9585A-CC85-40E1-8CBA-E8C2DEACE085}" dt="2024-03-01T10:46:48.839" v="1006" actId="478"/>
          <ac:grpSpMkLst>
            <pc:docMk/>
            <pc:sldMk cId="2520309239" sldId="2147376218"/>
            <ac:grpSpMk id="46" creationId="{EC35EC7F-69AB-C47D-D063-0107475C8608}"/>
          </ac:grpSpMkLst>
        </pc:grpChg>
        <pc:grpChg chg="add del mod">
          <ac:chgData name="Malte Heithoff" userId="92960225c14ac204" providerId="LiveId" clId="{9DB9585A-CC85-40E1-8CBA-E8C2DEACE085}" dt="2024-03-01T10:54:39.335" v="1244" actId="478"/>
          <ac:grpSpMkLst>
            <pc:docMk/>
            <pc:sldMk cId="2520309239" sldId="2147376218"/>
            <ac:grpSpMk id="57" creationId="{EE7A2121-2036-A05B-B564-FE8CDFEF7C03}"/>
          </ac:grpSpMkLst>
        </pc:grpChg>
        <pc:grpChg chg="del">
          <ac:chgData name="Malte Heithoff" userId="92960225c14ac204" providerId="LiveId" clId="{9DB9585A-CC85-40E1-8CBA-E8C2DEACE085}" dt="2024-03-01T10:14:08.294" v="0" actId="478"/>
          <ac:grpSpMkLst>
            <pc:docMk/>
            <pc:sldMk cId="2520309239" sldId="2147376218"/>
            <ac:grpSpMk id="59" creationId="{22239DA5-ECEE-FF10-05EC-151BA9398417}"/>
          </ac:grpSpMkLst>
        </pc:grpChg>
        <pc:grpChg chg="del">
          <ac:chgData name="Malte Heithoff" userId="92960225c14ac204" providerId="LiveId" clId="{9DB9585A-CC85-40E1-8CBA-E8C2DEACE085}" dt="2024-03-01T10:14:08.294" v="0" actId="478"/>
          <ac:grpSpMkLst>
            <pc:docMk/>
            <pc:sldMk cId="2520309239" sldId="2147376218"/>
            <ac:grpSpMk id="68" creationId="{930F088F-D279-3F41-F4B0-5EA1E2AC4A77}"/>
          </ac:grpSpMkLst>
        </pc:grpChg>
        <pc:grpChg chg="add mod">
          <ac:chgData name="Malte Heithoff" userId="92960225c14ac204" providerId="LiveId" clId="{9DB9585A-CC85-40E1-8CBA-E8C2DEACE085}" dt="2024-03-01T11:01:55.575" v="1831" actId="1037"/>
          <ac:grpSpMkLst>
            <pc:docMk/>
            <pc:sldMk cId="2520309239" sldId="2147376218"/>
            <ac:grpSpMk id="81" creationId="{8E625A0C-E73C-C1DB-F21E-09531DE8FA52}"/>
          </ac:grpSpMkLst>
        </pc:grpChg>
        <pc:grpChg chg="mod">
          <ac:chgData name="Malte Heithoff" userId="92960225c14ac204" providerId="LiveId" clId="{9DB9585A-CC85-40E1-8CBA-E8C2DEACE085}" dt="2024-03-01T10:55:34.953" v="1248"/>
          <ac:grpSpMkLst>
            <pc:docMk/>
            <pc:sldMk cId="2520309239" sldId="2147376218"/>
            <ac:grpSpMk id="87" creationId="{7C2477AB-5E9E-CA65-E3FD-32FE570FA37A}"/>
          </ac:grpSpMkLst>
        </pc:grpChg>
        <pc:grpChg chg="mod">
          <ac:chgData name="Malte Heithoff" userId="92960225c14ac204" providerId="LiveId" clId="{9DB9585A-CC85-40E1-8CBA-E8C2DEACE085}" dt="2024-03-01T10:55:34.953" v="1248"/>
          <ac:grpSpMkLst>
            <pc:docMk/>
            <pc:sldMk cId="2520309239" sldId="2147376218"/>
            <ac:grpSpMk id="90" creationId="{FC41F004-D191-846A-993A-EC643B07531D}"/>
          </ac:grpSpMkLst>
        </pc:grpChg>
        <pc:grpChg chg="del">
          <ac:chgData name="Malte Heithoff" userId="92960225c14ac204" providerId="LiveId" clId="{9DB9585A-CC85-40E1-8CBA-E8C2DEACE085}" dt="2024-03-01T10:14:08.294" v="0" actId="478"/>
          <ac:grpSpMkLst>
            <pc:docMk/>
            <pc:sldMk cId="2520309239" sldId="2147376218"/>
            <ac:grpSpMk id="122" creationId="{55D1B1DB-CA49-AA71-FD24-3CC4CC90F94C}"/>
          </ac:grpSpMkLst>
        </pc:grpChg>
        <pc:picChg chg="add">
          <ac:chgData name="Malte Heithoff" userId="92960225c14ac204" providerId="LiveId" clId="{9DB9585A-CC85-40E1-8CBA-E8C2DEACE085}" dt="2024-03-01T10:50:02.322" v="1009"/>
          <ac:picMkLst>
            <pc:docMk/>
            <pc:sldMk cId="2520309239" sldId="2147376218"/>
            <ac:picMk id="1026" creationId="{06D0AC4A-7D00-F595-FBF9-B4B6163C4A2A}"/>
          </ac:picMkLst>
        </pc:picChg>
        <pc:picChg chg="add del">
          <ac:chgData name="Malte Heithoff" userId="92960225c14ac204" providerId="LiveId" clId="{9DB9585A-CC85-40E1-8CBA-E8C2DEACE085}" dt="2024-03-01T10:50:08.814" v="1011" actId="478"/>
          <ac:picMkLst>
            <pc:docMk/>
            <pc:sldMk cId="2520309239" sldId="2147376218"/>
            <ac:picMk id="1028" creationId="{9CF843CD-4FAC-457F-B640-13E050744E5C}"/>
          </ac:picMkLst>
        </pc:pic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23" creationId="{164C20F3-1D25-F306-915A-F97A44E4DC53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24" creationId="{42DF4481-D668-A454-A921-2FF0316A7859}"/>
          </ac:cxnSpMkLst>
        </pc:cxnChg>
        <pc:cxnChg chg="mod">
          <ac:chgData name="Malte Heithoff" userId="92960225c14ac204" providerId="LiveId" clId="{9DB9585A-CC85-40E1-8CBA-E8C2DEACE085}" dt="2024-03-01T10:46:48.839" v="1006" actId="478"/>
          <ac:cxnSpMkLst>
            <pc:docMk/>
            <pc:sldMk cId="2520309239" sldId="2147376218"/>
            <ac:cxnSpMk id="25" creationId="{841AD51E-46C1-0EF7-4393-05427C320224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29" creationId="{645423C5-AFC5-6F78-9367-8ADEBBDC3D5F}"/>
          </ac:cxnSpMkLst>
        </pc:cxnChg>
        <pc:cxnChg chg="mod">
          <ac:chgData name="Malte Heithoff" userId="92960225c14ac204" providerId="LiveId" clId="{9DB9585A-CC85-40E1-8CBA-E8C2DEACE085}" dt="2024-03-01T10:46:48.839" v="1006" actId="478"/>
          <ac:cxnSpMkLst>
            <pc:docMk/>
            <pc:sldMk cId="2520309239" sldId="2147376218"/>
            <ac:cxnSpMk id="30" creationId="{98A3AA92-6D0B-A571-7E51-DAB773DE9362}"/>
          </ac:cxnSpMkLst>
        </pc:cxnChg>
        <pc:cxnChg chg="mod">
          <ac:chgData name="Malte Heithoff" userId="92960225c14ac204" providerId="LiveId" clId="{9DB9585A-CC85-40E1-8CBA-E8C2DEACE085}" dt="2024-03-01T10:46:48.839" v="1006" actId="478"/>
          <ac:cxnSpMkLst>
            <pc:docMk/>
            <pc:sldMk cId="2520309239" sldId="2147376218"/>
            <ac:cxnSpMk id="31" creationId="{FC285AB4-765C-0FAA-993B-2AB9C586B4E4}"/>
          </ac:cxnSpMkLst>
        </pc:cxnChg>
        <pc:cxnChg chg="mod">
          <ac:chgData name="Malte Heithoff" userId="92960225c14ac204" providerId="LiveId" clId="{9DB9585A-CC85-40E1-8CBA-E8C2DEACE085}" dt="2024-03-01T10:46:48.839" v="1006" actId="478"/>
          <ac:cxnSpMkLst>
            <pc:docMk/>
            <pc:sldMk cId="2520309239" sldId="2147376218"/>
            <ac:cxnSpMk id="33" creationId="{A8940D9F-AAAA-A994-787B-A07266BF5861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42" creationId="{AB536953-6837-4B6C-762B-80DB00F9E912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43" creationId="{F3F79D50-654A-7B74-441A-3B1B3AB9E3B7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47" creationId="{DA9E68B2-9844-24EE-361F-E3357A085D1E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50" creationId="{156D852A-E2C6-5739-63AF-D934D0F9075F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53" creationId="{FDAE50A4-4B4D-FED9-D8E9-EAA550B72B76}"/>
          </ac:cxnSpMkLst>
        </pc:cxnChg>
        <pc:cxnChg chg="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66" creationId="{B31F126A-9E43-D986-1DBF-9EE36206E6AD}"/>
          </ac:cxnSpMkLst>
        </pc:cxnChg>
        <pc:cxnChg chg="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67" creationId="{6349B9D1-7B5D-DAD5-073C-578F8682223A}"/>
          </ac:cxnSpMkLst>
        </pc:cxnChg>
        <pc:cxnChg chg="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75" creationId="{9C29F2D6-0442-5823-2A93-A61CBDC41A51}"/>
          </ac:cxnSpMkLst>
        </pc:cxnChg>
        <pc:cxnChg chg="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76" creationId="{A9AA72E4-885A-285D-6D4A-FD26E5E031B2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77" creationId="{9FC025FA-24B2-EFF2-8193-D7A2D654C552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88" creationId="{C3415EE1-9B21-89CD-DF55-0424CAAB40E5}"/>
          </ac:cxnSpMkLst>
        </pc:cxnChg>
        <pc:cxnChg chg="mod">
          <ac:chgData name="Malte Heithoff" userId="92960225c14ac204" providerId="LiveId" clId="{9DB9585A-CC85-40E1-8CBA-E8C2DEACE085}" dt="2024-03-01T10:55:34.953" v="1248"/>
          <ac:cxnSpMkLst>
            <pc:docMk/>
            <pc:sldMk cId="2520309239" sldId="2147376218"/>
            <ac:cxnSpMk id="89" creationId="{50120ED2-E7FB-3AD8-9D62-0ACF91075128}"/>
          </ac:cxnSpMkLst>
        </pc:cxnChg>
        <pc:cxnChg chg="mod">
          <ac:chgData name="Malte Heithoff" userId="92960225c14ac204" providerId="LiveId" clId="{9DB9585A-CC85-40E1-8CBA-E8C2DEACE085}" dt="2024-03-01T10:55:58.961" v="1261" actId="108"/>
          <ac:cxnSpMkLst>
            <pc:docMk/>
            <pc:sldMk cId="2520309239" sldId="2147376218"/>
            <ac:cxnSpMk id="94" creationId="{1B7708AC-3B29-4E49-D2BE-4A014ADF7A70}"/>
          </ac:cxnSpMkLst>
        </pc:cxnChg>
        <pc:cxnChg chg="mod">
          <ac:chgData name="Malte Heithoff" userId="92960225c14ac204" providerId="LiveId" clId="{9DB9585A-CC85-40E1-8CBA-E8C2DEACE085}" dt="2024-03-01T10:55:34.953" v="1248"/>
          <ac:cxnSpMkLst>
            <pc:docMk/>
            <pc:sldMk cId="2520309239" sldId="2147376218"/>
            <ac:cxnSpMk id="95" creationId="{C51859CC-26B7-6079-0DCD-5E829C38E34D}"/>
          </ac:cxnSpMkLst>
        </pc:cxnChg>
        <pc:cxnChg chg="mod">
          <ac:chgData name="Malte Heithoff" userId="92960225c14ac204" providerId="LiveId" clId="{9DB9585A-CC85-40E1-8CBA-E8C2DEACE085}" dt="2024-03-01T10:55:34.953" v="1248"/>
          <ac:cxnSpMkLst>
            <pc:docMk/>
            <pc:sldMk cId="2520309239" sldId="2147376218"/>
            <ac:cxnSpMk id="97" creationId="{D8760F85-21CD-19B3-B01B-6B7C400034FC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123" creationId="{B0F9C265-0A54-B06A-5169-789A5AB6D10C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126" creationId="{C2315790-BE3E-F02D-9BFF-6A36FDD7BB81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129" creationId="{F98B1BCC-3A70-62E4-BF7E-557A12515D0C}"/>
          </ac:cxnSpMkLst>
        </pc:cxnChg>
        <pc:cxnChg chg="del mod">
          <ac:chgData name="Malte Heithoff" userId="92960225c14ac204" providerId="LiveId" clId="{9DB9585A-CC85-40E1-8CBA-E8C2DEACE085}" dt="2024-03-01T10:14:08.294" v="0" actId="478"/>
          <ac:cxnSpMkLst>
            <pc:docMk/>
            <pc:sldMk cId="2520309239" sldId="2147376218"/>
            <ac:cxnSpMk id="137" creationId="{AFD77742-64CE-72ED-12A2-6FFBD75793A5}"/>
          </ac:cxnSpMkLst>
        </pc:cxnChg>
      </pc:sldChg>
      <pc:sldChg chg="addSp modSp add">
        <pc:chgData name="Malte Heithoff" userId="92960225c14ac204" providerId="LiveId" clId="{9DB9585A-CC85-40E1-8CBA-E8C2DEACE085}" dt="2024-03-01T10:17:24.059" v="15"/>
        <pc:sldMkLst>
          <pc:docMk/>
          <pc:sldMk cId="1277834785" sldId="2147376241"/>
        </pc:sldMkLst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8" creationId="{A7DD89E7-1025-EB49-9F60-240378D28BC7}"/>
          </ac:spMkLst>
        </pc:spChg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15" creationId="{F974A584-0DD7-E537-EAA9-8D9FE252C062}"/>
          </ac:spMkLst>
        </pc:spChg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16" creationId="{4C7D9F62-5F1F-20C4-3E1B-28919AE63AEF}"/>
          </ac:spMkLst>
        </pc:spChg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20" creationId="{35A0974B-443D-AED2-9F93-D0A7361DC5D0}"/>
          </ac:spMkLst>
        </pc:spChg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22" creationId="{2DB181D0-B66E-0057-084D-8C4297D63845}"/>
          </ac:spMkLst>
        </pc:spChg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23" creationId="{3B7B9345-6C49-8C36-F8C0-32BDEED07510}"/>
          </ac:spMkLst>
        </pc:spChg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24" creationId="{B1CB4BA7-42D1-32ED-98DA-2A09B412EFEC}"/>
          </ac:spMkLst>
        </pc:spChg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25" creationId="{49AF6086-C0CA-D392-0823-A3C4115194BF}"/>
          </ac:spMkLst>
        </pc:spChg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27" creationId="{CE166E24-E7DB-551E-273E-7F0DB6A962E9}"/>
          </ac:spMkLst>
        </pc:spChg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28" creationId="{D50E6B7E-BBEA-3AA5-A03C-924424DF105C}"/>
          </ac:spMkLst>
        </pc:spChg>
        <pc:spChg chg="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29" creationId="{F272CF4F-6DE3-F63A-66BD-0840E6AA2B30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30" creationId="{9360D41F-5A46-C4E7-F19E-877E0F2821D9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31" creationId="{AA3A7926-BDE0-3D1B-991D-C2F701FB7B60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32" creationId="{AB9614E7-0473-0404-F6DF-795A76797045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34" creationId="{E37F1F5C-54F0-D7D5-9E33-4C0C932618AB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35" creationId="{066F19B1-4F7C-67DE-32CA-CB37350B6328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57" creationId="{963DE726-8C98-819E-5FE7-ED93AE43381D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63" creationId="{0D7F5A0F-C926-726D-2375-4AD58D643062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66" creationId="{B860167D-A5DA-82B9-B789-2809B8FA96A7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69" creationId="{087D64CE-73E8-5172-F524-78D612F45CB7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70" creationId="{0BD0AFD6-7B3A-3DA6-403F-3D529B9CD792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71" creationId="{91F0E6BE-81F9-653E-C569-86CA25009198}"/>
          </ac:spMkLst>
        </pc:spChg>
        <pc:spChg chg="add mod">
          <ac:chgData name="Malte Heithoff" userId="92960225c14ac204" providerId="LiveId" clId="{9DB9585A-CC85-40E1-8CBA-E8C2DEACE085}" dt="2024-03-01T10:17:24.059" v="15"/>
          <ac:spMkLst>
            <pc:docMk/>
            <pc:sldMk cId="1277834785" sldId="2147376241"/>
            <ac:spMk id="72" creationId="{49B20300-1AFD-E9AC-1D19-0BFECC0ABD63}"/>
          </ac:spMkLst>
        </pc:spChg>
        <pc:grpChg chg="add mod">
          <ac:chgData name="Malte Heithoff" userId="92960225c14ac204" providerId="LiveId" clId="{9DB9585A-CC85-40E1-8CBA-E8C2DEACE085}" dt="2024-03-01T10:17:24.059" v="15"/>
          <ac:grpSpMkLst>
            <pc:docMk/>
            <pc:sldMk cId="1277834785" sldId="2147376241"/>
            <ac:grpSpMk id="7" creationId="{7FF3E774-D6AB-CC6F-C754-27E9373713D7}"/>
          </ac:grpSpMkLst>
        </pc:grpChg>
        <pc:grpChg chg="mod">
          <ac:chgData name="Malte Heithoff" userId="92960225c14ac204" providerId="LiveId" clId="{9DB9585A-CC85-40E1-8CBA-E8C2DEACE085}" dt="2024-03-01T10:17:24.059" v="15"/>
          <ac:grpSpMkLst>
            <pc:docMk/>
            <pc:sldMk cId="1277834785" sldId="2147376241"/>
            <ac:grpSpMk id="9" creationId="{84FBCAFF-DA22-343F-4119-885207C42B07}"/>
          </ac:grpSpMkLst>
        </pc:grpChg>
        <pc:grpChg chg="mod">
          <ac:chgData name="Malte Heithoff" userId="92960225c14ac204" providerId="LiveId" clId="{9DB9585A-CC85-40E1-8CBA-E8C2DEACE085}" dt="2024-03-01T10:17:24.059" v="15"/>
          <ac:grpSpMkLst>
            <pc:docMk/>
            <pc:sldMk cId="1277834785" sldId="2147376241"/>
            <ac:grpSpMk id="14" creationId="{403F7780-6F67-A450-051E-33669C791F39}"/>
          </ac:grpSpMkLst>
        </pc:grpChg>
        <pc:cxnChg chg="mod">
          <ac:chgData name="Malte Heithoff" userId="92960225c14ac204" providerId="LiveId" clId="{9DB9585A-CC85-40E1-8CBA-E8C2DEACE085}" dt="2024-03-01T10:17:24.059" v="15"/>
          <ac:cxnSpMkLst>
            <pc:docMk/>
            <pc:sldMk cId="1277834785" sldId="2147376241"/>
            <ac:cxnSpMk id="13" creationId="{188612AE-DBB2-598E-7D89-2984A87BCB67}"/>
          </ac:cxnSpMkLst>
        </pc:cxnChg>
        <pc:cxnChg chg="mod">
          <ac:chgData name="Malte Heithoff" userId="92960225c14ac204" providerId="LiveId" clId="{9DB9585A-CC85-40E1-8CBA-E8C2DEACE085}" dt="2024-03-01T10:17:24.059" v="15"/>
          <ac:cxnSpMkLst>
            <pc:docMk/>
            <pc:sldMk cId="1277834785" sldId="2147376241"/>
            <ac:cxnSpMk id="17" creationId="{B1F1A284-2309-ACAF-5865-46CF4FAC0443}"/>
          </ac:cxnSpMkLst>
        </pc:cxnChg>
        <pc:cxnChg chg="mod">
          <ac:chgData name="Malte Heithoff" userId="92960225c14ac204" providerId="LiveId" clId="{9DB9585A-CC85-40E1-8CBA-E8C2DEACE085}" dt="2024-03-01T10:17:24.059" v="15"/>
          <ac:cxnSpMkLst>
            <pc:docMk/>
            <pc:sldMk cId="1277834785" sldId="2147376241"/>
            <ac:cxnSpMk id="19" creationId="{5A308AFB-8976-9C9B-CC67-07D7B4EB8733}"/>
          </ac:cxnSpMkLst>
        </pc:cxnChg>
        <pc:cxnChg chg="mod">
          <ac:chgData name="Malte Heithoff" userId="92960225c14ac204" providerId="LiveId" clId="{9DB9585A-CC85-40E1-8CBA-E8C2DEACE085}" dt="2024-03-01T10:17:24.059" v="15"/>
          <ac:cxnSpMkLst>
            <pc:docMk/>
            <pc:sldMk cId="1277834785" sldId="2147376241"/>
            <ac:cxnSpMk id="21" creationId="{9A072F4F-B682-5BD0-2943-B526DDBCA029}"/>
          </ac:cxnSpMkLst>
        </pc:cxnChg>
      </pc:sldChg>
      <pc:sldChg chg="add">
        <pc:chgData name="Malte Heithoff" userId="92960225c14ac204" providerId="LiveId" clId="{9DB9585A-CC85-40E1-8CBA-E8C2DEACE085}" dt="2024-03-01T10:16:39.140" v="14"/>
        <pc:sldMkLst>
          <pc:docMk/>
          <pc:sldMk cId="1564369664" sldId="2147376242"/>
        </pc:sldMkLst>
      </pc:sldChg>
      <pc:sldChg chg="add">
        <pc:chgData name="Malte Heithoff" userId="92960225c14ac204" providerId="LiveId" clId="{9DB9585A-CC85-40E1-8CBA-E8C2DEACE085}" dt="2024-03-01T10:16:39.140" v="14"/>
        <pc:sldMkLst>
          <pc:docMk/>
          <pc:sldMk cId="507927859" sldId="2147376252"/>
        </pc:sldMkLst>
      </pc:sldChg>
      <pc:sldChg chg="add">
        <pc:chgData name="Malte Heithoff" userId="92960225c14ac204" providerId="LiveId" clId="{9DB9585A-CC85-40E1-8CBA-E8C2DEACE085}" dt="2024-03-01T10:16:39.140" v="14"/>
        <pc:sldMkLst>
          <pc:docMk/>
          <pc:sldMk cId="3331239575" sldId="2147376255"/>
        </pc:sldMkLst>
      </pc:sldChg>
      <pc:sldChg chg="add">
        <pc:chgData name="Malte Heithoff" userId="92960225c14ac204" providerId="LiveId" clId="{9DB9585A-CC85-40E1-8CBA-E8C2DEACE085}" dt="2024-03-01T10:16:39.140" v="14"/>
        <pc:sldMkLst>
          <pc:docMk/>
          <pc:sldMk cId="2744082272" sldId="2147376257"/>
        </pc:sldMkLst>
      </pc:sldChg>
      <pc:sldChg chg="addSp delSp modSp new mod ord">
        <pc:chgData name="Malte Heithoff" userId="92960225c14ac204" providerId="LiveId" clId="{9DB9585A-CC85-40E1-8CBA-E8C2DEACE085}" dt="2024-03-01T10:59:25.805" v="1600" actId="1076"/>
        <pc:sldMkLst>
          <pc:docMk/>
          <pc:sldMk cId="3158753409" sldId="2147376258"/>
        </pc:sldMkLst>
        <pc:spChg chg="del">
          <ac:chgData name="Malte Heithoff" userId="92960225c14ac204" providerId="LiveId" clId="{9DB9585A-CC85-40E1-8CBA-E8C2DEACE085}" dt="2024-03-01T10:17:29.390" v="17" actId="478"/>
          <ac:spMkLst>
            <pc:docMk/>
            <pc:sldMk cId="3158753409" sldId="2147376258"/>
            <ac:spMk id="2" creationId="{AB97F40D-430A-CDCF-BD2F-E660E64D0415}"/>
          </ac:spMkLst>
        </pc:spChg>
        <pc:spChg chg="mod">
          <ac:chgData name="Malte Heithoff" userId="92960225c14ac204" providerId="LiveId" clId="{9DB9585A-CC85-40E1-8CBA-E8C2DEACE085}" dt="2024-03-01T10:18:38.487" v="48" actId="1076"/>
          <ac:spMkLst>
            <pc:docMk/>
            <pc:sldMk cId="3158753409" sldId="2147376258"/>
            <ac:spMk id="3" creationId="{26F45CFF-8C84-F524-0E64-1AAD82728C5F}"/>
          </ac:spMkLst>
        </pc:spChg>
        <pc:spChg chg="del">
          <ac:chgData name="Malte Heithoff" userId="92960225c14ac204" providerId="LiveId" clId="{9DB9585A-CC85-40E1-8CBA-E8C2DEACE085}" dt="2024-03-01T10:17:29.922" v="18" actId="478"/>
          <ac:spMkLst>
            <pc:docMk/>
            <pc:sldMk cId="3158753409" sldId="2147376258"/>
            <ac:spMk id="4" creationId="{6050AC5E-9489-0720-6D3B-39A496C30195}"/>
          </ac:spMkLst>
        </pc:spChg>
        <pc:spChg chg="mod">
          <ac:chgData name="Malte Heithoff" userId="92960225c14ac204" providerId="LiveId" clId="{9DB9585A-CC85-40E1-8CBA-E8C2DEACE085}" dt="2024-03-01T10:17:30.893" v="19"/>
          <ac:spMkLst>
            <pc:docMk/>
            <pc:sldMk cId="3158753409" sldId="2147376258"/>
            <ac:spMk id="6" creationId="{B030210F-50CC-1AAA-80A5-955B5886C705}"/>
          </ac:spMkLst>
        </pc:spChg>
        <pc:spChg chg="mod">
          <ac:chgData name="Malte Heithoff" userId="92960225c14ac204" providerId="LiveId" clId="{9DB9585A-CC85-40E1-8CBA-E8C2DEACE085}" dt="2024-03-01T10:26:43.086" v="428" actId="1582"/>
          <ac:spMkLst>
            <pc:docMk/>
            <pc:sldMk cId="3158753409" sldId="2147376258"/>
            <ac:spMk id="10" creationId="{317C5FAB-1053-DCCC-1479-A07DC6CC4BBD}"/>
          </ac:spMkLst>
        </pc:spChg>
        <pc:spChg chg="mod">
          <ac:chgData name="Malte Heithoff" userId="92960225c14ac204" providerId="LiveId" clId="{9DB9585A-CC85-40E1-8CBA-E8C2DEACE085}" dt="2024-03-01T10:17:30.893" v="19"/>
          <ac:spMkLst>
            <pc:docMk/>
            <pc:sldMk cId="3158753409" sldId="2147376258"/>
            <ac:spMk id="11" creationId="{9937F59B-6E14-2F50-BE9B-5D61D446B5B7}"/>
          </ac:spMkLst>
        </pc:spChg>
        <pc:spChg chg="mod">
          <ac:chgData name="Malte Heithoff" userId="92960225c14ac204" providerId="LiveId" clId="{9DB9585A-CC85-40E1-8CBA-E8C2DEACE085}" dt="2024-03-01T10:17:30.893" v="19"/>
          <ac:spMkLst>
            <pc:docMk/>
            <pc:sldMk cId="3158753409" sldId="2147376258"/>
            <ac:spMk id="14" creationId="{0B95336A-FFC1-E85B-8B2C-56583DF44A76}"/>
          </ac:spMkLst>
        </pc:spChg>
        <pc:spChg chg="mod">
          <ac:chgData name="Malte Heithoff" userId="92960225c14ac204" providerId="LiveId" clId="{9DB9585A-CC85-40E1-8CBA-E8C2DEACE085}" dt="2024-03-01T10:17:30.893" v="19"/>
          <ac:spMkLst>
            <pc:docMk/>
            <pc:sldMk cId="3158753409" sldId="2147376258"/>
            <ac:spMk id="16" creationId="{FF40607A-4BB6-EBB5-868D-FB8334E10210}"/>
          </ac:spMkLst>
        </pc:spChg>
        <pc:spChg chg="mod">
          <ac:chgData name="Malte Heithoff" userId="92960225c14ac204" providerId="LiveId" clId="{9DB9585A-CC85-40E1-8CBA-E8C2DEACE085}" dt="2024-03-01T10:17:30.893" v="19"/>
          <ac:spMkLst>
            <pc:docMk/>
            <pc:sldMk cId="3158753409" sldId="2147376258"/>
            <ac:spMk id="17" creationId="{73FF74A0-F832-E8D4-FAA9-D866CE890397}"/>
          </ac:spMkLst>
        </pc:spChg>
        <pc:spChg chg="mod">
          <ac:chgData name="Malte Heithoff" userId="92960225c14ac204" providerId="LiveId" clId="{9DB9585A-CC85-40E1-8CBA-E8C2DEACE085}" dt="2024-03-01T10:17:30.893" v="19"/>
          <ac:spMkLst>
            <pc:docMk/>
            <pc:sldMk cId="3158753409" sldId="2147376258"/>
            <ac:spMk id="18" creationId="{25D2333B-75FE-8EAA-07F2-14797403203F}"/>
          </ac:spMkLst>
        </pc:spChg>
        <pc:spChg chg="mod">
          <ac:chgData name="Malte Heithoff" userId="92960225c14ac204" providerId="LiveId" clId="{9DB9585A-CC85-40E1-8CBA-E8C2DEACE085}" dt="2024-03-01T10:17:30.893" v="19"/>
          <ac:spMkLst>
            <pc:docMk/>
            <pc:sldMk cId="3158753409" sldId="2147376258"/>
            <ac:spMk id="19" creationId="{587C01E3-A61C-2EB0-443A-6D72413FF67D}"/>
          </ac:spMkLst>
        </pc:spChg>
        <pc:spChg chg="mod">
          <ac:chgData name="Malte Heithoff" userId="92960225c14ac204" providerId="LiveId" clId="{9DB9585A-CC85-40E1-8CBA-E8C2DEACE085}" dt="2024-03-01T10:26:43.086" v="428" actId="1582"/>
          <ac:spMkLst>
            <pc:docMk/>
            <pc:sldMk cId="3158753409" sldId="2147376258"/>
            <ac:spMk id="20" creationId="{C6DED0D9-E904-D96C-485A-C315E614C1C0}"/>
          </ac:spMkLst>
        </pc:spChg>
        <pc:spChg chg="mod">
          <ac:chgData name="Malte Heithoff" userId="92960225c14ac204" providerId="LiveId" clId="{9DB9585A-CC85-40E1-8CBA-E8C2DEACE085}" dt="2024-03-01T10:17:30.893" v="19"/>
          <ac:spMkLst>
            <pc:docMk/>
            <pc:sldMk cId="3158753409" sldId="2147376258"/>
            <ac:spMk id="21" creationId="{20B0AA4D-36CA-EFDE-7AC6-132A992C7241}"/>
          </ac:spMkLst>
        </pc:spChg>
        <pc:spChg chg="mod">
          <ac:chgData name="Malte Heithoff" userId="92960225c14ac204" providerId="LiveId" clId="{9DB9585A-CC85-40E1-8CBA-E8C2DEACE085}" dt="2024-03-01T10:17:30.893" v="19"/>
          <ac:spMkLst>
            <pc:docMk/>
            <pc:sldMk cId="3158753409" sldId="2147376258"/>
            <ac:spMk id="22" creationId="{C377DDAD-4700-3DE6-89A9-004ABACA1867}"/>
          </ac:spMkLst>
        </pc:spChg>
        <pc:spChg chg="add del mod">
          <ac:chgData name="Malte Heithoff" userId="92960225c14ac204" providerId="LiveId" clId="{9DB9585A-CC85-40E1-8CBA-E8C2DEACE085}" dt="2024-03-01T10:18:35.714" v="46" actId="478"/>
          <ac:spMkLst>
            <pc:docMk/>
            <pc:sldMk cId="3158753409" sldId="2147376258"/>
            <ac:spMk id="23" creationId="{C63B2C83-23A6-3144-A7CF-305E6653AD5C}"/>
          </ac:spMkLst>
        </pc:spChg>
        <pc:spChg chg="add del mod">
          <ac:chgData name="Malte Heithoff" userId="92960225c14ac204" providerId="LiveId" clId="{9DB9585A-CC85-40E1-8CBA-E8C2DEACE085}" dt="2024-03-01T10:17:35.119" v="22" actId="478"/>
          <ac:spMkLst>
            <pc:docMk/>
            <pc:sldMk cId="3158753409" sldId="2147376258"/>
            <ac:spMk id="24" creationId="{CE8C949A-5E3A-299A-984A-182F449417EA}"/>
          </ac:spMkLst>
        </pc:spChg>
        <pc:spChg chg="add del mod">
          <ac:chgData name="Malte Heithoff" userId="92960225c14ac204" providerId="LiveId" clId="{9DB9585A-CC85-40E1-8CBA-E8C2DEACE085}" dt="2024-03-01T10:17:40.859" v="29" actId="478"/>
          <ac:spMkLst>
            <pc:docMk/>
            <pc:sldMk cId="3158753409" sldId="2147376258"/>
            <ac:spMk id="25" creationId="{026AECDA-45A3-F877-0F5B-1472BFE8E299}"/>
          </ac:spMkLst>
        </pc:spChg>
        <pc:spChg chg="add del mod">
          <ac:chgData name="Malte Heithoff" userId="92960225c14ac204" providerId="LiveId" clId="{9DB9585A-CC85-40E1-8CBA-E8C2DEACE085}" dt="2024-03-01T10:17:38.004" v="26" actId="478"/>
          <ac:spMkLst>
            <pc:docMk/>
            <pc:sldMk cId="3158753409" sldId="2147376258"/>
            <ac:spMk id="26" creationId="{28293E00-9ACA-A990-520B-2EAD7DE7EEBD}"/>
          </ac:spMkLst>
        </pc:spChg>
        <pc:spChg chg="add del mod">
          <ac:chgData name="Malte Heithoff" userId="92960225c14ac204" providerId="LiveId" clId="{9DB9585A-CC85-40E1-8CBA-E8C2DEACE085}" dt="2024-03-01T10:17:35.563" v="23" actId="478"/>
          <ac:spMkLst>
            <pc:docMk/>
            <pc:sldMk cId="3158753409" sldId="2147376258"/>
            <ac:spMk id="27" creationId="{788B487A-1DF3-8C38-BC85-5168F98E9550}"/>
          </ac:spMkLst>
        </pc:spChg>
        <pc:spChg chg="add del mod">
          <ac:chgData name="Malte Heithoff" userId="92960225c14ac204" providerId="LiveId" clId="{9DB9585A-CC85-40E1-8CBA-E8C2DEACE085}" dt="2024-03-01T10:17:36.089" v="24" actId="478"/>
          <ac:spMkLst>
            <pc:docMk/>
            <pc:sldMk cId="3158753409" sldId="2147376258"/>
            <ac:spMk id="28" creationId="{D17627C5-514C-476E-4429-0449156B4EE2}"/>
          </ac:spMkLst>
        </pc:spChg>
        <pc:spChg chg="add del mod">
          <ac:chgData name="Malte Heithoff" userId="92960225c14ac204" providerId="LiveId" clId="{9DB9585A-CC85-40E1-8CBA-E8C2DEACE085}" dt="2024-03-01T10:17:36.931" v="25" actId="478"/>
          <ac:spMkLst>
            <pc:docMk/>
            <pc:sldMk cId="3158753409" sldId="2147376258"/>
            <ac:spMk id="29" creationId="{8BD886D2-DEEA-D4A5-ABC7-F5A9F811E253}"/>
          </ac:spMkLst>
        </pc:spChg>
        <pc:spChg chg="add del mod">
          <ac:chgData name="Malte Heithoff" userId="92960225c14ac204" providerId="LiveId" clId="{9DB9585A-CC85-40E1-8CBA-E8C2DEACE085}" dt="2024-03-01T10:17:38.811" v="27" actId="478"/>
          <ac:spMkLst>
            <pc:docMk/>
            <pc:sldMk cId="3158753409" sldId="2147376258"/>
            <ac:spMk id="30" creationId="{1DBDE999-8EE0-357D-8DF0-4F73D4254C52}"/>
          </ac:spMkLst>
        </pc:spChg>
        <pc:spChg chg="add del mod">
          <ac:chgData name="Malte Heithoff" userId="92960225c14ac204" providerId="LiveId" clId="{9DB9585A-CC85-40E1-8CBA-E8C2DEACE085}" dt="2024-03-01T10:17:39.750" v="28" actId="478"/>
          <ac:spMkLst>
            <pc:docMk/>
            <pc:sldMk cId="3158753409" sldId="2147376258"/>
            <ac:spMk id="31" creationId="{9D23A94F-0B51-4A9F-DD6C-64B595A63AC6}"/>
          </ac:spMkLst>
        </pc:spChg>
        <pc:spChg chg="add del mod">
          <ac:chgData name="Malte Heithoff" userId="92960225c14ac204" providerId="LiveId" clId="{9DB9585A-CC85-40E1-8CBA-E8C2DEACE085}" dt="2024-03-01T10:17:44.613" v="32" actId="478"/>
          <ac:spMkLst>
            <pc:docMk/>
            <pc:sldMk cId="3158753409" sldId="2147376258"/>
            <ac:spMk id="32" creationId="{5AAE8E23-35CF-1C8B-FD93-60D581A95CF6}"/>
          </ac:spMkLst>
        </pc:spChg>
        <pc:spChg chg="add del mod">
          <ac:chgData name="Malte Heithoff" userId="92960225c14ac204" providerId="LiveId" clId="{9DB9585A-CC85-40E1-8CBA-E8C2DEACE085}" dt="2024-03-01T10:17:45.606" v="33" actId="478"/>
          <ac:spMkLst>
            <pc:docMk/>
            <pc:sldMk cId="3158753409" sldId="2147376258"/>
            <ac:spMk id="33" creationId="{147B0C0C-3EEE-CDCD-AF0F-0EA7318B6F71}"/>
          </ac:spMkLst>
        </pc:spChg>
        <pc:spChg chg="add del mod">
          <ac:chgData name="Malte Heithoff" userId="92960225c14ac204" providerId="LiveId" clId="{9DB9585A-CC85-40E1-8CBA-E8C2DEACE085}" dt="2024-03-01T10:17:47.021" v="34" actId="478"/>
          <ac:spMkLst>
            <pc:docMk/>
            <pc:sldMk cId="3158753409" sldId="2147376258"/>
            <ac:spMk id="34" creationId="{DC103125-BB93-6202-007A-715BC81F1DA3}"/>
          </ac:spMkLst>
        </pc:spChg>
        <pc:spChg chg="add del mod">
          <ac:chgData name="Malte Heithoff" userId="92960225c14ac204" providerId="LiveId" clId="{9DB9585A-CC85-40E1-8CBA-E8C2DEACE085}" dt="2024-03-01T10:19:01.719" v="57" actId="478"/>
          <ac:spMkLst>
            <pc:docMk/>
            <pc:sldMk cId="3158753409" sldId="2147376258"/>
            <ac:spMk id="35" creationId="{09C05F63-9EA2-B2A6-636A-FBD12066296E}"/>
          </ac:spMkLst>
        </pc:spChg>
        <pc:spChg chg="add mod or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36" creationId="{B6A86728-204F-6C3B-5E8E-CDB364A2E220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37" creationId="{6A0234F5-79C6-EE98-9DF3-26DA5044E1E7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38" creationId="{0CD9AABD-BAC9-27C7-F551-23C231EA8F82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41" creationId="{DB5A72A8-F987-15E5-389C-DC2A852DF3F1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42" creationId="{0061544C-B24F-8462-B479-CEE81869BABC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43" creationId="{03C89A1D-79F7-318F-0C87-B5105DFC1C07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44" creationId="{FB8DC5C8-BD6B-F0DA-40B1-0C84D979FDDC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45" creationId="{56D5EC14-CBED-2A20-BEE9-64DFCB4AE753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46" creationId="{E891D1B7-8810-D671-0C11-C29F818E869F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47" creationId="{C4C1F884-08BE-E819-F522-358B9D58D3F2}"/>
          </ac:spMkLst>
        </pc:spChg>
        <pc:spChg chg="add del mod">
          <ac:chgData name="Malte Heithoff" userId="92960225c14ac204" providerId="LiveId" clId="{9DB9585A-CC85-40E1-8CBA-E8C2DEACE085}" dt="2024-03-01T10:34:59.248" v="592" actId="21"/>
          <ac:spMkLst>
            <pc:docMk/>
            <pc:sldMk cId="3158753409" sldId="2147376258"/>
            <ac:spMk id="48" creationId="{A6F8BE06-3D75-FF70-7E4D-3B7E8827BA1E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49" creationId="{7AE07BC0-5988-C7B9-E3E5-BDA9E9F75C21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50" creationId="{2926348B-733A-09B2-6A06-ED3D88A7D3B6}"/>
          </ac:spMkLst>
        </pc:spChg>
        <pc:spChg chg="mod">
          <ac:chgData name="Malte Heithoff" userId="92960225c14ac204" providerId="LiveId" clId="{9DB9585A-CC85-40E1-8CBA-E8C2DEACE085}" dt="2024-03-01T10:53:17.664" v="1123" actId="1076"/>
          <ac:spMkLst>
            <pc:docMk/>
            <pc:sldMk cId="3158753409" sldId="2147376258"/>
            <ac:spMk id="52" creationId="{8505CC2A-657B-9918-208C-FE065CB05232}"/>
          </ac:spMkLst>
        </pc:spChg>
        <pc:spChg chg="add del mod">
          <ac:chgData name="Malte Heithoff" userId="92960225c14ac204" providerId="LiveId" clId="{9DB9585A-CC85-40E1-8CBA-E8C2DEACE085}" dt="2024-03-01T10:45:56.919" v="963" actId="478"/>
          <ac:spMkLst>
            <pc:docMk/>
            <pc:sldMk cId="3158753409" sldId="2147376258"/>
            <ac:spMk id="53" creationId="{61330102-8268-55A7-9301-85B4B541C1C2}"/>
          </ac:spMkLst>
        </pc:spChg>
        <pc:spChg chg="mod">
          <ac:chgData name="Malte Heithoff" userId="92960225c14ac204" providerId="LiveId" clId="{9DB9585A-CC85-40E1-8CBA-E8C2DEACE085}" dt="2024-03-01T10:53:28.097" v="1128" actId="1076"/>
          <ac:spMkLst>
            <pc:docMk/>
            <pc:sldMk cId="3158753409" sldId="2147376258"/>
            <ac:spMk id="54" creationId="{74F38619-ED19-744D-21CC-E180965DA2AC}"/>
          </ac:spMkLst>
        </pc:spChg>
        <pc:spChg chg="add mod">
          <ac:chgData name="Malte Heithoff" userId="92960225c14ac204" providerId="LiveId" clId="{9DB9585A-CC85-40E1-8CBA-E8C2DEACE085}" dt="2024-03-01T10:53:02.951" v="1118" actId="1076"/>
          <ac:spMkLst>
            <pc:docMk/>
            <pc:sldMk cId="3158753409" sldId="2147376258"/>
            <ac:spMk id="55" creationId="{9BCC6FF3-7E26-60F1-0CAC-A2BEC9AB8527}"/>
          </ac:spMkLst>
        </pc:spChg>
        <pc:spChg chg="mod">
          <ac:chgData name="Malte Heithoff" userId="92960225c14ac204" providerId="LiveId" clId="{9DB9585A-CC85-40E1-8CBA-E8C2DEACE085}" dt="2024-03-01T10:59:25.805" v="1600" actId="1076"/>
          <ac:spMkLst>
            <pc:docMk/>
            <pc:sldMk cId="3158753409" sldId="2147376258"/>
            <ac:spMk id="57" creationId="{71D703A4-247E-736B-BED0-41855FF79658}"/>
          </ac:spMkLst>
        </pc:spChg>
        <pc:spChg chg="mod">
          <ac:chgData name="Malte Heithoff" userId="92960225c14ac204" providerId="LiveId" clId="{9DB9585A-CC85-40E1-8CBA-E8C2DEACE085}" dt="2024-03-01T10:59:18.489" v="1596" actId="1076"/>
          <ac:spMkLst>
            <pc:docMk/>
            <pc:sldMk cId="3158753409" sldId="2147376258"/>
            <ac:spMk id="58" creationId="{32189F50-0D3F-3DA1-902B-CAB3B79B2C17}"/>
          </ac:spMkLst>
        </pc:spChg>
        <pc:spChg chg="del mod">
          <ac:chgData name="Malte Heithoff" userId="92960225c14ac204" providerId="LiveId" clId="{9DB9585A-CC85-40E1-8CBA-E8C2DEACE085}" dt="2024-03-01T10:54:14.531" v="1211" actId="478"/>
          <ac:spMkLst>
            <pc:docMk/>
            <pc:sldMk cId="3158753409" sldId="2147376258"/>
            <ac:spMk id="59" creationId="{795F8081-79C0-BD82-B507-EB729D6205D4}"/>
          </ac:spMkLst>
        </pc:spChg>
        <pc:grpChg chg="add del mod">
          <ac:chgData name="Malte Heithoff" userId="92960225c14ac204" providerId="LiveId" clId="{9DB9585A-CC85-40E1-8CBA-E8C2DEACE085}" dt="2024-03-01T10:53:06.072" v="1121" actId="1076"/>
          <ac:grpSpMkLst>
            <pc:docMk/>
            <pc:sldMk cId="3158753409" sldId="2147376258"/>
            <ac:grpSpMk id="5" creationId="{C90F87DA-B3D6-0DDB-C543-18D12CEE322F}"/>
          </ac:grpSpMkLst>
        </pc:grpChg>
        <pc:grpChg chg="mod">
          <ac:chgData name="Malte Heithoff" userId="92960225c14ac204" providerId="LiveId" clId="{9DB9585A-CC85-40E1-8CBA-E8C2DEACE085}" dt="2024-03-01T10:17:30.893" v="19"/>
          <ac:grpSpMkLst>
            <pc:docMk/>
            <pc:sldMk cId="3158753409" sldId="2147376258"/>
            <ac:grpSpMk id="7" creationId="{085432F8-56DE-C394-A370-8BE9B197D164}"/>
          </ac:grpSpMkLst>
        </pc:grpChg>
        <pc:grpChg chg="mod">
          <ac:chgData name="Malte Heithoff" userId="92960225c14ac204" providerId="LiveId" clId="{9DB9585A-CC85-40E1-8CBA-E8C2DEACE085}" dt="2024-03-01T10:17:30.893" v="19"/>
          <ac:grpSpMkLst>
            <pc:docMk/>
            <pc:sldMk cId="3158753409" sldId="2147376258"/>
            <ac:grpSpMk id="9" creationId="{F89A36A4-7F40-1BB4-E644-2C413F81CD0F}"/>
          </ac:grpSpMkLst>
        </pc:grpChg>
        <pc:grpChg chg="add del mod">
          <ac:chgData name="Malte Heithoff" userId="92960225c14ac204" providerId="LiveId" clId="{9DB9585A-CC85-40E1-8CBA-E8C2DEACE085}" dt="2024-03-01T10:53:25.200" v="1126" actId="1076"/>
          <ac:grpSpMkLst>
            <pc:docMk/>
            <pc:sldMk cId="3158753409" sldId="2147376258"/>
            <ac:grpSpMk id="51" creationId="{8B82D3CC-5E28-FC3C-D0BE-C03A34FC01EE}"/>
          </ac:grpSpMkLst>
        </pc:grpChg>
        <pc:grpChg chg="add mod">
          <ac:chgData name="Malte Heithoff" userId="92960225c14ac204" providerId="LiveId" clId="{9DB9585A-CC85-40E1-8CBA-E8C2DEACE085}" dt="2024-03-01T10:59:08.550" v="1593" actId="1076"/>
          <ac:grpSpMkLst>
            <pc:docMk/>
            <pc:sldMk cId="3158753409" sldId="2147376258"/>
            <ac:grpSpMk id="56" creationId="{3A0F31A3-F046-2929-B1A7-2FE63B566495}"/>
          </ac:grpSpMkLst>
        </pc:grpChg>
        <pc:picChg chg="add mod ord">
          <ac:chgData name="Malte Heithoff" userId="92960225c14ac204" providerId="LiveId" clId="{9DB9585A-CC85-40E1-8CBA-E8C2DEACE085}" dt="2024-03-01T10:53:02.951" v="1118" actId="1076"/>
          <ac:picMkLst>
            <pc:docMk/>
            <pc:sldMk cId="3158753409" sldId="2147376258"/>
            <ac:picMk id="40" creationId="{93D35E89-F73B-4527-E607-7539C231F2B5}"/>
          </ac:picMkLst>
        </pc:picChg>
        <pc:cxnChg chg="mod">
          <ac:chgData name="Malte Heithoff" userId="92960225c14ac204" providerId="LiveId" clId="{9DB9585A-CC85-40E1-8CBA-E8C2DEACE085}" dt="2024-03-01T10:17:42.532" v="31" actId="478"/>
          <ac:cxnSpMkLst>
            <pc:docMk/>
            <pc:sldMk cId="3158753409" sldId="2147376258"/>
            <ac:cxnSpMk id="8" creationId="{DAE3EBA5-AECF-3FAE-E2A7-BFF4D5EFCF70}"/>
          </ac:cxnSpMkLst>
        </pc:cxnChg>
        <pc:cxnChg chg="mod">
          <ac:chgData name="Malte Heithoff" userId="92960225c14ac204" providerId="LiveId" clId="{9DB9585A-CC85-40E1-8CBA-E8C2DEACE085}" dt="2024-03-01T10:26:43.086" v="428" actId="1582"/>
          <ac:cxnSpMkLst>
            <pc:docMk/>
            <pc:sldMk cId="3158753409" sldId="2147376258"/>
            <ac:cxnSpMk id="12" creationId="{02D1D897-39E8-AF8B-A2AE-DB67BD591029}"/>
          </ac:cxnSpMkLst>
        </pc:cxnChg>
        <pc:cxnChg chg="mod">
          <ac:chgData name="Malte Heithoff" userId="92960225c14ac204" providerId="LiveId" clId="{9DB9585A-CC85-40E1-8CBA-E8C2DEACE085}" dt="2024-03-01T10:17:42.532" v="31" actId="478"/>
          <ac:cxnSpMkLst>
            <pc:docMk/>
            <pc:sldMk cId="3158753409" sldId="2147376258"/>
            <ac:cxnSpMk id="13" creationId="{5FFA546D-1E24-5102-45CD-5FC6E5CCE0C8}"/>
          </ac:cxnSpMkLst>
        </pc:cxnChg>
        <pc:cxnChg chg="mod">
          <ac:chgData name="Malte Heithoff" userId="92960225c14ac204" providerId="LiveId" clId="{9DB9585A-CC85-40E1-8CBA-E8C2DEACE085}" dt="2024-03-01T10:17:42.532" v="31" actId="478"/>
          <ac:cxnSpMkLst>
            <pc:docMk/>
            <pc:sldMk cId="3158753409" sldId="2147376258"/>
            <ac:cxnSpMk id="15" creationId="{80A374C9-0AB8-0893-BCB5-3CAB30D77D0C}"/>
          </ac:cxnSpMkLst>
        </pc:cxnChg>
      </pc:sldChg>
      <pc:sldMasterChg chg="modSp del mod delSldLayout">
        <pc:chgData name="Malte Heithoff" userId="92960225c14ac204" providerId="LiveId" clId="{9DB9585A-CC85-40E1-8CBA-E8C2DEACE085}" dt="2024-03-01T10:31:28.173" v="523" actId="2696"/>
        <pc:sldMasterMkLst>
          <pc:docMk/>
          <pc:sldMasterMk cId="728331341" sldId="2147483903"/>
        </pc:sldMasterMkLst>
        <pc:spChg chg="mod">
          <ac:chgData name="Malte Heithoff" userId="92960225c14ac204" providerId="LiveId" clId="{9DB9585A-CC85-40E1-8CBA-E8C2DEACE085}" dt="2024-03-01T10:31:25.944" v="513" actId="20577"/>
          <ac:spMkLst>
            <pc:docMk/>
            <pc:sldMasterMk cId="728331341" sldId="2147483903"/>
            <ac:spMk id="9" creationId="{00000000-0000-0000-0000-000000000000}"/>
          </ac:spMkLst>
        </pc:spChg>
        <pc:sldLayoutChg chg="del">
          <pc:chgData name="Malte Heithoff" userId="92960225c14ac204" providerId="LiveId" clId="{9DB9585A-CC85-40E1-8CBA-E8C2DEACE085}" dt="2024-03-01T10:31:28.144" v="514" actId="2696"/>
          <pc:sldLayoutMkLst>
            <pc:docMk/>
            <pc:sldMasterMk cId="728331341" sldId="2147483903"/>
            <pc:sldLayoutMk cId="4265886966" sldId="2147483904"/>
          </pc:sldLayoutMkLst>
        </pc:sldLayoutChg>
        <pc:sldLayoutChg chg="del">
          <pc:chgData name="Malte Heithoff" userId="92960225c14ac204" providerId="LiveId" clId="{9DB9585A-CC85-40E1-8CBA-E8C2DEACE085}" dt="2024-03-01T10:31:28.150" v="516" actId="2696"/>
          <pc:sldLayoutMkLst>
            <pc:docMk/>
            <pc:sldMasterMk cId="728331341" sldId="2147483903"/>
            <pc:sldLayoutMk cId="1335253364" sldId="2147483905"/>
          </pc:sldLayoutMkLst>
        </pc:sldLayoutChg>
        <pc:sldLayoutChg chg="del">
          <pc:chgData name="Malte Heithoff" userId="92960225c14ac204" providerId="LiveId" clId="{9DB9585A-CC85-40E1-8CBA-E8C2DEACE085}" dt="2024-03-01T10:31:28.150" v="515" actId="2696"/>
          <pc:sldLayoutMkLst>
            <pc:docMk/>
            <pc:sldMasterMk cId="728331341" sldId="2147483903"/>
            <pc:sldLayoutMk cId="2770794582" sldId="2147483906"/>
          </pc:sldLayoutMkLst>
        </pc:sldLayoutChg>
        <pc:sldLayoutChg chg="del">
          <pc:chgData name="Malte Heithoff" userId="92960225c14ac204" providerId="LiveId" clId="{9DB9585A-CC85-40E1-8CBA-E8C2DEACE085}" dt="2024-03-01T10:31:28.150" v="517" actId="2696"/>
          <pc:sldLayoutMkLst>
            <pc:docMk/>
            <pc:sldMasterMk cId="728331341" sldId="2147483903"/>
            <pc:sldLayoutMk cId="492100288" sldId="2147483907"/>
          </pc:sldLayoutMkLst>
        </pc:sldLayoutChg>
        <pc:sldLayoutChg chg="del">
          <pc:chgData name="Malte Heithoff" userId="92960225c14ac204" providerId="LiveId" clId="{9DB9585A-CC85-40E1-8CBA-E8C2DEACE085}" dt="2024-03-01T10:31:28.163" v="519" actId="2696"/>
          <pc:sldLayoutMkLst>
            <pc:docMk/>
            <pc:sldMasterMk cId="728331341" sldId="2147483903"/>
            <pc:sldLayoutMk cId="1273369991" sldId="2147483908"/>
          </pc:sldLayoutMkLst>
        </pc:sldLayoutChg>
        <pc:sldLayoutChg chg="del">
          <pc:chgData name="Malte Heithoff" userId="92960225c14ac204" providerId="LiveId" clId="{9DB9585A-CC85-40E1-8CBA-E8C2DEACE085}" dt="2024-03-01T10:31:28.165" v="520" actId="2696"/>
          <pc:sldLayoutMkLst>
            <pc:docMk/>
            <pc:sldMasterMk cId="728331341" sldId="2147483903"/>
            <pc:sldLayoutMk cId="605203214" sldId="2147483909"/>
          </pc:sldLayoutMkLst>
        </pc:sldLayoutChg>
        <pc:sldLayoutChg chg="del">
          <pc:chgData name="Malte Heithoff" userId="92960225c14ac204" providerId="LiveId" clId="{9DB9585A-CC85-40E1-8CBA-E8C2DEACE085}" dt="2024-03-01T10:31:28.167" v="521" actId="2696"/>
          <pc:sldLayoutMkLst>
            <pc:docMk/>
            <pc:sldMasterMk cId="728331341" sldId="2147483903"/>
            <pc:sldLayoutMk cId="1132144242" sldId="2147483910"/>
          </pc:sldLayoutMkLst>
        </pc:sldLayoutChg>
        <pc:sldLayoutChg chg="del">
          <pc:chgData name="Malte Heithoff" userId="92960225c14ac204" providerId="LiveId" clId="{9DB9585A-CC85-40E1-8CBA-E8C2DEACE085}" dt="2024-03-01T10:31:28.150" v="518" actId="2696"/>
          <pc:sldLayoutMkLst>
            <pc:docMk/>
            <pc:sldMasterMk cId="728331341" sldId="2147483903"/>
            <pc:sldLayoutMk cId="1257279973" sldId="2147483911"/>
          </pc:sldLayoutMkLst>
        </pc:sldLayoutChg>
        <pc:sldLayoutChg chg="del">
          <pc:chgData name="Malte Heithoff" userId="92960225c14ac204" providerId="LiveId" clId="{9DB9585A-CC85-40E1-8CBA-E8C2DEACE085}" dt="2024-03-01T10:31:28.169" v="522" actId="2696"/>
          <pc:sldLayoutMkLst>
            <pc:docMk/>
            <pc:sldMasterMk cId="728331341" sldId="2147483903"/>
            <pc:sldLayoutMk cId="355580744" sldId="2147483944"/>
          </pc:sldLayoutMkLst>
        </pc:sldLayoutChg>
      </pc:sldMasterChg>
      <pc:sldMasterChg chg="modSp mod">
        <pc:chgData name="Malte Heithoff" userId="92960225c14ac204" providerId="LiveId" clId="{9DB9585A-CC85-40E1-8CBA-E8C2DEACE085}" dt="2024-03-01T10:31:20.041" v="505" actId="20577"/>
        <pc:sldMasterMkLst>
          <pc:docMk/>
          <pc:sldMasterMk cId="4082455991" sldId="2147483934"/>
        </pc:sldMasterMkLst>
        <pc:spChg chg="mod">
          <ac:chgData name="Malte Heithoff" userId="92960225c14ac204" providerId="LiveId" clId="{9DB9585A-CC85-40E1-8CBA-E8C2DEACE085}" dt="2024-03-01T10:31:20.041" v="505" actId="20577"/>
          <ac:spMkLst>
            <pc:docMk/>
            <pc:sldMasterMk cId="4082455991" sldId="2147483934"/>
            <ac:spMk id="9" creationId="{00000000-0000-0000-0000-000000000000}"/>
          </ac:spMkLst>
        </pc:spChg>
      </pc:sldMasterChg>
    </pc:docChg>
  </pc:docChgLst>
  <pc:docChgLst>
    <pc:chgData name="Malte Heithoff" userId="92960225c14ac204" providerId="LiveId" clId="{E5554B68-7108-4DCE-B4FF-0A2A1280E527}"/>
    <pc:docChg chg="undo redo custSel addSld delSld modSld delSection modSection">
      <pc:chgData name="Malte Heithoff" userId="92960225c14ac204" providerId="LiveId" clId="{E5554B68-7108-4DCE-B4FF-0A2A1280E527}" dt="2024-02-26T13:34:14.216" v="761" actId="478"/>
      <pc:docMkLst>
        <pc:docMk/>
      </pc:docMkLst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3730269555" sldId="281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38736551" sldId="375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3875173637" sldId="378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2399171705" sldId="379"/>
        </pc:sldMkLst>
      </pc:sldChg>
      <pc:sldChg chg="del">
        <pc:chgData name="Malte Heithoff" userId="92960225c14ac204" providerId="LiveId" clId="{E5554B68-7108-4DCE-B4FF-0A2A1280E527}" dt="2024-02-20T12:01:39.357" v="0" actId="47"/>
        <pc:sldMkLst>
          <pc:docMk/>
          <pc:sldMk cId="590968405" sldId="396"/>
        </pc:sldMkLst>
      </pc:sldChg>
      <pc:sldChg chg="del">
        <pc:chgData name="Malte Heithoff" userId="92960225c14ac204" providerId="LiveId" clId="{E5554B68-7108-4DCE-B4FF-0A2A1280E527}" dt="2024-02-20T12:01:42.545" v="3" actId="47"/>
        <pc:sldMkLst>
          <pc:docMk/>
          <pc:sldMk cId="2864952232" sldId="933"/>
        </pc:sldMkLst>
      </pc:sldChg>
      <pc:sldChg chg="delSp modSp del mod">
        <pc:chgData name="Malte Heithoff" userId="92960225c14ac204" providerId="LiveId" clId="{E5554B68-7108-4DCE-B4FF-0A2A1280E527}" dt="2024-02-20T12:50:06.542" v="608" actId="47"/>
        <pc:sldMkLst>
          <pc:docMk/>
          <pc:sldMk cId="1920652435" sldId="2147376202"/>
        </pc:sldMkLst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24" creationId="{DDD041F1-4B89-E80D-4A4E-2B44902D1154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25" creationId="{9FCE6148-177B-07AC-07B7-E6411B9CA46B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26" creationId="{5F32505D-A048-0D29-2AFD-74B1B5DB0DD3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27" creationId="{E81531DF-C48F-459F-4DE7-5FA4406C25A2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30" creationId="{BE3F66CB-7495-C180-80D5-1F1D3312CC2B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32" creationId="{125B8899-68FD-CBA4-14F6-8005E02DDBA3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33" creationId="{3BDF7AFE-5D22-9B3E-B77C-4219ED7D52D7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35" creationId="{586E4C28-65BD-09F7-4790-C11D6452312D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36" creationId="{B3459E1C-D463-1FFB-3CE6-1ED86B60CC93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37" creationId="{C37FD96B-9298-3226-E0D5-AEE391A9C7A1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38" creationId="{C5D36D38-D6B9-94FA-FF88-749B7C4F16E5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39" creationId="{5371EC25-B8DF-DB29-D2DE-EB80F4635F1C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40" creationId="{2257F196-5C9D-1BFF-4628-D8D1C77BED56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41" creationId="{FF2C332E-C0AC-E2A1-4B74-A2A4FDDEE759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42" creationId="{2FD7FB48-86D9-44F1-762C-29D9524C7987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43" creationId="{E634329D-9E0F-DE65-83DF-7F3A0C0927DC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44" creationId="{F162C7B3-C940-E1AB-037B-C5B80EB63049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45" creationId="{0E0F4045-08BD-2760-39C5-ED90C88A84BB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49" creationId="{B5075817-3EF0-94A7-3BB9-067C794770E3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50" creationId="{93A1ACF3-473E-2F50-D4E1-AC3EDE019B36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51" creationId="{160F1216-13D5-916A-D884-7B6F1225C446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52" creationId="{6D0F31ED-F121-5E18-6DFC-48DC845FAEC1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53" creationId="{7BF4A4D2-2442-ADCC-D920-FB7F399C01D3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54" creationId="{A140E9C4-C340-2A6C-016A-3687F3112772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57" creationId="{D2361C5A-B7D7-51A5-381C-19EE65777595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58" creationId="{BEE5332A-041D-0683-7F63-1BBCA73CCBE5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60" creationId="{6831B1A3-574B-E21A-C9F8-13986EBDAC2E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62" creationId="{F3A2EC9E-4769-7A87-A0FB-CE7C248A7486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67" creationId="{80034915-176A-2107-C8CA-BC1017085D66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69" creationId="{1BE8EBC2-7DAF-6089-D9F1-6BBE7F0FCC4C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70" creationId="{368CDA7B-83C0-5B8A-A60E-6AF00D9F0668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80" creationId="{D67A08A5-E649-66CE-C743-FB86BFDECD66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81" creationId="{B568A670-271E-0FA7-8051-2EA514F15C22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82" creationId="{B970E7CB-30C2-7939-5C1D-89B6E406DBE8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83" creationId="{EABE1449-7A0E-68E8-3A8E-C1ABF7CE1014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85" creationId="{A584A152-1810-1DE5-B4FC-ABCC99043085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86" creationId="{463BBB3E-1A94-B835-D5C4-83C02DE75601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87" creationId="{AE3A8DF1-BEF2-113C-A879-E7C8B64E4636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88" creationId="{38C8E84D-2C2A-52C2-3255-DA239A47C93C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91" creationId="{5A4E802A-C2A5-F981-F5A8-0A29BBDE9FAE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93" creationId="{8926EF7F-DDFD-A4AD-0193-32BD7B91DC5C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94" creationId="{C3E6BD87-3547-D348-FFBE-360BAE8A78C1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95" creationId="{86C2F51D-75A3-07F0-4FD8-869CC3ADCED7}"/>
          </ac:spMkLst>
        </pc:spChg>
        <pc:spChg chg="mod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96" creationId="{66CCF4FC-3576-18F9-6986-371E6096F08C}"/>
          </ac:spMkLst>
        </pc:spChg>
        <pc:spChg chg="mod topLvl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104" creationId="{6E8BB218-E20A-C4F1-4B1A-7C374A351386}"/>
          </ac:spMkLst>
        </pc:spChg>
        <pc:spChg chg="mod topLvl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179" creationId="{E7F299FD-287D-50DB-984C-6F878DD40109}"/>
          </ac:spMkLst>
        </pc:spChg>
        <pc:spChg chg="mod topLvl">
          <ac:chgData name="Malte Heithoff" userId="92960225c14ac204" providerId="LiveId" clId="{E5554B68-7108-4DCE-B4FF-0A2A1280E527}" dt="2024-02-20T12:43:14.565" v="380" actId="165"/>
          <ac:spMkLst>
            <pc:docMk/>
            <pc:sldMk cId="1920652435" sldId="2147376202"/>
            <ac:spMk id="205" creationId="{82582199-773A-B46B-121D-B549A7940E27}"/>
          </ac:spMkLst>
        </pc:spChg>
        <pc:spChg chg="del">
          <ac:chgData name="Malte Heithoff" userId="92960225c14ac204" providerId="LiveId" clId="{E5554B68-7108-4DCE-B4FF-0A2A1280E527}" dt="2024-02-20T12:42:45.459" v="375" actId="478"/>
          <ac:spMkLst>
            <pc:docMk/>
            <pc:sldMk cId="1920652435" sldId="2147376202"/>
            <ac:spMk id="213" creationId="{326E74C0-56DC-5136-D92D-4F7D8396A5F6}"/>
          </ac:spMkLst>
        </pc:spChg>
        <pc:grpChg chg="mod topLvl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14" creationId="{E2A3B220-0A54-5EDA-7117-DD9201A6070F}"/>
          </ac:grpSpMkLst>
        </pc:grpChg>
        <pc:grpChg chg="mod topLvl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15" creationId="{E18637AA-78E4-82DE-AD61-523097C56A5D}"/>
          </ac:grpSpMkLst>
        </pc:grpChg>
        <pc:grpChg chg="mod topLvl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16" creationId="{451E50AA-5E70-D5B6-4AC4-738FDB8792FB}"/>
          </ac:grpSpMkLst>
        </pc:grpChg>
        <pc:grpChg chg="mod topLvl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18" creationId="{9360F700-0DD6-0370-34D6-16096C0FAE87}"/>
          </ac:grpSpMkLst>
        </pc:grpChg>
        <pc:grpChg chg="mod topLvl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19" creationId="{2046E954-75A0-4CC2-E74C-55A43B20C036}"/>
          </ac:grpSpMkLst>
        </pc:grpChg>
        <pc:grpChg chg="mod topLvl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20" creationId="{258FE986-08B5-67AE-E2F2-09FDEDB585E7}"/>
          </ac:grpSpMkLst>
        </pc:grpChg>
        <pc:grpChg chg="mod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21" creationId="{6C80FE6B-A49F-B579-A826-C553F44E76E6}"/>
          </ac:grpSpMkLst>
        </pc:grpChg>
        <pc:grpChg chg="mod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22" creationId="{4E876749-81DC-0AE8-0463-A7CA78832262}"/>
          </ac:grpSpMkLst>
        </pc:grpChg>
        <pc:grpChg chg="mod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23" creationId="{D1A57BD1-17CC-0F26-99FB-601C26A42BCA}"/>
          </ac:grpSpMkLst>
        </pc:grpChg>
        <pc:grpChg chg="mod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34" creationId="{670F92A3-BC07-BEF3-4F38-064FB9C108CF}"/>
          </ac:grpSpMkLst>
        </pc:grpChg>
        <pc:grpChg chg="mod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68" creationId="{A6805BA7-D595-A77B-CC92-325926A39A09}"/>
          </ac:grpSpMkLst>
        </pc:grpChg>
        <pc:grpChg chg="mod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79" creationId="{0DCE4844-2099-43CE-E1AA-7A4005ADD945}"/>
          </ac:grpSpMkLst>
        </pc:grpChg>
        <pc:grpChg chg="mod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84" creationId="{8EFCF34F-7C84-FA8B-C94B-DF064728ACAF}"/>
          </ac:grpSpMkLst>
        </pc:grpChg>
        <pc:grpChg chg="mod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92" creationId="{CF0C57B4-26B1-BD4D-157B-DD9EF28ADDC5}"/>
          </ac:grpSpMkLst>
        </pc:grpChg>
        <pc:grpChg chg="mod">
          <ac:chgData name="Malte Heithoff" userId="92960225c14ac204" providerId="LiveId" clId="{E5554B68-7108-4DCE-B4FF-0A2A1280E527}" dt="2024-02-20T12:04:36.765" v="75" actId="1076"/>
          <ac:grpSpMkLst>
            <pc:docMk/>
            <pc:sldMk cId="1920652435" sldId="2147376202"/>
            <ac:grpSpMk id="166" creationId="{3EB5E707-D4B2-567E-5EA8-576AB1B3A054}"/>
          </ac:grpSpMkLst>
        </pc:grpChg>
        <pc:grpChg chg="del">
          <ac:chgData name="Malte Heithoff" userId="92960225c14ac204" providerId="LiveId" clId="{E5554B68-7108-4DCE-B4FF-0A2A1280E527}" dt="2024-02-20T12:43:14.565" v="380" actId="165"/>
          <ac:grpSpMkLst>
            <pc:docMk/>
            <pc:sldMk cId="1920652435" sldId="2147376202"/>
            <ac:grpSpMk id="214" creationId="{710699A7-D531-31EA-DC45-2E3AFA0596DF}"/>
          </ac:grpSpMkLst>
        </pc:grp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28" creationId="{25BF20C9-6980-727D-4477-0FC6346E381B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29" creationId="{289F456A-C19C-145C-317D-BD6BC9B359D9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31" creationId="{70F9F1B7-B5E0-BA86-AEBF-7B8F7A4BE4EE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46" creationId="{59C00D76-0DF1-0F23-B85D-EFAE9B9DF05D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47" creationId="{BE4A37DF-F0BE-12B2-CEF1-7A833A60C28B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48" creationId="{6FC2DCE2-A5F2-702C-67C8-427C5630D50D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55" creationId="{5C17B722-900B-DAAC-5E04-D052E54EF0B3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56" creationId="{BA204A3A-3E37-A01C-01C7-77CDF892014E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59" creationId="{CFC638D1-D9E5-0CC7-B1A5-950F62531CCD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61" creationId="{3F6FA443-1F3A-95F8-CB21-D84E831AE9A7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63" creationId="{B0A23E2F-3DD6-11F5-E2DF-A01DD5B8566F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64" creationId="{FC4611A5-C6DE-39CD-31A0-A20AC6A4DD55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65" creationId="{E8C760ED-ABB2-84AC-B23D-89A85D878362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66" creationId="{B710FF10-E266-9A93-7E46-4409932558B3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89" creationId="{65118ECF-E3B7-68EF-3AA3-86DEF34BA576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90" creationId="{84454D93-43AF-956E-DA72-6D821F66CC54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97" creationId="{73C7D920-129C-CF84-01DD-5103170FCEAB}"/>
          </ac:cxnSpMkLst>
        </pc:cxnChg>
        <pc:cxnChg chg="mod">
          <ac:chgData name="Malte Heithoff" userId="92960225c14ac204" providerId="LiveId" clId="{E5554B68-7108-4DCE-B4FF-0A2A1280E527}" dt="2024-02-20T12:43:14.565" v="380" actId="165"/>
          <ac:cxnSpMkLst>
            <pc:docMk/>
            <pc:sldMk cId="1920652435" sldId="2147376202"/>
            <ac:cxnSpMk id="98" creationId="{B35242A6-F438-D56A-F8B5-486ECABDD44E}"/>
          </ac:cxnSpMkLst>
        </pc:cxnChg>
        <pc:cxnChg chg="mod">
          <ac:chgData name="Malte Heithoff" userId="92960225c14ac204" providerId="LiveId" clId="{E5554B68-7108-4DCE-B4FF-0A2A1280E527}" dt="2024-02-20T12:04:36.765" v="75" actId="1076"/>
          <ac:cxnSpMkLst>
            <pc:docMk/>
            <pc:sldMk cId="1920652435" sldId="2147376202"/>
            <ac:cxnSpMk id="149" creationId="{16C5E782-C0D7-939D-44F6-4D409E8D5980}"/>
          </ac:cxnSpMkLst>
        </pc:cxnChg>
        <pc:cxnChg chg="mod">
          <ac:chgData name="Malte Heithoff" userId="92960225c14ac204" providerId="LiveId" clId="{E5554B68-7108-4DCE-B4FF-0A2A1280E527}" dt="2024-02-20T12:04:36.765" v="75" actId="1076"/>
          <ac:cxnSpMkLst>
            <pc:docMk/>
            <pc:sldMk cId="1920652435" sldId="2147376202"/>
            <ac:cxnSpMk id="165" creationId="{63F7393D-CEB5-8C09-D79C-B202AD98B86B}"/>
          </ac:cxnSpMkLst>
        </pc:cxnChg>
        <pc:cxnChg chg="mod">
          <ac:chgData name="Malte Heithoff" userId="92960225c14ac204" providerId="LiveId" clId="{E5554B68-7108-4DCE-B4FF-0A2A1280E527}" dt="2024-02-20T12:04:36.765" v="75" actId="1076"/>
          <ac:cxnSpMkLst>
            <pc:docMk/>
            <pc:sldMk cId="1920652435" sldId="2147376202"/>
            <ac:cxnSpMk id="173" creationId="{A2CE5577-223B-2502-77F6-549C4B581A1E}"/>
          </ac:cxnSpMkLst>
        </pc:cxnChg>
        <pc:cxnChg chg="mod">
          <ac:chgData name="Malte Heithoff" userId="92960225c14ac204" providerId="LiveId" clId="{E5554B68-7108-4DCE-B4FF-0A2A1280E527}" dt="2024-02-20T12:04:36.765" v="75" actId="1076"/>
          <ac:cxnSpMkLst>
            <pc:docMk/>
            <pc:sldMk cId="1920652435" sldId="2147376202"/>
            <ac:cxnSpMk id="176" creationId="{FE8FF31E-94FD-0467-1A49-5C8BFF9EC329}"/>
          </ac:cxnSpMkLst>
        </pc:cxnChg>
        <pc:cxnChg chg="mod">
          <ac:chgData name="Malte Heithoff" userId="92960225c14ac204" providerId="LiveId" clId="{E5554B68-7108-4DCE-B4FF-0A2A1280E527}" dt="2024-02-20T12:42:45.459" v="375" actId="478"/>
          <ac:cxnSpMkLst>
            <pc:docMk/>
            <pc:sldMk cId="1920652435" sldId="2147376202"/>
            <ac:cxnSpMk id="210" creationId="{51EF1FEF-7472-2078-6F6B-14E7B31BE597}"/>
          </ac:cxnSpMkLst>
        </pc:cxnChg>
      </pc:sldChg>
      <pc:sldChg chg="del">
        <pc:chgData name="Malte Heithoff" userId="92960225c14ac204" providerId="LiveId" clId="{E5554B68-7108-4DCE-B4FF-0A2A1280E527}" dt="2024-02-20T12:50:07.709" v="609" actId="47"/>
        <pc:sldMkLst>
          <pc:docMk/>
          <pc:sldMk cId="208780811" sldId="2147376217"/>
        </pc:sldMkLst>
      </pc:sldChg>
      <pc:sldChg chg="addSp delSp modSp new mod">
        <pc:chgData name="Malte Heithoff" userId="92960225c14ac204" providerId="LiveId" clId="{E5554B68-7108-4DCE-B4FF-0A2A1280E527}" dt="2024-02-26T13:34:14.216" v="761" actId="478"/>
        <pc:sldMkLst>
          <pc:docMk/>
          <pc:sldMk cId="2520309239" sldId="2147376218"/>
        </pc:sldMkLst>
        <pc:spChg chg="del">
          <ac:chgData name="Malte Heithoff" userId="92960225c14ac204" providerId="LiveId" clId="{E5554B68-7108-4DCE-B4FF-0A2A1280E527}" dt="2024-02-20T12:01:53.149" v="7" actId="478"/>
          <ac:spMkLst>
            <pc:docMk/>
            <pc:sldMk cId="2520309239" sldId="2147376218"/>
            <ac:spMk id="2" creationId="{65192C8F-A008-DDC3-D29F-42E777E22E0A}"/>
          </ac:spMkLst>
        </pc:spChg>
        <pc:spChg chg="mod">
          <ac:chgData name="Malte Heithoff" userId="92960225c14ac204" providerId="LiveId" clId="{E5554B68-7108-4DCE-B4FF-0A2A1280E527}" dt="2024-02-26T13:11:52.298" v="731" actId="20577"/>
          <ac:spMkLst>
            <pc:docMk/>
            <pc:sldMk cId="2520309239" sldId="2147376218"/>
            <ac:spMk id="3" creationId="{558C49FB-E903-CB38-3BD0-A96370EC925D}"/>
          </ac:spMkLst>
        </pc:spChg>
        <pc:spChg chg="add mod">
          <ac:chgData name="Malte Heithoff" userId="92960225c14ac204" providerId="LiveId" clId="{E5554B68-7108-4DCE-B4FF-0A2A1280E527}" dt="2024-02-20T12:48:18.796" v="520" actId="1036"/>
          <ac:spMkLst>
            <pc:docMk/>
            <pc:sldMk cId="2520309239" sldId="2147376218"/>
            <ac:spMk id="4" creationId="{C73A283F-EFA9-18D0-6E7E-3A105DA59C03}"/>
          </ac:spMkLst>
        </pc:spChg>
        <pc:spChg chg="add mod ord">
          <ac:chgData name="Malte Heithoff" userId="92960225c14ac204" providerId="LiveId" clId="{E5554B68-7108-4DCE-B4FF-0A2A1280E527}" dt="2024-02-20T12:48:17.359" v="515" actId="1035"/>
          <ac:spMkLst>
            <pc:docMk/>
            <pc:sldMk cId="2520309239" sldId="2147376218"/>
            <ac:spMk id="5" creationId="{0324E343-938F-FE3E-EE35-4516C7C3D55D}"/>
          </ac:spMkLst>
        </pc:spChg>
        <pc:spChg chg="add mod">
          <ac:chgData name="Malte Heithoff" userId="92960225c14ac204" providerId="LiveId" clId="{E5554B68-7108-4DCE-B4FF-0A2A1280E527}" dt="2024-02-20T12:48:27.516" v="573" actId="1035"/>
          <ac:spMkLst>
            <pc:docMk/>
            <pc:sldMk cId="2520309239" sldId="2147376218"/>
            <ac:spMk id="6" creationId="{1AF82B71-419E-DE21-4492-F2996C2DAFC7}"/>
          </ac:spMkLst>
        </pc:spChg>
        <pc:spChg chg="add mod">
          <ac:chgData name="Malte Heithoff" userId="92960225c14ac204" providerId="LiveId" clId="{E5554B68-7108-4DCE-B4FF-0A2A1280E527}" dt="2024-02-20T12:40:34.035" v="347" actId="1038"/>
          <ac:spMkLst>
            <pc:docMk/>
            <pc:sldMk cId="2520309239" sldId="2147376218"/>
            <ac:spMk id="7" creationId="{54BA1A1E-28E6-F648-40BA-2F201612F3CE}"/>
          </ac:spMkLst>
        </pc:spChg>
        <pc:spChg chg="add del mod">
          <ac:chgData name="Malte Heithoff" userId="92960225c14ac204" providerId="LiveId" clId="{E5554B68-7108-4DCE-B4FF-0A2A1280E527}" dt="2024-02-26T13:34:08.134" v="758" actId="478"/>
          <ac:spMkLst>
            <pc:docMk/>
            <pc:sldMk cId="2520309239" sldId="2147376218"/>
            <ac:spMk id="8" creationId="{70BBDD97-D78A-0915-41BC-B5A89DC6643E}"/>
          </ac:spMkLst>
        </pc:spChg>
        <pc:spChg chg="add mod">
          <ac:chgData name="Malte Heithoff" userId="92960225c14ac204" providerId="LiveId" clId="{E5554B68-7108-4DCE-B4FF-0A2A1280E527}" dt="2024-02-20T12:34:04.584" v="281" actId="1076"/>
          <ac:spMkLst>
            <pc:docMk/>
            <pc:sldMk cId="2520309239" sldId="2147376218"/>
            <ac:spMk id="10" creationId="{4F4BEA26-91A8-30EC-3A23-059B11DFB098}"/>
          </ac:spMkLst>
        </pc:spChg>
        <pc:spChg chg="mod">
          <ac:chgData name="Malte Heithoff" userId="92960225c14ac204" providerId="LiveId" clId="{E5554B68-7108-4DCE-B4FF-0A2A1280E527}" dt="2024-02-20T12:04:39.304" v="76"/>
          <ac:spMkLst>
            <pc:docMk/>
            <pc:sldMk cId="2520309239" sldId="2147376218"/>
            <ac:spMk id="14" creationId="{563DC37C-ABD6-9183-C4ED-F9835EE7FB14}"/>
          </ac:spMkLst>
        </pc:spChg>
        <pc:spChg chg="mod">
          <ac:chgData name="Malte Heithoff" userId="92960225c14ac204" providerId="LiveId" clId="{E5554B68-7108-4DCE-B4FF-0A2A1280E527}" dt="2024-02-20T12:05:44.245" v="141" actId="20577"/>
          <ac:spMkLst>
            <pc:docMk/>
            <pc:sldMk cId="2520309239" sldId="2147376218"/>
            <ac:spMk id="15" creationId="{284F7237-7638-D10A-12C5-9CEA02045FA8}"/>
          </ac:spMkLst>
        </pc:spChg>
        <pc:spChg chg="add mod ord">
          <ac:chgData name="Malte Heithoff" userId="92960225c14ac204" providerId="LiveId" clId="{E5554B68-7108-4DCE-B4FF-0A2A1280E527}" dt="2024-02-20T12:40:50.129" v="372" actId="1035"/>
          <ac:spMkLst>
            <pc:docMk/>
            <pc:sldMk cId="2520309239" sldId="2147376218"/>
            <ac:spMk id="16" creationId="{356143B7-7291-F3EF-0ACE-37E4466E8786}"/>
          </ac:spMkLst>
        </pc:spChg>
        <pc:spChg chg="add mod">
          <ac:chgData name="Malte Heithoff" userId="92960225c14ac204" providerId="LiveId" clId="{E5554B68-7108-4DCE-B4FF-0A2A1280E527}" dt="2024-02-20T12:40:50.129" v="372" actId="1035"/>
          <ac:spMkLst>
            <pc:docMk/>
            <pc:sldMk cId="2520309239" sldId="2147376218"/>
            <ac:spMk id="17" creationId="{40101FAE-F7F8-3FF0-F8D3-6E2547934EB6}"/>
          </ac:spMkLst>
        </pc:spChg>
        <pc:spChg chg="add mod">
          <ac:chgData name="Malte Heithoff" userId="92960225c14ac204" providerId="LiveId" clId="{E5554B68-7108-4DCE-B4FF-0A2A1280E527}" dt="2024-02-20T12:40:50.129" v="372" actId="1035"/>
          <ac:spMkLst>
            <pc:docMk/>
            <pc:sldMk cId="2520309239" sldId="2147376218"/>
            <ac:spMk id="18" creationId="{B4A69093-4B00-0644-73AE-791D19F8FF62}"/>
          </ac:spMkLst>
        </pc:spChg>
        <pc:spChg chg="add del mod">
          <ac:chgData name="Malte Heithoff" userId="92960225c14ac204" providerId="LiveId" clId="{E5554B68-7108-4DCE-B4FF-0A2A1280E527}" dt="2024-02-26T13:00:51.257" v="697" actId="478"/>
          <ac:spMkLst>
            <pc:docMk/>
            <pc:sldMk cId="2520309239" sldId="2147376218"/>
            <ac:spMk id="22" creationId="{AE50AD65-ECC6-4D45-D110-A90C109BE420}"/>
          </ac:spMkLst>
        </pc:spChg>
        <pc:spChg chg="add del mod">
          <ac:chgData name="Malte Heithoff" userId="92960225c14ac204" providerId="LiveId" clId="{E5554B68-7108-4DCE-B4FF-0A2A1280E527}" dt="2024-02-26T13:34:14.216" v="761" actId="478"/>
          <ac:spMkLst>
            <pc:docMk/>
            <pc:sldMk cId="2520309239" sldId="2147376218"/>
            <ac:spMk id="30" creationId="{87427550-49FB-2CFB-86D4-2918D7BC906D}"/>
          </ac:spMkLst>
        </pc:spChg>
        <pc:spChg chg="mod">
          <ac:chgData name="Malte Heithoff" userId="92960225c14ac204" providerId="LiveId" clId="{E5554B68-7108-4DCE-B4FF-0A2A1280E527}" dt="2024-02-26T13:10:07.829" v="704"/>
          <ac:spMkLst>
            <pc:docMk/>
            <pc:sldMk cId="2520309239" sldId="2147376218"/>
            <ac:spMk id="35" creationId="{FA01C272-6E2E-FF97-AF84-C8328923529B}"/>
          </ac:spMkLst>
        </pc:spChg>
        <pc:spChg chg="mod">
          <ac:chgData name="Malte Heithoff" userId="92960225c14ac204" providerId="LiveId" clId="{E5554B68-7108-4DCE-B4FF-0A2A1280E527}" dt="2024-02-26T13:10:07.829" v="704"/>
          <ac:spMkLst>
            <pc:docMk/>
            <pc:sldMk cId="2520309239" sldId="2147376218"/>
            <ac:spMk id="37" creationId="{2052A786-6020-527B-1EC9-37B1DB26963D}"/>
          </ac:spMkLst>
        </pc:spChg>
        <pc:spChg chg="add mod">
          <ac:chgData name="Malte Heithoff" userId="92960225c14ac204" providerId="LiveId" clId="{E5554B68-7108-4DCE-B4FF-0A2A1280E527}" dt="2024-02-26T13:10:48.812" v="720" actId="20577"/>
          <ac:spMkLst>
            <pc:docMk/>
            <pc:sldMk cId="2520309239" sldId="2147376218"/>
            <ac:spMk id="38" creationId="{4252039D-88EE-1C6F-943A-0D15E0285F98}"/>
          </ac:spMkLst>
        </pc:spChg>
        <pc:spChg chg="add mod">
          <ac:chgData name="Malte Heithoff" userId="92960225c14ac204" providerId="LiveId" clId="{E5554B68-7108-4DCE-B4FF-0A2A1280E527}" dt="2024-02-26T13:20:18.830" v="740" actId="20577"/>
          <ac:spMkLst>
            <pc:docMk/>
            <pc:sldMk cId="2520309239" sldId="2147376218"/>
            <ac:spMk id="40" creationId="{BB30AED1-836B-BF73-70E7-BFD0E4A99233}"/>
          </ac:spMkLst>
        </pc:spChg>
        <pc:spChg chg="add mod">
          <ac:chgData name="Malte Heithoff" userId="92960225c14ac204" providerId="LiveId" clId="{E5554B68-7108-4DCE-B4FF-0A2A1280E527}" dt="2024-02-26T13:20:27.584" v="754" actId="20577"/>
          <ac:spMkLst>
            <pc:docMk/>
            <pc:sldMk cId="2520309239" sldId="2147376218"/>
            <ac:spMk id="41" creationId="{7F6DA16D-AE99-4836-A6F1-2B98938CC95D}"/>
          </ac:spMkLst>
        </pc:spChg>
        <pc:spChg chg="add mod">
          <ac:chgData name="Malte Heithoff" userId="92960225c14ac204" providerId="LiveId" clId="{E5554B68-7108-4DCE-B4FF-0A2A1280E527}" dt="2024-02-20T12:42:52.680" v="379" actId="20577"/>
          <ac:spMkLst>
            <pc:docMk/>
            <pc:sldMk cId="2520309239" sldId="2147376218"/>
            <ac:spMk id="58" creationId="{C6173756-EF81-3D50-1748-485EB865187A}"/>
          </ac:spMkLst>
        </pc:spChg>
        <pc:spChg chg="mod">
          <ac:chgData name="Malte Heithoff" userId="92960225c14ac204" providerId="LiveId" clId="{E5554B68-7108-4DCE-B4FF-0A2A1280E527}" dt="2024-02-20T12:43:25.833" v="381"/>
          <ac:spMkLst>
            <pc:docMk/>
            <pc:sldMk cId="2520309239" sldId="2147376218"/>
            <ac:spMk id="60" creationId="{DBE31740-D3B6-F30C-7005-DFD9B292FCC7}"/>
          </ac:spMkLst>
        </pc:spChg>
        <pc:spChg chg="mod">
          <ac:chgData name="Malte Heithoff" userId="92960225c14ac204" providerId="LiveId" clId="{E5554B68-7108-4DCE-B4FF-0A2A1280E527}" dt="2024-02-20T12:43:25.833" v="381"/>
          <ac:spMkLst>
            <pc:docMk/>
            <pc:sldMk cId="2520309239" sldId="2147376218"/>
            <ac:spMk id="62" creationId="{019006BC-A807-CC00-4A03-03F1C3FAB017}"/>
          </ac:spMkLst>
        </pc:spChg>
        <pc:spChg chg="mod">
          <ac:chgData name="Malte Heithoff" userId="92960225c14ac204" providerId="LiveId" clId="{E5554B68-7108-4DCE-B4FF-0A2A1280E527}" dt="2024-02-20T12:43:25.833" v="381"/>
          <ac:spMkLst>
            <pc:docMk/>
            <pc:sldMk cId="2520309239" sldId="2147376218"/>
            <ac:spMk id="63" creationId="{763124B7-BB30-09D2-0B49-ABC146BF3FEE}"/>
          </ac:spMkLst>
        </pc:spChg>
        <pc:spChg chg="mod">
          <ac:chgData name="Malte Heithoff" userId="92960225c14ac204" providerId="LiveId" clId="{E5554B68-7108-4DCE-B4FF-0A2A1280E527}" dt="2024-02-20T12:43:25.833" v="381"/>
          <ac:spMkLst>
            <pc:docMk/>
            <pc:sldMk cId="2520309239" sldId="2147376218"/>
            <ac:spMk id="64" creationId="{B87BB5E0-BC77-48B7-0587-5D8C12439AB2}"/>
          </ac:spMkLst>
        </pc:spChg>
        <pc:spChg chg="mod">
          <ac:chgData name="Malte Heithoff" userId="92960225c14ac204" providerId="LiveId" clId="{E5554B68-7108-4DCE-B4FF-0A2A1280E527}" dt="2024-02-20T12:43:25.833" v="381"/>
          <ac:spMkLst>
            <pc:docMk/>
            <pc:sldMk cId="2520309239" sldId="2147376218"/>
            <ac:spMk id="65" creationId="{274C406B-7E99-3742-91A1-DBA643FA8F1E}"/>
          </ac:spMkLst>
        </pc:spChg>
        <pc:spChg chg="mod">
          <ac:chgData name="Malte Heithoff" userId="92960225c14ac204" providerId="LiveId" clId="{E5554B68-7108-4DCE-B4FF-0A2A1280E527}" dt="2024-02-20T12:43:25.833" v="381"/>
          <ac:spMkLst>
            <pc:docMk/>
            <pc:sldMk cId="2520309239" sldId="2147376218"/>
            <ac:spMk id="69" creationId="{F08BFBDA-77C8-6646-D28C-21B881698CA7}"/>
          </ac:spMkLst>
        </pc:spChg>
        <pc:spChg chg="mod">
          <ac:chgData name="Malte Heithoff" userId="92960225c14ac204" providerId="LiveId" clId="{E5554B68-7108-4DCE-B4FF-0A2A1280E527}" dt="2024-02-20T13:10:39.941" v="611" actId="20577"/>
          <ac:spMkLst>
            <pc:docMk/>
            <pc:sldMk cId="2520309239" sldId="2147376218"/>
            <ac:spMk id="71" creationId="{A2C6213A-3ADC-917F-29C6-66FF8B25FD30}"/>
          </ac:spMkLst>
        </pc:spChg>
        <pc:spChg chg="mod">
          <ac:chgData name="Malte Heithoff" userId="92960225c14ac204" providerId="LiveId" clId="{E5554B68-7108-4DCE-B4FF-0A2A1280E527}" dt="2024-02-20T12:43:25.833" v="381"/>
          <ac:spMkLst>
            <pc:docMk/>
            <pc:sldMk cId="2520309239" sldId="2147376218"/>
            <ac:spMk id="72" creationId="{91DBABAC-62C6-AD44-0ACA-891EE71D0890}"/>
          </ac:spMkLst>
        </pc:spChg>
        <pc:spChg chg="mod">
          <ac:chgData name="Malte Heithoff" userId="92960225c14ac204" providerId="LiveId" clId="{E5554B68-7108-4DCE-B4FF-0A2A1280E527}" dt="2024-02-20T12:43:25.833" v="381"/>
          <ac:spMkLst>
            <pc:docMk/>
            <pc:sldMk cId="2520309239" sldId="2147376218"/>
            <ac:spMk id="73" creationId="{F717A573-0E28-4047-6FA4-C31B36CB5F35}"/>
          </ac:spMkLst>
        </pc:spChg>
        <pc:spChg chg="mod">
          <ac:chgData name="Malte Heithoff" userId="92960225c14ac204" providerId="LiveId" clId="{E5554B68-7108-4DCE-B4FF-0A2A1280E527}" dt="2024-02-20T12:43:25.833" v="381"/>
          <ac:spMkLst>
            <pc:docMk/>
            <pc:sldMk cId="2520309239" sldId="2147376218"/>
            <ac:spMk id="74" creationId="{221EC4FC-0EA7-39E9-E77F-47D1CF398907}"/>
          </ac:spMkLst>
        </pc:spChg>
        <pc:spChg chg="add mod">
          <ac:chgData name="Malte Heithoff" userId="92960225c14ac204" providerId="LiveId" clId="{E5554B68-7108-4DCE-B4FF-0A2A1280E527}" dt="2024-02-20T12:48:27.516" v="573" actId="1035"/>
          <ac:spMkLst>
            <pc:docMk/>
            <pc:sldMk cId="2520309239" sldId="2147376218"/>
            <ac:spMk id="80" creationId="{C67FE378-0D59-2B3F-9648-51E41C66C7A4}"/>
          </ac:spMkLst>
        </pc:spChg>
        <pc:spChg chg="add del mod">
          <ac:chgData name="Malte Heithoff" userId="92960225c14ac204" providerId="LiveId" clId="{E5554B68-7108-4DCE-B4FF-0A2A1280E527}" dt="2024-02-26T13:00:45.987" v="696" actId="478"/>
          <ac:spMkLst>
            <pc:docMk/>
            <pc:sldMk cId="2520309239" sldId="2147376218"/>
            <ac:spMk id="81" creationId="{860AF4AE-BD6B-0681-2EFD-512128A6F96D}"/>
          </ac:spMkLst>
        </pc:spChg>
        <pc:spChg chg="add mod">
          <ac:chgData name="Malte Heithoff" userId="92960225c14ac204" providerId="LiveId" clId="{E5554B68-7108-4DCE-B4FF-0A2A1280E527}" dt="2024-02-20T13:11:13.851" v="634" actId="1076"/>
          <ac:spMkLst>
            <pc:docMk/>
            <pc:sldMk cId="2520309239" sldId="2147376218"/>
            <ac:spMk id="82" creationId="{D7354703-36B2-F2E5-D089-E044DBF26A17}"/>
          </ac:spMkLst>
        </pc:spChg>
        <pc:spChg chg="add mod">
          <ac:chgData name="Malte Heithoff" userId="92960225c14ac204" providerId="LiveId" clId="{E5554B68-7108-4DCE-B4FF-0A2A1280E527}" dt="2024-02-20T12:46:36.744" v="447" actId="1036"/>
          <ac:spMkLst>
            <pc:docMk/>
            <pc:sldMk cId="2520309239" sldId="2147376218"/>
            <ac:spMk id="84" creationId="{755F721C-0D6B-2048-1D17-A9FF41C1C4DE}"/>
          </ac:spMkLst>
        </pc:spChg>
        <pc:spChg chg="add mod">
          <ac:chgData name="Malte Heithoff" userId="92960225c14ac204" providerId="LiveId" clId="{E5554B68-7108-4DCE-B4FF-0A2A1280E527}" dt="2024-02-20T12:48:27.516" v="573" actId="1035"/>
          <ac:spMkLst>
            <pc:docMk/>
            <pc:sldMk cId="2520309239" sldId="2147376218"/>
            <ac:spMk id="85" creationId="{B47DB985-2FA9-00AA-6184-26CF34BE27CB}"/>
          </ac:spMkLst>
        </pc:spChg>
        <pc:spChg chg="add mod">
          <ac:chgData name="Malte Heithoff" userId="92960225c14ac204" providerId="LiveId" clId="{E5554B68-7108-4DCE-B4FF-0A2A1280E527}" dt="2024-02-20T12:46:29.395" v="441"/>
          <ac:spMkLst>
            <pc:docMk/>
            <pc:sldMk cId="2520309239" sldId="2147376218"/>
            <ac:spMk id="86" creationId="{40AC397C-7FD3-EEC7-E96C-DAC908D08642}"/>
          </ac:spMkLst>
        </pc:spChg>
        <pc:spChg chg="add mod">
          <ac:chgData name="Malte Heithoff" userId="92960225c14ac204" providerId="LiveId" clId="{E5554B68-7108-4DCE-B4FF-0A2A1280E527}" dt="2024-02-20T12:46:36.744" v="447" actId="1036"/>
          <ac:spMkLst>
            <pc:docMk/>
            <pc:sldMk cId="2520309239" sldId="2147376218"/>
            <ac:spMk id="93" creationId="{979D5AD6-6288-A537-8259-F962FFB30314}"/>
          </ac:spMkLst>
        </pc:spChg>
        <pc:spChg chg="mod">
          <ac:chgData name="Malte Heithoff" userId="92960225c14ac204" providerId="LiveId" clId="{E5554B68-7108-4DCE-B4FF-0A2A1280E527}" dt="2024-02-20T12:46:55.971" v="448"/>
          <ac:spMkLst>
            <pc:docMk/>
            <pc:sldMk cId="2520309239" sldId="2147376218"/>
            <ac:spMk id="95" creationId="{275DD323-B8B9-C30E-BF86-5D6672FE79AE}"/>
          </ac:spMkLst>
        </pc:spChg>
        <pc:spChg chg="mod">
          <ac:chgData name="Malte Heithoff" userId="92960225c14ac204" providerId="LiveId" clId="{E5554B68-7108-4DCE-B4FF-0A2A1280E527}" dt="2024-02-20T12:46:55.971" v="448"/>
          <ac:spMkLst>
            <pc:docMk/>
            <pc:sldMk cId="2520309239" sldId="2147376218"/>
            <ac:spMk id="97" creationId="{35551C84-6CB1-94A0-8D51-E45EDC11D34F}"/>
          </ac:spMkLst>
        </pc:spChg>
        <pc:spChg chg="mod">
          <ac:chgData name="Malte Heithoff" userId="92960225c14ac204" providerId="LiveId" clId="{E5554B68-7108-4DCE-B4FF-0A2A1280E527}" dt="2024-02-20T12:46:55.971" v="448"/>
          <ac:spMkLst>
            <pc:docMk/>
            <pc:sldMk cId="2520309239" sldId="2147376218"/>
            <ac:spMk id="98" creationId="{22BD12D4-7538-256A-2FED-9CA2C8B4CF28}"/>
          </ac:spMkLst>
        </pc:spChg>
        <pc:spChg chg="mod">
          <ac:chgData name="Malte Heithoff" userId="92960225c14ac204" providerId="LiveId" clId="{E5554B68-7108-4DCE-B4FF-0A2A1280E527}" dt="2024-02-20T12:46:55.971" v="448"/>
          <ac:spMkLst>
            <pc:docMk/>
            <pc:sldMk cId="2520309239" sldId="2147376218"/>
            <ac:spMk id="99" creationId="{A8113DA5-0428-09B2-9339-0EC0658A18DE}"/>
          </ac:spMkLst>
        </pc:spChg>
        <pc:spChg chg="mod">
          <ac:chgData name="Malte Heithoff" userId="92960225c14ac204" providerId="LiveId" clId="{E5554B68-7108-4DCE-B4FF-0A2A1280E527}" dt="2024-02-20T12:46:55.971" v="448"/>
          <ac:spMkLst>
            <pc:docMk/>
            <pc:sldMk cId="2520309239" sldId="2147376218"/>
            <ac:spMk id="100" creationId="{03B04754-982F-3144-EFDD-965CBA90A721}"/>
          </ac:spMkLst>
        </pc:spChg>
        <pc:spChg chg="del mod">
          <ac:chgData name="Malte Heithoff" userId="92960225c14ac204" providerId="LiveId" clId="{E5554B68-7108-4DCE-B4FF-0A2A1280E527}" dt="2024-02-20T12:47:06.405" v="451" actId="478"/>
          <ac:spMkLst>
            <pc:docMk/>
            <pc:sldMk cId="2520309239" sldId="2147376218"/>
            <ac:spMk id="104" creationId="{15D9AF5C-C183-825D-A4E7-170AFB994539}"/>
          </ac:spMkLst>
        </pc:spChg>
        <pc:spChg chg="mod">
          <ac:chgData name="Malte Heithoff" userId="92960225c14ac204" providerId="LiveId" clId="{E5554B68-7108-4DCE-B4FF-0A2A1280E527}" dt="2024-02-20T12:47:01.737" v="449"/>
          <ac:spMkLst>
            <pc:docMk/>
            <pc:sldMk cId="2520309239" sldId="2147376218"/>
            <ac:spMk id="106" creationId="{5C21F9E4-74DC-DDD1-1DA3-A094C2A30877}"/>
          </ac:spMkLst>
        </pc:spChg>
        <pc:spChg chg="mod">
          <ac:chgData name="Malte Heithoff" userId="92960225c14ac204" providerId="LiveId" clId="{E5554B68-7108-4DCE-B4FF-0A2A1280E527}" dt="2024-02-20T12:47:01.737" v="449"/>
          <ac:spMkLst>
            <pc:docMk/>
            <pc:sldMk cId="2520309239" sldId="2147376218"/>
            <ac:spMk id="107" creationId="{7451E239-C6B5-153D-A4FA-4138CA259567}"/>
          </ac:spMkLst>
        </pc:spChg>
        <pc:spChg chg="mod">
          <ac:chgData name="Malte Heithoff" userId="92960225c14ac204" providerId="LiveId" clId="{E5554B68-7108-4DCE-B4FF-0A2A1280E527}" dt="2024-02-20T12:47:01.737" v="449"/>
          <ac:spMkLst>
            <pc:docMk/>
            <pc:sldMk cId="2520309239" sldId="2147376218"/>
            <ac:spMk id="108" creationId="{223F854E-F3E9-FF87-C1FB-FE856C277866}"/>
          </ac:spMkLst>
        </pc:spChg>
        <pc:spChg chg="mod">
          <ac:chgData name="Malte Heithoff" userId="92960225c14ac204" providerId="LiveId" clId="{E5554B68-7108-4DCE-B4FF-0A2A1280E527}" dt="2024-02-20T12:47:01.737" v="449"/>
          <ac:spMkLst>
            <pc:docMk/>
            <pc:sldMk cId="2520309239" sldId="2147376218"/>
            <ac:spMk id="109" creationId="{AE7764CB-5C0D-9F5D-5AC6-DD830A536193}"/>
          </ac:spMkLst>
        </pc:spChg>
        <pc:spChg chg="mod topLvl">
          <ac:chgData name="Malte Heithoff" userId="92960225c14ac204" providerId="LiveId" clId="{E5554B68-7108-4DCE-B4FF-0A2A1280E527}" dt="2024-02-20T12:47:43.030" v="472" actId="14100"/>
          <ac:spMkLst>
            <pc:docMk/>
            <pc:sldMk cId="2520309239" sldId="2147376218"/>
            <ac:spMk id="113" creationId="{DC1F1AD7-2452-5761-F2D3-AA45BCF0939F}"/>
          </ac:spMkLst>
        </pc:spChg>
        <pc:spChg chg="mod topLvl">
          <ac:chgData name="Malte Heithoff" userId="92960225c14ac204" providerId="LiveId" clId="{E5554B68-7108-4DCE-B4FF-0A2A1280E527}" dt="2024-02-20T12:47:46.690" v="473" actId="14100"/>
          <ac:spMkLst>
            <pc:docMk/>
            <pc:sldMk cId="2520309239" sldId="2147376218"/>
            <ac:spMk id="115" creationId="{B07EC9FC-B645-6373-950D-CF226A2F83E7}"/>
          </ac:spMkLst>
        </pc:spChg>
        <pc:spChg chg="mod">
          <ac:chgData name="Malte Heithoff" userId="92960225c14ac204" providerId="LiveId" clId="{E5554B68-7108-4DCE-B4FF-0A2A1280E527}" dt="2024-02-20T12:47:13.425" v="453" actId="165"/>
          <ac:spMkLst>
            <pc:docMk/>
            <pc:sldMk cId="2520309239" sldId="2147376218"/>
            <ac:spMk id="116" creationId="{1784DD1C-5B82-FA0B-835D-75386836A554}"/>
          </ac:spMkLst>
        </pc:spChg>
        <pc:spChg chg="mod">
          <ac:chgData name="Malte Heithoff" userId="92960225c14ac204" providerId="LiveId" clId="{E5554B68-7108-4DCE-B4FF-0A2A1280E527}" dt="2024-02-20T12:47:13.425" v="453" actId="165"/>
          <ac:spMkLst>
            <pc:docMk/>
            <pc:sldMk cId="2520309239" sldId="2147376218"/>
            <ac:spMk id="117" creationId="{9815AAF1-CD08-24A5-2CB2-C34BF23FCAA0}"/>
          </ac:spMkLst>
        </pc:spChg>
        <pc:spChg chg="mod">
          <ac:chgData name="Malte Heithoff" userId="92960225c14ac204" providerId="LiveId" clId="{E5554B68-7108-4DCE-B4FF-0A2A1280E527}" dt="2024-02-20T12:47:13.425" v="453" actId="165"/>
          <ac:spMkLst>
            <pc:docMk/>
            <pc:sldMk cId="2520309239" sldId="2147376218"/>
            <ac:spMk id="118" creationId="{CAB6CA2A-5558-27F0-43FB-CB9902234C6D}"/>
          </ac:spMkLst>
        </pc:spChg>
        <pc:grpChg chg="add mod">
          <ac:chgData name="Malte Heithoff" userId="92960225c14ac204" providerId="LiveId" clId="{E5554B68-7108-4DCE-B4FF-0A2A1280E527}" dt="2024-02-20T12:40:28.111" v="337" actId="1038"/>
          <ac:grpSpMkLst>
            <pc:docMk/>
            <pc:sldMk cId="2520309239" sldId="2147376218"/>
            <ac:grpSpMk id="12" creationId="{54F1CD52-37A5-4608-E0BD-1B1F21F9A43B}"/>
          </ac:grpSpMkLst>
        </pc:grpChg>
        <pc:grpChg chg="add mod">
          <ac:chgData name="Malte Heithoff" userId="92960225c14ac204" providerId="LiveId" clId="{E5554B68-7108-4DCE-B4FF-0A2A1280E527}" dt="2024-02-20T12:40:50.129" v="372" actId="1035"/>
          <ac:grpSpMkLst>
            <pc:docMk/>
            <pc:sldMk cId="2520309239" sldId="2147376218"/>
            <ac:grpSpMk id="13" creationId="{53E05B96-F79A-3073-4874-94AFFD9CB994}"/>
          </ac:grpSpMkLst>
        </pc:grpChg>
        <pc:grpChg chg="add mod">
          <ac:chgData name="Malte Heithoff" userId="92960225c14ac204" providerId="LiveId" clId="{E5554B68-7108-4DCE-B4FF-0A2A1280E527}" dt="2024-02-26T13:10:07.829" v="704"/>
          <ac:grpSpMkLst>
            <pc:docMk/>
            <pc:sldMk cId="2520309239" sldId="2147376218"/>
            <ac:grpSpMk id="34" creationId="{BB6F6950-F92D-AC5B-C862-230DD46F3FA8}"/>
          </ac:grpSpMkLst>
        </pc:grpChg>
        <pc:grpChg chg="add mod">
          <ac:chgData name="Malte Heithoff" userId="92960225c14ac204" providerId="LiveId" clId="{E5554B68-7108-4DCE-B4FF-0A2A1280E527}" dt="2024-02-20T12:43:27.660" v="382" actId="1076"/>
          <ac:grpSpMkLst>
            <pc:docMk/>
            <pc:sldMk cId="2520309239" sldId="2147376218"/>
            <ac:grpSpMk id="59" creationId="{22239DA5-ECEE-FF10-05EC-151BA9398417}"/>
          </ac:grpSpMkLst>
        </pc:grpChg>
        <pc:grpChg chg="mod">
          <ac:chgData name="Malte Heithoff" userId="92960225c14ac204" providerId="LiveId" clId="{E5554B68-7108-4DCE-B4FF-0A2A1280E527}" dt="2024-02-20T12:43:25.833" v="381"/>
          <ac:grpSpMkLst>
            <pc:docMk/>
            <pc:sldMk cId="2520309239" sldId="2147376218"/>
            <ac:grpSpMk id="61" creationId="{5737A31B-E960-B9EB-DCF1-6CD21B54CC40}"/>
          </ac:grpSpMkLst>
        </pc:grpChg>
        <pc:grpChg chg="add mod">
          <ac:chgData name="Malte Heithoff" userId="92960225c14ac204" providerId="LiveId" clId="{E5554B68-7108-4DCE-B4FF-0A2A1280E527}" dt="2024-02-26T12:36:23.709" v="651" actId="1076"/>
          <ac:grpSpMkLst>
            <pc:docMk/>
            <pc:sldMk cId="2520309239" sldId="2147376218"/>
            <ac:grpSpMk id="68" creationId="{930F088F-D279-3F41-F4B0-5EA1E2AC4A77}"/>
          </ac:grpSpMkLst>
        </pc:grpChg>
        <pc:grpChg chg="mod">
          <ac:chgData name="Malte Heithoff" userId="92960225c14ac204" providerId="LiveId" clId="{E5554B68-7108-4DCE-B4FF-0A2A1280E527}" dt="2024-02-20T12:43:25.833" v="381"/>
          <ac:grpSpMkLst>
            <pc:docMk/>
            <pc:sldMk cId="2520309239" sldId="2147376218"/>
            <ac:grpSpMk id="70" creationId="{090FC10B-7191-88C4-5978-D72B8C1F41D8}"/>
          </ac:grpSpMkLst>
        </pc:grpChg>
        <pc:grpChg chg="add mod">
          <ac:chgData name="Malte Heithoff" userId="92960225c14ac204" providerId="LiveId" clId="{E5554B68-7108-4DCE-B4FF-0A2A1280E527}" dt="2024-02-20T12:46:55.971" v="448"/>
          <ac:grpSpMkLst>
            <pc:docMk/>
            <pc:sldMk cId="2520309239" sldId="2147376218"/>
            <ac:grpSpMk id="94" creationId="{0750D14F-935D-8048-0182-BA46D2A4A604}"/>
          </ac:grpSpMkLst>
        </pc:grpChg>
        <pc:grpChg chg="mod">
          <ac:chgData name="Malte Heithoff" userId="92960225c14ac204" providerId="LiveId" clId="{E5554B68-7108-4DCE-B4FF-0A2A1280E527}" dt="2024-02-20T12:46:55.971" v="448"/>
          <ac:grpSpMkLst>
            <pc:docMk/>
            <pc:sldMk cId="2520309239" sldId="2147376218"/>
            <ac:grpSpMk id="96" creationId="{54988BE0-C5E3-B1A0-C4E9-BE52ECF982FE}"/>
          </ac:grpSpMkLst>
        </pc:grpChg>
        <pc:grpChg chg="add del mod">
          <ac:chgData name="Malte Heithoff" userId="92960225c14ac204" providerId="LiveId" clId="{E5554B68-7108-4DCE-B4FF-0A2A1280E527}" dt="2024-02-20T12:47:18.156" v="455" actId="478"/>
          <ac:grpSpMkLst>
            <pc:docMk/>
            <pc:sldMk cId="2520309239" sldId="2147376218"/>
            <ac:grpSpMk id="103" creationId="{68CD9294-4C53-2E58-E757-5BBF5533731B}"/>
          </ac:grpSpMkLst>
        </pc:grpChg>
        <pc:grpChg chg="mod">
          <ac:chgData name="Malte Heithoff" userId="92960225c14ac204" providerId="LiveId" clId="{E5554B68-7108-4DCE-B4FF-0A2A1280E527}" dt="2024-02-20T12:47:01.737" v="449"/>
          <ac:grpSpMkLst>
            <pc:docMk/>
            <pc:sldMk cId="2520309239" sldId="2147376218"/>
            <ac:grpSpMk id="105" creationId="{5B3FA369-D36E-F103-D55C-858B0E3C2E9D}"/>
          </ac:grpSpMkLst>
        </pc:grpChg>
        <pc:grpChg chg="add del mod">
          <ac:chgData name="Malte Heithoff" userId="92960225c14ac204" providerId="LiveId" clId="{E5554B68-7108-4DCE-B4FF-0A2A1280E527}" dt="2024-02-20T12:47:13.425" v="453" actId="165"/>
          <ac:grpSpMkLst>
            <pc:docMk/>
            <pc:sldMk cId="2520309239" sldId="2147376218"/>
            <ac:grpSpMk id="112" creationId="{0422879B-1EDC-C497-E0EB-BD023D1CCE7E}"/>
          </ac:grpSpMkLst>
        </pc:grpChg>
        <pc:grpChg chg="del mod topLvl">
          <ac:chgData name="Malte Heithoff" userId="92960225c14ac204" providerId="LiveId" clId="{E5554B68-7108-4DCE-B4FF-0A2A1280E527}" dt="2024-02-20T12:47:15.368" v="454" actId="478"/>
          <ac:grpSpMkLst>
            <pc:docMk/>
            <pc:sldMk cId="2520309239" sldId="2147376218"/>
            <ac:grpSpMk id="114" creationId="{3F2DFFE2-1456-F708-0C44-01F46B33F10F}"/>
          </ac:grpSpMkLst>
        </pc:grpChg>
        <pc:grpChg chg="add mod">
          <ac:chgData name="Malte Heithoff" userId="92960225c14ac204" providerId="LiveId" clId="{E5554B68-7108-4DCE-B4FF-0A2A1280E527}" dt="2024-02-20T12:48:38.881" v="595" actId="1035"/>
          <ac:grpSpMkLst>
            <pc:docMk/>
            <pc:sldMk cId="2520309239" sldId="2147376218"/>
            <ac:grpSpMk id="122" creationId="{55D1B1DB-CA49-AA71-FD24-3CC4CC90F94C}"/>
          </ac:grpSpMkLst>
        </pc:grpChg>
        <pc:picChg chg="add mod">
          <ac:chgData name="Malte Heithoff" userId="92960225c14ac204" providerId="LiveId" clId="{E5554B68-7108-4DCE-B4FF-0A2A1280E527}" dt="2024-02-20T12:04:01.365" v="63"/>
          <ac:picMkLst>
            <pc:docMk/>
            <pc:sldMk cId="2520309239" sldId="2147376218"/>
            <ac:picMk id="9" creationId="{02DCC15E-CC48-6DC8-218D-2359D20580BD}"/>
          </ac:picMkLst>
        </pc:picChg>
        <pc:picChg chg="add mod">
          <ac:chgData name="Malte Heithoff" userId="92960225c14ac204" providerId="LiveId" clId="{E5554B68-7108-4DCE-B4FF-0A2A1280E527}" dt="2024-02-20T12:04:24.303" v="71" actId="164"/>
          <ac:picMkLst>
            <pc:docMk/>
            <pc:sldMk cId="2520309239" sldId="2147376218"/>
            <ac:picMk id="11" creationId="{83D35B76-7A84-1E11-FF5C-F178AA3A964D}"/>
          </ac:picMkLst>
        </pc:picChg>
        <pc:picChg chg="add mod">
          <ac:chgData name="Malte Heithoff" userId="92960225c14ac204" providerId="LiveId" clId="{E5554B68-7108-4DCE-B4FF-0A2A1280E527}" dt="2024-02-20T12:47:34.563" v="460" actId="164"/>
          <ac:picMkLst>
            <pc:docMk/>
            <pc:sldMk cId="2520309239" sldId="2147376218"/>
            <ac:picMk id="121" creationId="{4D0167D1-A261-E444-BF21-AF513ACC1932}"/>
          </ac:picMkLst>
        </pc:picChg>
        <pc:cxnChg chg="add mod">
          <ac:chgData name="Malte Heithoff" userId="92960225c14ac204" providerId="LiveId" clId="{E5554B68-7108-4DCE-B4FF-0A2A1280E527}" dt="2024-02-26T12:36:19.100" v="646" actId="14100"/>
          <ac:cxnSpMkLst>
            <pc:docMk/>
            <pc:sldMk cId="2520309239" sldId="2147376218"/>
            <ac:cxnSpMk id="9" creationId="{EC253F61-7326-F7C8-FDC4-389E979754F7}"/>
          </ac:cxnSpMkLst>
        </pc:cxnChg>
        <pc:cxnChg chg="add del mod">
          <ac:chgData name="Malte Heithoff" userId="92960225c14ac204" providerId="LiveId" clId="{E5554B68-7108-4DCE-B4FF-0A2A1280E527}" dt="2024-02-20T12:24:17.573" v="264" actId="478"/>
          <ac:cxnSpMkLst>
            <pc:docMk/>
            <pc:sldMk cId="2520309239" sldId="2147376218"/>
            <ac:cxnSpMk id="20" creationId="{892AECB8-6837-0ED2-8374-BD4717444723}"/>
          </ac:cxnSpMkLst>
        </pc:cxnChg>
        <pc:cxnChg chg="add del mod">
          <ac:chgData name="Malte Heithoff" userId="92960225c14ac204" providerId="LiveId" clId="{E5554B68-7108-4DCE-B4FF-0A2A1280E527}" dt="2024-02-20T12:30:49.836" v="266" actId="478"/>
          <ac:cxnSpMkLst>
            <pc:docMk/>
            <pc:sldMk cId="2520309239" sldId="2147376218"/>
            <ac:cxnSpMk id="22" creationId="{6C6F0E7D-D89E-2B39-6304-576BE01C1CB7}"/>
          </ac:cxnSpMkLst>
        </pc:cxnChg>
        <pc:cxnChg chg="add mod">
          <ac:chgData name="Malte Heithoff" userId="92960225c14ac204" providerId="LiveId" clId="{E5554B68-7108-4DCE-B4FF-0A2A1280E527}" dt="2024-02-20T12:48:27.516" v="573" actId="1035"/>
          <ac:cxnSpMkLst>
            <pc:docMk/>
            <pc:sldMk cId="2520309239" sldId="2147376218"/>
            <ac:cxnSpMk id="23" creationId="{164C20F3-1D25-F306-915A-F97A44E4DC53}"/>
          </ac:cxnSpMkLst>
        </pc:cxnChg>
        <pc:cxnChg chg="add mod">
          <ac:chgData name="Malte Heithoff" userId="92960225c14ac204" providerId="LiveId" clId="{E5554B68-7108-4DCE-B4FF-0A2A1280E527}" dt="2024-02-26T13:08:00.320" v="703" actId="14100"/>
          <ac:cxnSpMkLst>
            <pc:docMk/>
            <pc:sldMk cId="2520309239" sldId="2147376218"/>
            <ac:cxnSpMk id="24" creationId="{42DF4481-D668-A454-A921-2FF0316A7859}"/>
          </ac:cxnSpMkLst>
        </pc:cxnChg>
        <pc:cxnChg chg="add del mod">
          <ac:chgData name="Malte Heithoff" userId="92960225c14ac204" providerId="LiveId" clId="{E5554B68-7108-4DCE-B4FF-0A2A1280E527}" dt="2024-02-20T12:33:49.741" v="276" actId="478"/>
          <ac:cxnSpMkLst>
            <pc:docMk/>
            <pc:sldMk cId="2520309239" sldId="2147376218"/>
            <ac:cxnSpMk id="26" creationId="{AD921787-BCFE-E1F2-7C9D-392D304DAAF0}"/>
          </ac:cxnSpMkLst>
        </pc:cxnChg>
        <pc:cxnChg chg="add mod">
          <ac:chgData name="Malte Heithoff" userId="92960225c14ac204" providerId="LiveId" clId="{E5554B68-7108-4DCE-B4FF-0A2A1280E527}" dt="2024-02-20T12:48:27.516" v="573" actId="1035"/>
          <ac:cxnSpMkLst>
            <pc:docMk/>
            <pc:sldMk cId="2520309239" sldId="2147376218"/>
            <ac:cxnSpMk id="29" creationId="{645423C5-AFC5-6F78-9367-8ADEBBDC3D5F}"/>
          </ac:cxnSpMkLst>
        </pc:cxnChg>
        <pc:cxnChg chg="add del mod">
          <ac:chgData name="Malte Heithoff" userId="92960225c14ac204" providerId="LiveId" clId="{E5554B68-7108-4DCE-B4FF-0A2A1280E527}" dt="2024-02-26T13:34:09.814" v="760" actId="478"/>
          <ac:cxnSpMkLst>
            <pc:docMk/>
            <pc:sldMk cId="2520309239" sldId="2147376218"/>
            <ac:cxnSpMk id="36" creationId="{06D57E3A-AA5B-FD14-C142-0726AEEDDB1B}"/>
          </ac:cxnSpMkLst>
        </pc:cxnChg>
        <pc:cxnChg chg="add del mod ord">
          <ac:chgData name="Malte Heithoff" userId="92960225c14ac204" providerId="LiveId" clId="{E5554B68-7108-4DCE-B4FF-0A2A1280E527}" dt="2024-02-26T13:34:08.937" v="759" actId="478"/>
          <ac:cxnSpMkLst>
            <pc:docMk/>
            <pc:sldMk cId="2520309239" sldId="2147376218"/>
            <ac:cxnSpMk id="39" creationId="{A0D4EBE8-C384-8607-F4BC-04DCBA0F8EBC}"/>
          </ac:cxnSpMkLst>
        </pc:cxnChg>
        <pc:cxnChg chg="add mod">
          <ac:chgData name="Malte Heithoff" userId="92960225c14ac204" providerId="LiveId" clId="{E5554B68-7108-4DCE-B4FF-0A2A1280E527}" dt="2024-02-26T13:20:40.051" v="757" actId="14100"/>
          <ac:cxnSpMkLst>
            <pc:docMk/>
            <pc:sldMk cId="2520309239" sldId="2147376218"/>
            <ac:cxnSpMk id="42" creationId="{AB536953-6837-4B6C-762B-80DB00F9E912}"/>
          </ac:cxnSpMkLst>
        </pc:cxnChg>
        <pc:cxnChg chg="add mod">
          <ac:chgData name="Malte Heithoff" userId="92960225c14ac204" providerId="LiveId" clId="{E5554B68-7108-4DCE-B4FF-0A2A1280E527}" dt="2024-02-20T12:40:34.035" v="347" actId="1038"/>
          <ac:cxnSpMkLst>
            <pc:docMk/>
            <pc:sldMk cId="2520309239" sldId="2147376218"/>
            <ac:cxnSpMk id="43" creationId="{F3F79D50-654A-7B74-441A-3B1B3AB9E3B7}"/>
          </ac:cxnSpMkLst>
        </pc:cxnChg>
        <pc:cxnChg chg="add mod">
          <ac:chgData name="Malte Heithoff" userId="92960225c14ac204" providerId="LiveId" clId="{E5554B68-7108-4DCE-B4FF-0A2A1280E527}" dt="2024-02-20T12:40:50.129" v="372" actId="1035"/>
          <ac:cxnSpMkLst>
            <pc:docMk/>
            <pc:sldMk cId="2520309239" sldId="2147376218"/>
            <ac:cxnSpMk id="47" creationId="{DA9E68B2-9844-24EE-361F-E3357A085D1E}"/>
          </ac:cxnSpMkLst>
        </pc:cxnChg>
        <pc:cxnChg chg="add mod">
          <ac:chgData name="Malte Heithoff" userId="92960225c14ac204" providerId="LiveId" clId="{E5554B68-7108-4DCE-B4FF-0A2A1280E527}" dt="2024-02-20T12:40:50.129" v="372" actId="1035"/>
          <ac:cxnSpMkLst>
            <pc:docMk/>
            <pc:sldMk cId="2520309239" sldId="2147376218"/>
            <ac:cxnSpMk id="50" creationId="{156D852A-E2C6-5739-63AF-D934D0F9075F}"/>
          </ac:cxnSpMkLst>
        </pc:cxnChg>
        <pc:cxnChg chg="add mod">
          <ac:chgData name="Malte Heithoff" userId="92960225c14ac204" providerId="LiveId" clId="{E5554B68-7108-4DCE-B4FF-0A2A1280E527}" dt="2024-02-20T12:46:29.395" v="441"/>
          <ac:cxnSpMkLst>
            <pc:docMk/>
            <pc:sldMk cId="2520309239" sldId="2147376218"/>
            <ac:cxnSpMk id="53" creationId="{FDAE50A4-4B4D-FED9-D8E9-EAA550B72B76}"/>
          </ac:cxnSpMkLst>
        </pc:cxnChg>
        <pc:cxnChg chg="mod">
          <ac:chgData name="Malte Heithoff" userId="92960225c14ac204" providerId="LiveId" clId="{E5554B68-7108-4DCE-B4FF-0A2A1280E527}" dt="2024-02-20T12:43:25.833" v="381"/>
          <ac:cxnSpMkLst>
            <pc:docMk/>
            <pc:sldMk cId="2520309239" sldId="2147376218"/>
            <ac:cxnSpMk id="66" creationId="{B31F126A-9E43-D986-1DBF-9EE36206E6AD}"/>
          </ac:cxnSpMkLst>
        </pc:cxnChg>
        <pc:cxnChg chg="mod">
          <ac:chgData name="Malte Heithoff" userId="92960225c14ac204" providerId="LiveId" clId="{E5554B68-7108-4DCE-B4FF-0A2A1280E527}" dt="2024-02-20T12:43:25.833" v="381"/>
          <ac:cxnSpMkLst>
            <pc:docMk/>
            <pc:sldMk cId="2520309239" sldId="2147376218"/>
            <ac:cxnSpMk id="67" creationId="{6349B9D1-7B5D-DAD5-073C-578F8682223A}"/>
          </ac:cxnSpMkLst>
        </pc:cxnChg>
        <pc:cxnChg chg="mod">
          <ac:chgData name="Malte Heithoff" userId="92960225c14ac204" providerId="LiveId" clId="{E5554B68-7108-4DCE-B4FF-0A2A1280E527}" dt="2024-02-20T12:43:25.833" v="381"/>
          <ac:cxnSpMkLst>
            <pc:docMk/>
            <pc:sldMk cId="2520309239" sldId="2147376218"/>
            <ac:cxnSpMk id="75" creationId="{9C29F2D6-0442-5823-2A93-A61CBDC41A51}"/>
          </ac:cxnSpMkLst>
        </pc:cxnChg>
        <pc:cxnChg chg="mod">
          <ac:chgData name="Malte Heithoff" userId="92960225c14ac204" providerId="LiveId" clId="{E5554B68-7108-4DCE-B4FF-0A2A1280E527}" dt="2024-02-20T12:43:25.833" v="381"/>
          <ac:cxnSpMkLst>
            <pc:docMk/>
            <pc:sldMk cId="2520309239" sldId="2147376218"/>
            <ac:cxnSpMk id="76" creationId="{A9AA72E4-885A-285D-6D4A-FD26E5E031B2}"/>
          </ac:cxnSpMkLst>
        </pc:cxnChg>
        <pc:cxnChg chg="add mod">
          <ac:chgData name="Malte Heithoff" userId="92960225c14ac204" providerId="LiveId" clId="{E5554B68-7108-4DCE-B4FF-0A2A1280E527}" dt="2024-02-26T12:36:23.709" v="651" actId="1076"/>
          <ac:cxnSpMkLst>
            <pc:docMk/>
            <pc:sldMk cId="2520309239" sldId="2147376218"/>
            <ac:cxnSpMk id="77" creationId="{9FC025FA-24B2-EFF2-8193-D7A2D654C552}"/>
          </ac:cxnSpMkLst>
        </pc:cxnChg>
        <pc:cxnChg chg="add mod">
          <ac:chgData name="Malte Heithoff" userId="92960225c14ac204" providerId="LiveId" clId="{E5554B68-7108-4DCE-B4FF-0A2A1280E527}" dt="2024-02-20T12:48:18.796" v="520" actId="1036"/>
          <ac:cxnSpMkLst>
            <pc:docMk/>
            <pc:sldMk cId="2520309239" sldId="2147376218"/>
            <ac:cxnSpMk id="88" creationId="{C3415EE1-9B21-89CD-DF55-0424CAAB40E5}"/>
          </ac:cxnSpMkLst>
        </pc:cxnChg>
        <pc:cxnChg chg="mod">
          <ac:chgData name="Malte Heithoff" userId="92960225c14ac204" providerId="LiveId" clId="{E5554B68-7108-4DCE-B4FF-0A2A1280E527}" dt="2024-02-20T12:46:55.971" v="448"/>
          <ac:cxnSpMkLst>
            <pc:docMk/>
            <pc:sldMk cId="2520309239" sldId="2147376218"/>
            <ac:cxnSpMk id="101" creationId="{B5E9C093-3B4F-9569-FFE6-E9CC36BFD2A3}"/>
          </ac:cxnSpMkLst>
        </pc:cxnChg>
        <pc:cxnChg chg="mod">
          <ac:chgData name="Malte Heithoff" userId="92960225c14ac204" providerId="LiveId" clId="{E5554B68-7108-4DCE-B4FF-0A2A1280E527}" dt="2024-02-20T12:46:55.971" v="448"/>
          <ac:cxnSpMkLst>
            <pc:docMk/>
            <pc:sldMk cId="2520309239" sldId="2147376218"/>
            <ac:cxnSpMk id="102" creationId="{2FB18791-9530-BDED-EBD3-C41E61A5904A}"/>
          </ac:cxnSpMkLst>
        </pc:cxnChg>
        <pc:cxnChg chg="mod">
          <ac:chgData name="Malte Heithoff" userId="92960225c14ac204" providerId="LiveId" clId="{E5554B68-7108-4DCE-B4FF-0A2A1280E527}" dt="2024-02-20T12:47:18.156" v="455" actId="478"/>
          <ac:cxnSpMkLst>
            <pc:docMk/>
            <pc:sldMk cId="2520309239" sldId="2147376218"/>
            <ac:cxnSpMk id="110" creationId="{9E114ADE-2216-D7C8-21A0-78F7B6658647}"/>
          </ac:cxnSpMkLst>
        </pc:cxnChg>
        <pc:cxnChg chg="mod">
          <ac:chgData name="Malte Heithoff" userId="92960225c14ac204" providerId="LiveId" clId="{E5554B68-7108-4DCE-B4FF-0A2A1280E527}" dt="2024-02-20T12:47:18.156" v="455" actId="478"/>
          <ac:cxnSpMkLst>
            <pc:docMk/>
            <pc:sldMk cId="2520309239" sldId="2147376218"/>
            <ac:cxnSpMk id="111" creationId="{0B212F96-4FA8-F37D-6072-9C116C268900}"/>
          </ac:cxnSpMkLst>
        </pc:cxnChg>
        <pc:cxnChg chg="mod">
          <ac:chgData name="Malte Heithoff" userId="92960225c14ac204" providerId="LiveId" clId="{E5554B68-7108-4DCE-B4FF-0A2A1280E527}" dt="2024-02-20T12:47:15.368" v="454" actId="478"/>
          <ac:cxnSpMkLst>
            <pc:docMk/>
            <pc:sldMk cId="2520309239" sldId="2147376218"/>
            <ac:cxnSpMk id="119" creationId="{550AB777-13F6-0B7C-D73C-2F0E4F2849DE}"/>
          </ac:cxnSpMkLst>
        </pc:cxnChg>
        <pc:cxnChg chg="del mod">
          <ac:chgData name="Malte Heithoff" userId="92960225c14ac204" providerId="LiveId" clId="{E5554B68-7108-4DCE-B4FF-0A2A1280E527}" dt="2024-02-20T12:47:08.557" v="452" actId="478"/>
          <ac:cxnSpMkLst>
            <pc:docMk/>
            <pc:sldMk cId="2520309239" sldId="2147376218"/>
            <ac:cxnSpMk id="120" creationId="{4E49633A-D208-FFEB-03F0-0AB9F4D886BF}"/>
          </ac:cxnSpMkLst>
        </pc:cxnChg>
        <pc:cxnChg chg="add mod">
          <ac:chgData name="Malte Heithoff" userId="92960225c14ac204" providerId="LiveId" clId="{E5554B68-7108-4DCE-B4FF-0A2A1280E527}" dt="2024-02-20T12:48:38.881" v="595" actId="1035"/>
          <ac:cxnSpMkLst>
            <pc:docMk/>
            <pc:sldMk cId="2520309239" sldId="2147376218"/>
            <ac:cxnSpMk id="123" creationId="{B0F9C265-0A54-B06A-5169-789A5AB6D10C}"/>
          </ac:cxnSpMkLst>
        </pc:cxnChg>
        <pc:cxnChg chg="add mod">
          <ac:chgData name="Malte Heithoff" userId="92960225c14ac204" providerId="LiveId" clId="{E5554B68-7108-4DCE-B4FF-0A2A1280E527}" dt="2024-02-20T12:48:38.881" v="595" actId="1035"/>
          <ac:cxnSpMkLst>
            <pc:docMk/>
            <pc:sldMk cId="2520309239" sldId="2147376218"/>
            <ac:cxnSpMk id="126" creationId="{C2315790-BE3E-F02D-9BFF-6A36FDD7BB81}"/>
          </ac:cxnSpMkLst>
        </pc:cxnChg>
        <pc:cxnChg chg="add mod">
          <ac:chgData name="Malte Heithoff" userId="92960225c14ac204" providerId="LiveId" clId="{E5554B68-7108-4DCE-B4FF-0A2A1280E527}" dt="2024-02-20T12:49:07.518" v="603" actId="14100"/>
          <ac:cxnSpMkLst>
            <pc:docMk/>
            <pc:sldMk cId="2520309239" sldId="2147376218"/>
            <ac:cxnSpMk id="129" creationId="{F98B1BCC-3A70-62E4-BF7E-557A12515D0C}"/>
          </ac:cxnSpMkLst>
        </pc:cxnChg>
        <pc:cxnChg chg="add mod">
          <ac:chgData name="Malte Heithoff" userId="92960225c14ac204" providerId="LiveId" clId="{E5554B68-7108-4DCE-B4FF-0A2A1280E527}" dt="2024-02-20T12:49:22.713" v="607" actId="14100"/>
          <ac:cxnSpMkLst>
            <pc:docMk/>
            <pc:sldMk cId="2520309239" sldId="2147376218"/>
            <ac:cxnSpMk id="137" creationId="{AFD77742-64CE-72ED-12A2-6FFBD75793A5}"/>
          </ac:cxnSpMkLst>
        </pc:cxnChg>
      </pc:sldChg>
      <pc:sldChg chg="del">
        <pc:chgData name="Malte Heithoff" userId="92960225c14ac204" providerId="LiveId" clId="{E5554B68-7108-4DCE-B4FF-0A2A1280E527}" dt="2024-02-20T12:01:43.194" v="4" actId="47"/>
        <pc:sldMkLst>
          <pc:docMk/>
          <pc:sldMk cId="547530211" sldId="2147376219"/>
        </pc:sldMkLst>
      </pc:sldChg>
      <pc:sldChg chg="del">
        <pc:chgData name="Malte Heithoff" userId="92960225c14ac204" providerId="LiveId" clId="{E5554B68-7108-4DCE-B4FF-0A2A1280E527}" dt="2024-02-20T12:01:39.937" v="1" actId="47"/>
        <pc:sldMkLst>
          <pc:docMk/>
          <pc:sldMk cId="500166875" sldId="2147376221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288858377" sldId="2147376225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687567106" sldId="2147376226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1564369664" sldId="2147376242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3661780645" sldId="2147376243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4202127202" sldId="2147376244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2393667558" sldId="2147376245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2099267489" sldId="2147376246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1555562881" sldId="2147376247"/>
        </pc:sldMkLst>
      </pc:sldChg>
      <pc:sldChg chg="del">
        <pc:chgData name="Malte Heithoff" userId="92960225c14ac204" providerId="LiveId" clId="{E5554B68-7108-4DCE-B4FF-0A2A1280E527}" dt="2024-02-20T12:01:49.630" v="5" actId="47"/>
        <pc:sldMkLst>
          <pc:docMk/>
          <pc:sldMk cId="511772009" sldId="2147376248"/>
        </pc:sldMkLst>
      </pc:sldChg>
      <pc:sldMasterChg chg="delSldLayout">
        <pc:chgData name="Malte Heithoff" userId="92960225c14ac204" providerId="LiveId" clId="{E5554B68-7108-4DCE-B4FF-0A2A1280E527}" dt="2024-02-20T12:01:42.545" v="3" actId="47"/>
        <pc:sldMasterMkLst>
          <pc:docMk/>
          <pc:sldMasterMk cId="728331341" sldId="2147483903"/>
        </pc:sldMasterMkLst>
        <pc:sldLayoutChg chg="del">
          <pc:chgData name="Malte Heithoff" userId="92960225c14ac204" providerId="LiveId" clId="{E5554B68-7108-4DCE-B4FF-0A2A1280E527}" dt="2024-02-20T12:01:42.545" v="3" actId="47"/>
          <pc:sldLayoutMkLst>
            <pc:docMk/>
            <pc:sldMasterMk cId="728331341" sldId="2147483903"/>
            <pc:sldLayoutMk cId="2496094633" sldId="2147483943"/>
          </pc:sldLayoutMkLst>
        </pc:sldLayoutChg>
      </pc:sldMasterChg>
    </pc:docChg>
  </pc:docChgLst>
  <pc:docChgLst>
    <pc:chgData name="Malte Heithoff" userId="92960225c14ac204" providerId="LiveId" clId="{6DFE608F-64A0-42FC-9594-5F739888BF5C}"/>
    <pc:docChg chg="custSel addSld delSld modSld sldOrd modSection">
      <pc:chgData name="Malte Heithoff" userId="92960225c14ac204" providerId="LiveId" clId="{6DFE608F-64A0-42FC-9594-5F739888BF5C}" dt="2023-11-14T12:11:43.825" v="1590" actId="20577"/>
      <pc:docMkLst>
        <pc:docMk/>
      </pc:docMkLst>
      <pc:sldChg chg="del">
        <pc:chgData name="Malte Heithoff" userId="92960225c14ac204" providerId="LiveId" clId="{6DFE608F-64A0-42FC-9594-5F739888BF5C}" dt="2023-11-14T09:00:35.767" v="15" actId="47"/>
        <pc:sldMkLst>
          <pc:docMk/>
          <pc:sldMk cId="2653543167" sldId="281"/>
        </pc:sldMkLst>
      </pc:sldChg>
      <pc:sldChg chg="del">
        <pc:chgData name="Malte Heithoff" userId="92960225c14ac204" providerId="LiveId" clId="{6DFE608F-64A0-42FC-9594-5F739888BF5C}" dt="2023-11-14T11:19:36.667" v="1074" actId="47"/>
        <pc:sldMkLst>
          <pc:docMk/>
          <pc:sldMk cId="1107447613" sldId="310"/>
        </pc:sldMkLst>
      </pc:sldChg>
      <pc:sldChg chg="del">
        <pc:chgData name="Malte Heithoff" userId="92960225c14ac204" providerId="LiveId" clId="{6DFE608F-64A0-42FC-9594-5F739888BF5C}" dt="2023-11-14T11:19:36.667" v="1074" actId="47"/>
        <pc:sldMkLst>
          <pc:docMk/>
          <pc:sldMk cId="3583442248" sldId="322"/>
        </pc:sldMkLst>
      </pc:sldChg>
      <pc:sldChg chg="modSp mod">
        <pc:chgData name="Malte Heithoff" userId="92960225c14ac204" providerId="LiveId" clId="{6DFE608F-64A0-42FC-9594-5F739888BF5C}" dt="2023-11-14T09:01:14.619" v="56" actId="6549"/>
        <pc:sldMkLst>
          <pc:docMk/>
          <pc:sldMk cId="590968405" sldId="396"/>
        </pc:sldMkLst>
        <pc:spChg chg="mod">
          <ac:chgData name="Malte Heithoff" userId="92960225c14ac204" providerId="LiveId" clId="{6DFE608F-64A0-42FC-9594-5F739888BF5C}" dt="2023-11-14T09:01:14.619" v="56" actId="6549"/>
          <ac:spMkLst>
            <pc:docMk/>
            <pc:sldMk cId="590968405" sldId="396"/>
            <ac:spMk id="6146" creationId="{00000000-0000-0000-0000-000000000000}"/>
          </ac:spMkLst>
        </pc:spChg>
      </pc:sldChg>
      <pc:sldChg chg="del">
        <pc:chgData name="Malte Heithoff" userId="92960225c14ac204" providerId="LiveId" clId="{6DFE608F-64A0-42FC-9594-5F739888BF5C}" dt="2023-11-14T11:22:02.881" v="1082" actId="47"/>
        <pc:sldMkLst>
          <pc:docMk/>
          <pc:sldMk cId="4163456075" sldId="412"/>
        </pc:sldMkLst>
      </pc:sldChg>
      <pc:sldChg chg="del">
        <pc:chgData name="Malte Heithoff" userId="92960225c14ac204" providerId="LiveId" clId="{6DFE608F-64A0-42FC-9594-5F739888BF5C}" dt="2023-11-14T11:22:02.881" v="1082" actId="47"/>
        <pc:sldMkLst>
          <pc:docMk/>
          <pc:sldMk cId="893569579" sldId="440"/>
        </pc:sldMkLst>
      </pc:sldChg>
      <pc:sldChg chg="del">
        <pc:chgData name="Malte Heithoff" userId="92960225c14ac204" providerId="LiveId" clId="{6DFE608F-64A0-42FC-9594-5F739888BF5C}" dt="2023-11-14T09:00:53.684" v="17" actId="47"/>
        <pc:sldMkLst>
          <pc:docMk/>
          <pc:sldMk cId="2259744689" sldId="521"/>
        </pc:sldMkLst>
      </pc:sldChg>
      <pc:sldChg chg="del">
        <pc:chgData name="Malte Heithoff" userId="92960225c14ac204" providerId="LiveId" clId="{6DFE608F-64A0-42FC-9594-5F739888BF5C}" dt="2023-11-14T08:59:40.723" v="1" actId="47"/>
        <pc:sldMkLst>
          <pc:docMk/>
          <pc:sldMk cId="1334337945" sldId="635"/>
        </pc:sldMkLst>
      </pc:sldChg>
      <pc:sldChg chg="modSp mod ord">
        <pc:chgData name="Malte Heithoff" userId="92960225c14ac204" providerId="LiveId" clId="{6DFE608F-64A0-42FC-9594-5F739888BF5C}" dt="2023-11-14T09:28:03.072" v="795"/>
        <pc:sldMkLst>
          <pc:docMk/>
          <pc:sldMk cId="2864952232" sldId="933"/>
        </pc:sldMkLst>
        <pc:spChg chg="mod">
          <ac:chgData name="Malte Heithoff" userId="92960225c14ac204" providerId="LiveId" clId="{6DFE608F-64A0-42FC-9594-5F739888BF5C}" dt="2023-11-14T09:28:03.072" v="795"/>
          <ac:spMkLst>
            <pc:docMk/>
            <pc:sldMk cId="2864952232" sldId="933"/>
            <ac:spMk id="4" creationId="{CFF66715-F568-42BD-90D5-7037C9E00619}"/>
          </ac:spMkLst>
        </pc:spChg>
      </pc:sldChg>
      <pc:sldChg chg="del">
        <pc:chgData name="Malte Heithoff" userId="92960225c14ac204" providerId="LiveId" clId="{6DFE608F-64A0-42FC-9594-5F739888BF5C}" dt="2023-11-14T11:22:02.881" v="1082" actId="47"/>
        <pc:sldMkLst>
          <pc:docMk/>
          <pc:sldMk cId="1043458967" sldId="1157"/>
        </pc:sldMkLst>
      </pc:sldChg>
      <pc:sldChg chg="modSp mod">
        <pc:chgData name="Malte Heithoff" userId="92960225c14ac204" providerId="LiveId" clId="{6DFE608F-64A0-42FC-9594-5F739888BF5C}" dt="2023-11-14T10:23:30.121" v="1041" actId="1076"/>
        <pc:sldMkLst>
          <pc:docMk/>
          <pc:sldMk cId="1920652435" sldId="2147376202"/>
        </pc:sldMkLst>
        <pc:spChg chg="mod">
          <ac:chgData name="Malte Heithoff" userId="92960225c14ac204" providerId="LiveId" clId="{6DFE608F-64A0-42FC-9594-5F739888BF5C}" dt="2023-11-14T10:23:30.121" v="1041" actId="1076"/>
          <ac:spMkLst>
            <pc:docMk/>
            <pc:sldMk cId="1920652435" sldId="2147376202"/>
            <ac:spMk id="8" creationId="{D1BC0F8A-14A9-2C69-8545-B77E7156D3BF}"/>
          </ac:spMkLst>
        </pc:spChg>
      </pc:sldChg>
      <pc:sldChg chg="add">
        <pc:chgData name="Malte Heithoff" userId="92960225c14ac204" providerId="LiveId" clId="{6DFE608F-64A0-42FC-9594-5F739888BF5C}" dt="2023-11-14T11:22:05.873" v="1083"/>
        <pc:sldMkLst>
          <pc:docMk/>
          <pc:sldMk cId="1382644577" sldId="2147376203"/>
        </pc:sldMkLst>
      </pc:sldChg>
      <pc:sldChg chg="del">
        <pc:chgData name="Malte Heithoff" userId="92960225c14ac204" providerId="LiveId" clId="{6DFE608F-64A0-42FC-9594-5F739888BF5C}" dt="2023-11-14T11:21:45.025" v="1081" actId="47"/>
        <pc:sldMkLst>
          <pc:docMk/>
          <pc:sldMk cId="1816800808" sldId="2147376203"/>
        </pc:sldMkLst>
      </pc:sldChg>
      <pc:sldChg chg="del">
        <pc:chgData name="Malte Heithoff" userId="92960225c14ac204" providerId="LiveId" clId="{6DFE608F-64A0-42FC-9594-5F739888BF5C}" dt="2023-11-14T11:22:02.881" v="1082" actId="47"/>
        <pc:sldMkLst>
          <pc:docMk/>
          <pc:sldMk cId="2599767151" sldId="2147376204"/>
        </pc:sldMkLst>
      </pc:sldChg>
      <pc:sldChg chg="del">
        <pc:chgData name="Malte Heithoff" userId="92960225c14ac204" providerId="LiveId" clId="{6DFE608F-64A0-42FC-9594-5F739888BF5C}" dt="2023-11-14T11:22:02.881" v="1082" actId="47"/>
        <pc:sldMkLst>
          <pc:docMk/>
          <pc:sldMk cId="3730269555" sldId="2147376205"/>
        </pc:sldMkLst>
      </pc:sldChg>
      <pc:sldChg chg="del">
        <pc:chgData name="Malte Heithoff" userId="92960225c14ac204" providerId="LiveId" clId="{6DFE608F-64A0-42FC-9594-5F739888BF5C}" dt="2023-11-14T11:19:36.667" v="1074" actId="47"/>
        <pc:sldMkLst>
          <pc:docMk/>
          <pc:sldMk cId="3765366270" sldId="2147376206"/>
        </pc:sldMkLst>
      </pc:sldChg>
      <pc:sldChg chg="del">
        <pc:chgData name="Malte Heithoff" userId="92960225c14ac204" providerId="LiveId" clId="{6DFE608F-64A0-42FC-9594-5F739888BF5C}" dt="2023-11-14T11:21:45.025" v="1081" actId="47"/>
        <pc:sldMkLst>
          <pc:docMk/>
          <pc:sldMk cId="1623940744" sldId="2147376207"/>
        </pc:sldMkLst>
      </pc:sldChg>
      <pc:sldChg chg="add">
        <pc:chgData name="Malte Heithoff" userId="92960225c14ac204" providerId="LiveId" clId="{6DFE608F-64A0-42FC-9594-5F739888BF5C}" dt="2023-11-14T11:22:05.873" v="1083"/>
        <pc:sldMkLst>
          <pc:docMk/>
          <pc:sldMk cId="3998038521" sldId="2147376207"/>
        </pc:sldMkLst>
      </pc:sldChg>
      <pc:sldChg chg="add">
        <pc:chgData name="Malte Heithoff" userId="92960225c14ac204" providerId="LiveId" clId="{6DFE608F-64A0-42FC-9594-5F739888BF5C}" dt="2023-11-14T11:22:05.873" v="1083"/>
        <pc:sldMkLst>
          <pc:docMk/>
          <pc:sldMk cId="2082034629" sldId="2147376208"/>
        </pc:sldMkLst>
      </pc:sldChg>
      <pc:sldChg chg="del">
        <pc:chgData name="Malte Heithoff" userId="92960225c14ac204" providerId="LiveId" clId="{6DFE608F-64A0-42FC-9594-5F739888BF5C}" dt="2023-11-14T11:21:45.025" v="1081" actId="47"/>
        <pc:sldMkLst>
          <pc:docMk/>
          <pc:sldMk cId="3686188831" sldId="2147376208"/>
        </pc:sldMkLst>
      </pc:sldChg>
      <pc:sldChg chg="delSp modSp mod">
        <pc:chgData name="Malte Heithoff" userId="92960225c14ac204" providerId="LiveId" clId="{6DFE608F-64A0-42FC-9594-5F739888BF5C}" dt="2023-11-14T11:22:29.340" v="1104" actId="478"/>
        <pc:sldMkLst>
          <pc:docMk/>
          <pc:sldMk cId="1621928234" sldId="2147376209"/>
        </pc:sldMkLst>
        <pc:spChg chg="mod">
          <ac:chgData name="Malte Heithoff" userId="92960225c14ac204" providerId="LiveId" clId="{6DFE608F-64A0-42FC-9594-5F739888BF5C}" dt="2023-11-14T11:22:26.374" v="1103" actId="20577"/>
          <ac:spMkLst>
            <pc:docMk/>
            <pc:sldMk cId="1621928234" sldId="2147376209"/>
            <ac:spMk id="4" creationId="{B0B5EE26-EEE2-08B0-FB19-5A0FD7563227}"/>
          </ac:spMkLst>
        </pc:spChg>
        <pc:spChg chg="del mod">
          <ac:chgData name="Malte Heithoff" userId="92960225c14ac204" providerId="LiveId" clId="{6DFE608F-64A0-42FC-9594-5F739888BF5C}" dt="2023-11-14T11:22:29.340" v="1104" actId="478"/>
          <ac:spMkLst>
            <pc:docMk/>
            <pc:sldMk cId="1621928234" sldId="2147376209"/>
            <ac:spMk id="5" creationId="{45D717E9-E517-B389-3CFE-88ACC3035E3F}"/>
          </ac:spMkLst>
        </pc:spChg>
      </pc:sldChg>
      <pc:sldChg chg="add">
        <pc:chgData name="Malte Heithoff" userId="92960225c14ac204" providerId="LiveId" clId="{6DFE608F-64A0-42FC-9594-5F739888BF5C}" dt="2023-11-14T11:22:05.873" v="1083"/>
        <pc:sldMkLst>
          <pc:docMk/>
          <pc:sldMk cId="932409098" sldId="2147376211"/>
        </pc:sldMkLst>
      </pc:sldChg>
      <pc:sldChg chg="del">
        <pc:chgData name="Malte Heithoff" userId="92960225c14ac204" providerId="LiveId" clId="{6DFE608F-64A0-42FC-9594-5F739888BF5C}" dt="2023-11-14T11:21:45.025" v="1081" actId="47"/>
        <pc:sldMkLst>
          <pc:docMk/>
          <pc:sldMk cId="2231300099" sldId="2147376211"/>
        </pc:sldMkLst>
      </pc:sldChg>
      <pc:sldChg chg="del">
        <pc:chgData name="Malte Heithoff" userId="92960225c14ac204" providerId="LiveId" clId="{6DFE608F-64A0-42FC-9594-5F739888BF5C}" dt="2023-11-14T11:21:45.025" v="1081" actId="47"/>
        <pc:sldMkLst>
          <pc:docMk/>
          <pc:sldMk cId="179271919" sldId="2147376212"/>
        </pc:sldMkLst>
      </pc:sldChg>
      <pc:sldChg chg="add">
        <pc:chgData name="Malte Heithoff" userId="92960225c14ac204" providerId="LiveId" clId="{6DFE608F-64A0-42FC-9594-5F739888BF5C}" dt="2023-11-14T11:22:05.873" v="1083"/>
        <pc:sldMkLst>
          <pc:docMk/>
          <pc:sldMk cId="2083535443" sldId="2147376212"/>
        </pc:sldMkLst>
      </pc:sldChg>
      <pc:sldChg chg="del">
        <pc:chgData name="Malte Heithoff" userId="92960225c14ac204" providerId="LiveId" clId="{6DFE608F-64A0-42FC-9594-5F739888BF5C}" dt="2023-11-14T11:19:36.667" v="1074" actId="47"/>
        <pc:sldMkLst>
          <pc:docMk/>
          <pc:sldMk cId="565277280" sldId="2147376214"/>
        </pc:sldMkLst>
      </pc:sldChg>
      <pc:sldChg chg="del">
        <pc:chgData name="Malte Heithoff" userId="92960225c14ac204" providerId="LiveId" clId="{6DFE608F-64A0-42FC-9594-5F739888BF5C}" dt="2023-11-14T11:22:02.881" v="1082" actId="47"/>
        <pc:sldMkLst>
          <pc:docMk/>
          <pc:sldMk cId="1758945203" sldId="2147376215"/>
        </pc:sldMkLst>
      </pc:sldChg>
      <pc:sldChg chg="addSp modSp add mod">
        <pc:chgData name="Malte Heithoff" userId="92960225c14ac204" providerId="LiveId" clId="{6DFE608F-64A0-42FC-9594-5F739888BF5C}" dt="2023-11-14T09:28:54.235" v="798" actId="20577"/>
        <pc:sldMkLst>
          <pc:docMk/>
          <pc:sldMk cId="208780811" sldId="2147376217"/>
        </pc:sldMkLst>
        <pc:spChg chg="add mod">
          <ac:chgData name="Malte Heithoff" userId="92960225c14ac204" providerId="LiveId" clId="{6DFE608F-64A0-42FC-9594-5F739888BF5C}" dt="2023-11-14T09:28:54.235" v="798" actId="20577"/>
          <ac:spMkLst>
            <pc:docMk/>
            <pc:sldMk cId="208780811" sldId="2147376217"/>
            <ac:spMk id="5" creationId="{C90F924F-3905-C2C7-85FC-C71520E3E385}"/>
          </ac:spMkLst>
        </pc:spChg>
        <pc:spChg chg="mod">
          <ac:chgData name="Malte Heithoff" userId="92960225c14ac204" providerId="LiveId" clId="{6DFE608F-64A0-42FC-9594-5F739888BF5C}" dt="2023-11-14T09:00:18.467" v="12"/>
          <ac:spMkLst>
            <pc:docMk/>
            <pc:sldMk cId="208780811" sldId="2147376217"/>
            <ac:spMk id="61" creationId="{0710754F-5DF4-4B84-9A78-7E2A91E4CEE5}"/>
          </ac:spMkLst>
        </pc:spChg>
        <pc:spChg chg="mod">
          <ac:chgData name="Malte Heithoff" userId="92960225c14ac204" providerId="LiveId" clId="{6DFE608F-64A0-42FC-9594-5F739888BF5C}" dt="2023-11-14T09:00:18.465" v="10"/>
          <ac:spMkLst>
            <pc:docMk/>
            <pc:sldMk cId="208780811" sldId="2147376217"/>
            <ac:spMk id="62" creationId="{9B44B996-FDD7-5971-BFA3-90E820A0DCFC}"/>
          </ac:spMkLst>
        </pc:spChg>
        <pc:spChg chg="mod">
          <ac:chgData name="Malte Heithoff" userId="92960225c14ac204" providerId="LiveId" clId="{6DFE608F-64A0-42FC-9594-5F739888BF5C}" dt="2023-11-14T09:00:18.469" v="14"/>
          <ac:spMkLst>
            <pc:docMk/>
            <pc:sldMk cId="208780811" sldId="2147376217"/>
            <ac:spMk id="63" creationId="{9B44B996-FDD7-5971-BFA3-90E820A0DCFC}"/>
          </ac:spMkLst>
        </pc:spChg>
        <pc:cxnChg chg="add mod">
          <ac:chgData name="Malte Heithoff" userId="92960225c14ac204" providerId="LiveId" clId="{6DFE608F-64A0-42FC-9594-5F739888BF5C}" dt="2023-11-14T09:00:04.121" v="2"/>
          <ac:cxnSpMkLst>
            <pc:docMk/>
            <pc:sldMk cId="208780811" sldId="2147376217"/>
            <ac:cxnSpMk id="55" creationId="{2A73E1A6-77CB-4763-834F-11815B1CC3D0}"/>
          </ac:cxnSpMkLst>
        </pc:cxnChg>
      </pc:sldChg>
      <pc:sldChg chg="add del">
        <pc:chgData name="Malte Heithoff" userId="92960225c14ac204" providerId="LiveId" clId="{6DFE608F-64A0-42FC-9594-5F739888BF5C}" dt="2023-11-14T09:28:06.078" v="796" actId="47"/>
        <pc:sldMkLst>
          <pc:docMk/>
          <pc:sldMk cId="2443339957" sldId="2147376218"/>
        </pc:sldMkLst>
      </pc:sldChg>
      <pc:sldChg chg="modSp new mod">
        <pc:chgData name="Malte Heithoff" userId="92960225c14ac204" providerId="LiveId" clId="{6DFE608F-64A0-42FC-9594-5F739888BF5C}" dt="2023-11-14T12:08:08.703" v="1470" actId="20577"/>
        <pc:sldMkLst>
          <pc:docMk/>
          <pc:sldMk cId="547530211" sldId="2147376219"/>
        </pc:sldMkLst>
        <pc:spChg chg="mod">
          <ac:chgData name="Malte Heithoff" userId="92960225c14ac204" providerId="LiveId" clId="{6DFE608F-64A0-42FC-9594-5F739888BF5C}" dt="2023-11-14T12:08:08.703" v="1470" actId="20577"/>
          <ac:spMkLst>
            <pc:docMk/>
            <pc:sldMk cId="547530211" sldId="2147376219"/>
            <ac:spMk id="2" creationId="{42EA6BEE-8BA9-3225-FDDA-697B031C9FAF}"/>
          </ac:spMkLst>
        </pc:spChg>
        <pc:spChg chg="mod">
          <ac:chgData name="Malte Heithoff" userId="92960225c14ac204" providerId="LiveId" clId="{6DFE608F-64A0-42FC-9594-5F739888BF5C}" dt="2023-11-14T11:18:35.910" v="1073" actId="20577"/>
          <ac:spMkLst>
            <pc:docMk/>
            <pc:sldMk cId="547530211" sldId="2147376219"/>
            <ac:spMk id="3" creationId="{FB1DE761-D33E-9B31-BC0F-6F8414500F9F}"/>
          </ac:spMkLst>
        </pc:spChg>
      </pc:sldChg>
      <pc:sldChg chg="modSp new mod">
        <pc:chgData name="Malte Heithoff" userId="92960225c14ac204" providerId="LiveId" clId="{6DFE608F-64A0-42FC-9594-5F739888BF5C}" dt="2023-11-14T09:07:27.363" v="389" actId="20577"/>
        <pc:sldMkLst>
          <pc:docMk/>
          <pc:sldMk cId="1074117823" sldId="2147376220"/>
        </pc:sldMkLst>
        <pc:spChg chg="mod">
          <ac:chgData name="Malte Heithoff" userId="92960225c14ac204" providerId="LiveId" clId="{6DFE608F-64A0-42FC-9594-5F739888BF5C}" dt="2023-11-14T09:07:27.363" v="389" actId="20577"/>
          <ac:spMkLst>
            <pc:docMk/>
            <pc:sldMk cId="1074117823" sldId="2147376220"/>
            <ac:spMk id="2" creationId="{BF901412-C440-5B8B-5D72-01C5AF23BDCA}"/>
          </ac:spMkLst>
        </pc:spChg>
        <pc:spChg chg="mod">
          <ac:chgData name="Malte Heithoff" userId="92960225c14ac204" providerId="LiveId" clId="{6DFE608F-64A0-42FC-9594-5F739888BF5C}" dt="2023-11-14T09:06:10.188" v="211" actId="20577"/>
          <ac:spMkLst>
            <pc:docMk/>
            <pc:sldMk cId="1074117823" sldId="2147376220"/>
            <ac:spMk id="3" creationId="{35035CCC-5627-87DA-ED13-BA483A8D752F}"/>
          </ac:spMkLst>
        </pc:spChg>
      </pc:sldChg>
      <pc:sldChg chg="modSp new mod">
        <pc:chgData name="Malte Heithoff" userId="92960225c14ac204" providerId="LiveId" clId="{6DFE608F-64A0-42FC-9594-5F739888BF5C}" dt="2023-11-14T12:11:43.825" v="1590" actId="20577"/>
        <pc:sldMkLst>
          <pc:docMk/>
          <pc:sldMk cId="500166875" sldId="2147376221"/>
        </pc:sldMkLst>
        <pc:spChg chg="mod">
          <ac:chgData name="Malte Heithoff" userId="92960225c14ac204" providerId="LiveId" clId="{6DFE608F-64A0-42FC-9594-5F739888BF5C}" dt="2023-11-14T12:11:43.825" v="1590" actId="20577"/>
          <ac:spMkLst>
            <pc:docMk/>
            <pc:sldMk cId="500166875" sldId="2147376221"/>
            <ac:spMk id="2" creationId="{7E0E8778-9E1C-E0E2-9444-8361F9206B1C}"/>
          </ac:spMkLst>
        </pc:spChg>
        <pc:spChg chg="mod">
          <ac:chgData name="Malte Heithoff" userId="92960225c14ac204" providerId="LiveId" clId="{6DFE608F-64A0-42FC-9594-5F739888BF5C}" dt="2023-11-14T09:07:18.819" v="386" actId="20577"/>
          <ac:spMkLst>
            <pc:docMk/>
            <pc:sldMk cId="500166875" sldId="2147376221"/>
            <ac:spMk id="3" creationId="{A258D9FC-735A-943F-4E59-AA6479B2C859}"/>
          </ac:spMkLst>
        </pc:spChg>
      </pc:sldChg>
      <pc:sldChg chg="modSp add mod">
        <pc:chgData name="Malte Heithoff" userId="92960225c14ac204" providerId="LiveId" clId="{6DFE608F-64A0-42FC-9594-5F739888BF5C}" dt="2023-11-14T11:20:58.757" v="1080" actId="20577"/>
        <pc:sldMkLst>
          <pc:docMk/>
          <pc:sldMk cId="1564369664" sldId="2147376242"/>
        </pc:sldMkLst>
        <pc:spChg chg="mod">
          <ac:chgData name="Malte Heithoff" userId="92960225c14ac204" providerId="LiveId" clId="{6DFE608F-64A0-42FC-9594-5F739888BF5C}" dt="2023-11-14T11:20:58.757" v="1080" actId="20577"/>
          <ac:spMkLst>
            <pc:docMk/>
            <pc:sldMk cId="1564369664" sldId="2147376242"/>
            <ac:spMk id="5" creationId="{89ECDBD6-824D-5B6E-472C-B1A0051378B3}"/>
          </ac:spMkLst>
        </pc:spChg>
      </pc:sldChg>
      <pc:sldChg chg="add">
        <pc:chgData name="Malte Heithoff" userId="92960225c14ac204" providerId="LiveId" clId="{6DFE608F-64A0-42FC-9594-5F739888BF5C}" dt="2023-11-14T11:20:41.764" v="1075"/>
        <pc:sldMkLst>
          <pc:docMk/>
          <pc:sldMk cId="3661780645" sldId="2147376243"/>
        </pc:sldMkLst>
      </pc:sldChg>
      <pc:sldChg chg="add">
        <pc:chgData name="Malte Heithoff" userId="92960225c14ac204" providerId="LiveId" clId="{6DFE608F-64A0-42FC-9594-5F739888BF5C}" dt="2023-11-14T11:20:41.764" v="1075"/>
        <pc:sldMkLst>
          <pc:docMk/>
          <pc:sldMk cId="4202127202" sldId="2147376244"/>
        </pc:sldMkLst>
      </pc:sldChg>
      <pc:sldChg chg="add">
        <pc:chgData name="Malte Heithoff" userId="92960225c14ac204" providerId="LiveId" clId="{6DFE608F-64A0-42FC-9594-5F739888BF5C}" dt="2023-11-14T11:22:05.873" v="1083"/>
        <pc:sldMkLst>
          <pc:docMk/>
          <pc:sldMk cId="184446854" sldId="2147376245"/>
        </pc:sldMkLst>
      </pc:sldChg>
    </pc:docChg>
  </pc:docChgLst>
  <pc:docChgLst>
    <pc:chgData name="Malte Heithoff" userId="92960225c14ac204" providerId="LiveId" clId="{CF143272-8DF0-4DE9-9193-6066052BA8D4}"/>
    <pc:docChg chg="undo redo custSel addSld delSld modSld addSection delSection modSection">
      <pc:chgData name="Malte Heithoff" userId="92960225c14ac204" providerId="LiveId" clId="{CF143272-8DF0-4DE9-9193-6066052BA8D4}" dt="2024-01-11T12:50:07.187" v="1403"/>
      <pc:docMkLst>
        <pc:docMk/>
      </pc:docMkLst>
      <pc:sldChg chg="add">
        <pc:chgData name="Malte Heithoff" userId="92960225c14ac204" providerId="LiveId" clId="{CF143272-8DF0-4DE9-9193-6066052BA8D4}" dt="2024-01-11T12:49:14.684" v="1318"/>
        <pc:sldMkLst>
          <pc:docMk/>
          <pc:sldMk cId="3730269555" sldId="281"/>
        </pc:sldMkLst>
      </pc:sldChg>
      <pc:sldChg chg="del">
        <pc:chgData name="Malte Heithoff" userId="92960225c14ac204" providerId="LiveId" clId="{CF143272-8DF0-4DE9-9193-6066052BA8D4}" dt="2024-01-11T11:03:57.003" v="57" actId="47"/>
        <pc:sldMkLst>
          <pc:docMk/>
          <pc:sldMk cId="1510000562" sldId="337"/>
        </pc:sldMkLst>
      </pc:sldChg>
      <pc:sldChg chg="del">
        <pc:chgData name="Malte Heithoff" userId="92960225c14ac204" providerId="LiveId" clId="{CF143272-8DF0-4DE9-9193-6066052BA8D4}" dt="2024-01-11T11:03:57.003" v="57" actId="47"/>
        <pc:sldMkLst>
          <pc:docMk/>
          <pc:sldMk cId="1296489690" sldId="341"/>
        </pc:sldMkLst>
      </pc:sldChg>
      <pc:sldChg chg="add">
        <pc:chgData name="Malte Heithoff" userId="92960225c14ac204" providerId="LiveId" clId="{CF143272-8DF0-4DE9-9193-6066052BA8D4}" dt="2024-01-11T12:49:00.523" v="1317"/>
        <pc:sldMkLst>
          <pc:docMk/>
          <pc:sldMk cId="38736551" sldId="375"/>
        </pc:sldMkLst>
      </pc:sldChg>
      <pc:sldChg chg="add">
        <pc:chgData name="Malte Heithoff" userId="92960225c14ac204" providerId="LiveId" clId="{CF143272-8DF0-4DE9-9193-6066052BA8D4}" dt="2024-01-11T12:49:00.523" v="1317"/>
        <pc:sldMkLst>
          <pc:docMk/>
          <pc:sldMk cId="3875173637" sldId="378"/>
        </pc:sldMkLst>
      </pc:sldChg>
      <pc:sldChg chg="add">
        <pc:chgData name="Malte Heithoff" userId="92960225c14ac204" providerId="LiveId" clId="{CF143272-8DF0-4DE9-9193-6066052BA8D4}" dt="2024-01-11T12:49:00.523" v="1317"/>
        <pc:sldMkLst>
          <pc:docMk/>
          <pc:sldMk cId="2399171705" sldId="379"/>
        </pc:sldMkLst>
      </pc:sldChg>
      <pc:sldChg chg="modSp mod">
        <pc:chgData name="Malte Heithoff" userId="92960225c14ac204" providerId="LiveId" clId="{CF143272-8DF0-4DE9-9193-6066052BA8D4}" dt="2024-01-11T10:49:12.024" v="15" actId="20577"/>
        <pc:sldMkLst>
          <pc:docMk/>
          <pc:sldMk cId="590968405" sldId="396"/>
        </pc:sldMkLst>
        <pc:spChg chg="mod">
          <ac:chgData name="Malte Heithoff" userId="92960225c14ac204" providerId="LiveId" clId="{CF143272-8DF0-4DE9-9193-6066052BA8D4}" dt="2024-01-11T10:49:12.024" v="15" actId="20577"/>
          <ac:spMkLst>
            <pc:docMk/>
            <pc:sldMk cId="590968405" sldId="396"/>
            <ac:spMk id="6146" creationId="{00000000-0000-0000-0000-000000000000}"/>
          </ac:spMkLst>
        </pc:spChg>
      </pc:sldChg>
      <pc:sldChg chg="del">
        <pc:chgData name="Malte Heithoff" userId="92960225c14ac204" providerId="LiveId" clId="{CF143272-8DF0-4DE9-9193-6066052BA8D4}" dt="2024-01-11T11:03:49.957" v="55" actId="47"/>
        <pc:sldMkLst>
          <pc:docMk/>
          <pc:sldMk cId="4181958028" sldId="403"/>
        </pc:sldMkLst>
      </pc:sldChg>
      <pc:sldChg chg="del">
        <pc:chgData name="Malte Heithoff" userId="92960225c14ac204" providerId="LiveId" clId="{CF143272-8DF0-4DE9-9193-6066052BA8D4}" dt="2024-01-11T12:37:50.210" v="468" actId="47"/>
        <pc:sldMkLst>
          <pc:docMk/>
          <pc:sldMk cId="197538671" sldId="627"/>
        </pc:sldMkLst>
      </pc:sldChg>
      <pc:sldChg chg="del">
        <pc:chgData name="Malte Heithoff" userId="92960225c14ac204" providerId="LiveId" clId="{CF143272-8DF0-4DE9-9193-6066052BA8D4}" dt="2024-01-11T12:37:34.597" v="462" actId="47"/>
        <pc:sldMkLst>
          <pc:docMk/>
          <pc:sldMk cId="2528279045" sldId="629"/>
        </pc:sldMkLst>
      </pc:sldChg>
      <pc:sldChg chg="del">
        <pc:chgData name="Malte Heithoff" userId="92960225c14ac204" providerId="LiveId" clId="{CF143272-8DF0-4DE9-9193-6066052BA8D4}" dt="2024-01-11T11:03:57.003" v="57" actId="47"/>
        <pc:sldMkLst>
          <pc:docMk/>
          <pc:sldMk cId="1773932874" sldId="630"/>
        </pc:sldMkLst>
      </pc:sldChg>
      <pc:sldChg chg="del">
        <pc:chgData name="Malte Heithoff" userId="92960225c14ac204" providerId="LiveId" clId="{CF143272-8DF0-4DE9-9193-6066052BA8D4}" dt="2024-01-11T11:03:57.003" v="57" actId="47"/>
        <pc:sldMkLst>
          <pc:docMk/>
          <pc:sldMk cId="3927587488" sldId="631"/>
        </pc:sldMkLst>
      </pc:sldChg>
      <pc:sldChg chg="del">
        <pc:chgData name="Malte Heithoff" userId="92960225c14ac204" providerId="LiveId" clId="{CF143272-8DF0-4DE9-9193-6066052BA8D4}" dt="2024-01-11T12:37:55.863" v="469" actId="47"/>
        <pc:sldMkLst>
          <pc:docMk/>
          <pc:sldMk cId="1321382900" sldId="905"/>
        </pc:sldMkLst>
      </pc:sldChg>
      <pc:sldChg chg="del">
        <pc:chgData name="Malte Heithoff" userId="92960225c14ac204" providerId="LiveId" clId="{CF143272-8DF0-4DE9-9193-6066052BA8D4}" dt="2024-01-11T11:03:57.003" v="57" actId="47"/>
        <pc:sldMkLst>
          <pc:docMk/>
          <pc:sldMk cId="2576343952" sldId="912"/>
        </pc:sldMkLst>
      </pc:sldChg>
      <pc:sldChg chg="del">
        <pc:chgData name="Malte Heithoff" userId="92960225c14ac204" providerId="LiveId" clId="{CF143272-8DF0-4DE9-9193-6066052BA8D4}" dt="2024-01-11T12:37:40.892" v="464" actId="47"/>
        <pc:sldMkLst>
          <pc:docMk/>
          <pc:sldMk cId="1141544919" sldId="913"/>
        </pc:sldMkLst>
      </pc:sldChg>
      <pc:sldChg chg="del">
        <pc:chgData name="Malte Heithoff" userId="92960225c14ac204" providerId="LiveId" clId="{CF143272-8DF0-4DE9-9193-6066052BA8D4}" dt="2024-01-11T11:03:49.957" v="55" actId="47"/>
        <pc:sldMkLst>
          <pc:docMk/>
          <pc:sldMk cId="518670303" sldId="2147376188"/>
        </pc:sldMkLst>
      </pc:sldChg>
      <pc:sldChg chg="del">
        <pc:chgData name="Malte Heithoff" userId="92960225c14ac204" providerId="LiveId" clId="{CF143272-8DF0-4DE9-9193-6066052BA8D4}" dt="2024-01-11T11:03:49.957" v="55" actId="47"/>
        <pc:sldMkLst>
          <pc:docMk/>
          <pc:sldMk cId="2637381217" sldId="2147376190"/>
        </pc:sldMkLst>
      </pc:sldChg>
      <pc:sldChg chg="del">
        <pc:chgData name="Malte Heithoff" userId="92960225c14ac204" providerId="LiveId" clId="{CF143272-8DF0-4DE9-9193-6066052BA8D4}" dt="2024-01-11T11:03:49.957" v="55" actId="47"/>
        <pc:sldMkLst>
          <pc:docMk/>
          <pc:sldMk cId="3797084470" sldId="2147376191"/>
        </pc:sldMkLst>
      </pc:sldChg>
      <pc:sldChg chg="del">
        <pc:chgData name="Malte Heithoff" userId="92960225c14ac204" providerId="LiveId" clId="{CF143272-8DF0-4DE9-9193-6066052BA8D4}" dt="2024-01-11T12:37:46.621" v="467" actId="47"/>
        <pc:sldMkLst>
          <pc:docMk/>
          <pc:sldMk cId="2576620626" sldId="2147376193"/>
        </pc:sldMkLst>
      </pc:sldChg>
      <pc:sldChg chg="del">
        <pc:chgData name="Malte Heithoff" userId="92960225c14ac204" providerId="LiveId" clId="{CF143272-8DF0-4DE9-9193-6066052BA8D4}" dt="2024-01-11T12:37:32.084" v="461" actId="47"/>
        <pc:sldMkLst>
          <pc:docMk/>
          <pc:sldMk cId="1568400573" sldId="2147376199"/>
        </pc:sldMkLst>
      </pc:sldChg>
      <pc:sldChg chg="addSp modSp">
        <pc:chgData name="Malte Heithoff" userId="92960225c14ac204" providerId="LiveId" clId="{CF143272-8DF0-4DE9-9193-6066052BA8D4}" dt="2024-01-11T12:30:27.769" v="277"/>
        <pc:sldMkLst>
          <pc:docMk/>
          <pc:sldMk cId="1920652435" sldId="2147376202"/>
        </pc:sldMkLst>
        <pc:spChg chg="add mod">
          <ac:chgData name="Malte Heithoff" userId="92960225c14ac204" providerId="LiveId" clId="{CF143272-8DF0-4DE9-9193-6066052BA8D4}" dt="2024-01-11T12:30:27.769" v="277"/>
          <ac:spMkLst>
            <pc:docMk/>
            <pc:sldMk cId="1920652435" sldId="2147376202"/>
            <ac:spMk id="73" creationId="{4837176A-4879-553F-3F07-2E847F52E172}"/>
          </ac:spMkLst>
        </pc:spChg>
      </pc:sldChg>
      <pc:sldChg chg="del">
        <pc:chgData name="Malte Heithoff" userId="92960225c14ac204" providerId="LiveId" clId="{CF143272-8DF0-4DE9-9193-6066052BA8D4}" dt="2024-01-11T11:03:52.676" v="56" actId="47"/>
        <pc:sldMkLst>
          <pc:docMk/>
          <pc:sldMk cId="1382644577" sldId="2147376203"/>
        </pc:sldMkLst>
      </pc:sldChg>
      <pc:sldChg chg="del">
        <pc:chgData name="Malte Heithoff" userId="92960225c14ac204" providerId="LiveId" clId="{CF143272-8DF0-4DE9-9193-6066052BA8D4}" dt="2024-01-11T11:03:52.676" v="56" actId="47"/>
        <pc:sldMkLst>
          <pc:docMk/>
          <pc:sldMk cId="3998038521" sldId="2147376207"/>
        </pc:sldMkLst>
      </pc:sldChg>
      <pc:sldChg chg="del">
        <pc:chgData name="Malte Heithoff" userId="92960225c14ac204" providerId="LiveId" clId="{CF143272-8DF0-4DE9-9193-6066052BA8D4}" dt="2024-01-11T11:03:52.676" v="56" actId="47"/>
        <pc:sldMkLst>
          <pc:docMk/>
          <pc:sldMk cId="2082034629" sldId="2147376208"/>
        </pc:sldMkLst>
      </pc:sldChg>
      <pc:sldChg chg="del">
        <pc:chgData name="Malte Heithoff" userId="92960225c14ac204" providerId="LiveId" clId="{CF143272-8DF0-4DE9-9193-6066052BA8D4}" dt="2024-01-11T11:03:52.676" v="56" actId="47"/>
        <pc:sldMkLst>
          <pc:docMk/>
          <pc:sldMk cId="1621928234" sldId="2147376209"/>
        </pc:sldMkLst>
      </pc:sldChg>
      <pc:sldChg chg="del">
        <pc:chgData name="Malte Heithoff" userId="92960225c14ac204" providerId="LiveId" clId="{CF143272-8DF0-4DE9-9193-6066052BA8D4}" dt="2024-01-11T11:03:52.676" v="56" actId="47"/>
        <pc:sldMkLst>
          <pc:docMk/>
          <pc:sldMk cId="932409098" sldId="2147376211"/>
        </pc:sldMkLst>
      </pc:sldChg>
      <pc:sldChg chg="del">
        <pc:chgData name="Malte Heithoff" userId="92960225c14ac204" providerId="LiveId" clId="{CF143272-8DF0-4DE9-9193-6066052BA8D4}" dt="2024-01-11T11:03:52.676" v="56" actId="47"/>
        <pc:sldMkLst>
          <pc:docMk/>
          <pc:sldMk cId="2083535443" sldId="2147376212"/>
        </pc:sldMkLst>
      </pc:sldChg>
      <pc:sldChg chg="del">
        <pc:chgData name="Malte Heithoff" userId="92960225c14ac204" providerId="LiveId" clId="{CF143272-8DF0-4DE9-9193-6066052BA8D4}" dt="2024-01-11T12:37:55.863" v="469" actId="47"/>
        <pc:sldMkLst>
          <pc:docMk/>
          <pc:sldMk cId="2873999151" sldId="2147376213"/>
        </pc:sldMkLst>
      </pc:sldChg>
      <pc:sldChg chg="del">
        <pc:chgData name="Malte Heithoff" userId="92960225c14ac204" providerId="LiveId" clId="{CF143272-8DF0-4DE9-9193-6066052BA8D4}" dt="2024-01-11T11:03:58.853" v="58" actId="47"/>
        <pc:sldMkLst>
          <pc:docMk/>
          <pc:sldMk cId="457927" sldId="2147376216"/>
        </pc:sldMkLst>
      </pc:sldChg>
      <pc:sldChg chg="addSp delSp modSp mod">
        <pc:chgData name="Malte Heithoff" userId="92960225c14ac204" providerId="LiveId" clId="{CF143272-8DF0-4DE9-9193-6066052BA8D4}" dt="2024-01-11T12:35:50.144" v="442" actId="1076"/>
        <pc:sldMkLst>
          <pc:docMk/>
          <pc:sldMk cId="208780811" sldId="2147376217"/>
        </pc:sldMkLst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5" creationId="{C90F924F-3905-C2C7-85FC-C71520E3E385}"/>
          </ac:spMkLst>
        </pc:spChg>
        <pc:spChg chg="mod">
          <ac:chgData name="Malte Heithoff" userId="92960225c14ac204" providerId="LiveId" clId="{CF143272-8DF0-4DE9-9193-6066052BA8D4}" dt="2024-01-11T12:25:37.867" v="134"/>
          <ac:spMkLst>
            <pc:docMk/>
            <pc:sldMk cId="208780811" sldId="2147376217"/>
            <ac:spMk id="9" creationId="{903C8F49-4C9D-201B-53F6-193DF1130EEC}"/>
          </ac:spMkLst>
        </pc:spChg>
        <pc:spChg chg="mod">
          <ac:chgData name="Malte Heithoff" userId="92960225c14ac204" providerId="LiveId" clId="{CF143272-8DF0-4DE9-9193-6066052BA8D4}" dt="2024-01-11T12:25:37.867" v="134"/>
          <ac:spMkLst>
            <pc:docMk/>
            <pc:sldMk cId="208780811" sldId="2147376217"/>
            <ac:spMk id="11" creationId="{BFB35CD1-11CB-3056-9128-2E1579FC2881}"/>
          </ac:spMkLst>
        </pc:spChg>
        <pc:spChg chg="mod">
          <ac:chgData name="Malte Heithoff" userId="92960225c14ac204" providerId="LiveId" clId="{CF143272-8DF0-4DE9-9193-6066052BA8D4}" dt="2024-01-11T12:25:37.868" v="136"/>
          <ac:spMkLst>
            <pc:docMk/>
            <pc:sldMk cId="208780811" sldId="2147376217"/>
            <ac:spMk id="12" creationId="{E35F2B5C-F320-B83E-BD50-85DF7BF06FD8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24" creationId="{61DE86B4-F0E4-4F09-93F9-BFE58234299B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28" creationId="{34744791-7274-20F9-11DA-A1E9CE779033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29" creationId="{5D3847EB-0C01-40FB-EF32-FCE8DEF56A25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30" creationId="{ECA892E9-2282-EBA3-2E57-5F84B6C5B04C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31" creationId="{C6D72F3E-FBD3-1319-88DD-9BA6B9039C28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32" creationId="{EF661517-9C40-EFB8-2935-39DF5069A022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33" creationId="{45533D6B-4D5D-1A09-F6FC-D0337E366320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34" creationId="{0D47680D-5C59-2FFE-E001-C70D322E6471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35" creationId="{635E5F03-9262-DB15-3F2D-785A9E2228A8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36" creationId="{014AF0C3-1B33-1E56-2966-A93222D19CF1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37" creationId="{B926B484-8EB8-27CD-684C-E02C308E495A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38" creationId="{5007EFE2-1D84-6E56-EB4E-6DEE74D43A32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39" creationId="{AD30D458-F175-0658-6650-27EA4D3D8E6C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40" creationId="{3968C5FE-DE2B-CCE8-0917-B0157828D097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41" creationId="{EC022961-A881-2ADE-EEF0-F45D4303083F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42" creationId="{CD2DF54C-3D4D-2EE1-BAE4-C64FE5BDD705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43" creationId="{FE914D24-3A30-98C9-C0AA-3C0945FAA682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44" creationId="{24BA00F9-0563-E567-5ECD-C689BAE7603A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45" creationId="{FC30FA7E-8540-A3EE-0E86-FC791E29F09A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46" creationId="{4B68C8C8-1E33-9B04-FE81-4BF36099FDB0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47" creationId="{D742B669-8927-09FB-E69F-AC768616B317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48" creationId="{73C36A9E-7E1A-0ADA-2766-CD9642EB92D4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50" creationId="{42F1BC12-2855-4117-527E-715CE47687D0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51" creationId="{6017560B-7FBC-2CD3-9B31-96193AC7B5C2}"/>
          </ac:spMkLst>
        </pc:spChg>
        <pc:spChg chg="del">
          <ac:chgData name="Malte Heithoff" userId="92960225c14ac204" providerId="LiveId" clId="{CF143272-8DF0-4DE9-9193-6066052BA8D4}" dt="2024-01-11T12:23:10.429" v="64" actId="478"/>
          <ac:spMkLst>
            <pc:docMk/>
            <pc:sldMk cId="208780811" sldId="2147376217"/>
            <ac:spMk id="54" creationId="{AAA8DF42-974E-9F25-6DF3-48E1B48F9872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60" creationId="{42F1BC12-2855-4117-527E-715CE47687D0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61" creationId="{0710754F-5DF4-4B84-9A78-7E2A91E4CEE5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62" creationId="{9B44B996-FDD7-5971-BFA3-90E820A0DCFC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63" creationId="{9B44B996-FDD7-5971-BFA3-90E820A0DCFC}"/>
          </ac:spMkLst>
        </pc:spChg>
        <pc:spChg chg="add mod">
          <ac:chgData name="Malte Heithoff" userId="92960225c14ac204" providerId="LiveId" clId="{CF143272-8DF0-4DE9-9193-6066052BA8D4}" dt="2024-01-11T12:25:37.870" v="140"/>
          <ac:spMkLst>
            <pc:docMk/>
            <pc:sldMk cId="208780811" sldId="2147376217"/>
            <ac:spMk id="65" creationId="{BDC69BEE-0DCB-167F-50EA-DD7F3D2813BD}"/>
          </ac:spMkLst>
        </pc:spChg>
        <pc:spChg chg="add mod">
          <ac:chgData name="Malte Heithoff" userId="92960225c14ac204" providerId="LiveId" clId="{CF143272-8DF0-4DE9-9193-6066052BA8D4}" dt="2024-01-11T12:25:37.870" v="140"/>
          <ac:spMkLst>
            <pc:docMk/>
            <pc:sldMk cId="208780811" sldId="2147376217"/>
            <ac:spMk id="67" creationId="{42FCADBA-35C7-0BBB-950A-586F86A47F16}"/>
          </ac:spMkLst>
        </pc:spChg>
        <pc:spChg chg="add del mod">
          <ac:chgData name="Malte Heithoff" userId="92960225c14ac204" providerId="LiveId" clId="{CF143272-8DF0-4DE9-9193-6066052BA8D4}" dt="2024-01-11T12:29:03.252" v="206" actId="478"/>
          <ac:spMkLst>
            <pc:docMk/>
            <pc:sldMk cId="208780811" sldId="2147376217"/>
            <ac:spMk id="69" creationId="{1677CB21-A575-8649-8F77-6BC943EA6368}"/>
          </ac:spMkLst>
        </pc:spChg>
        <pc:spChg chg="mod">
          <ac:chgData name="Malte Heithoff" userId="92960225c14ac204" providerId="LiveId" clId="{CF143272-8DF0-4DE9-9193-6066052BA8D4}" dt="2024-01-11T12:25:08.762" v="120"/>
          <ac:spMkLst>
            <pc:docMk/>
            <pc:sldMk cId="208780811" sldId="2147376217"/>
            <ac:spMk id="72" creationId="{0DF84703-CD71-7924-6FA5-37150E4966C6}"/>
          </ac:spMkLst>
        </pc:spChg>
        <pc:spChg chg="mod">
          <ac:chgData name="Malte Heithoff" userId="92960225c14ac204" providerId="LiveId" clId="{CF143272-8DF0-4DE9-9193-6066052BA8D4}" dt="2024-01-11T12:25:08.762" v="120"/>
          <ac:spMkLst>
            <pc:docMk/>
            <pc:sldMk cId="208780811" sldId="2147376217"/>
            <ac:spMk id="74" creationId="{DECB3276-4065-DD99-59A9-29A4226DEF1F}"/>
          </ac:spMkLst>
        </pc:spChg>
        <pc:spChg chg="add mod">
          <ac:chgData name="Malte Heithoff" userId="92960225c14ac204" providerId="LiveId" clId="{CF143272-8DF0-4DE9-9193-6066052BA8D4}" dt="2024-01-11T12:25:58.493" v="147"/>
          <ac:spMkLst>
            <pc:docMk/>
            <pc:sldMk cId="208780811" sldId="2147376217"/>
            <ac:spMk id="75" creationId="{13034766-8106-071F-4C73-18366CBD2D9F}"/>
          </ac:spMkLst>
        </pc:spChg>
        <pc:spChg chg="del">
          <ac:chgData name="Malte Heithoff" userId="92960225c14ac204" providerId="LiveId" clId="{CF143272-8DF0-4DE9-9193-6066052BA8D4}" dt="2024-01-11T12:23:08.537" v="62" actId="478"/>
          <ac:spMkLst>
            <pc:docMk/>
            <pc:sldMk cId="208780811" sldId="2147376217"/>
            <ac:spMk id="76" creationId="{75CD1C29-1FC3-80BA-69F0-070CA0D376B1}"/>
          </ac:spMkLst>
        </pc:spChg>
        <pc:spChg chg="mod">
          <ac:chgData name="Malte Heithoff" userId="92960225c14ac204" providerId="LiveId" clId="{CF143272-8DF0-4DE9-9193-6066052BA8D4}" dt="2024-01-11T12:26:36.267" v="155"/>
          <ac:spMkLst>
            <pc:docMk/>
            <pc:sldMk cId="208780811" sldId="2147376217"/>
            <ac:spMk id="84" creationId="{66507DDE-DA3A-146B-584E-A57522DAA36B}"/>
          </ac:spMkLst>
        </pc:spChg>
        <pc:spChg chg="mod">
          <ac:chgData name="Malte Heithoff" userId="92960225c14ac204" providerId="LiveId" clId="{CF143272-8DF0-4DE9-9193-6066052BA8D4}" dt="2024-01-11T12:26:36.267" v="155"/>
          <ac:spMkLst>
            <pc:docMk/>
            <pc:sldMk cId="208780811" sldId="2147376217"/>
            <ac:spMk id="85" creationId="{7695859D-82DF-7EB0-C938-167C5AE6E5EF}"/>
          </ac:spMkLst>
        </pc:spChg>
        <pc:spChg chg="mod">
          <ac:chgData name="Malte Heithoff" userId="92960225c14ac204" providerId="LiveId" clId="{CF143272-8DF0-4DE9-9193-6066052BA8D4}" dt="2024-01-11T12:26:36.267" v="155"/>
          <ac:spMkLst>
            <pc:docMk/>
            <pc:sldMk cId="208780811" sldId="2147376217"/>
            <ac:spMk id="86" creationId="{8B516B9A-3C08-D77D-4F04-22AA5EFD2FB4}"/>
          </ac:spMkLst>
        </pc:spChg>
        <pc:spChg chg="mod">
          <ac:chgData name="Malte Heithoff" userId="92960225c14ac204" providerId="LiveId" clId="{CF143272-8DF0-4DE9-9193-6066052BA8D4}" dt="2024-01-11T12:26:36.267" v="155"/>
          <ac:spMkLst>
            <pc:docMk/>
            <pc:sldMk cId="208780811" sldId="2147376217"/>
            <ac:spMk id="87" creationId="{4FFB63DA-C8A3-4335-5C98-49C698CC2DDA}"/>
          </ac:spMkLst>
        </pc:spChg>
        <pc:spChg chg="mod">
          <ac:chgData name="Malte Heithoff" userId="92960225c14ac204" providerId="LiveId" clId="{CF143272-8DF0-4DE9-9193-6066052BA8D4}" dt="2024-01-11T12:26:36.267" v="155"/>
          <ac:spMkLst>
            <pc:docMk/>
            <pc:sldMk cId="208780811" sldId="2147376217"/>
            <ac:spMk id="88" creationId="{707536BB-D24F-0770-7A45-D945699A9B22}"/>
          </ac:spMkLst>
        </pc:spChg>
        <pc:spChg chg="mod">
          <ac:chgData name="Malte Heithoff" userId="92960225c14ac204" providerId="LiveId" clId="{CF143272-8DF0-4DE9-9193-6066052BA8D4}" dt="2024-01-11T12:26:36.267" v="155"/>
          <ac:spMkLst>
            <pc:docMk/>
            <pc:sldMk cId="208780811" sldId="2147376217"/>
            <ac:spMk id="89" creationId="{DF85267C-EF4F-8958-9131-AA5E285C4E23}"/>
          </ac:spMkLst>
        </pc:spChg>
        <pc:spChg chg="mod">
          <ac:chgData name="Malte Heithoff" userId="92960225c14ac204" providerId="LiveId" clId="{CF143272-8DF0-4DE9-9193-6066052BA8D4}" dt="2024-01-11T12:26:43.829" v="156"/>
          <ac:spMkLst>
            <pc:docMk/>
            <pc:sldMk cId="208780811" sldId="2147376217"/>
            <ac:spMk id="95" creationId="{8418FAB3-9FAF-CFCE-0C8B-DA0DEBDC575E}"/>
          </ac:spMkLst>
        </pc:spChg>
        <pc:spChg chg="mod">
          <ac:chgData name="Malte Heithoff" userId="92960225c14ac204" providerId="LiveId" clId="{CF143272-8DF0-4DE9-9193-6066052BA8D4}" dt="2024-01-11T12:26:43.829" v="156"/>
          <ac:spMkLst>
            <pc:docMk/>
            <pc:sldMk cId="208780811" sldId="2147376217"/>
            <ac:spMk id="96" creationId="{D1A0864A-BA13-A16E-14F0-3E57290BA7C0}"/>
          </ac:spMkLst>
        </pc:spChg>
        <pc:spChg chg="mod">
          <ac:chgData name="Malte Heithoff" userId="92960225c14ac204" providerId="LiveId" clId="{CF143272-8DF0-4DE9-9193-6066052BA8D4}" dt="2024-01-11T12:26:43.829" v="156"/>
          <ac:spMkLst>
            <pc:docMk/>
            <pc:sldMk cId="208780811" sldId="2147376217"/>
            <ac:spMk id="97" creationId="{F4335FA7-8816-B6B7-08B7-709E6663058B}"/>
          </ac:spMkLst>
        </pc:spChg>
        <pc:spChg chg="mod">
          <ac:chgData name="Malte Heithoff" userId="92960225c14ac204" providerId="LiveId" clId="{CF143272-8DF0-4DE9-9193-6066052BA8D4}" dt="2024-01-11T12:26:43.829" v="156"/>
          <ac:spMkLst>
            <pc:docMk/>
            <pc:sldMk cId="208780811" sldId="2147376217"/>
            <ac:spMk id="98" creationId="{523E9BB2-D55E-AAFA-4FEB-6294D21F166A}"/>
          </ac:spMkLst>
        </pc:spChg>
        <pc:spChg chg="mod">
          <ac:chgData name="Malte Heithoff" userId="92960225c14ac204" providerId="LiveId" clId="{CF143272-8DF0-4DE9-9193-6066052BA8D4}" dt="2024-01-11T12:26:43.829" v="156"/>
          <ac:spMkLst>
            <pc:docMk/>
            <pc:sldMk cId="208780811" sldId="2147376217"/>
            <ac:spMk id="99" creationId="{DA76B67B-5952-4163-7E89-FC5E870A6B1C}"/>
          </ac:spMkLst>
        </pc:spChg>
        <pc:spChg chg="mod">
          <ac:chgData name="Malte Heithoff" userId="92960225c14ac204" providerId="LiveId" clId="{CF143272-8DF0-4DE9-9193-6066052BA8D4}" dt="2024-01-11T12:26:43.829" v="156"/>
          <ac:spMkLst>
            <pc:docMk/>
            <pc:sldMk cId="208780811" sldId="2147376217"/>
            <ac:spMk id="100" creationId="{6C996A43-1017-54C0-1F14-115D01624A30}"/>
          </ac:spMkLst>
        </pc:spChg>
        <pc:spChg chg="add mod">
          <ac:chgData name="Malte Heithoff" userId="92960225c14ac204" providerId="LiveId" clId="{CF143272-8DF0-4DE9-9193-6066052BA8D4}" dt="2024-01-11T12:29:27.537" v="237" actId="1037"/>
          <ac:spMkLst>
            <pc:docMk/>
            <pc:sldMk cId="208780811" sldId="2147376217"/>
            <ac:spMk id="101" creationId="{673B2764-9EA7-0D7C-01F1-53FF540D71C8}"/>
          </ac:spMkLst>
        </pc:spChg>
        <pc:spChg chg="add mod">
          <ac:chgData name="Malte Heithoff" userId="92960225c14ac204" providerId="LiveId" clId="{CF143272-8DF0-4DE9-9193-6066052BA8D4}" dt="2024-01-11T12:29:27.537" v="237" actId="1037"/>
          <ac:spMkLst>
            <pc:docMk/>
            <pc:sldMk cId="208780811" sldId="2147376217"/>
            <ac:spMk id="103" creationId="{53826062-D655-9BC6-F8F4-6E8C196C507B}"/>
          </ac:spMkLst>
        </pc:spChg>
        <pc:spChg chg="add mod">
          <ac:chgData name="Malte Heithoff" userId="92960225c14ac204" providerId="LiveId" clId="{CF143272-8DF0-4DE9-9193-6066052BA8D4}" dt="2024-01-11T12:29:31.789" v="256" actId="1037"/>
          <ac:spMkLst>
            <pc:docMk/>
            <pc:sldMk cId="208780811" sldId="2147376217"/>
            <ac:spMk id="107" creationId="{79EDB4A5-BA3F-3359-2711-606FF3491A0F}"/>
          </ac:spMkLst>
        </pc:spChg>
        <pc:spChg chg="add mod">
          <ac:chgData name="Malte Heithoff" userId="92960225c14ac204" providerId="LiveId" clId="{CF143272-8DF0-4DE9-9193-6066052BA8D4}" dt="2024-01-11T12:29:31.789" v="256" actId="1037"/>
          <ac:spMkLst>
            <pc:docMk/>
            <pc:sldMk cId="208780811" sldId="2147376217"/>
            <ac:spMk id="108" creationId="{413ED70F-F0CD-05A3-297A-1B797D5F8440}"/>
          </ac:spMkLst>
        </pc:spChg>
        <pc:spChg chg="add mod">
          <ac:chgData name="Malte Heithoff" userId="92960225c14ac204" providerId="LiveId" clId="{CF143272-8DF0-4DE9-9193-6066052BA8D4}" dt="2024-01-11T12:32:20.420" v="331" actId="1035"/>
          <ac:spMkLst>
            <pc:docMk/>
            <pc:sldMk cId="208780811" sldId="2147376217"/>
            <ac:spMk id="109" creationId="{9D9AAE94-C01C-FC5B-B76E-A0A9189FDCA7}"/>
          </ac:spMkLst>
        </pc:spChg>
        <pc:spChg chg="add mod">
          <ac:chgData name="Malte Heithoff" userId="92960225c14ac204" providerId="LiveId" clId="{CF143272-8DF0-4DE9-9193-6066052BA8D4}" dt="2024-01-11T12:35:28.661" v="427" actId="20577"/>
          <ac:spMkLst>
            <pc:docMk/>
            <pc:sldMk cId="208780811" sldId="2147376217"/>
            <ac:spMk id="110" creationId="{D3856206-97C9-06F0-04F2-A704ED02F64F}"/>
          </ac:spMkLst>
        </pc:spChg>
        <pc:spChg chg="add mod">
          <ac:chgData name="Malte Heithoff" userId="92960225c14ac204" providerId="LiveId" clId="{CF143272-8DF0-4DE9-9193-6066052BA8D4}" dt="2024-01-11T12:35:04.159" v="401" actId="20577"/>
          <ac:spMkLst>
            <pc:docMk/>
            <pc:sldMk cId="208780811" sldId="2147376217"/>
            <ac:spMk id="115" creationId="{8C26E8BA-CA6B-282A-96A6-540555E59F6B}"/>
          </ac:spMkLst>
        </pc:spChg>
        <pc:spChg chg="add mod">
          <ac:chgData name="Malte Heithoff" userId="92960225c14ac204" providerId="LiveId" clId="{CF143272-8DF0-4DE9-9193-6066052BA8D4}" dt="2024-01-11T12:28:28.684" v="188" actId="1076"/>
          <ac:spMkLst>
            <pc:docMk/>
            <pc:sldMk cId="208780811" sldId="2147376217"/>
            <ac:spMk id="117" creationId="{28E3B458-8A44-0F03-BAD1-AC302266F64D}"/>
          </ac:spMkLst>
        </pc:spChg>
        <pc:spChg chg="add mod">
          <ac:chgData name="Malte Heithoff" userId="92960225c14ac204" providerId="LiveId" clId="{CF143272-8DF0-4DE9-9193-6066052BA8D4}" dt="2024-01-11T12:29:23.796" v="218" actId="1037"/>
          <ac:spMkLst>
            <pc:docMk/>
            <pc:sldMk cId="208780811" sldId="2147376217"/>
            <ac:spMk id="118" creationId="{473B3048-C059-66D4-BDCD-7E0E2B3A3D3F}"/>
          </ac:spMkLst>
        </pc:spChg>
        <pc:spChg chg="add mod ord">
          <ac:chgData name="Malte Heithoff" userId="92960225c14ac204" providerId="LiveId" clId="{CF143272-8DF0-4DE9-9193-6066052BA8D4}" dt="2024-01-11T12:33:04.175" v="348" actId="1076"/>
          <ac:spMkLst>
            <pc:docMk/>
            <pc:sldMk cId="208780811" sldId="2147376217"/>
            <ac:spMk id="120" creationId="{D4C34C33-78E2-C660-92B4-01C80B0E1865}"/>
          </ac:spMkLst>
        </pc:spChg>
        <pc:spChg chg="add mod">
          <ac:chgData name="Malte Heithoff" userId="92960225c14ac204" providerId="LiveId" clId="{CF143272-8DF0-4DE9-9193-6066052BA8D4}" dt="2024-01-11T12:33:25.935" v="351" actId="1076"/>
          <ac:spMkLst>
            <pc:docMk/>
            <pc:sldMk cId="208780811" sldId="2147376217"/>
            <ac:spMk id="121" creationId="{DFC63F65-943E-82FF-507C-C78C911CDE2E}"/>
          </ac:spMkLst>
        </pc:spChg>
        <pc:spChg chg="add del mod">
          <ac:chgData name="Malte Heithoff" userId="92960225c14ac204" providerId="LiveId" clId="{CF143272-8DF0-4DE9-9193-6066052BA8D4}" dt="2024-01-11T12:34:02.397" v="370" actId="478"/>
          <ac:spMkLst>
            <pc:docMk/>
            <pc:sldMk cId="208780811" sldId="2147376217"/>
            <ac:spMk id="122" creationId="{9C8F9F35-D3F8-6E75-122E-BB7E07AA587D}"/>
          </ac:spMkLst>
        </pc:spChg>
        <pc:spChg chg="add mod">
          <ac:chgData name="Malte Heithoff" userId="92960225c14ac204" providerId="LiveId" clId="{CF143272-8DF0-4DE9-9193-6066052BA8D4}" dt="2024-01-11T12:35:38.407" v="440"/>
          <ac:spMkLst>
            <pc:docMk/>
            <pc:sldMk cId="208780811" sldId="2147376217"/>
            <ac:spMk id="123" creationId="{9818E696-E455-9541-35B0-6119EFD1E466}"/>
          </ac:spMkLst>
        </pc:spChg>
        <pc:spChg chg="add mod">
          <ac:chgData name="Malte Heithoff" userId="92960225c14ac204" providerId="LiveId" clId="{CF143272-8DF0-4DE9-9193-6066052BA8D4}" dt="2024-01-11T12:35:23.277" v="416" actId="1037"/>
          <ac:spMkLst>
            <pc:docMk/>
            <pc:sldMk cId="208780811" sldId="2147376217"/>
            <ac:spMk id="124" creationId="{45A933D7-D9E8-A16C-5BD2-FFA90FEF0445}"/>
          </ac:spMkLst>
        </pc:spChg>
        <pc:grpChg chg="mod">
          <ac:chgData name="Malte Heithoff" userId="92960225c14ac204" providerId="LiveId" clId="{CF143272-8DF0-4DE9-9193-6066052BA8D4}" dt="2024-01-11T12:25:37.867" v="134"/>
          <ac:grpSpMkLst>
            <pc:docMk/>
            <pc:sldMk cId="208780811" sldId="2147376217"/>
            <ac:grpSpMk id="7" creationId="{1D3E3004-4619-B4F9-1127-70657D731FD7}"/>
          </ac:grpSpMkLst>
        </pc:grpChg>
        <pc:grpChg chg="del">
          <ac:chgData name="Malte Heithoff" userId="92960225c14ac204" providerId="LiveId" clId="{CF143272-8DF0-4DE9-9193-6066052BA8D4}" dt="2024-01-11T12:23:08.537" v="62" actId="478"/>
          <ac:grpSpMkLst>
            <pc:docMk/>
            <pc:sldMk cId="208780811" sldId="2147376217"/>
            <ac:grpSpMk id="13" creationId="{A3FFF7D7-CDFD-2922-BC3F-DBAB5C78EEA7}"/>
          </ac:grpSpMkLst>
        </pc:grpChg>
        <pc:grpChg chg="add mod">
          <ac:chgData name="Malte Heithoff" userId="92960225c14ac204" providerId="LiveId" clId="{CF143272-8DF0-4DE9-9193-6066052BA8D4}" dt="2024-01-11T12:25:37.870" v="140"/>
          <ac:grpSpMkLst>
            <pc:docMk/>
            <pc:sldMk cId="208780811" sldId="2147376217"/>
            <ac:grpSpMk id="68" creationId="{B45EA979-A048-259E-F7A5-21E35DD8775D}"/>
          </ac:grpSpMkLst>
        </pc:grpChg>
        <pc:grpChg chg="add mod">
          <ac:chgData name="Malte Heithoff" userId="92960225c14ac204" providerId="LiveId" clId="{CF143272-8DF0-4DE9-9193-6066052BA8D4}" dt="2024-01-11T12:25:14.764" v="122" actId="1076"/>
          <ac:grpSpMkLst>
            <pc:docMk/>
            <pc:sldMk cId="208780811" sldId="2147376217"/>
            <ac:grpSpMk id="71" creationId="{0C740469-FCD7-248C-F4F6-827055BF4EBA}"/>
          </ac:grpSpMkLst>
        </pc:grpChg>
        <pc:grpChg chg="add mod">
          <ac:chgData name="Malte Heithoff" userId="92960225c14ac204" providerId="LiveId" clId="{CF143272-8DF0-4DE9-9193-6066052BA8D4}" dt="2024-01-11T12:26:36.267" v="155"/>
          <ac:grpSpMkLst>
            <pc:docMk/>
            <pc:sldMk cId="208780811" sldId="2147376217"/>
            <ac:grpSpMk id="79" creationId="{B396FA7D-1799-AD70-9AE7-204984459167}"/>
          </ac:grpSpMkLst>
        </pc:grpChg>
        <pc:grpChg chg="mod">
          <ac:chgData name="Malte Heithoff" userId="92960225c14ac204" providerId="LiveId" clId="{CF143272-8DF0-4DE9-9193-6066052BA8D4}" dt="2024-01-11T12:26:36.267" v="155"/>
          <ac:grpSpMkLst>
            <pc:docMk/>
            <pc:sldMk cId="208780811" sldId="2147376217"/>
            <ac:grpSpMk id="80" creationId="{A9767A51-1AEA-B65B-C1C9-D7DEAED8939D}"/>
          </ac:grpSpMkLst>
        </pc:grpChg>
        <pc:grpChg chg="mod">
          <ac:chgData name="Malte Heithoff" userId="92960225c14ac204" providerId="LiveId" clId="{CF143272-8DF0-4DE9-9193-6066052BA8D4}" dt="2024-01-11T12:26:36.267" v="155"/>
          <ac:grpSpMkLst>
            <pc:docMk/>
            <pc:sldMk cId="208780811" sldId="2147376217"/>
            <ac:grpSpMk id="81" creationId="{A333D643-44D7-F7E6-5B35-D2B2224C0DA2}"/>
          </ac:grpSpMkLst>
        </pc:grpChg>
        <pc:grpChg chg="mod">
          <ac:chgData name="Malte Heithoff" userId="92960225c14ac204" providerId="LiveId" clId="{CF143272-8DF0-4DE9-9193-6066052BA8D4}" dt="2024-01-11T12:26:36.267" v="155"/>
          <ac:grpSpMkLst>
            <pc:docMk/>
            <pc:sldMk cId="208780811" sldId="2147376217"/>
            <ac:grpSpMk id="82" creationId="{0A1AECA7-E324-7A9B-B381-2DBDDAD90E7E}"/>
          </ac:grpSpMkLst>
        </pc:grpChg>
        <pc:grpChg chg="add mod">
          <ac:chgData name="Malte Heithoff" userId="92960225c14ac204" providerId="LiveId" clId="{CF143272-8DF0-4DE9-9193-6066052BA8D4}" dt="2024-01-11T12:29:27.537" v="237" actId="1037"/>
          <ac:grpSpMkLst>
            <pc:docMk/>
            <pc:sldMk cId="208780811" sldId="2147376217"/>
            <ac:grpSpMk id="90" creationId="{8774B373-BD86-4795-3C96-68C95F32AD1C}"/>
          </ac:grpSpMkLst>
        </pc:grpChg>
        <pc:grpChg chg="mod">
          <ac:chgData name="Malte Heithoff" userId="92960225c14ac204" providerId="LiveId" clId="{CF143272-8DF0-4DE9-9193-6066052BA8D4}" dt="2024-01-11T12:26:43.829" v="156"/>
          <ac:grpSpMkLst>
            <pc:docMk/>
            <pc:sldMk cId="208780811" sldId="2147376217"/>
            <ac:grpSpMk id="91" creationId="{CEAE3D7C-669B-32C3-FAAE-11D2DBBA4D9D}"/>
          </ac:grpSpMkLst>
        </pc:grpChg>
        <pc:grpChg chg="mod">
          <ac:chgData name="Malte Heithoff" userId="92960225c14ac204" providerId="LiveId" clId="{CF143272-8DF0-4DE9-9193-6066052BA8D4}" dt="2024-01-11T12:26:43.829" v="156"/>
          <ac:grpSpMkLst>
            <pc:docMk/>
            <pc:sldMk cId="208780811" sldId="2147376217"/>
            <ac:grpSpMk id="92" creationId="{B66C213D-021E-14DB-5FBF-90842BF6CECC}"/>
          </ac:grpSpMkLst>
        </pc:grpChg>
        <pc:grpChg chg="mod">
          <ac:chgData name="Malte Heithoff" userId="92960225c14ac204" providerId="LiveId" clId="{CF143272-8DF0-4DE9-9193-6066052BA8D4}" dt="2024-01-11T12:26:43.829" v="156"/>
          <ac:grpSpMkLst>
            <pc:docMk/>
            <pc:sldMk cId="208780811" sldId="2147376217"/>
            <ac:grpSpMk id="93" creationId="{E169D3CC-BF38-47FB-E704-D07A82E907DB}"/>
          </ac:grpSpMkLst>
        </pc:grpChg>
        <pc:picChg chg="del">
          <ac:chgData name="Malte Heithoff" userId="92960225c14ac204" providerId="LiveId" clId="{CF143272-8DF0-4DE9-9193-6066052BA8D4}" dt="2024-01-11T12:23:08.537" v="62" actId="478"/>
          <ac:picMkLst>
            <pc:docMk/>
            <pc:sldMk cId="208780811" sldId="2147376217"/>
            <ac:picMk id="2" creationId="{864903C5-719B-65C1-6129-FF98AF7674A5}"/>
          </ac:picMkLst>
        </pc:picChg>
        <pc:picChg chg="del">
          <ac:chgData name="Malte Heithoff" userId="92960225c14ac204" providerId="LiveId" clId="{CF143272-8DF0-4DE9-9193-6066052BA8D4}" dt="2024-01-11T12:23:08.537" v="62" actId="478"/>
          <ac:picMkLst>
            <pc:docMk/>
            <pc:sldMk cId="208780811" sldId="2147376217"/>
            <ac:picMk id="4" creationId="{2E33DC96-9110-8D36-0856-859F56A3D63D}"/>
          </ac:picMkLst>
        </pc:picChg>
        <pc:picChg chg="mod">
          <ac:chgData name="Malte Heithoff" userId="92960225c14ac204" providerId="LiveId" clId="{CF143272-8DF0-4DE9-9193-6066052BA8D4}" dt="2024-01-11T12:25:37.867" v="134"/>
          <ac:picMkLst>
            <pc:docMk/>
            <pc:sldMk cId="208780811" sldId="2147376217"/>
            <ac:picMk id="8" creationId="{C6E3EDC7-1524-1A68-8CAE-CB86238E4567}"/>
          </ac:picMkLst>
        </pc:picChg>
        <pc:picChg chg="mod">
          <ac:chgData name="Malte Heithoff" userId="92960225c14ac204" providerId="LiveId" clId="{CF143272-8DF0-4DE9-9193-6066052BA8D4}" dt="2024-01-11T12:25:37.867" v="134"/>
          <ac:picMkLst>
            <pc:docMk/>
            <pc:sldMk cId="208780811" sldId="2147376217"/>
            <ac:picMk id="10" creationId="{6AC2FF21-CBB7-D4D0-24A1-401D2B59EA5F}"/>
          </ac:picMkLst>
        </pc:picChg>
        <pc:picChg chg="del">
          <ac:chgData name="Malte Heithoff" userId="92960225c14ac204" providerId="LiveId" clId="{CF143272-8DF0-4DE9-9193-6066052BA8D4}" dt="2024-01-11T12:23:08.537" v="62" actId="478"/>
          <ac:picMkLst>
            <pc:docMk/>
            <pc:sldMk cId="208780811" sldId="2147376217"/>
            <ac:picMk id="25" creationId="{61A18BB9-7EB8-7A41-0271-434AF7FA9469}"/>
          </ac:picMkLst>
        </pc:picChg>
        <pc:picChg chg="del">
          <ac:chgData name="Malte Heithoff" userId="92960225c14ac204" providerId="LiveId" clId="{CF143272-8DF0-4DE9-9193-6066052BA8D4}" dt="2024-01-11T12:23:09.060" v="63" actId="478"/>
          <ac:picMkLst>
            <pc:docMk/>
            <pc:sldMk cId="208780811" sldId="2147376217"/>
            <ac:picMk id="53" creationId="{81258714-A642-37EB-C9BE-472293955D5B}"/>
          </ac:picMkLst>
        </pc:picChg>
        <pc:picChg chg="del">
          <ac:chgData name="Malte Heithoff" userId="92960225c14ac204" providerId="LiveId" clId="{CF143272-8DF0-4DE9-9193-6066052BA8D4}" dt="2024-01-11T12:23:01.268" v="61" actId="478"/>
          <ac:picMkLst>
            <pc:docMk/>
            <pc:sldMk cId="208780811" sldId="2147376217"/>
            <ac:picMk id="56" creationId="{9F603012-5508-4E08-08E4-B63B03F86C31}"/>
          </ac:picMkLst>
        </pc:picChg>
        <pc:picChg chg="add del mod">
          <ac:chgData name="Malte Heithoff" userId="92960225c14ac204" providerId="LiveId" clId="{CF143272-8DF0-4DE9-9193-6066052BA8D4}" dt="2024-01-11T12:24:04.443" v="76" actId="478"/>
          <ac:picMkLst>
            <pc:docMk/>
            <pc:sldMk cId="208780811" sldId="2147376217"/>
            <ac:picMk id="64" creationId="{43BA8A9A-89B0-B16C-60F4-4F0FE78E919C}"/>
          </ac:picMkLst>
        </pc:picChg>
        <pc:picChg chg="mod">
          <ac:chgData name="Malte Heithoff" userId="92960225c14ac204" providerId="LiveId" clId="{CF143272-8DF0-4DE9-9193-6066052BA8D4}" dt="2024-01-11T12:25:37.869" v="138"/>
          <ac:picMkLst>
            <pc:docMk/>
            <pc:sldMk cId="208780811" sldId="2147376217"/>
            <ac:picMk id="66" creationId="{00000000-0000-0000-0000-000000000000}"/>
          </ac:picMkLst>
        </pc:picChg>
        <pc:picChg chg="del">
          <ac:chgData name="Malte Heithoff" userId="92960225c14ac204" providerId="LiveId" clId="{CF143272-8DF0-4DE9-9193-6066052BA8D4}" dt="2024-01-11T12:23:08.537" v="62" actId="478"/>
          <ac:picMkLst>
            <pc:docMk/>
            <pc:sldMk cId="208780811" sldId="2147376217"/>
            <ac:picMk id="77" creationId="{51C2E6AF-EC72-182D-70F5-8C3CD2F6761C}"/>
          </ac:picMkLst>
        </pc:picChg>
        <pc:picChg chg="del">
          <ac:chgData name="Malte Heithoff" userId="92960225c14ac204" providerId="LiveId" clId="{CF143272-8DF0-4DE9-9193-6066052BA8D4}" dt="2024-01-11T12:23:08.537" v="62" actId="478"/>
          <ac:picMkLst>
            <pc:docMk/>
            <pc:sldMk cId="208780811" sldId="2147376217"/>
            <ac:picMk id="78" creationId="{76C0EA25-C7CF-F7D2-F2DB-1656ED7D7101}"/>
          </ac:picMkLst>
        </pc:picChg>
        <pc:picChg chg="add mod">
          <ac:chgData name="Malte Heithoff" userId="92960225c14ac204" providerId="LiveId" clId="{CF143272-8DF0-4DE9-9193-6066052BA8D4}" dt="2024-01-11T12:32:23.228" v="332" actId="1076"/>
          <ac:picMkLst>
            <pc:docMk/>
            <pc:sldMk cId="208780811" sldId="2147376217"/>
            <ac:picMk id="111" creationId="{DF908027-6E8A-C1FA-4600-C9DA707AC675}"/>
          </ac:picMkLst>
        </pc:picChg>
        <pc:picChg chg="add mod">
          <ac:chgData name="Malte Heithoff" userId="92960225c14ac204" providerId="LiveId" clId="{CF143272-8DF0-4DE9-9193-6066052BA8D4}" dt="2024-01-11T12:35:50.144" v="442" actId="1076"/>
          <ac:picMkLst>
            <pc:docMk/>
            <pc:sldMk cId="208780811" sldId="2147376217"/>
            <ac:picMk id="112" creationId="{6B9AE014-CBF3-846B-9788-AC98D8894336}"/>
          </ac:picMkLst>
        </pc:picChg>
        <pc:picChg chg="add mod">
          <ac:chgData name="Malte Heithoff" userId="92960225c14ac204" providerId="LiveId" clId="{CF143272-8DF0-4DE9-9193-6066052BA8D4}" dt="2024-01-11T12:35:45.510" v="441" actId="1076"/>
          <ac:picMkLst>
            <pc:docMk/>
            <pc:sldMk cId="208780811" sldId="2147376217"/>
            <ac:picMk id="113" creationId="{A7600D93-5F35-2F51-5B03-4F98ACD7ECAB}"/>
          </ac:picMkLst>
        </pc:picChg>
        <pc:picChg chg="add mod">
          <ac:chgData name="Malte Heithoff" userId="92960225c14ac204" providerId="LiveId" clId="{CF143272-8DF0-4DE9-9193-6066052BA8D4}" dt="2024-01-11T12:35:45.510" v="441" actId="1076"/>
          <ac:picMkLst>
            <pc:docMk/>
            <pc:sldMk cId="208780811" sldId="2147376217"/>
            <ac:picMk id="114" creationId="{78975FBF-196A-1B9C-6DF1-0BE05922D5B8}"/>
          </ac:picMkLst>
        </pc:picChg>
        <pc:cxnChg chg="mod">
          <ac:chgData name="Malte Heithoff" userId="92960225c14ac204" providerId="LiveId" clId="{CF143272-8DF0-4DE9-9193-6066052BA8D4}" dt="2024-01-11T12:25:37.865" v="132"/>
          <ac:cxnSpMkLst>
            <pc:docMk/>
            <pc:sldMk cId="208780811" sldId="2147376217"/>
            <ac:cxnSpMk id="6" creationId="{7FD4F397-6625-2A2E-1572-F6BF4D1FFC23}"/>
          </ac:cxnSpMkLst>
        </pc:cxnChg>
        <pc:cxnChg chg="del">
          <ac:chgData name="Malte Heithoff" userId="92960225c14ac204" providerId="LiveId" clId="{CF143272-8DF0-4DE9-9193-6066052BA8D4}" dt="2024-01-11T12:23:08.537" v="62" actId="478"/>
          <ac:cxnSpMkLst>
            <pc:docMk/>
            <pc:sldMk cId="208780811" sldId="2147376217"/>
            <ac:cxnSpMk id="26" creationId="{8AC3DCB9-6AD4-B80F-DA72-5FA64CDB6626}"/>
          </ac:cxnSpMkLst>
        </pc:cxnChg>
        <pc:cxnChg chg="del">
          <ac:chgData name="Malte Heithoff" userId="92960225c14ac204" providerId="LiveId" clId="{CF143272-8DF0-4DE9-9193-6066052BA8D4}" dt="2024-01-11T12:23:08.537" v="62" actId="478"/>
          <ac:cxnSpMkLst>
            <pc:docMk/>
            <pc:sldMk cId="208780811" sldId="2147376217"/>
            <ac:cxnSpMk id="27" creationId="{00F31C10-5594-105F-E06C-3DA53A420B89}"/>
          </ac:cxnSpMkLst>
        </pc:cxnChg>
        <pc:cxnChg chg="del">
          <ac:chgData name="Malte Heithoff" userId="92960225c14ac204" providerId="LiveId" clId="{CF143272-8DF0-4DE9-9193-6066052BA8D4}" dt="2024-01-11T12:23:08.537" v="62" actId="478"/>
          <ac:cxnSpMkLst>
            <pc:docMk/>
            <pc:sldMk cId="208780811" sldId="2147376217"/>
            <ac:cxnSpMk id="49" creationId="{55D9DC48-46A0-B6C5-69B4-B9D14FDB750B}"/>
          </ac:cxnSpMkLst>
        </pc:cxnChg>
        <pc:cxnChg chg="del mod">
          <ac:chgData name="Malte Heithoff" userId="92960225c14ac204" providerId="LiveId" clId="{CF143272-8DF0-4DE9-9193-6066052BA8D4}" dt="2024-01-11T12:23:08.537" v="62" actId="478"/>
          <ac:cxnSpMkLst>
            <pc:docMk/>
            <pc:sldMk cId="208780811" sldId="2147376217"/>
            <ac:cxnSpMk id="52" creationId="{A9A45C1E-05A2-1B5C-90DE-47FEC58EA4C4}"/>
          </ac:cxnSpMkLst>
        </pc:cxnChg>
        <pc:cxnChg chg="del">
          <ac:chgData name="Malte Heithoff" userId="92960225c14ac204" providerId="LiveId" clId="{CF143272-8DF0-4DE9-9193-6066052BA8D4}" dt="2024-01-11T12:23:08.537" v="62" actId="478"/>
          <ac:cxnSpMkLst>
            <pc:docMk/>
            <pc:sldMk cId="208780811" sldId="2147376217"/>
            <ac:cxnSpMk id="55" creationId="{2A73E1A6-77CB-4763-834F-11815B1CC3D0}"/>
          </ac:cxnSpMkLst>
        </pc:cxnChg>
        <pc:cxnChg chg="del">
          <ac:chgData name="Malte Heithoff" userId="92960225c14ac204" providerId="LiveId" clId="{CF143272-8DF0-4DE9-9193-6066052BA8D4}" dt="2024-01-11T12:23:08.537" v="62" actId="478"/>
          <ac:cxnSpMkLst>
            <pc:docMk/>
            <pc:sldMk cId="208780811" sldId="2147376217"/>
            <ac:cxnSpMk id="57" creationId="{C2071517-AF39-2435-05CD-2358221DEF20}"/>
          </ac:cxnSpMkLst>
        </pc:cxnChg>
        <pc:cxnChg chg="del">
          <ac:chgData name="Malte Heithoff" userId="92960225c14ac204" providerId="LiveId" clId="{CF143272-8DF0-4DE9-9193-6066052BA8D4}" dt="2024-01-11T12:23:08.537" v="62" actId="478"/>
          <ac:cxnSpMkLst>
            <pc:docMk/>
            <pc:sldMk cId="208780811" sldId="2147376217"/>
            <ac:cxnSpMk id="58" creationId="{95AE98C3-3CAA-B124-4D2F-A06642F02E95}"/>
          </ac:cxnSpMkLst>
        </pc:cxnChg>
        <pc:cxnChg chg="del">
          <ac:chgData name="Malte Heithoff" userId="92960225c14ac204" providerId="LiveId" clId="{CF143272-8DF0-4DE9-9193-6066052BA8D4}" dt="2024-01-11T12:23:08.537" v="62" actId="478"/>
          <ac:cxnSpMkLst>
            <pc:docMk/>
            <pc:sldMk cId="208780811" sldId="2147376217"/>
            <ac:cxnSpMk id="59" creationId="{844EA051-E4F0-FE80-1418-310293B4CB21}"/>
          </ac:cxnSpMkLst>
        </pc:cxnChg>
        <pc:cxnChg chg="del">
          <ac:chgData name="Malte Heithoff" userId="92960225c14ac204" providerId="LiveId" clId="{CF143272-8DF0-4DE9-9193-6066052BA8D4}" dt="2024-01-11T12:23:08.537" v="62" actId="478"/>
          <ac:cxnSpMkLst>
            <pc:docMk/>
            <pc:sldMk cId="208780811" sldId="2147376217"/>
            <ac:cxnSpMk id="73" creationId="{323952B5-8C3B-9E1F-54EA-91264C6247C5}"/>
          </ac:cxnSpMkLst>
        </pc:cxnChg>
        <pc:cxnChg chg="mod">
          <ac:chgData name="Malte Heithoff" userId="92960225c14ac204" providerId="LiveId" clId="{CF143272-8DF0-4DE9-9193-6066052BA8D4}" dt="2024-01-11T12:26:36.267" v="155"/>
          <ac:cxnSpMkLst>
            <pc:docMk/>
            <pc:sldMk cId="208780811" sldId="2147376217"/>
            <ac:cxnSpMk id="83" creationId="{F8359A85-AE5F-647B-0595-4F242E1B9544}"/>
          </ac:cxnSpMkLst>
        </pc:cxnChg>
        <pc:cxnChg chg="mod">
          <ac:chgData name="Malte Heithoff" userId="92960225c14ac204" providerId="LiveId" clId="{CF143272-8DF0-4DE9-9193-6066052BA8D4}" dt="2024-01-11T12:26:43.829" v="156"/>
          <ac:cxnSpMkLst>
            <pc:docMk/>
            <pc:sldMk cId="208780811" sldId="2147376217"/>
            <ac:cxnSpMk id="94" creationId="{C05DF4DD-2B58-553B-94A0-C90A28ACC45D}"/>
          </ac:cxnSpMkLst>
        </pc:cxnChg>
        <pc:cxnChg chg="add mod">
          <ac:chgData name="Malte Heithoff" userId="92960225c14ac204" providerId="LiveId" clId="{CF143272-8DF0-4DE9-9193-6066052BA8D4}" dt="2024-01-11T12:29:27.537" v="237" actId="1037"/>
          <ac:cxnSpMkLst>
            <pc:docMk/>
            <pc:sldMk cId="208780811" sldId="2147376217"/>
            <ac:cxnSpMk id="102" creationId="{41F5905F-CBD7-740F-6D06-DC8638594139}"/>
          </ac:cxnSpMkLst>
        </pc:cxnChg>
        <pc:cxnChg chg="add mod">
          <ac:chgData name="Malte Heithoff" userId="92960225c14ac204" providerId="LiveId" clId="{CF143272-8DF0-4DE9-9193-6066052BA8D4}" dt="2024-01-11T12:29:46.031" v="274" actId="14100"/>
          <ac:cxnSpMkLst>
            <pc:docMk/>
            <pc:sldMk cId="208780811" sldId="2147376217"/>
            <ac:cxnSpMk id="104" creationId="{332F895F-5BC3-546A-0CF5-FCDDF7C1AED3}"/>
          </ac:cxnSpMkLst>
        </pc:cxnChg>
        <pc:cxnChg chg="add mod">
          <ac:chgData name="Malte Heithoff" userId="92960225c14ac204" providerId="LiveId" clId="{CF143272-8DF0-4DE9-9193-6066052BA8D4}" dt="2024-01-11T12:29:31.789" v="256" actId="1037"/>
          <ac:cxnSpMkLst>
            <pc:docMk/>
            <pc:sldMk cId="208780811" sldId="2147376217"/>
            <ac:cxnSpMk id="105" creationId="{B50701EB-5605-93CE-9CF1-8FBB0D88FD9D}"/>
          </ac:cxnSpMkLst>
        </pc:cxnChg>
        <pc:cxnChg chg="add mod">
          <ac:chgData name="Malte Heithoff" userId="92960225c14ac204" providerId="LiveId" clId="{CF143272-8DF0-4DE9-9193-6066052BA8D4}" dt="2024-01-11T12:29:31.789" v="256" actId="1037"/>
          <ac:cxnSpMkLst>
            <pc:docMk/>
            <pc:sldMk cId="208780811" sldId="2147376217"/>
            <ac:cxnSpMk id="106" creationId="{FFD1C271-ABBE-2A29-7EEA-9F04C08DCDCC}"/>
          </ac:cxnSpMkLst>
        </pc:cxnChg>
        <pc:cxnChg chg="add mod">
          <ac:chgData name="Malte Heithoff" userId="92960225c14ac204" providerId="LiveId" clId="{CF143272-8DF0-4DE9-9193-6066052BA8D4}" dt="2024-01-11T12:29:31.789" v="256" actId="1037"/>
          <ac:cxnSpMkLst>
            <pc:docMk/>
            <pc:sldMk cId="208780811" sldId="2147376217"/>
            <ac:cxnSpMk id="116" creationId="{B2C176CE-A384-E051-56B1-3AA9ED408723}"/>
          </ac:cxnSpMkLst>
        </pc:cxnChg>
      </pc:sldChg>
      <pc:sldChg chg="modSp mod">
        <pc:chgData name="Malte Heithoff" userId="92960225c14ac204" providerId="LiveId" clId="{CF143272-8DF0-4DE9-9193-6066052BA8D4}" dt="2024-01-11T11:00:38.129" v="54"/>
        <pc:sldMkLst>
          <pc:docMk/>
          <pc:sldMk cId="547530211" sldId="2147376219"/>
        </pc:sldMkLst>
        <pc:spChg chg="mod">
          <ac:chgData name="Malte Heithoff" userId="92960225c14ac204" providerId="LiveId" clId="{CF143272-8DF0-4DE9-9193-6066052BA8D4}" dt="2024-01-11T11:00:38.129" v="54"/>
          <ac:spMkLst>
            <pc:docMk/>
            <pc:sldMk cId="547530211" sldId="2147376219"/>
            <ac:spMk id="2" creationId="{42EA6BEE-8BA9-3225-FDDA-697B031C9FAF}"/>
          </ac:spMkLst>
        </pc:spChg>
      </pc:sldChg>
      <pc:sldChg chg="del">
        <pc:chgData name="Malte Heithoff" userId="92960225c14ac204" providerId="LiveId" clId="{CF143272-8DF0-4DE9-9193-6066052BA8D4}" dt="2024-01-11T10:49:16.520" v="16" actId="47"/>
        <pc:sldMkLst>
          <pc:docMk/>
          <pc:sldMk cId="1074117823" sldId="2147376220"/>
        </pc:sldMkLst>
      </pc:sldChg>
      <pc:sldChg chg="add">
        <pc:chgData name="Malte Heithoff" userId="92960225c14ac204" providerId="LiveId" clId="{CF143272-8DF0-4DE9-9193-6066052BA8D4}" dt="2024-01-11T12:49:00.523" v="1317"/>
        <pc:sldMkLst>
          <pc:docMk/>
          <pc:sldMk cId="288858377" sldId="2147376225"/>
        </pc:sldMkLst>
      </pc:sldChg>
      <pc:sldChg chg="add">
        <pc:chgData name="Malte Heithoff" userId="92960225c14ac204" providerId="LiveId" clId="{CF143272-8DF0-4DE9-9193-6066052BA8D4}" dt="2024-01-11T12:49:00.523" v="1317"/>
        <pc:sldMkLst>
          <pc:docMk/>
          <pc:sldMk cId="687567106" sldId="2147376226"/>
        </pc:sldMkLst>
      </pc:sldChg>
      <pc:sldChg chg="add del">
        <pc:chgData name="Malte Heithoff" userId="92960225c14ac204" providerId="LiveId" clId="{CF143272-8DF0-4DE9-9193-6066052BA8D4}" dt="2024-01-11T12:48:30.553" v="1315"/>
        <pc:sldMkLst>
          <pc:docMk/>
          <pc:sldMk cId="1564369664" sldId="2147376242"/>
        </pc:sldMkLst>
      </pc:sldChg>
      <pc:sldChg chg="add del">
        <pc:chgData name="Malte Heithoff" userId="92960225c14ac204" providerId="LiveId" clId="{CF143272-8DF0-4DE9-9193-6066052BA8D4}" dt="2024-01-11T12:48:30.553" v="1315"/>
        <pc:sldMkLst>
          <pc:docMk/>
          <pc:sldMk cId="3661780645" sldId="2147376243"/>
        </pc:sldMkLst>
      </pc:sldChg>
      <pc:sldChg chg="add del">
        <pc:chgData name="Malte Heithoff" userId="92960225c14ac204" providerId="LiveId" clId="{CF143272-8DF0-4DE9-9193-6066052BA8D4}" dt="2024-01-11T12:48:41.330" v="1316"/>
        <pc:sldMkLst>
          <pc:docMk/>
          <pc:sldMk cId="4202127202" sldId="2147376244"/>
        </pc:sldMkLst>
      </pc:sldChg>
      <pc:sldChg chg="del">
        <pc:chgData name="Malte Heithoff" userId="92960225c14ac204" providerId="LiveId" clId="{CF143272-8DF0-4DE9-9193-6066052BA8D4}" dt="2024-01-11T11:03:52.676" v="56" actId="47"/>
        <pc:sldMkLst>
          <pc:docMk/>
          <pc:sldMk cId="184446854" sldId="2147376245"/>
        </pc:sldMkLst>
      </pc:sldChg>
      <pc:sldChg chg="addSp delSp modSp new mod modClrScheme chgLayout">
        <pc:chgData name="Malte Heithoff" userId="92960225c14ac204" providerId="LiveId" clId="{CF143272-8DF0-4DE9-9193-6066052BA8D4}" dt="2024-01-11T12:37:15.224" v="458" actId="478"/>
        <pc:sldMkLst>
          <pc:docMk/>
          <pc:sldMk cId="2393667558" sldId="2147376245"/>
        </pc:sldMkLst>
        <pc:spChg chg="del mod ord">
          <ac:chgData name="Malte Heithoff" userId="92960225c14ac204" providerId="LiveId" clId="{CF143272-8DF0-4DE9-9193-6066052BA8D4}" dt="2024-01-11T12:37:04.792" v="445" actId="700"/>
          <ac:spMkLst>
            <pc:docMk/>
            <pc:sldMk cId="2393667558" sldId="2147376245"/>
            <ac:spMk id="2" creationId="{7FC07928-4674-C8BB-DE40-517AC82EB661}"/>
          </ac:spMkLst>
        </pc:spChg>
        <pc:spChg chg="del mod ord">
          <ac:chgData name="Malte Heithoff" userId="92960225c14ac204" providerId="LiveId" clId="{CF143272-8DF0-4DE9-9193-6066052BA8D4}" dt="2024-01-11T12:37:04.792" v="445" actId="700"/>
          <ac:spMkLst>
            <pc:docMk/>
            <pc:sldMk cId="2393667558" sldId="2147376245"/>
            <ac:spMk id="3" creationId="{01699635-B6B8-4529-6336-29213EEDC6F3}"/>
          </ac:spMkLst>
        </pc:spChg>
        <pc:spChg chg="add mod ord">
          <ac:chgData name="Malte Heithoff" userId="92960225c14ac204" providerId="LiveId" clId="{CF143272-8DF0-4DE9-9193-6066052BA8D4}" dt="2024-01-11T12:37:12.833" v="457" actId="20577"/>
          <ac:spMkLst>
            <pc:docMk/>
            <pc:sldMk cId="2393667558" sldId="2147376245"/>
            <ac:spMk id="4" creationId="{85FF6E2C-1718-788A-D2EF-26672AF79A75}"/>
          </ac:spMkLst>
        </pc:spChg>
        <pc:spChg chg="add del mod ord">
          <ac:chgData name="Malte Heithoff" userId="92960225c14ac204" providerId="LiveId" clId="{CF143272-8DF0-4DE9-9193-6066052BA8D4}" dt="2024-01-11T12:37:15.224" v="458" actId="478"/>
          <ac:spMkLst>
            <pc:docMk/>
            <pc:sldMk cId="2393667558" sldId="2147376245"/>
            <ac:spMk id="5" creationId="{104DED4C-FCD9-2B91-F2BB-C29820B92421}"/>
          </ac:spMkLst>
        </pc:spChg>
      </pc:sldChg>
      <pc:sldChg chg="add del">
        <pc:chgData name="Malte Heithoff" userId="92960225c14ac204" providerId="LiveId" clId="{CF143272-8DF0-4DE9-9193-6066052BA8D4}" dt="2024-01-11T12:36:00.520" v="443" actId="47"/>
        <pc:sldMkLst>
          <pc:docMk/>
          <pc:sldMk cId="3515569498" sldId="2147376245"/>
        </pc:sldMkLst>
      </pc:sldChg>
      <pc:sldChg chg="modSp new mod">
        <pc:chgData name="Malte Heithoff" userId="92960225c14ac204" providerId="LiveId" clId="{CF143272-8DF0-4DE9-9193-6066052BA8D4}" dt="2024-01-11T12:50:07.187" v="1403"/>
        <pc:sldMkLst>
          <pc:docMk/>
          <pc:sldMk cId="2099267489" sldId="2147376246"/>
        </pc:sldMkLst>
        <pc:spChg chg="mod">
          <ac:chgData name="Malte Heithoff" userId="92960225c14ac204" providerId="LiveId" clId="{CF143272-8DF0-4DE9-9193-6066052BA8D4}" dt="2024-01-11T12:50:07.187" v="1403"/>
          <ac:spMkLst>
            <pc:docMk/>
            <pc:sldMk cId="2099267489" sldId="2147376246"/>
            <ac:spMk id="2" creationId="{B3ECBA03-08CC-7A49-97EC-3001B4E15882}"/>
          </ac:spMkLst>
        </pc:spChg>
        <pc:spChg chg="mod">
          <ac:chgData name="Malte Heithoff" userId="92960225c14ac204" providerId="LiveId" clId="{CF143272-8DF0-4DE9-9193-6066052BA8D4}" dt="2024-01-11T12:38:07.789" v="489" actId="20577"/>
          <ac:spMkLst>
            <pc:docMk/>
            <pc:sldMk cId="2099267489" sldId="2147376246"/>
            <ac:spMk id="3" creationId="{05286335-5E4C-4A8D-7103-DE68F1DFD766}"/>
          </ac:spMkLst>
        </pc:spChg>
      </pc:sldChg>
      <pc:sldChg chg="add">
        <pc:chgData name="Malte Heithoff" userId="92960225c14ac204" providerId="LiveId" clId="{CF143272-8DF0-4DE9-9193-6066052BA8D4}" dt="2024-01-11T12:49:14.684" v="1318"/>
        <pc:sldMkLst>
          <pc:docMk/>
          <pc:sldMk cId="1555562881" sldId="2147376247"/>
        </pc:sldMkLst>
      </pc:sldChg>
      <pc:sldChg chg="addSp delSp modSp new mod modClrScheme chgLayout">
        <pc:chgData name="Malte Heithoff" userId="92960225c14ac204" providerId="LiveId" clId="{CF143272-8DF0-4DE9-9193-6066052BA8D4}" dt="2024-01-11T12:49:37.252" v="1344" actId="478"/>
        <pc:sldMkLst>
          <pc:docMk/>
          <pc:sldMk cId="511772009" sldId="2147376248"/>
        </pc:sldMkLst>
        <pc:spChg chg="del mod ord">
          <ac:chgData name="Malte Heithoff" userId="92960225c14ac204" providerId="LiveId" clId="{CF143272-8DF0-4DE9-9193-6066052BA8D4}" dt="2024-01-11T12:49:29.867" v="1320" actId="700"/>
          <ac:spMkLst>
            <pc:docMk/>
            <pc:sldMk cId="511772009" sldId="2147376248"/>
            <ac:spMk id="2" creationId="{725FA801-91A9-68AD-DFB6-B30C54A39867}"/>
          </ac:spMkLst>
        </pc:spChg>
        <pc:spChg chg="del mod ord">
          <ac:chgData name="Malte Heithoff" userId="92960225c14ac204" providerId="LiveId" clId="{CF143272-8DF0-4DE9-9193-6066052BA8D4}" dt="2024-01-11T12:49:29.867" v="1320" actId="700"/>
          <ac:spMkLst>
            <pc:docMk/>
            <pc:sldMk cId="511772009" sldId="2147376248"/>
            <ac:spMk id="3" creationId="{F349697E-9537-D7CF-F82D-AC841994251F}"/>
          </ac:spMkLst>
        </pc:spChg>
        <pc:spChg chg="add mod ord">
          <ac:chgData name="Malte Heithoff" userId="92960225c14ac204" providerId="LiveId" clId="{CF143272-8DF0-4DE9-9193-6066052BA8D4}" dt="2024-01-11T12:49:35.147" v="1343" actId="20577"/>
          <ac:spMkLst>
            <pc:docMk/>
            <pc:sldMk cId="511772009" sldId="2147376248"/>
            <ac:spMk id="4" creationId="{8489CE1B-4A89-50F6-8974-D4DFBA7D9589}"/>
          </ac:spMkLst>
        </pc:spChg>
        <pc:spChg chg="add del mod ord">
          <ac:chgData name="Malte Heithoff" userId="92960225c14ac204" providerId="LiveId" clId="{CF143272-8DF0-4DE9-9193-6066052BA8D4}" dt="2024-01-11T12:49:37.252" v="1344" actId="478"/>
          <ac:spMkLst>
            <pc:docMk/>
            <pc:sldMk cId="511772009" sldId="2147376248"/>
            <ac:spMk id="5" creationId="{CA9C101E-C3D2-1FC1-077D-B4AE2E92915A}"/>
          </ac:spMkLst>
        </pc:spChg>
      </pc:sldChg>
    </pc:docChg>
  </pc:docChgLst>
  <pc:docChgLst>
    <pc:chgData name="Malte Heithoff" userId="92960225c14ac204" providerId="LiveId" clId="{67714B2D-B876-4FD6-9509-DE2FACB2BB3C}"/>
    <pc:docChg chg="undo redo custSel addSld modSld sldOrd addSection modSection">
      <pc:chgData name="Malte Heithoff" userId="92960225c14ac204" providerId="LiveId" clId="{67714B2D-B876-4FD6-9509-DE2FACB2BB3C}" dt="2023-09-29T12:18:40.499" v="2109" actId="166"/>
      <pc:docMkLst>
        <pc:docMk/>
      </pc:docMkLst>
      <pc:sldChg chg="mod modShow">
        <pc:chgData name="Malte Heithoff" userId="92960225c14ac204" providerId="LiveId" clId="{67714B2D-B876-4FD6-9509-DE2FACB2BB3C}" dt="2023-09-26T08:05:12.406" v="1900" actId="729"/>
        <pc:sldMkLst>
          <pc:docMk/>
          <pc:sldMk cId="1510000562" sldId="337"/>
        </pc:sldMkLst>
      </pc:sldChg>
      <pc:sldChg chg="mod modShow">
        <pc:chgData name="Malte Heithoff" userId="92960225c14ac204" providerId="LiveId" clId="{67714B2D-B876-4FD6-9509-DE2FACB2BB3C}" dt="2023-09-26T08:05:12.406" v="1900" actId="729"/>
        <pc:sldMkLst>
          <pc:docMk/>
          <pc:sldMk cId="1296489690" sldId="341"/>
        </pc:sldMkLst>
      </pc:sldChg>
      <pc:sldChg chg="addSp delSp modSp mod modShow">
        <pc:chgData name="Malte Heithoff" userId="92960225c14ac204" providerId="LiveId" clId="{67714B2D-B876-4FD6-9509-DE2FACB2BB3C}" dt="2023-09-26T07:28:19.779" v="1406" actId="729"/>
        <pc:sldMkLst>
          <pc:docMk/>
          <pc:sldMk cId="4163456075" sldId="412"/>
        </pc:sldMkLst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4" creationId="{6C7444DF-A7C0-F527-D0A4-149124687DC0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5" creationId="{E6C068BA-8700-F4FF-8C33-ADA7307835DB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6" creationId="{1C1EB3D2-C4A0-2698-5894-5DAA823E236F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7" creationId="{B81204ED-D6D5-FB1B-1FE1-4FA068724E87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8" creationId="{9967B31A-BD3B-267B-655B-3ED354E8581E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9" creationId="{8273A89F-FEAB-00D8-1879-BC81D3401CEE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10" creationId="{7716F230-9522-D265-DDD8-8B355BBAB503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11" creationId="{025621BC-DE8C-7EE8-04AA-0D4146F528E8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12" creationId="{49FB1BA7-B490-211E-B40F-3984EF9B473F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14" creationId="{51B1698E-E2E1-0660-5A40-5935D63AC261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15" creationId="{7266ED34-D846-1EC0-3D65-82FA526F4962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16" creationId="{FE229307-CE17-DDFD-2673-6C9A0E73CEAE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17" creationId="{449C1F3D-4FD5-EF1C-1FD2-11EDAA529C5F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18" creationId="{8406F594-5765-C5AB-A73C-C6C5139DD9C3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22" creationId="{716E53B4-E4C6-B10B-8D7E-5982F1BCF629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23" creationId="{B73A1032-5E60-01BB-1AC1-34B6657BE0A7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24" creationId="{5F5E9ECA-42E2-D097-DBC0-C85986B998B9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25" creationId="{3E58F5DB-762C-00E8-5A05-681011A52120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26" creationId="{F422333E-315A-014E-8F43-10C539DCCE09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31" creationId="{D6E8A20A-AA50-E5CF-7A89-9810F1B21322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33" creationId="{FB8FBAB3-46A0-A37E-BEF0-922AA6B621D2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36" creationId="{5A90D976-591D-0B34-A192-A45B8ADBDE20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37" creationId="{1BB2C6FA-DD82-761A-42F2-33543DA71145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38" creationId="{DE8B5E1C-64DD-2795-D532-8496A71FCBEF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40" creationId="{6DE81CC6-1BFD-5797-463C-BAE48332AFE0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43" creationId="{B9DE41CB-F44E-8CE3-5CD6-F2E7658FC8D4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44" creationId="{19F45E94-A42E-4218-D9BB-EF20FC380D4E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45" creationId="{D788ECBA-C8DF-26F7-C440-1D91A452AFA3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47" creationId="{A2611111-A61F-CDF1-258E-5AB741F1BC69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50" creationId="{73400D6E-B354-D22B-9423-A1C49B32DC7B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51" creationId="{C17884DD-3001-0574-E72D-9D800C01E10C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53" creationId="{E3949416-C325-9C47-491F-8FEC721525D7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55" creationId="{984F5E8F-B6B7-9EEC-E204-79F795F9A67E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56" creationId="{7CA6228E-9AFA-8C09-CD68-AB59AA01FBF9}"/>
          </ac:spMkLst>
        </pc:spChg>
        <pc:spChg chg="mod">
          <ac:chgData name="Malte Heithoff" userId="92960225c14ac204" providerId="LiveId" clId="{67714B2D-B876-4FD6-9509-DE2FACB2BB3C}" dt="2023-09-26T07:08:15.311" v="915" actId="165"/>
          <ac:spMkLst>
            <pc:docMk/>
            <pc:sldMk cId="4163456075" sldId="412"/>
            <ac:spMk id="57" creationId="{51300EDE-2081-96F3-F549-10955D64E3FB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60" creationId="{52256624-28A6-0FB6-731A-1B9F2CD2E0BB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61" creationId="{DE0FB367-0A09-7A3D-AEF2-AC7B2B8B5B63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64" creationId="{479F758F-F38F-232C-6943-9ACB3EEF4B76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65" creationId="{B8DA1985-474A-6266-1216-5CDAF7A3FA15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68" creationId="{1D8643E5-0733-71B6-9936-0AA129483128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69" creationId="{CB801DBD-AE2A-B2C6-2D59-6E2168EADD46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70" creationId="{F28FB7A7-B5F9-C673-1BEC-9B88DC375C65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71" creationId="{E311720E-293E-04E0-FA4E-9DF0EEAC8804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74" creationId="{34DD8442-B859-4DB4-A0E1-A8FC8B0DDB5A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75" creationId="{75229616-6F3D-FCE1-01CF-3ABA40007F9A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76" creationId="{9CEB8A0F-C6ED-E365-A8D2-831AEBCE98BB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77" creationId="{E7BEFD8E-8B60-0691-F9F0-61222A5BD0B1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78" creationId="{0279E9BF-CE55-4DED-1C43-5B916DF56120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79" creationId="{7E35C6E9-3603-1931-BB2F-DF55BDA48DB5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80" creationId="{7A78A6F6-52F0-DFF7-D279-1B1CFC26D720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81" creationId="{C1F9AF85-B074-32CB-37A9-9966AE7D6AE1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82" creationId="{2632528B-3534-4D7E-923D-AC062AB65459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83" creationId="{24723372-82B0-3F3F-F38A-20AD4895C870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84" creationId="{54C8C4B4-E021-F0F6-48D7-78088BB1FBD5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85" creationId="{3FE421FB-D63F-18EE-CAC1-3C183B3A4D78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86" creationId="{2632528B-3534-4D7E-923D-AC062AB65459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87" creationId="{2632528B-3534-4D7E-923D-AC062AB65459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99" creationId="{3C5BFC8A-1E78-27B2-5272-22C0BBDF0C79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121" creationId="{9FE1CF25-A0F7-1718-7300-E2FE79A47640}"/>
          </ac:spMkLst>
        </pc:spChg>
        <pc:spChg chg="mod topLvl">
          <ac:chgData name="Malte Heithoff" userId="92960225c14ac204" providerId="LiveId" clId="{67714B2D-B876-4FD6-9509-DE2FACB2BB3C}" dt="2023-09-26T07:08:21.448" v="916" actId="338"/>
          <ac:spMkLst>
            <pc:docMk/>
            <pc:sldMk cId="4163456075" sldId="412"/>
            <ac:spMk id="123" creationId="{716E53B4-E4C6-B10B-8D7E-5982F1BCF629}"/>
          </ac:spMkLst>
        </pc:spChg>
        <pc:grpChg chg="mod topLvl">
          <ac:chgData name="Malte Heithoff" userId="92960225c14ac204" providerId="LiveId" clId="{67714B2D-B876-4FD6-9509-DE2FACB2BB3C}" dt="2023-09-26T07:08:21.448" v="916" actId="338"/>
          <ac:grpSpMkLst>
            <pc:docMk/>
            <pc:sldMk cId="4163456075" sldId="412"/>
            <ac:grpSpMk id="2" creationId="{68F78A58-B687-0247-80F7-1914E7280758}"/>
          </ac:grpSpMkLst>
        </pc:grpChg>
        <pc:grpChg chg="mod">
          <ac:chgData name="Malte Heithoff" userId="92960225c14ac204" providerId="LiveId" clId="{67714B2D-B876-4FD6-9509-DE2FACB2BB3C}" dt="2023-09-26T07:08:15.311" v="915" actId="165"/>
          <ac:grpSpMkLst>
            <pc:docMk/>
            <pc:sldMk cId="4163456075" sldId="412"/>
            <ac:grpSpMk id="13" creationId="{BD63C719-5D52-AF9B-7A68-062E126F9B23}"/>
          </ac:grpSpMkLst>
        </pc:grpChg>
        <pc:grpChg chg="add mod">
          <ac:chgData name="Malte Heithoff" userId="92960225c14ac204" providerId="LiveId" clId="{67714B2D-B876-4FD6-9509-DE2FACB2BB3C}" dt="2023-09-26T07:08:21.448" v="916" actId="338"/>
          <ac:grpSpMkLst>
            <pc:docMk/>
            <pc:sldMk cId="4163456075" sldId="412"/>
            <ac:grpSpMk id="21" creationId="{9038A9F5-3F23-01BB-15B6-D12A9D69C2B7}"/>
          </ac:grpSpMkLst>
        </pc:grpChg>
        <pc:grpChg chg="mod topLvl">
          <ac:chgData name="Malte Heithoff" userId="92960225c14ac204" providerId="LiveId" clId="{67714B2D-B876-4FD6-9509-DE2FACB2BB3C}" dt="2023-09-26T07:08:21.448" v="916" actId="338"/>
          <ac:grpSpMkLst>
            <pc:docMk/>
            <pc:sldMk cId="4163456075" sldId="412"/>
            <ac:grpSpMk id="27" creationId="{8620333B-2360-3869-F156-3F8E8C0B99E5}"/>
          </ac:grpSpMkLst>
        </pc:grpChg>
        <pc:grpChg chg="mod">
          <ac:chgData name="Malte Heithoff" userId="92960225c14ac204" providerId="LiveId" clId="{67714B2D-B876-4FD6-9509-DE2FACB2BB3C}" dt="2023-09-26T07:08:15.311" v="915" actId="165"/>
          <ac:grpSpMkLst>
            <pc:docMk/>
            <pc:sldMk cId="4163456075" sldId="412"/>
            <ac:grpSpMk id="28" creationId="{A914450D-9B7C-A56E-4C99-D95AA6AC7F47}"/>
          </ac:grpSpMkLst>
        </pc:grpChg>
        <pc:grpChg chg="mod">
          <ac:chgData name="Malte Heithoff" userId="92960225c14ac204" providerId="LiveId" clId="{67714B2D-B876-4FD6-9509-DE2FACB2BB3C}" dt="2023-09-26T07:08:15.311" v="915" actId="165"/>
          <ac:grpSpMkLst>
            <pc:docMk/>
            <pc:sldMk cId="4163456075" sldId="412"/>
            <ac:grpSpMk id="29" creationId="{4FAEC575-0C49-6A01-2E64-AB99D979A20C}"/>
          </ac:grpSpMkLst>
        </pc:grpChg>
        <pc:grpChg chg="mod">
          <ac:chgData name="Malte Heithoff" userId="92960225c14ac204" providerId="LiveId" clId="{67714B2D-B876-4FD6-9509-DE2FACB2BB3C}" dt="2023-09-26T07:08:15.311" v="915" actId="165"/>
          <ac:grpSpMkLst>
            <pc:docMk/>
            <pc:sldMk cId="4163456075" sldId="412"/>
            <ac:grpSpMk id="30" creationId="{6E488CE9-9B8C-32BB-B31D-46A1A8258381}"/>
          </ac:grpSpMkLst>
        </pc:grpChg>
        <pc:grpChg chg="mod">
          <ac:chgData name="Malte Heithoff" userId="92960225c14ac204" providerId="LiveId" clId="{67714B2D-B876-4FD6-9509-DE2FACB2BB3C}" dt="2023-09-26T07:08:15.311" v="915" actId="165"/>
          <ac:grpSpMkLst>
            <pc:docMk/>
            <pc:sldMk cId="4163456075" sldId="412"/>
            <ac:grpSpMk id="32" creationId="{8DA41186-7DB4-047D-667E-A951496A4DDB}"/>
          </ac:grpSpMkLst>
        </pc:grpChg>
        <pc:grpChg chg="mod">
          <ac:chgData name="Malte Heithoff" userId="92960225c14ac204" providerId="LiveId" clId="{67714B2D-B876-4FD6-9509-DE2FACB2BB3C}" dt="2023-09-26T07:08:15.311" v="915" actId="165"/>
          <ac:grpSpMkLst>
            <pc:docMk/>
            <pc:sldMk cId="4163456075" sldId="412"/>
            <ac:grpSpMk id="39" creationId="{01B33397-A77E-7971-12CA-4A3E9CA48E31}"/>
          </ac:grpSpMkLst>
        </pc:grpChg>
        <pc:grpChg chg="mod">
          <ac:chgData name="Malte Heithoff" userId="92960225c14ac204" providerId="LiveId" clId="{67714B2D-B876-4FD6-9509-DE2FACB2BB3C}" dt="2023-09-26T07:08:15.311" v="915" actId="165"/>
          <ac:grpSpMkLst>
            <pc:docMk/>
            <pc:sldMk cId="4163456075" sldId="412"/>
            <ac:grpSpMk id="46" creationId="{C16AB5A5-D963-088D-3AFB-1EC896C893CB}"/>
          </ac:grpSpMkLst>
        </pc:grpChg>
        <pc:grpChg chg="mod topLvl">
          <ac:chgData name="Malte Heithoff" userId="92960225c14ac204" providerId="LiveId" clId="{67714B2D-B876-4FD6-9509-DE2FACB2BB3C}" dt="2023-09-26T07:08:21.448" v="916" actId="338"/>
          <ac:grpSpMkLst>
            <pc:docMk/>
            <pc:sldMk cId="4163456075" sldId="412"/>
            <ac:grpSpMk id="52" creationId="{FC7ACB85-22FE-4F5F-DF5F-A9C0BA05BA9D}"/>
          </ac:grpSpMkLst>
        </pc:grpChg>
        <pc:grpChg chg="mod">
          <ac:chgData name="Malte Heithoff" userId="92960225c14ac204" providerId="LiveId" clId="{67714B2D-B876-4FD6-9509-DE2FACB2BB3C}" dt="2023-09-26T07:08:15.311" v="915" actId="165"/>
          <ac:grpSpMkLst>
            <pc:docMk/>
            <pc:sldMk cId="4163456075" sldId="412"/>
            <ac:grpSpMk id="54" creationId="{30B87F71-C3DC-3BE8-7094-EF2C218F8C35}"/>
          </ac:grpSpMkLst>
        </pc:grpChg>
        <pc:grpChg chg="del">
          <ac:chgData name="Malte Heithoff" userId="92960225c14ac204" providerId="LiveId" clId="{67714B2D-B876-4FD6-9509-DE2FACB2BB3C}" dt="2023-09-26T07:08:15.311" v="915" actId="165"/>
          <ac:grpSpMkLst>
            <pc:docMk/>
            <pc:sldMk cId="4163456075" sldId="412"/>
            <ac:grpSpMk id="100" creationId="{637C8AA3-FCBC-FC0D-3B22-A04CAB33F09F}"/>
          </ac:grpSpMkLst>
        </pc:grpChg>
        <pc:cxnChg chg="mod">
          <ac:chgData name="Malte Heithoff" userId="92960225c14ac204" providerId="LiveId" clId="{67714B2D-B876-4FD6-9509-DE2FACB2BB3C}" dt="2023-09-26T07:08:15.311" v="915" actId="165"/>
          <ac:cxnSpMkLst>
            <pc:docMk/>
            <pc:sldMk cId="4163456075" sldId="412"/>
            <ac:cxnSpMk id="19" creationId="{65C61388-E004-E0EA-5CE5-C9C460ED642F}"/>
          </ac:cxnSpMkLst>
        </pc:cxnChg>
        <pc:cxnChg chg="mod">
          <ac:chgData name="Malte Heithoff" userId="92960225c14ac204" providerId="LiveId" clId="{67714B2D-B876-4FD6-9509-DE2FACB2BB3C}" dt="2023-09-26T07:08:15.311" v="915" actId="165"/>
          <ac:cxnSpMkLst>
            <pc:docMk/>
            <pc:sldMk cId="4163456075" sldId="412"/>
            <ac:cxnSpMk id="20" creationId="{CB98BF3F-DA8A-65FA-8628-24DFE2F5FDCF}"/>
          </ac:cxnSpMkLst>
        </pc:cxnChg>
        <pc:cxnChg chg="mod">
          <ac:chgData name="Malte Heithoff" userId="92960225c14ac204" providerId="LiveId" clId="{67714B2D-B876-4FD6-9509-DE2FACB2BB3C}" dt="2023-09-26T07:08:15.311" v="915" actId="165"/>
          <ac:cxnSpMkLst>
            <pc:docMk/>
            <pc:sldMk cId="4163456075" sldId="412"/>
            <ac:cxnSpMk id="34" creationId="{30C3EE29-5DF6-B6BB-77B7-29229B473942}"/>
          </ac:cxnSpMkLst>
        </pc:cxnChg>
        <pc:cxnChg chg="mod">
          <ac:chgData name="Malte Heithoff" userId="92960225c14ac204" providerId="LiveId" clId="{67714B2D-B876-4FD6-9509-DE2FACB2BB3C}" dt="2023-09-26T07:08:15.311" v="915" actId="165"/>
          <ac:cxnSpMkLst>
            <pc:docMk/>
            <pc:sldMk cId="4163456075" sldId="412"/>
            <ac:cxnSpMk id="35" creationId="{4EDA2AFA-54EA-37F6-48A6-9ED73E89086F}"/>
          </ac:cxnSpMkLst>
        </pc:cxnChg>
        <pc:cxnChg chg="mod">
          <ac:chgData name="Malte Heithoff" userId="92960225c14ac204" providerId="LiveId" clId="{67714B2D-B876-4FD6-9509-DE2FACB2BB3C}" dt="2023-09-26T07:08:15.311" v="915" actId="165"/>
          <ac:cxnSpMkLst>
            <pc:docMk/>
            <pc:sldMk cId="4163456075" sldId="412"/>
            <ac:cxnSpMk id="41" creationId="{86822013-2952-E14E-B36C-99BEC70C5383}"/>
          </ac:cxnSpMkLst>
        </pc:cxnChg>
        <pc:cxnChg chg="mod">
          <ac:chgData name="Malte Heithoff" userId="92960225c14ac204" providerId="LiveId" clId="{67714B2D-B876-4FD6-9509-DE2FACB2BB3C}" dt="2023-09-26T07:08:15.311" v="915" actId="165"/>
          <ac:cxnSpMkLst>
            <pc:docMk/>
            <pc:sldMk cId="4163456075" sldId="412"/>
            <ac:cxnSpMk id="42" creationId="{A1132DBE-5FE6-1AC9-EEC9-05618E578FB3}"/>
          </ac:cxnSpMkLst>
        </pc:cxnChg>
        <pc:cxnChg chg="mod">
          <ac:chgData name="Malte Heithoff" userId="92960225c14ac204" providerId="LiveId" clId="{67714B2D-B876-4FD6-9509-DE2FACB2BB3C}" dt="2023-09-26T07:08:15.311" v="915" actId="165"/>
          <ac:cxnSpMkLst>
            <pc:docMk/>
            <pc:sldMk cId="4163456075" sldId="412"/>
            <ac:cxnSpMk id="48" creationId="{B66119A9-3A13-5D48-78EB-AA7E07728344}"/>
          </ac:cxnSpMkLst>
        </pc:cxnChg>
        <pc:cxnChg chg="mod">
          <ac:chgData name="Malte Heithoff" userId="92960225c14ac204" providerId="LiveId" clId="{67714B2D-B876-4FD6-9509-DE2FACB2BB3C}" dt="2023-09-26T07:08:15.311" v="915" actId="165"/>
          <ac:cxnSpMkLst>
            <pc:docMk/>
            <pc:sldMk cId="4163456075" sldId="412"/>
            <ac:cxnSpMk id="49" creationId="{30EA07A3-65E6-8036-C891-6B86E005E0A3}"/>
          </ac:cxnSpMkLst>
        </pc:cxnChg>
        <pc:cxnChg chg="mod">
          <ac:chgData name="Malte Heithoff" userId="92960225c14ac204" providerId="LiveId" clId="{67714B2D-B876-4FD6-9509-DE2FACB2BB3C}" dt="2023-09-26T07:08:15.311" v="915" actId="165"/>
          <ac:cxnSpMkLst>
            <pc:docMk/>
            <pc:sldMk cId="4163456075" sldId="412"/>
            <ac:cxnSpMk id="58" creationId="{33874449-C010-13F5-74EE-D781912B33C5}"/>
          </ac:cxnSpMkLst>
        </pc:cxnChg>
        <pc:cxnChg chg="mod">
          <ac:chgData name="Malte Heithoff" userId="92960225c14ac204" providerId="LiveId" clId="{67714B2D-B876-4FD6-9509-DE2FACB2BB3C}" dt="2023-09-26T07:08:15.311" v="915" actId="165"/>
          <ac:cxnSpMkLst>
            <pc:docMk/>
            <pc:sldMk cId="4163456075" sldId="412"/>
            <ac:cxnSpMk id="59" creationId="{7C182F0E-057B-CFDD-ECFB-8C9CCA7237B9}"/>
          </ac:cxnSpMkLst>
        </pc:cxnChg>
        <pc:cxnChg chg="mod topLvl">
          <ac:chgData name="Malte Heithoff" userId="92960225c14ac204" providerId="LiveId" clId="{67714B2D-B876-4FD6-9509-DE2FACB2BB3C}" dt="2023-09-26T07:08:21.448" v="916" actId="338"/>
          <ac:cxnSpMkLst>
            <pc:docMk/>
            <pc:sldMk cId="4163456075" sldId="412"/>
            <ac:cxnSpMk id="62" creationId="{501916B2-E767-B937-AC63-AFA53997D423}"/>
          </ac:cxnSpMkLst>
        </pc:cxnChg>
        <pc:cxnChg chg="mod topLvl">
          <ac:chgData name="Malte Heithoff" userId="92960225c14ac204" providerId="LiveId" clId="{67714B2D-B876-4FD6-9509-DE2FACB2BB3C}" dt="2023-09-26T07:08:21.448" v="916" actId="338"/>
          <ac:cxnSpMkLst>
            <pc:docMk/>
            <pc:sldMk cId="4163456075" sldId="412"/>
            <ac:cxnSpMk id="63" creationId="{82C2F046-A29A-2A0E-CD16-3A8627FA0FD0}"/>
          </ac:cxnSpMkLst>
        </pc:cxnChg>
        <pc:cxnChg chg="mod topLvl">
          <ac:chgData name="Malte Heithoff" userId="92960225c14ac204" providerId="LiveId" clId="{67714B2D-B876-4FD6-9509-DE2FACB2BB3C}" dt="2023-09-26T07:08:21.448" v="916" actId="338"/>
          <ac:cxnSpMkLst>
            <pc:docMk/>
            <pc:sldMk cId="4163456075" sldId="412"/>
            <ac:cxnSpMk id="66" creationId="{B748EFF6-8AC5-376A-08CB-75717959DB35}"/>
          </ac:cxnSpMkLst>
        </pc:cxnChg>
        <pc:cxnChg chg="mod topLvl">
          <ac:chgData name="Malte Heithoff" userId="92960225c14ac204" providerId="LiveId" clId="{67714B2D-B876-4FD6-9509-DE2FACB2BB3C}" dt="2023-09-26T07:08:21.448" v="916" actId="338"/>
          <ac:cxnSpMkLst>
            <pc:docMk/>
            <pc:sldMk cId="4163456075" sldId="412"/>
            <ac:cxnSpMk id="67" creationId="{0E1A788B-A452-6C1B-0C1F-837AFE909734}"/>
          </ac:cxnSpMkLst>
        </pc:cxnChg>
        <pc:cxnChg chg="mod topLvl">
          <ac:chgData name="Malte Heithoff" userId="92960225c14ac204" providerId="LiveId" clId="{67714B2D-B876-4FD6-9509-DE2FACB2BB3C}" dt="2023-09-26T07:08:21.448" v="916" actId="338"/>
          <ac:cxnSpMkLst>
            <pc:docMk/>
            <pc:sldMk cId="4163456075" sldId="412"/>
            <ac:cxnSpMk id="72" creationId="{1904A314-0733-76D2-0D67-5440B255A663}"/>
          </ac:cxnSpMkLst>
        </pc:cxnChg>
        <pc:cxnChg chg="mod topLvl">
          <ac:chgData name="Malte Heithoff" userId="92960225c14ac204" providerId="LiveId" clId="{67714B2D-B876-4FD6-9509-DE2FACB2BB3C}" dt="2023-09-26T07:08:21.448" v="916" actId="338"/>
          <ac:cxnSpMkLst>
            <pc:docMk/>
            <pc:sldMk cId="4163456075" sldId="412"/>
            <ac:cxnSpMk id="73" creationId="{CCF0BC0D-42CA-49A9-08E8-2D081DCF9F3A}"/>
          </ac:cxnSpMkLst>
        </pc:cxnChg>
        <pc:cxnChg chg="mod topLvl">
          <ac:chgData name="Malte Heithoff" userId="92960225c14ac204" providerId="LiveId" clId="{67714B2D-B876-4FD6-9509-DE2FACB2BB3C}" dt="2023-09-26T07:08:21.448" v="916" actId="338"/>
          <ac:cxnSpMkLst>
            <pc:docMk/>
            <pc:sldMk cId="4163456075" sldId="412"/>
            <ac:cxnSpMk id="95" creationId="{A17F420F-3D25-439F-DCE5-04DF23A52A14}"/>
          </ac:cxnSpMkLst>
        </pc:cxnChg>
      </pc:sldChg>
      <pc:sldChg chg="mod ord modShow">
        <pc:chgData name="Malte Heithoff" userId="92960225c14ac204" providerId="LiveId" clId="{67714B2D-B876-4FD6-9509-DE2FACB2BB3C}" dt="2023-09-26T07:52:24.702" v="1859" actId="729"/>
        <pc:sldMkLst>
          <pc:docMk/>
          <pc:sldMk cId="893569579" sldId="440"/>
        </pc:sldMkLst>
      </pc:sldChg>
      <pc:sldChg chg="mod modShow">
        <pc:chgData name="Malte Heithoff" userId="92960225c14ac204" providerId="LiveId" clId="{67714B2D-B876-4FD6-9509-DE2FACB2BB3C}" dt="2023-09-26T08:05:12.406" v="1900" actId="729"/>
        <pc:sldMkLst>
          <pc:docMk/>
          <pc:sldMk cId="1773932874" sldId="630"/>
        </pc:sldMkLst>
      </pc:sldChg>
      <pc:sldChg chg="mod modShow">
        <pc:chgData name="Malte Heithoff" userId="92960225c14ac204" providerId="LiveId" clId="{67714B2D-B876-4FD6-9509-DE2FACB2BB3C}" dt="2023-09-26T08:05:12.406" v="1900" actId="729"/>
        <pc:sldMkLst>
          <pc:docMk/>
          <pc:sldMk cId="3927587488" sldId="631"/>
        </pc:sldMkLst>
      </pc:sldChg>
      <pc:sldChg chg="mod modShow">
        <pc:chgData name="Malte Heithoff" userId="92960225c14ac204" providerId="LiveId" clId="{67714B2D-B876-4FD6-9509-DE2FACB2BB3C}" dt="2023-09-26T08:05:12.406" v="1900" actId="729"/>
        <pc:sldMkLst>
          <pc:docMk/>
          <pc:sldMk cId="2576343952" sldId="912"/>
        </pc:sldMkLst>
      </pc:sldChg>
      <pc:sldChg chg="mod ord modShow">
        <pc:chgData name="Malte Heithoff" userId="92960225c14ac204" providerId="LiveId" clId="{67714B2D-B876-4FD6-9509-DE2FACB2BB3C}" dt="2023-09-26T07:28:19.779" v="1406" actId="729"/>
        <pc:sldMkLst>
          <pc:docMk/>
          <pc:sldMk cId="1043458967" sldId="1157"/>
        </pc:sldMkLst>
      </pc:sldChg>
      <pc:sldChg chg="mod modShow">
        <pc:chgData name="Malte Heithoff" userId="92960225c14ac204" providerId="LiveId" clId="{67714B2D-B876-4FD6-9509-DE2FACB2BB3C}" dt="2023-09-26T08:04:19.291" v="1899" actId="729"/>
        <pc:sldMkLst>
          <pc:docMk/>
          <pc:sldMk cId="1568400573" sldId="2147376199"/>
        </pc:sldMkLst>
      </pc:sldChg>
      <pc:sldChg chg="addSp modSp">
        <pc:chgData name="Malte Heithoff" userId="92960225c14ac204" providerId="LiveId" clId="{67714B2D-B876-4FD6-9509-DE2FACB2BB3C}" dt="2023-09-26T07:57:20.501" v="1896"/>
        <pc:sldMkLst>
          <pc:docMk/>
          <pc:sldMk cId="1920652435" sldId="2147376202"/>
        </pc:sldMkLst>
        <pc:spChg chg="add mod">
          <ac:chgData name="Malte Heithoff" userId="92960225c14ac204" providerId="LiveId" clId="{67714B2D-B876-4FD6-9509-DE2FACB2BB3C}" dt="2023-09-26T07:57:20.501" v="1896"/>
          <ac:spMkLst>
            <pc:docMk/>
            <pc:sldMk cId="1920652435" sldId="2147376202"/>
            <ac:spMk id="72" creationId="{BD427C8B-3CAF-2B9E-438C-421CA7D580EC}"/>
          </ac:spMkLst>
        </pc:spChg>
        <pc:cxnChg chg="add mod">
          <ac:chgData name="Malte Heithoff" userId="92960225c14ac204" providerId="LiveId" clId="{67714B2D-B876-4FD6-9509-DE2FACB2BB3C}" dt="2023-09-26T07:57:20.501" v="1896"/>
          <ac:cxnSpMkLst>
            <pc:docMk/>
            <pc:sldMk cId="1920652435" sldId="2147376202"/>
            <ac:cxnSpMk id="2" creationId="{260FC6E9-158C-FD7D-042B-6632E98619C0}"/>
          </ac:cxnSpMkLst>
        </pc:cxnChg>
      </pc:sldChg>
      <pc:sldChg chg="modSp mod">
        <pc:chgData name="Malte Heithoff" userId="92960225c14ac204" providerId="LiveId" clId="{67714B2D-B876-4FD6-9509-DE2FACB2BB3C}" dt="2023-09-26T07:57:41.998" v="1898" actId="20577"/>
        <pc:sldMkLst>
          <pc:docMk/>
          <pc:sldMk cId="1816800808" sldId="2147376203"/>
        </pc:sldMkLst>
        <pc:spChg chg="mod">
          <ac:chgData name="Malte Heithoff" userId="92960225c14ac204" providerId="LiveId" clId="{67714B2D-B876-4FD6-9509-DE2FACB2BB3C}" dt="2023-09-26T07:57:41.998" v="1898" actId="20577"/>
          <ac:spMkLst>
            <pc:docMk/>
            <pc:sldMk cId="1816800808" sldId="2147376203"/>
            <ac:spMk id="4" creationId="{4133B824-64E7-6992-D0BD-159BCA26908A}"/>
          </ac:spMkLst>
        </pc:spChg>
        <pc:spChg chg="mod">
          <ac:chgData name="Malte Heithoff" userId="92960225c14ac204" providerId="LiveId" clId="{67714B2D-B876-4FD6-9509-DE2FACB2BB3C}" dt="2023-09-26T07:56:59.038" v="1894" actId="207"/>
          <ac:spMkLst>
            <pc:docMk/>
            <pc:sldMk cId="1816800808" sldId="2147376203"/>
            <ac:spMk id="5" creationId="{65D4C7D4-DF98-916F-4C25-F1EF13095DF0}"/>
          </ac:spMkLst>
        </pc:spChg>
      </pc:sldChg>
      <pc:sldChg chg="addSp delSp modSp mod modShow">
        <pc:chgData name="Malte Heithoff" userId="92960225c14ac204" providerId="LiveId" clId="{67714B2D-B876-4FD6-9509-DE2FACB2BB3C}" dt="2023-09-26T07:51:54.430" v="1858" actId="207"/>
        <pc:sldMkLst>
          <pc:docMk/>
          <pc:sldMk cId="2599767151" sldId="2147376204"/>
        </pc:sldMkLst>
        <pc:spChg chg="del">
          <ac:chgData name="Malte Heithoff" userId="92960225c14ac204" providerId="LiveId" clId="{67714B2D-B876-4FD6-9509-DE2FACB2BB3C}" dt="2023-09-25T17:14:06.265" v="23" actId="478"/>
          <ac:spMkLst>
            <pc:docMk/>
            <pc:sldMk cId="2599767151" sldId="2147376204"/>
            <ac:spMk id="2" creationId="{FA8C9530-56F4-8EF8-06A6-6A34E549B69E}"/>
          </ac:spMkLst>
        </pc:spChg>
        <pc:spChg chg="mod">
          <ac:chgData name="Malte Heithoff" userId="92960225c14ac204" providerId="LiveId" clId="{67714B2D-B876-4FD6-9509-DE2FACB2BB3C}" dt="2023-09-25T17:29:55.419" v="412" actId="20577"/>
          <ac:spMkLst>
            <pc:docMk/>
            <pc:sldMk cId="2599767151" sldId="2147376204"/>
            <ac:spMk id="3" creationId="{F788F3A3-8426-B603-4AD6-7D57FFF7CFE6}"/>
          </ac:spMkLst>
        </pc:spChg>
        <pc:spChg chg="mod">
          <ac:chgData name="Malte Heithoff" userId="92960225c14ac204" providerId="LiveId" clId="{67714B2D-B876-4FD6-9509-DE2FACB2BB3C}" dt="2023-09-26T07:44:49.345" v="1635" actId="14"/>
          <ac:spMkLst>
            <pc:docMk/>
            <pc:sldMk cId="2599767151" sldId="2147376204"/>
            <ac:spMk id="4" creationId="{6CADF656-07A5-64BE-3770-315C6C10151F}"/>
          </ac:spMkLst>
        </pc:spChg>
        <pc:spChg chg="add del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5" creationId="{D496D1E0-7E2B-89DE-08D8-F3DFE5A23041}"/>
          </ac:spMkLst>
        </pc:spChg>
        <pc:spChg chg="add del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6" creationId="{B01A7465-260D-2214-62E8-6F2E762AED51}"/>
          </ac:spMkLst>
        </pc:spChg>
        <pc:spChg chg="add del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7" creationId="{45815902-DEE0-9886-AA44-2ECAB5AE8D61}"/>
          </ac:spMkLst>
        </pc:spChg>
        <pc:spChg chg="add del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8" creationId="{F9F8B570-846A-080C-2D2B-87AA5D342EB1}"/>
          </ac:spMkLst>
        </pc:spChg>
        <pc:spChg chg="add mod">
          <ac:chgData name="Malte Heithoff" userId="92960225c14ac204" providerId="LiveId" clId="{67714B2D-B876-4FD6-9509-DE2FACB2BB3C}" dt="2023-09-26T07:51:54.430" v="1858" actId="207"/>
          <ac:spMkLst>
            <pc:docMk/>
            <pc:sldMk cId="2599767151" sldId="2147376204"/>
            <ac:spMk id="9" creationId="{9F560FF2-D551-7A86-7CC8-BC89E5F6AB8D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10" creationId="{0BFDA96E-9850-2E7A-77A1-D2864FA99E55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11" creationId="{A65223CE-A3DB-22C4-283C-A0038CAD24D2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12" creationId="{976B0F1F-5DC6-AC2E-62F4-73440ED538F6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13" creationId="{CB1055F1-9879-A036-7046-34B5A410AC75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14" creationId="{090C543A-50CE-E927-CCF4-545A189E4CE0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16" creationId="{A375E175-3A9A-E2F4-98E8-556E2914CD9A}"/>
          </ac:spMkLst>
        </pc:spChg>
        <pc:spChg chg="add del mod">
          <ac:chgData name="Malte Heithoff" userId="92960225c14ac204" providerId="LiveId" clId="{67714B2D-B876-4FD6-9509-DE2FACB2BB3C}" dt="2023-09-25T17:23:14.025" v="222" actId="478"/>
          <ac:spMkLst>
            <pc:docMk/>
            <pc:sldMk cId="2599767151" sldId="2147376204"/>
            <ac:spMk id="16" creationId="{ED27DFC3-2C55-D646-EDBC-30BCF6A37891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17" creationId="{A480C6BE-AA92-A98C-D16F-C744EFFE81A4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18" creationId="{30873DC6-16A3-FE51-D198-2E5FFCC53015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19" creationId="{C66FC734-DE44-35B7-F6E7-BA4D90644DB9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20" creationId="{ACE9B346-6A23-6AC1-48B5-4B942BC3A62B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21" creationId="{4B9D7413-71CF-3551-2738-410CD046510D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22" creationId="{98FD93B7-A5EF-2F42-F22B-FE1493B7E387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23" creationId="{1D5FF042-E984-C093-A961-D814C20F16E6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24" creationId="{E5FC833A-C62F-964F-F315-CF3731E2DA85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25" creationId="{BAC645C5-452C-8337-6EB8-16DB3DCFC9CC}"/>
          </ac:spMkLst>
        </pc:spChg>
        <pc:spChg chg="add mod">
          <ac:chgData name="Malte Heithoff" userId="92960225c14ac204" providerId="LiveId" clId="{67714B2D-B876-4FD6-9509-DE2FACB2BB3C}" dt="2023-09-26T07:50:39.135" v="1845" actId="1036"/>
          <ac:spMkLst>
            <pc:docMk/>
            <pc:sldMk cId="2599767151" sldId="2147376204"/>
            <ac:spMk id="26" creationId="{308076D9-FCF8-4977-C3BF-9D13ADA1CD19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27" creationId="{2A423477-85EC-FDD7-2293-6F36FEDB6834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28" creationId="{A8B32118-0914-C0EB-0B5D-E2B09349B5D5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31" creationId="{71C1DD8E-BDC6-8D53-9DA6-65C0E949F233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32" creationId="{72DC2832-E91F-E562-DB66-1A10B59C9C65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33" creationId="{EFE10428-EA2F-D6E4-F1AF-A0DD5EA8992A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36" creationId="{ABB4D18B-CB40-55AB-4A8F-6CA667E95B7B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38" creationId="{71D8BD5F-F88B-5541-B024-5681C7CE1F56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39" creationId="{24B60105-33BE-2890-871B-8E3D833EBC9E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40" creationId="{046C9BD6-FC24-4061-D4F3-32733AD3B185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44" creationId="{58225FFD-3B94-7A11-CDB5-4ED0992835A2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45" creationId="{92DB634A-631D-AB41-EC6C-CC7C16A50E96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46" creationId="{D0EED50B-DFAE-9E56-E53C-F27FABCCF420}"/>
          </ac:spMkLst>
        </pc:spChg>
        <pc:spChg chg="add del mod">
          <ac:chgData name="Malte Heithoff" userId="92960225c14ac204" providerId="LiveId" clId="{67714B2D-B876-4FD6-9509-DE2FACB2BB3C}" dt="2023-09-26T07:36:19.201" v="1410"/>
          <ac:spMkLst>
            <pc:docMk/>
            <pc:sldMk cId="2599767151" sldId="2147376204"/>
            <ac:spMk id="49" creationId="{6921A7A1-6DE5-E619-C416-E3297A7F22CC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52" creationId="{2BE8B719-F866-3DC3-D4D5-C3AD81EE0E25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53" creationId="{5C0EF84E-B543-8D5B-97A7-AFFEFC1C37F0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54" creationId="{3DD626EC-4950-A1D3-F69E-C989F9BF169F}"/>
          </ac:spMkLst>
        </pc:spChg>
        <pc:spChg chg="add del mod">
          <ac:chgData name="Malte Heithoff" userId="92960225c14ac204" providerId="LiveId" clId="{67714B2D-B876-4FD6-9509-DE2FACB2BB3C}" dt="2023-09-26T07:36:19.201" v="1410"/>
          <ac:spMkLst>
            <pc:docMk/>
            <pc:sldMk cId="2599767151" sldId="2147376204"/>
            <ac:spMk id="55" creationId="{CBBB6852-F6F2-546E-8B93-CCA38C2F807D}"/>
          </ac:spMkLst>
        </pc:spChg>
        <pc:spChg chg="add del mod">
          <ac:chgData name="Malte Heithoff" userId="92960225c14ac204" providerId="LiveId" clId="{67714B2D-B876-4FD6-9509-DE2FACB2BB3C}" dt="2023-09-26T07:36:19.201" v="1410"/>
          <ac:spMkLst>
            <pc:docMk/>
            <pc:sldMk cId="2599767151" sldId="2147376204"/>
            <ac:spMk id="58" creationId="{C49D50AA-3284-04F9-84E5-B5B8217C6255}"/>
          </ac:spMkLst>
        </pc:spChg>
        <pc:spChg chg="add del mod">
          <ac:chgData name="Malte Heithoff" userId="92960225c14ac204" providerId="LiveId" clId="{67714B2D-B876-4FD6-9509-DE2FACB2BB3C}" dt="2023-09-26T07:36:19.201" v="1410"/>
          <ac:spMkLst>
            <pc:docMk/>
            <pc:sldMk cId="2599767151" sldId="2147376204"/>
            <ac:spMk id="59" creationId="{63AA23ED-7AFB-0209-7DC4-9E2E23166738}"/>
          </ac:spMkLst>
        </pc:spChg>
        <pc:spChg chg="add del mod">
          <ac:chgData name="Malte Heithoff" userId="92960225c14ac204" providerId="LiveId" clId="{67714B2D-B876-4FD6-9509-DE2FACB2BB3C}" dt="2023-09-26T07:36:19.201" v="1410"/>
          <ac:spMkLst>
            <pc:docMk/>
            <pc:sldMk cId="2599767151" sldId="2147376204"/>
            <ac:spMk id="60" creationId="{D407EBE0-EDF8-1191-B8AF-D82D03BC67CF}"/>
          </ac:spMkLst>
        </pc:spChg>
        <pc:spChg chg="add del mod">
          <ac:chgData name="Malte Heithoff" userId="92960225c14ac204" providerId="LiveId" clId="{67714B2D-B876-4FD6-9509-DE2FACB2BB3C}" dt="2023-09-26T07:36:19.201" v="1410"/>
          <ac:spMkLst>
            <pc:docMk/>
            <pc:sldMk cId="2599767151" sldId="2147376204"/>
            <ac:spMk id="61" creationId="{B9354DAE-8925-E400-CE71-6524F9D0DE49}"/>
          </ac:spMkLst>
        </pc:spChg>
        <pc:spChg chg="add del mod">
          <ac:chgData name="Malte Heithoff" userId="92960225c14ac204" providerId="LiveId" clId="{67714B2D-B876-4FD6-9509-DE2FACB2BB3C}" dt="2023-09-26T07:36:19.201" v="1410"/>
          <ac:spMkLst>
            <pc:docMk/>
            <pc:sldMk cId="2599767151" sldId="2147376204"/>
            <ac:spMk id="62" creationId="{45BC02B4-22DE-E9EA-CB83-724AD19158A5}"/>
          </ac:spMkLst>
        </pc:spChg>
        <pc:spChg chg="add del mod">
          <ac:chgData name="Malte Heithoff" userId="92960225c14ac204" providerId="LiveId" clId="{67714B2D-B876-4FD6-9509-DE2FACB2BB3C}" dt="2023-09-26T07:36:19.201" v="1410"/>
          <ac:spMkLst>
            <pc:docMk/>
            <pc:sldMk cId="2599767151" sldId="2147376204"/>
            <ac:spMk id="63" creationId="{A1A09B7D-A270-B398-0797-40144A773D55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66" creationId="{53EDBA55-F0B2-1E78-3A16-582C15C6C0ED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67" creationId="{14100953-E88C-595B-C619-1970C2CDE817}"/>
          </ac:spMkLst>
        </pc:spChg>
        <pc:spChg chg="mod">
          <ac:chgData name="Malte Heithoff" userId="92960225c14ac204" providerId="LiveId" clId="{67714B2D-B876-4FD6-9509-DE2FACB2BB3C}" dt="2023-09-26T07:36:09.001" v="1407"/>
          <ac:spMkLst>
            <pc:docMk/>
            <pc:sldMk cId="2599767151" sldId="2147376204"/>
            <ac:spMk id="68" creationId="{F6662D59-2DEE-D727-E1ED-830D82A7C5B5}"/>
          </ac:spMkLst>
        </pc:spChg>
        <pc:spChg chg="add del mod">
          <ac:chgData name="Malte Heithoff" userId="92960225c14ac204" providerId="LiveId" clId="{67714B2D-B876-4FD6-9509-DE2FACB2BB3C}" dt="2023-09-26T07:36:19.201" v="1410"/>
          <ac:spMkLst>
            <pc:docMk/>
            <pc:sldMk cId="2599767151" sldId="2147376204"/>
            <ac:spMk id="70" creationId="{A617CC72-4D92-9E10-3DA5-D26370E88A4E}"/>
          </ac:spMkLst>
        </pc:spChg>
        <pc:spChg chg="add del mod">
          <ac:chgData name="Malte Heithoff" userId="92960225c14ac204" providerId="LiveId" clId="{67714B2D-B876-4FD6-9509-DE2FACB2BB3C}" dt="2023-09-26T07:36:19.201" v="1410"/>
          <ac:spMkLst>
            <pc:docMk/>
            <pc:sldMk cId="2599767151" sldId="2147376204"/>
            <ac:spMk id="71" creationId="{4F24CE9D-E95E-CD94-A79F-9ECCEE61107E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74" creationId="{9A370A10-2A9A-79CE-4358-317B5B4D256A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75" creationId="{66B9B6ED-6EEA-8CA8-266A-AD0D906A8F9B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76" creationId="{78FEE737-61EA-2952-4269-D71E665022DE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79" creationId="{7B5DB420-114A-F944-35DD-C5D3BD2700AE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80" creationId="{115ACE03-FD00-C751-9CF6-DD0577C08C80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81" creationId="{FACDFBEC-43BE-6A54-AAE8-52FD258BDDB0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84" creationId="{2D209999-D819-8B25-0249-7D77026B92EC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86" creationId="{41CCA18C-710B-F9B3-8468-6EB79616CC4B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87" creationId="{1EA809F0-6936-1712-CCFD-55E30D4A74B3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88" creationId="{118CF770-7A01-7017-E852-03B2D4E67021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92" creationId="{8CA11444-8E5B-7A9C-FEE1-BBD16C23FDE7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93" creationId="{7E5301E9-0BAB-3DEE-DD11-7DF1424DE22F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94" creationId="{3AA7832D-5724-F82B-9267-C41721753491}"/>
          </ac:spMkLst>
        </pc:spChg>
        <pc:spChg chg="add mod">
          <ac:chgData name="Malte Heithoff" userId="92960225c14ac204" providerId="LiveId" clId="{67714B2D-B876-4FD6-9509-DE2FACB2BB3C}" dt="2023-09-26T07:51:29.384" v="1855" actId="1035"/>
          <ac:spMkLst>
            <pc:docMk/>
            <pc:sldMk cId="2599767151" sldId="2147376204"/>
            <ac:spMk id="97" creationId="{BF16F297-FFF0-30F8-9F16-85952FDAB1FA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100" creationId="{0D834675-50F8-6C2D-BEED-45B1656283AF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101" creationId="{F6963147-9A5F-D4B1-E4B2-004384278359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102" creationId="{CB29A528-FC6D-2B99-D09A-77CC6F735CF0}"/>
          </ac:spMkLst>
        </pc:spChg>
        <pc:spChg chg="add mod">
          <ac:chgData name="Malte Heithoff" userId="92960225c14ac204" providerId="LiveId" clId="{67714B2D-B876-4FD6-9509-DE2FACB2BB3C}" dt="2023-09-26T07:51:29.384" v="1855" actId="1035"/>
          <ac:spMkLst>
            <pc:docMk/>
            <pc:sldMk cId="2599767151" sldId="2147376204"/>
            <ac:spMk id="103" creationId="{52EBB8E6-BFE0-BE26-E60D-DF338B35837A}"/>
          </ac:spMkLst>
        </pc:spChg>
        <pc:spChg chg="add del mod">
          <ac:chgData name="Malte Heithoff" userId="92960225c14ac204" providerId="LiveId" clId="{67714B2D-B876-4FD6-9509-DE2FACB2BB3C}" dt="2023-09-26T07:36:54.569" v="1417" actId="478"/>
          <ac:spMkLst>
            <pc:docMk/>
            <pc:sldMk cId="2599767151" sldId="2147376204"/>
            <ac:spMk id="106" creationId="{690F43A0-00BD-3596-2BF7-2EBA3A081455}"/>
          </ac:spMkLst>
        </pc:spChg>
        <pc:spChg chg="add mod">
          <ac:chgData name="Malte Heithoff" userId="92960225c14ac204" providerId="LiveId" clId="{67714B2D-B876-4FD6-9509-DE2FACB2BB3C}" dt="2023-09-26T07:51:29.384" v="1855" actId="1035"/>
          <ac:spMkLst>
            <pc:docMk/>
            <pc:sldMk cId="2599767151" sldId="2147376204"/>
            <ac:spMk id="107" creationId="{C2C7F8DC-D827-84E4-DD94-14345028E9C7}"/>
          </ac:spMkLst>
        </pc:spChg>
        <pc:spChg chg="add mod">
          <ac:chgData name="Malte Heithoff" userId="92960225c14ac204" providerId="LiveId" clId="{67714B2D-B876-4FD6-9509-DE2FACB2BB3C}" dt="2023-09-26T07:51:29.384" v="1855" actId="1035"/>
          <ac:spMkLst>
            <pc:docMk/>
            <pc:sldMk cId="2599767151" sldId="2147376204"/>
            <ac:spMk id="108" creationId="{FF37D733-4127-A01B-3B05-7D204D6C71A7}"/>
          </ac:spMkLst>
        </pc:spChg>
        <pc:spChg chg="add mod">
          <ac:chgData name="Malte Heithoff" userId="92960225c14ac204" providerId="LiveId" clId="{67714B2D-B876-4FD6-9509-DE2FACB2BB3C}" dt="2023-09-26T07:51:29.384" v="1855" actId="1035"/>
          <ac:spMkLst>
            <pc:docMk/>
            <pc:sldMk cId="2599767151" sldId="2147376204"/>
            <ac:spMk id="109" creationId="{CC49A4A8-EB32-0FBA-D75D-9FD5E937FE7D}"/>
          </ac:spMkLst>
        </pc:spChg>
        <pc:spChg chg="add mod">
          <ac:chgData name="Malte Heithoff" userId="92960225c14ac204" providerId="LiveId" clId="{67714B2D-B876-4FD6-9509-DE2FACB2BB3C}" dt="2023-09-26T07:51:29.384" v="1855" actId="1035"/>
          <ac:spMkLst>
            <pc:docMk/>
            <pc:sldMk cId="2599767151" sldId="2147376204"/>
            <ac:spMk id="110" creationId="{5545A9CA-FB5C-E0A6-6215-DF13E682462B}"/>
          </ac:spMkLst>
        </pc:spChg>
        <pc:spChg chg="add mod">
          <ac:chgData name="Malte Heithoff" userId="92960225c14ac204" providerId="LiveId" clId="{67714B2D-B876-4FD6-9509-DE2FACB2BB3C}" dt="2023-09-26T07:51:29.384" v="1855" actId="1035"/>
          <ac:spMkLst>
            <pc:docMk/>
            <pc:sldMk cId="2599767151" sldId="2147376204"/>
            <ac:spMk id="111" creationId="{D635AA5E-7EBA-0C84-9A94-5BAFA726F764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114" creationId="{5EDB7B2C-A638-9D74-023E-37D869D10517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115" creationId="{1269E435-CA67-BAAC-50A8-C1BAE2BF6724}"/>
          </ac:spMkLst>
        </pc:spChg>
        <pc:spChg chg="mod">
          <ac:chgData name="Malte Heithoff" userId="92960225c14ac204" providerId="LiveId" clId="{67714B2D-B876-4FD6-9509-DE2FACB2BB3C}" dt="2023-09-26T07:36:29.882" v="1411"/>
          <ac:spMkLst>
            <pc:docMk/>
            <pc:sldMk cId="2599767151" sldId="2147376204"/>
            <ac:spMk id="116" creationId="{1B494839-7C5A-17E1-46FE-D4CDFD8EB3B8}"/>
          </ac:spMkLst>
        </pc:spChg>
        <pc:spChg chg="add mod">
          <ac:chgData name="Malte Heithoff" userId="92960225c14ac204" providerId="LiveId" clId="{67714B2D-B876-4FD6-9509-DE2FACB2BB3C}" dt="2023-09-26T07:51:29.384" v="1855" actId="1035"/>
          <ac:spMkLst>
            <pc:docMk/>
            <pc:sldMk cId="2599767151" sldId="2147376204"/>
            <ac:spMk id="118" creationId="{A45E38F1-E560-B7EB-C6A6-E7941E5EB98C}"/>
          </ac:spMkLst>
        </pc:spChg>
        <pc:spChg chg="add del mod">
          <ac:chgData name="Malte Heithoff" userId="92960225c14ac204" providerId="LiveId" clId="{67714B2D-B876-4FD6-9509-DE2FACB2BB3C}" dt="2023-09-26T07:36:57.890" v="1418" actId="478"/>
          <ac:spMkLst>
            <pc:docMk/>
            <pc:sldMk cId="2599767151" sldId="2147376204"/>
            <ac:spMk id="119" creationId="{42BF20E9-1B39-7CFF-1845-45F4DDF028D5}"/>
          </ac:spMkLst>
        </pc:spChg>
        <pc:grpChg chg="add del mod">
          <ac:chgData name="Malte Heithoff" userId="92960225c14ac204" providerId="LiveId" clId="{67714B2D-B876-4FD6-9509-DE2FACB2BB3C}" dt="2023-09-26T07:36:19.201" v="1410"/>
          <ac:grpSpMkLst>
            <pc:docMk/>
            <pc:sldMk cId="2599767151" sldId="2147376204"/>
            <ac:grpSpMk id="2" creationId="{FAEE2E4F-E3AA-C147-2CF0-0DB9788CC769}"/>
          </ac:grpSpMkLst>
        </pc:grpChg>
        <pc:grpChg chg="mod">
          <ac:chgData name="Malte Heithoff" userId="92960225c14ac204" providerId="LiveId" clId="{67714B2D-B876-4FD6-9509-DE2FACB2BB3C}" dt="2023-09-26T07:36:09.001" v="1407"/>
          <ac:grpSpMkLst>
            <pc:docMk/>
            <pc:sldMk cId="2599767151" sldId="2147376204"/>
            <ac:grpSpMk id="15" creationId="{733C14E6-93F8-CF66-A2C7-EA642BADBBDF}"/>
          </ac:grpSpMkLst>
        </pc:grpChg>
        <pc:grpChg chg="add del mod">
          <ac:chgData name="Malte Heithoff" userId="92960225c14ac204" providerId="LiveId" clId="{67714B2D-B876-4FD6-9509-DE2FACB2BB3C}" dt="2023-09-26T07:36:19.201" v="1410"/>
          <ac:grpSpMkLst>
            <pc:docMk/>
            <pc:sldMk cId="2599767151" sldId="2147376204"/>
            <ac:grpSpMk id="29" creationId="{159B5081-AA71-EC21-0376-A36C5DD47555}"/>
          </ac:grpSpMkLst>
        </pc:grpChg>
        <pc:grpChg chg="mod">
          <ac:chgData name="Malte Heithoff" userId="92960225c14ac204" providerId="LiveId" clId="{67714B2D-B876-4FD6-9509-DE2FACB2BB3C}" dt="2023-09-26T07:36:09.001" v="1407"/>
          <ac:grpSpMkLst>
            <pc:docMk/>
            <pc:sldMk cId="2599767151" sldId="2147376204"/>
            <ac:grpSpMk id="30" creationId="{C16B2688-D104-92C4-7186-CB2430C18DF4}"/>
          </ac:grpSpMkLst>
        </pc:grpChg>
        <pc:grpChg chg="add del mod">
          <ac:chgData name="Malte Heithoff" userId="92960225c14ac204" providerId="LiveId" clId="{67714B2D-B876-4FD6-9509-DE2FACB2BB3C}" dt="2023-09-26T07:36:19.201" v="1410"/>
          <ac:grpSpMkLst>
            <pc:docMk/>
            <pc:sldMk cId="2599767151" sldId="2147376204"/>
            <ac:grpSpMk id="34" creationId="{43326652-EF0D-1690-36F9-28ABEB10ADA6}"/>
          </ac:grpSpMkLst>
        </pc:grpChg>
        <pc:grpChg chg="mod">
          <ac:chgData name="Malte Heithoff" userId="92960225c14ac204" providerId="LiveId" clId="{67714B2D-B876-4FD6-9509-DE2FACB2BB3C}" dt="2023-09-26T07:36:09.001" v="1407"/>
          <ac:grpSpMkLst>
            <pc:docMk/>
            <pc:sldMk cId="2599767151" sldId="2147376204"/>
            <ac:grpSpMk id="35" creationId="{996F9D2D-A79C-7439-1463-D9D8EBC84D5C}"/>
          </ac:grpSpMkLst>
        </pc:grpChg>
        <pc:grpChg chg="mod">
          <ac:chgData name="Malte Heithoff" userId="92960225c14ac204" providerId="LiveId" clId="{67714B2D-B876-4FD6-9509-DE2FACB2BB3C}" dt="2023-09-26T07:36:09.001" v="1407"/>
          <ac:grpSpMkLst>
            <pc:docMk/>
            <pc:sldMk cId="2599767151" sldId="2147376204"/>
            <ac:grpSpMk id="37" creationId="{9A133A16-EAD7-69C0-1ABA-F39931CE74D8}"/>
          </ac:grpSpMkLst>
        </pc:grpChg>
        <pc:grpChg chg="add del mod">
          <ac:chgData name="Malte Heithoff" userId="92960225c14ac204" providerId="LiveId" clId="{67714B2D-B876-4FD6-9509-DE2FACB2BB3C}" dt="2023-09-26T07:36:19.201" v="1410"/>
          <ac:grpSpMkLst>
            <pc:docMk/>
            <pc:sldMk cId="2599767151" sldId="2147376204"/>
            <ac:grpSpMk id="42" creationId="{F1D9E154-3ECB-F37B-5088-A70FC8817551}"/>
          </ac:grpSpMkLst>
        </pc:grpChg>
        <pc:grpChg chg="mod">
          <ac:chgData name="Malte Heithoff" userId="92960225c14ac204" providerId="LiveId" clId="{67714B2D-B876-4FD6-9509-DE2FACB2BB3C}" dt="2023-09-26T07:36:09.001" v="1407"/>
          <ac:grpSpMkLst>
            <pc:docMk/>
            <pc:sldMk cId="2599767151" sldId="2147376204"/>
            <ac:grpSpMk id="43" creationId="{C0D90AD5-140F-2E26-A4F3-04DFE683F1EE}"/>
          </ac:grpSpMkLst>
        </pc:grpChg>
        <pc:grpChg chg="add del mod">
          <ac:chgData name="Malte Heithoff" userId="92960225c14ac204" providerId="LiveId" clId="{67714B2D-B876-4FD6-9509-DE2FACB2BB3C}" dt="2023-09-26T07:36:19.201" v="1410"/>
          <ac:grpSpMkLst>
            <pc:docMk/>
            <pc:sldMk cId="2599767151" sldId="2147376204"/>
            <ac:grpSpMk id="50" creationId="{DFAB78C8-12FC-F0DD-9DB5-F362FF435E8B}"/>
          </ac:grpSpMkLst>
        </pc:grpChg>
        <pc:grpChg chg="mod">
          <ac:chgData name="Malte Heithoff" userId="92960225c14ac204" providerId="LiveId" clId="{67714B2D-B876-4FD6-9509-DE2FACB2BB3C}" dt="2023-09-26T07:36:09.001" v="1407"/>
          <ac:grpSpMkLst>
            <pc:docMk/>
            <pc:sldMk cId="2599767151" sldId="2147376204"/>
            <ac:grpSpMk id="51" creationId="{EF2F53AD-9617-C300-7E52-7F83444DDE3C}"/>
          </ac:grpSpMkLst>
        </pc:grpChg>
        <pc:grpChg chg="add del mod">
          <ac:chgData name="Malte Heithoff" userId="92960225c14ac204" providerId="LiveId" clId="{67714B2D-B876-4FD6-9509-DE2FACB2BB3C}" dt="2023-09-26T07:36:19.201" v="1410"/>
          <ac:grpSpMkLst>
            <pc:docMk/>
            <pc:sldMk cId="2599767151" sldId="2147376204"/>
            <ac:grpSpMk id="64" creationId="{5EFC4913-390B-ADC1-D2D1-1F7E2FA39C4A}"/>
          </ac:grpSpMkLst>
        </pc:grpChg>
        <pc:grpChg chg="mod">
          <ac:chgData name="Malte Heithoff" userId="92960225c14ac204" providerId="LiveId" clId="{67714B2D-B876-4FD6-9509-DE2FACB2BB3C}" dt="2023-09-26T07:36:09.001" v="1407"/>
          <ac:grpSpMkLst>
            <pc:docMk/>
            <pc:sldMk cId="2599767151" sldId="2147376204"/>
            <ac:grpSpMk id="65" creationId="{600CFF21-578C-58A0-E455-4CEF13F01E00}"/>
          </ac:grpSpMkLst>
        </pc:grpChg>
        <pc:grpChg chg="add mod">
          <ac:chgData name="Malte Heithoff" userId="92960225c14ac204" providerId="LiveId" clId="{67714B2D-B876-4FD6-9509-DE2FACB2BB3C}" dt="2023-09-26T07:51:29.384" v="1855" actId="1035"/>
          <ac:grpSpMkLst>
            <pc:docMk/>
            <pc:sldMk cId="2599767151" sldId="2147376204"/>
            <ac:grpSpMk id="72" creationId="{38C89A3E-B283-D8F7-DD12-50CCDF9D1C0D}"/>
          </ac:grpSpMkLst>
        </pc:grpChg>
        <pc:grpChg chg="mod">
          <ac:chgData name="Malte Heithoff" userId="92960225c14ac204" providerId="LiveId" clId="{67714B2D-B876-4FD6-9509-DE2FACB2BB3C}" dt="2023-09-26T07:36:29.882" v="1411"/>
          <ac:grpSpMkLst>
            <pc:docMk/>
            <pc:sldMk cId="2599767151" sldId="2147376204"/>
            <ac:grpSpMk id="73" creationId="{204B0C37-7122-044C-4378-2A664D246520}"/>
          </ac:grpSpMkLst>
        </pc:grpChg>
        <pc:grpChg chg="add mod">
          <ac:chgData name="Malte Heithoff" userId="92960225c14ac204" providerId="LiveId" clId="{67714B2D-B876-4FD6-9509-DE2FACB2BB3C}" dt="2023-09-26T07:51:29.384" v="1855" actId="1035"/>
          <ac:grpSpMkLst>
            <pc:docMk/>
            <pc:sldMk cId="2599767151" sldId="2147376204"/>
            <ac:grpSpMk id="77" creationId="{7CB1077A-8170-E948-BA7C-582000BCB0E4}"/>
          </ac:grpSpMkLst>
        </pc:grpChg>
        <pc:grpChg chg="mod">
          <ac:chgData name="Malte Heithoff" userId="92960225c14ac204" providerId="LiveId" clId="{67714B2D-B876-4FD6-9509-DE2FACB2BB3C}" dt="2023-09-26T07:36:29.882" v="1411"/>
          <ac:grpSpMkLst>
            <pc:docMk/>
            <pc:sldMk cId="2599767151" sldId="2147376204"/>
            <ac:grpSpMk id="78" creationId="{A219D3DC-F79F-581E-2CFD-DB4AB355F8F8}"/>
          </ac:grpSpMkLst>
        </pc:grpChg>
        <pc:grpChg chg="add mod">
          <ac:chgData name="Malte Heithoff" userId="92960225c14ac204" providerId="LiveId" clId="{67714B2D-B876-4FD6-9509-DE2FACB2BB3C}" dt="2023-09-26T07:51:29.384" v="1855" actId="1035"/>
          <ac:grpSpMkLst>
            <pc:docMk/>
            <pc:sldMk cId="2599767151" sldId="2147376204"/>
            <ac:grpSpMk id="82" creationId="{2F0AECB6-208E-458F-5F2A-45042E4ED320}"/>
          </ac:grpSpMkLst>
        </pc:grpChg>
        <pc:grpChg chg="mod">
          <ac:chgData name="Malte Heithoff" userId="92960225c14ac204" providerId="LiveId" clId="{67714B2D-B876-4FD6-9509-DE2FACB2BB3C}" dt="2023-09-26T07:36:29.882" v="1411"/>
          <ac:grpSpMkLst>
            <pc:docMk/>
            <pc:sldMk cId="2599767151" sldId="2147376204"/>
            <ac:grpSpMk id="83" creationId="{94BF135B-41CE-3D4A-BB70-5112DFB6DFF4}"/>
          </ac:grpSpMkLst>
        </pc:grpChg>
        <pc:grpChg chg="mod">
          <ac:chgData name="Malte Heithoff" userId="92960225c14ac204" providerId="LiveId" clId="{67714B2D-B876-4FD6-9509-DE2FACB2BB3C}" dt="2023-09-26T07:36:29.882" v="1411"/>
          <ac:grpSpMkLst>
            <pc:docMk/>
            <pc:sldMk cId="2599767151" sldId="2147376204"/>
            <ac:grpSpMk id="85" creationId="{A4496DEF-BC39-A06F-7423-B4F2EAE7722E}"/>
          </ac:grpSpMkLst>
        </pc:grpChg>
        <pc:grpChg chg="add mod">
          <ac:chgData name="Malte Heithoff" userId="92960225c14ac204" providerId="LiveId" clId="{67714B2D-B876-4FD6-9509-DE2FACB2BB3C}" dt="2023-09-26T07:51:29.384" v="1855" actId="1035"/>
          <ac:grpSpMkLst>
            <pc:docMk/>
            <pc:sldMk cId="2599767151" sldId="2147376204"/>
            <ac:grpSpMk id="90" creationId="{152EC69A-76B8-B856-B1B2-E016105CE7B5}"/>
          </ac:grpSpMkLst>
        </pc:grpChg>
        <pc:grpChg chg="mod">
          <ac:chgData name="Malte Heithoff" userId="92960225c14ac204" providerId="LiveId" clId="{67714B2D-B876-4FD6-9509-DE2FACB2BB3C}" dt="2023-09-26T07:36:29.882" v="1411"/>
          <ac:grpSpMkLst>
            <pc:docMk/>
            <pc:sldMk cId="2599767151" sldId="2147376204"/>
            <ac:grpSpMk id="91" creationId="{11ABD144-7DD6-9EFD-8CDD-F462761D9FCB}"/>
          </ac:grpSpMkLst>
        </pc:grpChg>
        <pc:grpChg chg="add mod">
          <ac:chgData name="Malte Heithoff" userId="92960225c14ac204" providerId="LiveId" clId="{67714B2D-B876-4FD6-9509-DE2FACB2BB3C}" dt="2023-09-26T07:51:29.384" v="1855" actId="1035"/>
          <ac:grpSpMkLst>
            <pc:docMk/>
            <pc:sldMk cId="2599767151" sldId="2147376204"/>
            <ac:grpSpMk id="98" creationId="{8B7F3C88-D5F2-BDF0-018A-EB092CA78230}"/>
          </ac:grpSpMkLst>
        </pc:grpChg>
        <pc:grpChg chg="mod">
          <ac:chgData name="Malte Heithoff" userId="92960225c14ac204" providerId="LiveId" clId="{67714B2D-B876-4FD6-9509-DE2FACB2BB3C}" dt="2023-09-26T07:36:29.882" v="1411"/>
          <ac:grpSpMkLst>
            <pc:docMk/>
            <pc:sldMk cId="2599767151" sldId="2147376204"/>
            <ac:grpSpMk id="99" creationId="{292C1CC8-97EE-98AA-AA76-EDA9AE1D8085}"/>
          </ac:grpSpMkLst>
        </pc:grpChg>
        <pc:grpChg chg="add mod">
          <ac:chgData name="Malte Heithoff" userId="92960225c14ac204" providerId="LiveId" clId="{67714B2D-B876-4FD6-9509-DE2FACB2BB3C}" dt="2023-09-26T07:51:29.384" v="1855" actId="1035"/>
          <ac:grpSpMkLst>
            <pc:docMk/>
            <pc:sldMk cId="2599767151" sldId="2147376204"/>
            <ac:grpSpMk id="112" creationId="{AF0AD413-410F-3367-0E25-80E4D7A3FEC9}"/>
          </ac:grpSpMkLst>
        </pc:grpChg>
        <pc:grpChg chg="mod">
          <ac:chgData name="Malte Heithoff" userId="92960225c14ac204" providerId="LiveId" clId="{67714B2D-B876-4FD6-9509-DE2FACB2BB3C}" dt="2023-09-26T07:36:29.882" v="1411"/>
          <ac:grpSpMkLst>
            <pc:docMk/>
            <pc:sldMk cId="2599767151" sldId="2147376204"/>
            <ac:grpSpMk id="113" creationId="{E0430DF5-9759-E650-781D-BFCB04041171}"/>
          </ac:grpSpMkLst>
        </pc:grpChg>
        <pc:cxnChg chg="add del mod">
          <ac:chgData name="Malte Heithoff" userId="92960225c14ac204" providerId="LiveId" clId="{67714B2D-B876-4FD6-9509-DE2FACB2BB3C}" dt="2023-09-26T07:36:19.201" v="1410"/>
          <ac:cxnSpMkLst>
            <pc:docMk/>
            <pc:sldMk cId="2599767151" sldId="2147376204"/>
            <ac:cxnSpMk id="41" creationId="{A96F6838-1E82-AE45-0627-7C6AE69F2E1A}"/>
          </ac:cxnSpMkLst>
        </pc:cxnChg>
        <pc:cxnChg chg="add del mod">
          <ac:chgData name="Malte Heithoff" userId="92960225c14ac204" providerId="LiveId" clId="{67714B2D-B876-4FD6-9509-DE2FACB2BB3C}" dt="2023-09-26T07:36:19.201" v="1410"/>
          <ac:cxnSpMkLst>
            <pc:docMk/>
            <pc:sldMk cId="2599767151" sldId="2147376204"/>
            <ac:cxnSpMk id="47" creationId="{ED590A9A-9CBD-89A6-53B5-A5A33702387C}"/>
          </ac:cxnSpMkLst>
        </pc:cxnChg>
        <pc:cxnChg chg="add del mod">
          <ac:chgData name="Malte Heithoff" userId="92960225c14ac204" providerId="LiveId" clId="{67714B2D-B876-4FD6-9509-DE2FACB2BB3C}" dt="2023-09-26T07:36:19.201" v="1410"/>
          <ac:cxnSpMkLst>
            <pc:docMk/>
            <pc:sldMk cId="2599767151" sldId="2147376204"/>
            <ac:cxnSpMk id="48" creationId="{46EE982A-3CF9-6EA4-3E0E-94BEFBE46271}"/>
          </ac:cxnSpMkLst>
        </pc:cxnChg>
        <pc:cxnChg chg="add del mod">
          <ac:chgData name="Malte Heithoff" userId="92960225c14ac204" providerId="LiveId" clId="{67714B2D-B876-4FD6-9509-DE2FACB2BB3C}" dt="2023-09-26T07:36:19.201" v="1410"/>
          <ac:cxnSpMkLst>
            <pc:docMk/>
            <pc:sldMk cId="2599767151" sldId="2147376204"/>
            <ac:cxnSpMk id="56" creationId="{4593B16D-546B-4747-B1AF-01CC939C904B}"/>
          </ac:cxnSpMkLst>
        </pc:cxnChg>
        <pc:cxnChg chg="add del mod">
          <ac:chgData name="Malte Heithoff" userId="92960225c14ac204" providerId="LiveId" clId="{67714B2D-B876-4FD6-9509-DE2FACB2BB3C}" dt="2023-09-26T07:36:19.201" v="1410"/>
          <ac:cxnSpMkLst>
            <pc:docMk/>
            <pc:sldMk cId="2599767151" sldId="2147376204"/>
            <ac:cxnSpMk id="57" creationId="{A807C948-F0FD-9017-3DCC-69118AE7A7B1}"/>
          </ac:cxnSpMkLst>
        </pc:cxnChg>
        <pc:cxnChg chg="add del mod">
          <ac:chgData name="Malte Heithoff" userId="92960225c14ac204" providerId="LiveId" clId="{67714B2D-B876-4FD6-9509-DE2FACB2BB3C}" dt="2023-09-26T07:36:19.201" v="1410"/>
          <ac:cxnSpMkLst>
            <pc:docMk/>
            <pc:sldMk cId="2599767151" sldId="2147376204"/>
            <ac:cxnSpMk id="69" creationId="{4A58E6C1-B96E-DDB0-C527-E027BC4B7855}"/>
          </ac:cxnSpMkLst>
        </pc:cxnChg>
        <pc:cxnChg chg="add mod">
          <ac:chgData name="Malte Heithoff" userId="92960225c14ac204" providerId="LiveId" clId="{67714B2D-B876-4FD6-9509-DE2FACB2BB3C}" dt="2023-09-26T07:51:29.384" v="1855" actId="1035"/>
          <ac:cxnSpMkLst>
            <pc:docMk/>
            <pc:sldMk cId="2599767151" sldId="2147376204"/>
            <ac:cxnSpMk id="89" creationId="{E357996D-EAFC-6562-18E2-43B97C16BFF5}"/>
          </ac:cxnSpMkLst>
        </pc:cxnChg>
        <pc:cxnChg chg="add mod">
          <ac:chgData name="Malte Heithoff" userId="92960225c14ac204" providerId="LiveId" clId="{67714B2D-B876-4FD6-9509-DE2FACB2BB3C}" dt="2023-09-26T07:51:29.384" v="1855" actId="1035"/>
          <ac:cxnSpMkLst>
            <pc:docMk/>
            <pc:sldMk cId="2599767151" sldId="2147376204"/>
            <ac:cxnSpMk id="95" creationId="{81516CF5-BA76-9DD1-81AA-C81566DF9160}"/>
          </ac:cxnSpMkLst>
        </pc:cxnChg>
        <pc:cxnChg chg="add del mod">
          <ac:chgData name="Malte Heithoff" userId="92960225c14ac204" providerId="LiveId" clId="{67714B2D-B876-4FD6-9509-DE2FACB2BB3C}" dt="2023-09-26T07:36:37.444" v="1413" actId="478"/>
          <ac:cxnSpMkLst>
            <pc:docMk/>
            <pc:sldMk cId="2599767151" sldId="2147376204"/>
            <ac:cxnSpMk id="96" creationId="{3897FA19-39CC-75AB-D6AB-D1FBC1E31EEC}"/>
          </ac:cxnSpMkLst>
        </pc:cxnChg>
        <pc:cxnChg chg="add mod">
          <ac:chgData name="Malte Heithoff" userId="92960225c14ac204" providerId="LiveId" clId="{67714B2D-B876-4FD6-9509-DE2FACB2BB3C}" dt="2023-09-26T07:51:29.384" v="1855" actId="1035"/>
          <ac:cxnSpMkLst>
            <pc:docMk/>
            <pc:sldMk cId="2599767151" sldId="2147376204"/>
            <ac:cxnSpMk id="104" creationId="{66A17349-69ED-ECAA-220F-C19B0C7F3F70}"/>
          </ac:cxnSpMkLst>
        </pc:cxnChg>
        <pc:cxnChg chg="add mod">
          <ac:chgData name="Malte Heithoff" userId="92960225c14ac204" providerId="LiveId" clId="{67714B2D-B876-4FD6-9509-DE2FACB2BB3C}" dt="2023-09-26T07:51:29.384" v="1855" actId="1035"/>
          <ac:cxnSpMkLst>
            <pc:docMk/>
            <pc:sldMk cId="2599767151" sldId="2147376204"/>
            <ac:cxnSpMk id="105" creationId="{D47671F0-70F0-D3F5-5555-7A16D2316E5E}"/>
          </ac:cxnSpMkLst>
        </pc:cxnChg>
        <pc:cxnChg chg="add mod">
          <ac:chgData name="Malte Heithoff" userId="92960225c14ac204" providerId="LiveId" clId="{67714B2D-B876-4FD6-9509-DE2FACB2BB3C}" dt="2023-09-26T07:51:29.384" v="1855" actId="1035"/>
          <ac:cxnSpMkLst>
            <pc:docMk/>
            <pc:sldMk cId="2599767151" sldId="2147376204"/>
            <ac:cxnSpMk id="117" creationId="{3445B284-3092-684F-9425-BEECE4F32EFD}"/>
          </ac:cxnSpMkLst>
        </pc:cxnChg>
        <pc:cxnChg chg="add mod">
          <ac:chgData name="Malte Heithoff" userId="92960225c14ac204" providerId="LiveId" clId="{67714B2D-B876-4FD6-9509-DE2FACB2BB3C}" dt="2023-09-26T07:51:29.384" v="1855" actId="1035"/>
          <ac:cxnSpMkLst>
            <pc:docMk/>
            <pc:sldMk cId="2599767151" sldId="2147376204"/>
            <ac:cxnSpMk id="121" creationId="{80B81B93-449B-E435-2A87-9AFCB6A281F6}"/>
          </ac:cxnSpMkLst>
        </pc:cxnChg>
      </pc:sldChg>
      <pc:sldChg chg="mod ord modShow">
        <pc:chgData name="Malte Heithoff" userId="92960225c14ac204" providerId="LiveId" clId="{67714B2D-B876-4FD6-9509-DE2FACB2BB3C}" dt="2023-09-26T07:28:19.779" v="1406" actId="729"/>
        <pc:sldMkLst>
          <pc:docMk/>
          <pc:sldMk cId="3730269555" sldId="2147376205"/>
        </pc:sldMkLst>
      </pc:sldChg>
      <pc:sldChg chg="addSp modSp mod">
        <pc:chgData name="Malte Heithoff" userId="92960225c14ac204" providerId="LiveId" clId="{67714B2D-B876-4FD6-9509-DE2FACB2BB3C}" dt="2023-09-26T08:36:54.742" v="1917" actId="20577"/>
        <pc:sldMkLst>
          <pc:docMk/>
          <pc:sldMk cId="1623940744" sldId="2147376207"/>
        </pc:sldMkLst>
        <pc:graphicFrameChg chg="modGraphic">
          <ac:chgData name="Malte Heithoff" userId="92960225c14ac204" providerId="LiveId" clId="{67714B2D-B876-4FD6-9509-DE2FACB2BB3C}" dt="2023-09-26T08:36:54.742" v="1917" actId="20577"/>
          <ac:graphicFrameMkLst>
            <pc:docMk/>
            <pc:sldMk cId="1623940744" sldId="2147376207"/>
            <ac:graphicFrameMk id="54" creationId="{1F9DAB9E-95EA-91D9-D9C4-D2D4F138E2E2}"/>
          </ac:graphicFrameMkLst>
        </pc:graphicFrameChg>
        <pc:picChg chg="add mod">
          <ac:chgData name="Malte Heithoff" userId="92960225c14ac204" providerId="LiveId" clId="{67714B2D-B876-4FD6-9509-DE2FACB2BB3C}" dt="2023-09-26T08:29:31.270" v="1908" actId="1076"/>
          <ac:picMkLst>
            <pc:docMk/>
            <pc:sldMk cId="1623940744" sldId="2147376207"/>
            <ac:picMk id="7" creationId="{B247831E-FCE9-DFFC-C9B3-8C41FD6F0996}"/>
          </ac:picMkLst>
        </pc:picChg>
        <pc:picChg chg="add mod">
          <ac:chgData name="Malte Heithoff" userId="92960225c14ac204" providerId="LiveId" clId="{67714B2D-B876-4FD6-9509-DE2FACB2BB3C}" dt="2023-09-26T08:29:26.831" v="1906" actId="1076"/>
          <ac:picMkLst>
            <pc:docMk/>
            <pc:sldMk cId="1623940744" sldId="2147376207"/>
            <ac:picMk id="8" creationId="{72220625-5FDD-CF9E-9ACF-BFF24A3B567D}"/>
          </ac:picMkLst>
        </pc:picChg>
      </pc:sldChg>
      <pc:sldChg chg="mod modShow">
        <pc:chgData name="Malte Heithoff" userId="92960225c14ac204" providerId="LiveId" clId="{67714B2D-B876-4FD6-9509-DE2FACB2BB3C}" dt="2023-09-26T07:28:19.779" v="1406" actId="729"/>
        <pc:sldMkLst>
          <pc:docMk/>
          <pc:sldMk cId="1621928234" sldId="2147376209"/>
        </pc:sldMkLst>
      </pc:sldChg>
      <pc:sldChg chg="delSp mod">
        <pc:chgData name="Malte Heithoff" userId="92960225c14ac204" providerId="LiveId" clId="{67714B2D-B876-4FD6-9509-DE2FACB2BB3C}" dt="2023-09-26T07:57:18.741" v="1895" actId="478"/>
        <pc:sldMkLst>
          <pc:docMk/>
          <pc:sldMk cId="2231300099" sldId="2147376211"/>
        </pc:sldMkLst>
        <pc:spChg chg="del">
          <ac:chgData name="Malte Heithoff" userId="92960225c14ac204" providerId="LiveId" clId="{67714B2D-B876-4FD6-9509-DE2FACB2BB3C}" dt="2023-09-26T07:57:18.741" v="1895" actId="478"/>
          <ac:spMkLst>
            <pc:docMk/>
            <pc:sldMk cId="2231300099" sldId="2147376211"/>
            <ac:spMk id="141" creationId="{6F557573-F063-1A7D-3942-017C1A0CCE96}"/>
          </ac:spMkLst>
        </pc:spChg>
        <pc:cxnChg chg="del">
          <ac:chgData name="Malte Heithoff" userId="92960225c14ac204" providerId="LiveId" clId="{67714B2D-B876-4FD6-9509-DE2FACB2BB3C}" dt="2023-09-26T07:57:18.741" v="1895" actId="478"/>
          <ac:cxnSpMkLst>
            <pc:docMk/>
            <pc:sldMk cId="2231300099" sldId="2147376211"/>
            <ac:cxnSpMk id="140" creationId="{0C33F141-990A-F872-4ED6-6532BD8781D1}"/>
          </ac:cxnSpMkLst>
        </pc:cxnChg>
      </pc:sldChg>
      <pc:sldChg chg="modSp mod">
        <pc:chgData name="Malte Heithoff" userId="92960225c14ac204" providerId="LiveId" clId="{67714B2D-B876-4FD6-9509-DE2FACB2BB3C}" dt="2023-09-26T07:06:07.918" v="912" actId="20577"/>
        <pc:sldMkLst>
          <pc:docMk/>
          <pc:sldMk cId="2873999151" sldId="2147376213"/>
        </pc:sldMkLst>
        <pc:spChg chg="mod">
          <ac:chgData name="Malte Heithoff" userId="92960225c14ac204" providerId="LiveId" clId="{67714B2D-B876-4FD6-9509-DE2FACB2BB3C}" dt="2023-09-26T07:06:07.918" v="912" actId="20577"/>
          <ac:spMkLst>
            <pc:docMk/>
            <pc:sldMk cId="2873999151" sldId="2147376213"/>
            <ac:spMk id="4" creationId="{CAE8232E-99AC-D48D-139E-5C55059B0CD0}"/>
          </ac:spMkLst>
        </pc:spChg>
      </pc:sldChg>
      <pc:sldChg chg="addSp delSp modSp mod">
        <pc:chgData name="Malte Heithoff" userId="92960225c14ac204" providerId="LiveId" clId="{67714B2D-B876-4FD6-9509-DE2FACB2BB3C}" dt="2023-09-25T18:06:05.622" v="676" actId="11529"/>
        <pc:sldMkLst>
          <pc:docMk/>
          <pc:sldMk cId="565277280" sldId="2147376214"/>
        </pc:sldMkLst>
        <pc:spChg chg="add 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2" creationId="{507841F8-4F3B-F856-C18F-F93DAA547574}"/>
          </ac:spMkLst>
        </pc:spChg>
        <pc:spChg chg="add mod">
          <ac:chgData name="Malte Heithoff" userId="92960225c14ac204" providerId="LiveId" clId="{67714B2D-B876-4FD6-9509-DE2FACB2BB3C}" dt="2023-09-25T18:01:11.179" v="494" actId="164"/>
          <ac:spMkLst>
            <pc:docMk/>
            <pc:sldMk cId="565277280" sldId="2147376214"/>
            <ac:spMk id="4" creationId="{A3CDE3E1-6E52-F316-6C5D-4CAD63A74C7B}"/>
          </ac:spMkLst>
        </pc:spChg>
        <pc:spChg chg="add mod">
          <ac:chgData name="Malte Heithoff" userId="92960225c14ac204" providerId="LiveId" clId="{67714B2D-B876-4FD6-9509-DE2FACB2BB3C}" dt="2023-09-25T18:01:11.179" v="494" actId="164"/>
          <ac:spMkLst>
            <pc:docMk/>
            <pc:sldMk cId="565277280" sldId="2147376214"/>
            <ac:spMk id="5" creationId="{3EF26F7B-8FC4-5CFB-DEE4-2AFD47C4AE96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10" creationId="{BEE84E75-C03F-DAE3-F459-198A6EB7C252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11" creationId="{CCBC573B-85EB-8363-27B0-27F600F5080F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12" creationId="{9EFB9743-A6CC-BCFC-D4CE-4DF609081921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13" creationId="{A10A08F8-F26A-0D9F-E424-A2F0509026C9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14" creationId="{213E89F2-A476-7379-EDAB-A5AB321C2A9C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16" creationId="{BA3315F2-E631-822C-B52B-45D51BE2B616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17" creationId="{C53D9CA7-6771-A7DE-24E1-F5742E498662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18" creationId="{71AD5B0C-4B57-A094-BA91-03852F7452B7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20" creationId="{286A45DD-583E-9430-3FB8-E7EBADAA3523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26" creationId="{B22E39E0-B67D-19B0-0CE5-4E9FE13D47A0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30" creationId="{CE9B866C-0527-E940-51EE-18DF9B27D5E0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31" creationId="{FF96E528-505A-0DE6-24D0-B2829E9C3FC2}"/>
          </ac:spMkLst>
        </pc:spChg>
        <pc:spChg chg="add del mod">
          <ac:chgData name="Malte Heithoff" userId="92960225c14ac204" providerId="LiveId" clId="{67714B2D-B876-4FD6-9509-DE2FACB2BB3C}" dt="2023-09-25T18:01:00.928" v="493"/>
          <ac:spMkLst>
            <pc:docMk/>
            <pc:sldMk cId="565277280" sldId="2147376214"/>
            <ac:spMk id="32" creationId="{F6FDBD8C-C13A-0784-0738-34102D266624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37" creationId="{1353A9D5-48D9-B537-FBB1-0E92BA8B122C}"/>
          </ac:spMkLst>
        </pc:spChg>
        <pc:spChg chg="mod">
          <ac:chgData name="Malte Heithoff" userId="92960225c14ac204" providerId="LiveId" clId="{67714B2D-B876-4FD6-9509-DE2FACB2BB3C}" dt="2023-09-25T18:03:38.575" v="618"/>
          <ac:spMkLst>
            <pc:docMk/>
            <pc:sldMk cId="565277280" sldId="2147376214"/>
            <ac:spMk id="41" creationId="{E6E958F6-15DB-A3FE-55D0-05264B55AC80}"/>
          </ac:spMkLst>
        </pc:spChg>
        <pc:spChg chg="mod">
          <ac:chgData name="Malte Heithoff" userId="92960225c14ac204" providerId="LiveId" clId="{67714B2D-B876-4FD6-9509-DE2FACB2BB3C}" dt="2023-09-25T18:03:38.575" v="618"/>
          <ac:spMkLst>
            <pc:docMk/>
            <pc:sldMk cId="565277280" sldId="2147376214"/>
            <ac:spMk id="43" creationId="{C5FA8589-9CE5-99AE-5C2D-D490F73C7700}"/>
          </ac:spMkLst>
        </pc:spChg>
        <pc:spChg chg="mod">
          <ac:chgData name="Malte Heithoff" userId="92960225c14ac204" providerId="LiveId" clId="{67714B2D-B876-4FD6-9509-DE2FACB2BB3C}" dt="2023-09-25T18:03:38.575" v="618"/>
          <ac:spMkLst>
            <pc:docMk/>
            <pc:sldMk cId="565277280" sldId="2147376214"/>
            <ac:spMk id="44" creationId="{D228F695-EF16-5E82-5988-C3453FC8DA4F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45" creationId="{B16B4572-1D98-692F-421E-B9AE1E335120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46" creationId="{74C8F3C0-C463-F8DF-E69F-B3A68C8D61B6}"/>
          </ac:spMkLst>
        </pc:spChg>
        <pc:spChg chg="add mod">
          <ac:chgData name="Malte Heithoff" userId="92960225c14ac204" providerId="LiveId" clId="{67714B2D-B876-4FD6-9509-DE2FACB2BB3C}" dt="2023-09-25T18:03:31.437" v="611" actId="1076"/>
          <ac:spMkLst>
            <pc:docMk/>
            <pc:sldMk cId="565277280" sldId="2147376214"/>
            <ac:spMk id="49" creationId="{49CC0F8D-8E80-32BC-DF46-EC806728BB53}"/>
          </ac:spMkLst>
        </pc:spChg>
        <pc:spChg chg="mod">
          <ac:chgData name="Malte Heithoff" userId="92960225c14ac204" providerId="LiveId" clId="{67714B2D-B876-4FD6-9509-DE2FACB2BB3C}" dt="2023-09-25T18:03:21.933" v="610" actId="1076"/>
          <ac:spMkLst>
            <pc:docMk/>
            <pc:sldMk cId="565277280" sldId="2147376214"/>
            <ac:spMk id="56" creationId="{13000678-83FD-0398-311C-F4E48C495665}"/>
          </ac:spMkLst>
        </pc:spChg>
        <pc:spChg chg="mod topLvl">
          <ac:chgData name="Malte Heithoff" userId="92960225c14ac204" providerId="LiveId" clId="{67714B2D-B876-4FD6-9509-DE2FACB2BB3C}" dt="2023-09-25T18:01:11.179" v="494" actId="164"/>
          <ac:spMkLst>
            <pc:docMk/>
            <pc:sldMk cId="565277280" sldId="2147376214"/>
            <ac:spMk id="78" creationId="{4133BB4F-A2AC-2214-1454-4A8B05D3ECF1}"/>
          </ac:spMkLst>
        </pc:spChg>
        <pc:spChg chg="mod topLvl">
          <ac:chgData name="Malte Heithoff" userId="92960225c14ac204" providerId="LiveId" clId="{67714B2D-B876-4FD6-9509-DE2FACB2BB3C}" dt="2023-09-25T18:01:11.179" v="494" actId="164"/>
          <ac:spMkLst>
            <pc:docMk/>
            <pc:sldMk cId="565277280" sldId="2147376214"/>
            <ac:spMk id="79" creationId="{24684A83-2042-206F-1FF9-050FE156CB77}"/>
          </ac:spMkLst>
        </pc:spChg>
        <pc:spChg chg="add">
          <ac:chgData name="Malte Heithoff" userId="92960225c14ac204" providerId="LiveId" clId="{67714B2D-B876-4FD6-9509-DE2FACB2BB3C}" dt="2023-09-25T18:04:03.190" v="622" actId="11529"/>
          <ac:spMkLst>
            <pc:docMk/>
            <pc:sldMk cId="565277280" sldId="2147376214"/>
            <ac:spMk id="81" creationId="{2D7B1400-C07C-73C5-959A-7CECC4B06369}"/>
          </ac:spMkLst>
        </pc:spChg>
        <pc:spChg chg="add mod">
          <ac:chgData name="Malte Heithoff" userId="92960225c14ac204" providerId="LiveId" clId="{67714B2D-B876-4FD6-9509-DE2FACB2BB3C}" dt="2023-09-25T18:04:41.978" v="633" actId="207"/>
          <ac:spMkLst>
            <pc:docMk/>
            <pc:sldMk cId="565277280" sldId="2147376214"/>
            <ac:spMk id="83" creationId="{0180F2E9-950B-64F5-EDE6-17DD42D468B3}"/>
          </ac:spMkLst>
        </pc:spChg>
        <pc:spChg chg="add mod">
          <ac:chgData name="Malte Heithoff" userId="92960225c14ac204" providerId="LiveId" clId="{67714B2D-B876-4FD6-9509-DE2FACB2BB3C}" dt="2023-09-25T18:05:31.642" v="663" actId="1076"/>
          <ac:spMkLst>
            <pc:docMk/>
            <pc:sldMk cId="565277280" sldId="2147376214"/>
            <ac:spMk id="85" creationId="{58A7231F-A48A-0180-AE67-A630B625B15F}"/>
          </ac:spMkLst>
        </pc:spChg>
        <pc:spChg chg="add">
          <ac:chgData name="Malte Heithoff" userId="92960225c14ac204" providerId="LiveId" clId="{67714B2D-B876-4FD6-9509-DE2FACB2BB3C}" dt="2023-09-25T18:05:38.336" v="664" actId="11529"/>
          <ac:spMkLst>
            <pc:docMk/>
            <pc:sldMk cId="565277280" sldId="2147376214"/>
            <ac:spMk id="86" creationId="{512583F3-714E-F098-14DB-0AA8DAB67600}"/>
          </ac:spMkLst>
        </pc:spChg>
        <pc:spChg chg="add mod">
          <ac:chgData name="Malte Heithoff" userId="92960225c14ac204" providerId="LiveId" clId="{67714B2D-B876-4FD6-9509-DE2FACB2BB3C}" dt="2023-09-25T18:05:59.001" v="675" actId="20577"/>
          <ac:spMkLst>
            <pc:docMk/>
            <pc:sldMk cId="565277280" sldId="2147376214"/>
            <ac:spMk id="87" creationId="{A5338F1B-A922-204E-50B5-72D97489EC1C}"/>
          </ac:spMkLst>
        </pc:spChg>
        <pc:spChg chg="add">
          <ac:chgData name="Malte Heithoff" userId="92960225c14ac204" providerId="LiveId" clId="{67714B2D-B876-4FD6-9509-DE2FACB2BB3C}" dt="2023-09-25T18:06:05.622" v="676" actId="11529"/>
          <ac:spMkLst>
            <pc:docMk/>
            <pc:sldMk cId="565277280" sldId="2147376214"/>
            <ac:spMk id="88" creationId="{88769E07-0A16-7109-3DDF-578A215ED10D}"/>
          </ac:spMkLst>
        </pc:spChg>
        <pc:spChg chg="mod topLvl">
          <ac:chgData name="Malte Heithoff" userId="92960225c14ac204" providerId="LiveId" clId="{67714B2D-B876-4FD6-9509-DE2FACB2BB3C}" dt="2023-09-25T18:01:11.179" v="494" actId="164"/>
          <ac:spMkLst>
            <pc:docMk/>
            <pc:sldMk cId="565277280" sldId="2147376214"/>
            <ac:spMk id="91" creationId="{BDBDF526-C8DB-3404-6A37-153CABB7407F}"/>
          </ac:spMkLst>
        </pc:spChg>
        <pc:grpChg chg="add mod">
          <ac:chgData name="Malte Heithoff" userId="92960225c14ac204" providerId="LiveId" clId="{67714B2D-B876-4FD6-9509-DE2FACB2BB3C}" dt="2023-09-25T18:03:21.933" v="610" actId="1076"/>
          <ac:grpSpMkLst>
            <pc:docMk/>
            <pc:sldMk cId="565277280" sldId="2147376214"/>
            <ac:grpSpMk id="33" creationId="{5ED61E4C-7615-1DC3-7E47-BFE4241DF26F}"/>
          </ac:grpSpMkLst>
        </pc:grpChg>
        <pc:grpChg chg="add mod">
          <ac:chgData name="Malte Heithoff" userId="92960225c14ac204" providerId="LiveId" clId="{67714B2D-B876-4FD6-9509-DE2FACB2BB3C}" dt="2023-09-25T18:03:38.575" v="618"/>
          <ac:grpSpMkLst>
            <pc:docMk/>
            <pc:sldMk cId="565277280" sldId="2147376214"/>
            <ac:grpSpMk id="34" creationId="{C44A3CAC-30A3-26F5-B05E-9947E8582B24}"/>
          </ac:grpSpMkLst>
        </pc:grpChg>
        <pc:grpChg chg="mod">
          <ac:chgData name="Malte Heithoff" userId="92960225c14ac204" providerId="LiveId" clId="{67714B2D-B876-4FD6-9509-DE2FACB2BB3C}" dt="2023-09-25T18:03:38.575" v="618"/>
          <ac:grpSpMkLst>
            <pc:docMk/>
            <pc:sldMk cId="565277280" sldId="2147376214"/>
            <ac:grpSpMk id="35" creationId="{0D3FF023-0CDD-94FF-51C6-EEBAD0E05135}"/>
          </ac:grpSpMkLst>
        </pc:grpChg>
        <pc:grpChg chg="mod">
          <ac:chgData name="Malte Heithoff" userId="92960225c14ac204" providerId="LiveId" clId="{67714B2D-B876-4FD6-9509-DE2FACB2BB3C}" dt="2023-09-25T18:03:21.933" v="610" actId="1076"/>
          <ac:grpSpMkLst>
            <pc:docMk/>
            <pc:sldMk cId="565277280" sldId="2147376214"/>
            <ac:grpSpMk id="38" creationId="{11A51D2D-6A92-7C00-29D5-83FF59534AAA}"/>
          </ac:grpSpMkLst>
        </pc:grpChg>
        <pc:grpChg chg="mod">
          <ac:chgData name="Malte Heithoff" userId="92960225c14ac204" providerId="LiveId" clId="{67714B2D-B876-4FD6-9509-DE2FACB2BB3C}" dt="2023-09-25T18:03:21.933" v="610" actId="1076"/>
          <ac:grpSpMkLst>
            <pc:docMk/>
            <pc:sldMk cId="565277280" sldId="2147376214"/>
            <ac:grpSpMk id="48" creationId="{B5C54089-D6A0-3AF3-1817-91F17C493A53}"/>
          </ac:grpSpMkLst>
        </pc:grpChg>
        <pc:grpChg chg="mod">
          <ac:chgData name="Malte Heithoff" userId="92960225c14ac204" providerId="LiveId" clId="{67714B2D-B876-4FD6-9509-DE2FACB2BB3C}" dt="2023-09-25T18:03:21.933" v="610" actId="1076"/>
          <ac:grpSpMkLst>
            <pc:docMk/>
            <pc:sldMk cId="565277280" sldId="2147376214"/>
            <ac:grpSpMk id="63" creationId="{91D1156D-9116-BCCF-4A2B-AD19AB6A1E98}"/>
          </ac:grpSpMkLst>
        </pc:grpChg>
        <pc:grpChg chg="mod">
          <ac:chgData name="Malte Heithoff" userId="92960225c14ac204" providerId="LiveId" clId="{67714B2D-B876-4FD6-9509-DE2FACB2BB3C}" dt="2023-09-25T18:03:21.933" v="610" actId="1076"/>
          <ac:grpSpMkLst>
            <pc:docMk/>
            <pc:sldMk cId="565277280" sldId="2147376214"/>
            <ac:grpSpMk id="68" creationId="{5BA8B3B2-1539-A5E0-FA01-6190D50A38D1}"/>
          </ac:grpSpMkLst>
        </pc:grpChg>
        <pc:grpChg chg="mod">
          <ac:chgData name="Malte Heithoff" userId="92960225c14ac204" providerId="LiveId" clId="{67714B2D-B876-4FD6-9509-DE2FACB2BB3C}" dt="2023-09-25T18:03:21.933" v="610" actId="1076"/>
          <ac:grpSpMkLst>
            <pc:docMk/>
            <pc:sldMk cId="565277280" sldId="2147376214"/>
            <ac:grpSpMk id="77" creationId="{4BFE5319-249A-0548-91DB-27842120DAEF}"/>
          </ac:grpSpMkLst>
        </pc:grpChg>
        <pc:grpChg chg="mod">
          <ac:chgData name="Malte Heithoff" userId="92960225c14ac204" providerId="LiveId" clId="{67714B2D-B876-4FD6-9509-DE2FACB2BB3C}" dt="2023-09-25T18:03:21.933" v="610" actId="1076"/>
          <ac:grpSpMkLst>
            <pc:docMk/>
            <pc:sldMk cId="565277280" sldId="2147376214"/>
            <ac:grpSpMk id="82" creationId="{47066B4C-ED6A-AC50-5A93-5EF131EAAC39}"/>
          </ac:grpSpMkLst>
        </pc:grpChg>
        <pc:grpChg chg="del mod">
          <ac:chgData name="Malte Heithoff" userId="92960225c14ac204" providerId="LiveId" clId="{67714B2D-B876-4FD6-9509-DE2FACB2BB3C}" dt="2023-09-25T17:56:12.605" v="447" actId="165"/>
          <ac:grpSpMkLst>
            <pc:docMk/>
            <pc:sldMk cId="565277280" sldId="2147376214"/>
            <ac:grpSpMk id="92" creationId="{6E12837F-5538-9B8A-8FD8-E96A10AF3C87}"/>
          </ac:grpSpMkLst>
        </pc:grpChg>
        <pc:cxnChg chg="mod">
          <ac:chgData name="Malte Heithoff" userId="92960225c14ac204" providerId="LiveId" clId="{67714B2D-B876-4FD6-9509-DE2FACB2BB3C}" dt="2023-09-25T18:03:21.933" v="610" actId="1076"/>
          <ac:cxnSpMkLst>
            <pc:docMk/>
            <pc:sldMk cId="565277280" sldId="2147376214"/>
            <ac:cxnSpMk id="8" creationId="{A5576B7E-A5F8-B81C-CE16-FD719769B4AA}"/>
          </ac:cxnSpMkLst>
        </pc:cxnChg>
        <pc:cxnChg chg="mod">
          <ac:chgData name="Malte Heithoff" userId="92960225c14ac204" providerId="LiveId" clId="{67714B2D-B876-4FD6-9509-DE2FACB2BB3C}" dt="2023-09-25T18:03:21.933" v="610" actId="1076"/>
          <ac:cxnSpMkLst>
            <pc:docMk/>
            <pc:sldMk cId="565277280" sldId="2147376214"/>
            <ac:cxnSpMk id="9" creationId="{6F84239A-71F3-AF1F-0658-D6EAA08A1DB0}"/>
          </ac:cxnSpMkLst>
        </pc:cxnChg>
        <pc:cxnChg chg="mod ord">
          <ac:chgData name="Malte Heithoff" userId="92960225c14ac204" providerId="LiveId" clId="{67714B2D-B876-4FD6-9509-DE2FACB2BB3C}" dt="2023-09-25T18:04:48.190" v="634" actId="166"/>
          <ac:cxnSpMkLst>
            <pc:docMk/>
            <pc:sldMk cId="565277280" sldId="2147376214"/>
            <ac:cxnSpMk id="19" creationId="{9F18CB3C-EE1A-B4C3-DA1E-8D10A2A6C14D}"/>
          </ac:cxnSpMkLst>
        </pc:cxnChg>
        <pc:cxnChg chg="mod">
          <ac:chgData name="Malte Heithoff" userId="92960225c14ac204" providerId="LiveId" clId="{67714B2D-B876-4FD6-9509-DE2FACB2BB3C}" dt="2023-09-25T18:03:21.933" v="610" actId="1076"/>
          <ac:cxnSpMkLst>
            <pc:docMk/>
            <pc:sldMk cId="565277280" sldId="2147376214"/>
            <ac:cxnSpMk id="21" creationId="{2D4A4394-BFAD-950C-0C7F-EE17A5F8DB6C}"/>
          </ac:cxnSpMkLst>
        </pc:cxnChg>
        <pc:cxnChg chg="mod">
          <ac:chgData name="Malte Heithoff" userId="92960225c14ac204" providerId="LiveId" clId="{67714B2D-B876-4FD6-9509-DE2FACB2BB3C}" dt="2023-09-25T18:03:21.933" v="610" actId="1076"/>
          <ac:cxnSpMkLst>
            <pc:docMk/>
            <pc:sldMk cId="565277280" sldId="2147376214"/>
            <ac:cxnSpMk id="22" creationId="{5451463C-54D3-91C6-AE96-0071D7B0B269}"/>
          </ac:cxnSpMkLst>
        </pc:cxnChg>
        <pc:cxnChg chg="mod">
          <ac:chgData name="Malte Heithoff" userId="92960225c14ac204" providerId="LiveId" clId="{67714B2D-B876-4FD6-9509-DE2FACB2BB3C}" dt="2023-09-25T18:03:21.933" v="610" actId="1076"/>
          <ac:cxnSpMkLst>
            <pc:docMk/>
            <pc:sldMk cId="565277280" sldId="2147376214"/>
            <ac:cxnSpMk id="42" creationId="{738E771B-A0B7-8FD8-5D36-21266BB11462}"/>
          </ac:cxnSpMkLst>
        </pc:cxnChg>
        <pc:cxnChg chg="add mod">
          <ac:chgData name="Malte Heithoff" userId="92960225c14ac204" providerId="LiveId" clId="{67714B2D-B876-4FD6-9509-DE2FACB2BB3C}" dt="2023-09-25T18:03:53.202" v="621" actId="14100"/>
          <ac:cxnSpMkLst>
            <pc:docMk/>
            <pc:sldMk cId="565277280" sldId="2147376214"/>
            <ac:cxnSpMk id="57" creationId="{B1D0FC9B-8C1E-4CE8-4063-0B432B48627F}"/>
          </ac:cxnSpMkLst>
        </pc:cxnChg>
        <pc:cxnChg chg="mod">
          <ac:chgData name="Malte Heithoff" userId="92960225c14ac204" providerId="LiveId" clId="{67714B2D-B876-4FD6-9509-DE2FACB2BB3C}" dt="2023-09-25T18:03:21.933" v="610" actId="1076"/>
          <ac:cxnSpMkLst>
            <pc:docMk/>
            <pc:sldMk cId="565277280" sldId="2147376214"/>
            <ac:cxnSpMk id="62" creationId="{1A8B247B-BA3B-F408-0E7D-FDB8C8318327}"/>
          </ac:cxnSpMkLst>
        </pc:cxnChg>
        <pc:cxnChg chg="mod">
          <ac:chgData name="Malte Heithoff" userId="92960225c14ac204" providerId="LiveId" clId="{67714B2D-B876-4FD6-9509-DE2FACB2BB3C}" dt="2023-09-25T18:03:21.933" v="610" actId="1076"/>
          <ac:cxnSpMkLst>
            <pc:docMk/>
            <pc:sldMk cId="565277280" sldId="2147376214"/>
            <ac:cxnSpMk id="73" creationId="{EAA973B9-59BB-5AAF-A501-233168D30BC3}"/>
          </ac:cxnSpMkLst>
        </pc:cxnChg>
        <pc:cxnChg chg="mod">
          <ac:chgData name="Malte Heithoff" userId="92960225c14ac204" providerId="LiveId" clId="{67714B2D-B876-4FD6-9509-DE2FACB2BB3C}" dt="2023-09-25T18:03:21.933" v="610" actId="1076"/>
          <ac:cxnSpMkLst>
            <pc:docMk/>
            <pc:sldMk cId="565277280" sldId="2147376214"/>
            <ac:cxnSpMk id="74" creationId="{A56137B1-21C6-0C81-6E13-0C71CB0F7FF5}"/>
          </ac:cxnSpMkLst>
        </pc:cxnChg>
        <pc:cxnChg chg="mod">
          <ac:chgData name="Malte Heithoff" userId="92960225c14ac204" providerId="LiveId" clId="{67714B2D-B876-4FD6-9509-DE2FACB2BB3C}" dt="2023-09-25T18:03:21.933" v="610" actId="1076"/>
          <ac:cxnSpMkLst>
            <pc:docMk/>
            <pc:sldMk cId="565277280" sldId="2147376214"/>
            <ac:cxnSpMk id="84" creationId="{5044AC14-38D8-9449-2C5C-8C520A216C12}"/>
          </ac:cxnSpMkLst>
        </pc:cxnChg>
      </pc:sldChg>
      <pc:sldChg chg="addSp delSp modSp new mod modShow">
        <pc:chgData name="Malte Heithoff" userId="92960225c14ac204" providerId="LiveId" clId="{67714B2D-B876-4FD6-9509-DE2FACB2BB3C}" dt="2023-09-29T12:18:40.499" v="2109" actId="166"/>
        <pc:sldMkLst>
          <pc:docMk/>
          <pc:sldMk cId="1758945203" sldId="2147376215"/>
        </pc:sldMkLst>
        <pc:spChg chg="del mod">
          <ac:chgData name="Malte Heithoff" userId="92960225c14ac204" providerId="LiveId" clId="{67714B2D-B876-4FD6-9509-DE2FACB2BB3C}" dt="2023-09-26T07:27:54.625" v="1374" actId="478"/>
          <ac:spMkLst>
            <pc:docMk/>
            <pc:sldMk cId="1758945203" sldId="2147376215"/>
            <ac:spMk id="2" creationId="{3D5842D9-AABF-8BAD-5621-E9DCE8F448E4}"/>
          </ac:spMkLst>
        </pc:spChg>
        <pc:spChg chg="mod">
          <ac:chgData name="Malte Heithoff" userId="92960225c14ac204" providerId="LiveId" clId="{67714B2D-B876-4FD6-9509-DE2FACB2BB3C}" dt="2023-09-26T08:39:01.577" v="1926" actId="1036"/>
          <ac:spMkLst>
            <pc:docMk/>
            <pc:sldMk cId="1758945203" sldId="2147376215"/>
            <ac:spMk id="3" creationId="{E518884F-15C4-A9C4-E967-DBEAF17E66CF}"/>
          </ac:spMkLst>
        </pc:spChg>
        <pc:spChg chg="add del mod">
          <ac:chgData name="Malte Heithoff" userId="92960225c14ac204" providerId="LiveId" clId="{67714B2D-B876-4FD6-9509-DE2FACB2BB3C}" dt="2023-09-26T07:15:23.203" v="1059" actId="478"/>
          <ac:spMkLst>
            <pc:docMk/>
            <pc:sldMk cId="1758945203" sldId="2147376215"/>
            <ac:spMk id="4" creationId="{79237063-97E0-D4FB-048F-E29E40AE2217}"/>
          </ac:spMkLst>
        </pc:spChg>
        <pc:spChg chg="add del mod">
          <ac:chgData name="Malte Heithoff" userId="92960225c14ac204" providerId="LiveId" clId="{67714B2D-B876-4FD6-9509-DE2FACB2BB3C}" dt="2023-09-26T07:15:23.203" v="1059" actId="478"/>
          <ac:spMkLst>
            <pc:docMk/>
            <pc:sldMk cId="1758945203" sldId="2147376215"/>
            <ac:spMk id="5" creationId="{935F3903-BED7-29E9-19E7-26138EF6BDD0}"/>
          </ac:spMkLst>
        </pc:spChg>
        <pc:spChg chg="add del mod">
          <ac:chgData name="Malte Heithoff" userId="92960225c14ac204" providerId="LiveId" clId="{67714B2D-B876-4FD6-9509-DE2FACB2BB3C}" dt="2023-09-26T07:15:23.203" v="1059" actId="478"/>
          <ac:spMkLst>
            <pc:docMk/>
            <pc:sldMk cId="1758945203" sldId="2147376215"/>
            <ac:spMk id="6" creationId="{6840CE9F-4833-1AC1-946B-EC072732F9CB}"/>
          </ac:spMkLst>
        </pc:spChg>
        <pc:spChg chg="add del mod">
          <ac:chgData name="Malte Heithoff" userId="92960225c14ac204" providerId="LiveId" clId="{67714B2D-B876-4FD6-9509-DE2FACB2BB3C}" dt="2023-09-26T07:15:23.203" v="1059" actId="478"/>
          <ac:spMkLst>
            <pc:docMk/>
            <pc:sldMk cId="1758945203" sldId="2147376215"/>
            <ac:spMk id="7" creationId="{CD280B1A-E363-2377-3B49-E919E309E2AA}"/>
          </ac:spMkLst>
        </pc:spChg>
        <pc:spChg chg="add del mod">
          <ac:chgData name="Malte Heithoff" userId="92960225c14ac204" providerId="LiveId" clId="{67714B2D-B876-4FD6-9509-DE2FACB2BB3C}" dt="2023-09-26T07:15:23.203" v="1059" actId="478"/>
          <ac:spMkLst>
            <pc:docMk/>
            <pc:sldMk cId="1758945203" sldId="2147376215"/>
            <ac:spMk id="8" creationId="{20AFA8D5-D9A8-8396-63DB-21B4775615F3}"/>
          </ac:spMkLst>
        </pc:spChg>
        <pc:spChg chg="add del mod">
          <ac:chgData name="Malte Heithoff" userId="92960225c14ac204" providerId="LiveId" clId="{67714B2D-B876-4FD6-9509-DE2FACB2BB3C}" dt="2023-09-26T07:15:23.203" v="1059" actId="478"/>
          <ac:spMkLst>
            <pc:docMk/>
            <pc:sldMk cId="1758945203" sldId="2147376215"/>
            <ac:spMk id="9" creationId="{A8BFD228-4439-2681-B5DA-708BCE69EF5B}"/>
          </ac:spMkLst>
        </pc:spChg>
        <pc:spChg chg="add del mod">
          <ac:chgData name="Malte Heithoff" userId="92960225c14ac204" providerId="LiveId" clId="{67714B2D-B876-4FD6-9509-DE2FACB2BB3C}" dt="2023-09-26T07:15:23.203" v="1059" actId="478"/>
          <ac:spMkLst>
            <pc:docMk/>
            <pc:sldMk cId="1758945203" sldId="2147376215"/>
            <ac:spMk id="11" creationId="{0EB63B27-4433-3788-48BC-CEE9C4C21DEE}"/>
          </ac:spMkLst>
        </pc:spChg>
        <pc:spChg chg="add del mod">
          <ac:chgData name="Malte Heithoff" userId="92960225c14ac204" providerId="LiveId" clId="{67714B2D-B876-4FD6-9509-DE2FACB2BB3C}" dt="2023-09-29T12:17:25.453" v="2075" actId="478"/>
          <ac:spMkLst>
            <pc:docMk/>
            <pc:sldMk cId="1758945203" sldId="2147376215"/>
            <ac:spMk id="11" creationId="{73FEF78A-808B-2799-728B-BB99ABB56867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13" creationId="{7EEFA03D-8E20-AB7B-3111-5F547B78E7BA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14" creationId="{01C5067A-5182-58CC-7982-ECD995C9A5DF}"/>
          </ac:spMkLst>
        </pc:spChg>
        <pc:spChg chg="add mod">
          <ac:chgData name="Malte Heithoff" userId="92960225c14ac204" providerId="LiveId" clId="{67714B2D-B876-4FD6-9509-DE2FACB2BB3C}" dt="2023-09-29T12:16:21.048" v="2032" actId="1037"/>
          <ac:spMkLst>
            <pc:docMk/>
            <pc:sldMk cId="1758945203" sldId="2147376215"/>
            <ac:spMk id="14" creationId="{06B62563-6FDA-1603-1216-D75D339FC053}"/>
          </ac:spMkLst>
        </pc:spChg>
        <pc:spChg chg="add del mod">
          <ac:chgData name="Malte Heithoff" userId="92960225c14ac204" providerId="LiveId" clId="{67714B2D-B876-4FD6-9509-DE2FACB2BB3C}" dt="2023-09-26T07:15:23.203" v="1059" actId="478"/>
          <ac:spMkLst>
            <pc:docMk/>
            <pc:sldMk cId="1758945203" sldId="2147376215"/>
            <ac:spMk id="15" creationId="{0FBF07A9-2200-CA78-122D-26D7353DC2D0}"/>
          </ac:spMkLst>
        </pc:spChg>
        <pc:spChg chg="add del mod">
          <ac:chgData name="Malte Heithoff" userId="92960225c14ac204" providerId="LiveId" clId="{67714B2D-B876-4FD6-9509-DE2FACB2BB3C}" dt="2023-09-26T07:15:23.203" v="1059" actId="478"/>
          <ac:spMkLst>
            <pc:docMk/>
            <pc:sldMk cId="1758945203" sldId="2147376215"/>
            <ac:spMk id="16" creationId="{7BC90DD8-2847-C22F-E90B-EE37C9C6B3E7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19" creationId="{79840249-9D4E-369D-77D4-A8981554E0CD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20" creationId="{8542DCF1-99C3-0A7C-B94F-E034C1C10BFD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21" creationId="{FBC6E459-7F61-CBFA-B171-C4F16181A7CD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25" creationId="{0D073A5B-4D8D-60C4-4D32-28687F1DB278}"/>
          </ac:spMkLst>
        </pc:spChg>
        <pc:spChg chg="add mod">
          <ac:chgData name="Malte Heithoff" userId="92960225c14ac204" providerId="LiveId" clId="{67714B2D-B876-4FD6-9509-DE2FACB2BB3C}" dt="2023-09-29T12:18:00.440" v="2089" actId="208"/>
          <ac:spMkLst>
            <pc:docMk/>
            <pc:sldMk cId="1758945203" sldId="2147376215"/>
            <ac:spMk id="25" creationId="{880FE749-CE3C-99CC-9580-7518D13B8937}"/>
          </ac:spMkLst>
        </pc:spChg>
        <pc:spChg chg="add mod">
          <ac:chgData name="Malte Heithoff" userId="92960225c14ac204" providerId="LiveId" clId="{67714B2D-B876-4FD6-9509-DE2FACB2BB3C}" dt="2023-09-29T12:18:32.557" v="2107" actId="1038"/>
          <ac:spMkLst>
            <pc:docMk/>
            <pc:sldMk cId="1758945203" sldId="2147376215"/>
            <ac:spMk id="26" creationId="{AB310234-6B01-6734-55A1-AB528F9296AE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26" creationId="{AB5FE8F7-6532-E711-C5B8-D7CADB2ACF6D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27" creationId="{92918C32-32FB-CA73-CC12-3E034E6FE4F7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30" creationId="{DDE0DB7A-AED5-7B71-74B5-3153D7594AD6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31" creationId="{865333CD-532C-A195-7507-47B3CD1200C6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32" creationId="{2A537061-0FDA-0E2B-528D-B23F73510370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35" creationId="{CB25556C-35ED-8166-F6AE-C5E7DCB030BE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36" creationId="{E4A664E5-06D5-7CA9-7D84-9A4AFC257FC1}"/>
          </ac:spMkLst>
        </pc:spChg>
        <pc:spChg chg="mod">
          <ac:chgData name="Malte Heithoff" userId="92960225c14ac204" providerId="LiveId" clId="{67714B2D-B876-4FD6-9509-DE2FACB2BB3C}" dt="2023-09-25T17:51:28.345" v="441"/>
          <ac:spMkLst>
            <pc:docMk/>
            <pc:sldMk cId="1758945203" sldId="2147376215"/>
            <ac:spMk id="37" creationId="{B539C11B-6099-71D0-5688-FC8DE6FD61D9}"/>
          </ac:spMkLst>
        </pc:spChg>
        <pc:spChg chg="add del mod">
          <ac:chgData name="Malte Heithoff" userId="92960225c14ac204" providerId="LiveId" clId="{67714B2D-B876-4FD6-9509-DE2FACB2BB3C}" dt="2023-09-26T07:15:23.203" v="1059" actId="478"/>
          <ac:spMkLst>
            <pc:docMk/>
            <pc:sldMk cId="1758945203" sldId="2147376215"/>
            <ac:spMk id="40" creationId="{7AFEAC19-8AF5-F5D7-4665-8B1A51B0271D}"/>
          </ac:spMkLst>
        </pc:spChg>
        <pc:spChg chg="add del mod">
          <ac:chgData name="Malte Heithoff" userId="92960225c14ac204" providerId="LiveId" clId="{67714B2D-B876-4FD6-9509-DE2FACB2BB3C}" dt="2023-09-26T07:08:04.683" v="914"/>
          <ac:spMkLst>
            <pc:docMk/>
            <pc:sldMk cId="1758945203" sldId="2147376215"/>
            <ac:spMk id="41" creationId="{46F91882-6D41-4D46-22D2-D922E5B5F865}"/>
          </ac:spMkLst>
        </pc:spChg>
        <pc:spChg chg="add del mod">
          <ac:chgData name="Malte Heithoff" userId="92960225c14ac204" providerId="LiveId" clId="{67714B2D-B876-4FD6-9509-DE2FACB2BB3C}" dt="2023-09-26T07:08:04.683" v="914"/>
          <ac:spMkLst>
            <pc:docMk/>
            <pc:sldMk cId="1758945203" sldId="2147376215"/>
            <ac:spMk id="42" creationId="{6F19A7A6-3754-45F6-EC60-46B2BA95723E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47" creationId="{F8FC9DF8-0D1C-4DAE-AF48-F7EA39A59322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49" creationId="{603DDD19-490C-0897-AC91-7B67801FB31A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52" creationId="{9C42E6B4-511A-E48B-91FB-054E4C68AF79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53" creationId="{388C3BC4-2582-831F-0500-E192D06B8626}"/>
          </ac:spMkLst>
        </pc:spChg>
        <pc:spChg chg="del mod">
          <ac:chgData name="Malte Heithoff" userId="92960225c14ac204" providerId="LiveId" clId="{67714B2D-B876-4FD6-9509-DE2FACB2BB3C}" dt="2023-09-26T07:08:43.128" v="923" actId="478"/>
          <ac:spMkLst>
            <pc:docMk/>
            <pc:sldMk cId="1758945203" sldId="2147376215"/>
            <ac:spMk id="54" creationId="{A2961C1B-95DE-04F8-21F0-59F29C1B903C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56" creationId="{014FE781-4D13-3696-1BFA-E608E9082C16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59" creationId="{AB5D995C-0490-107C-3CDF-6BD686140069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60" creationId="{B5519FC5-2D31-C640-DB6C-06E582D7C67F}"/>
          </ac:spMkLst>
        </pc:spChg>
        <pc:spChg chg="del mod">
          <ac:chgData name="Malte Heithoff" userId="92960225c14ac204" providerId="LiveId" clId="{67714B2D-B876-4FD6-9509-DE2FACB2BB3C}" dt="2023-09-26T07:08:31.001" v="919" actId="478"/>
          <ac:spMkLst>
            <pc:docMk/>
            <pc:sldMk cId="1758945203" sldId="2147376215"/>
            <ac:spMk id="61" creationId="{218CEFAF-0444-38E3-0638-1A97EBEF21E6}"/>
          </ac:spMkLst>
        </pc:spChg>
        <pc:spChg chg="del mod">
          <ac:chgData name="Malte Heithoff" userId="92960225c14ac204" providerId="LiveId" clId="{67714B2D-B876-4FD6-9509-DE2FACB2BB3C}" dt="2023-09-26T07:08:48.193" v="925" actId="478"/>
          <ac:spMkLst>
            <pc:docMk/>
            <pc:sldMk cId="1758945203" sldId="2147376215"/>
            <ac:spMk id="63" creationId="{0A0B846D-88F0-5A20-FFA7-0D6C7069EF12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66" creationId="{5B3BDFF4-FDA8-7B63-E46D-B8B3D0299057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67" creationId="{6E293B24-9CFB-9EB2-E103-2AA6F9C6DCB8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69" creationId="{DD5546D6-C9DA-4AB2-AEB8-C8E615393C37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71" creationId="{1A20DD32-D3A2-CF72-9DFF-8095BBF30FF2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72" creationId="{1391887E-982C-0FB1-2BBA-DA4CED739AA4}"/>
          </ac:spMkLst>
        </pc:spChg>
        <pc:spChg chg="mod">
          <ac:chgData name="Malte Heithoff" userId="92960225c14ac204" providerId="LiveId" clId="{67714B2D-B876-4FD6-9509-DE2FACB2BB3C}" dt="2023-09-26T07:08:23.414" v="917"/>
          <ac:spMkLst>
            <pc:docMk/>
            <pc:sldMk cId="1758945203" sldId="2147376215"/>
            <ac:spMk id="73" creationId="{B6C2D31D-C953-FCCC-1908-CB5485F94530}"/>
          </ac:spMkLst>
        </pc:spChg>
        <pc:spChg chg="mod">
          <ac:chgData name="Malte Heithoff" userId="92960225c14ac204" providerId="LiveId" clId="{67714B2D-B876-4FD6-9509-DE2FACB2BB3C}" dt="2023-09-26T07:09:03.544" v="927"/>
          <ac:spMkLst>
            <pc:docMk/>
            <pc:sldMk cId="1758945203" sldId="2147376215"/>
            <ac:spMk id="78" creationId="{3B5280F2-94A9-E56A-4A87-5A721E8D8A15}"/>
          </ac:spMkLst>
        </pc:spChg>
        <pc:spChg chg="mod">
          <ac:chgData name="Malte Heithoff" userId="92960225c14ac204" providerId="LiveId" clId="{67714B2D-B876-4FD6-9509-DE2FACB2BB3C}" dt="2023-09-26T07:09:07" v="934" actId="20577"/>
          <ac:spMkLst>
            <pc:docMk/>
            <pc:sldMk cId="1758945203" sldId="2147376215"/>
            <ac:spMk id="79" creationId="{AA88272F-D5CB-1B4C-35F8-8BD854817DB6}"/>
          </ac:spMkLst>
        </pc:spChg>
        <pc:spChg chg="mod">
          <ac:chgData name="Malte Heithoff" userId="92960225c14ac204" providerId="LiveId" clId="{67714B2D-B876-4FD6-9509-DE2FACB2BB3C}" dt="2023-09-26T07:09:03.544" v="927"/>
          <ac:spMkLst>
            <pc:docMk/>
            <pc:sldMk cId="1758945203" sldId="2147376215"/>
            <ac:spMk id="80" creationId="{C29E654D-5397-1C04-BA4A-B215432A3792}"/>
          </ac:spMkLst>
        </pc:spChg>
        <pc:spChg chg="mod">
          <ac:chgData name="Malte Heithoff" userId="92960225c14ac204" providerId="LiveId" clId="{67714B2D-B876-4FD6-9509-DE2FACB2BB3C}" dt="2023-09-26T07:09:17.510" v="936"/>
          <ac:spMkLst>
            <pc:docMk/>
            <pc:sldMk cId="1758945203" sldId="2147376215"/>
            <ac:spMk id="83" creationId="{310585B6-1A01-ACD3-F5DE-8C53E23FEE7D}"/>
          </ac:spMkLst>
        </pc:spChg>
        <pc:spChg chg="mod">
          <ac:chgData name="Malte Heithoff" userId="92960225c14ac204" providerId="LiveId" clId="{67714B2D-B876-4FD6-9509-DE2FACB2BB3C}" dt="2023-09-26T07:09:57.670" v="954" actId="20577"/>
          <ac:spMkLst>
            <pc:docMk/>
            <pc:sldMk cId="1758945203" sldId="2147376215"/>
            <ac:spMk id="84" creationId="{8B428625-1185-8E33-1D4C-91AC6E238A56}"/>
          </ac:spMkLst>
        </pc:spChg>
        <pc:spChg chg="mod">
          <ac:chgData name="Malte Heithoff" userId="92960225c14ac204" providerId="LiveId" clId="{67714B2D-B876-4FD6-9509-DE2FACB2BB3C}" dt="2023-09-26T07:09:17.510" v="936"/>
          <ac:spMkLst>
            <pc:docMk/>
            <pc:sldMk cId="1758945203" sldId="2147376215"/>
            <ac:spMk id="85" creationId="{193FD3A5-ED67-9A86-F8DF-C93A707F29CE}"/>
          </ac:spMkLst>
        </pc:spChg>
        <pc:spChg chg="mod">
          <ac:chgData name="Malte Heithoff" userId="92960225c14ac204" providerId="LiveId" clId="{67714B2D-B876-4FD6-9509-DE2FACB2BB3C}" dt="2023-09-26T07:09:21.811" v="938"/>
          <ac:spMkLst>
            <pc:docMk/>
            <pc:sldMk cId="1758945203" sldId="2147376215"/>
            <ac:spMk id="88" creationId="{B4D7620B-EAB7-DE02-2CFD-18B305787ECE}"/>
          </ac:spMkLst>
        </pc:spChg>
        <pc:spChg chg="mod">
          <ac:chgData name="Malte Heithoff" userId="92960225c14ac204" providerId="LiveId" clId="{67714B2D-B876-4FD6-9509-DE2FACB2BB3C}" dt="2023-09-26T07:09:21.811" v="938"/>
          <ac:spMkLst>
            <pc:docMk/>
            <pc:sldMk cId="1758945203" sldId="2147376215"/>
            <ac:spMk id="89" creationId="{1AB7B7A6-9455-5936-ACCB-93646BC3D9D2}"/>
          </ac:spMkLst>
        </pc:spChg>
        <pc:spChg chg="mod">
          <ac:chgData name="Malte Heithoff" userId="92960225c14ac204" providerId="LiveId" clId="{67714B2D-B876-4FD6-9509-DE2FACB2BB3C}" dt="2023-09-26T07:09:21.811" v="938"/>
          <ac:spMkLst>
            <pc:docMk/>
            <pc:sldMk cId="1758945203" sldId="2147376215"/>
            <ac:spMk id="90" creationId="{9BE53926-CDAE-224B-4221-DD74B93CB1F0}"/>
          </ac:spMkLst>
        </pc:spChg>
        <pc:spChg chg="add mod">
          <ac:chgData name="Malte Heithoff" userId="92960225c14ac204" providerId="LiveId" clId="{67714B2D-B876-4FD6-9509-DE2FACB2BB3C}" dt="2023-09-26T07:10:19.837" v="956" actId="164"/>
          <ac:spMkLst>
            <pc:docMk/>
            <pc:sldMk cId="1758945203" sldId="2147376215"/>
            <ac:spMk id="91" creationId="{D0939B2D-EA7B-5A75-B4A7-CE2E281E2BC6}"/>
          </ac:spMkLst>
        </pc:spChg>
        <pc:spChg chg="mod">
          <ac:chgData name="Malte Heithoff" userId="92960225c14ac204" providerId="LiveId" clId="{67714B2D-B876-4FD6-9509-DE2FACB2BB3C}" dt="2023-09-26T07:10:36.014" v="965"/>
          <ac:spMkLst>
            <pc:docMk/>
            <pc:sldMk cId="1758945203" sldId="2147376215"/>
            <ac:spMk id="98" creationId="{ED554626-7465-0CFF-0DD0-82616EF82DC1}"/>
          </ac:spMkLst>
        </pc:spChg>
        <pc:spChg chg="mod">
          <ac:chgData name="Malte Heithoff" userId="92960225c14ac204" providerId="LiveId" clId="{67714B2D-B876-4FD6-9509-DE2FACB2BB3C}" dt="2023-09-26T07:11:03.865" v="982" actId="6549"/>
          <ac:spMkLst>
            <pc:docMk/>
            <pc:sldMk cId="1758945203" sldId="2147376215"/>
            <ac:spMk id="99" creationId="{DFBB1C59-9242-AD05-1487-4C69DB10136D}"/>
          </ac:spMkLst>
        </pc:spChg>
        <pc:spChg chg="mod">
          <ac:chgData name="Malte Heithoff" userId="92960225c14ac204" providerId="LiveId" clId="{67714B2D-B876-4FD6-9509-DE2FACB2BB3C}" dt="2023-09-26T07:10:36.014" v="965"/>
          <ac:spMkLst>
            <pc:docMk/>
            <pc:sldMk cId="1758945203" sldId="2147376215"/>
            <ac:spMk id="100" creationId="{ABABAEE2-DB98-ADB7-AEFA-CB743E57DAB3}"/>
          </ac:spMkLst>
        </pc:spChg>
        <pc:spChg chg="mod">
          <ac:chgData name="Malte Heithoff" userId="92960225c14ac204" providerId="LiveId" clId="{67714B2D-B876-4FD6-9509-DE2FACB2BB3C}" dt="2023-09-26T07:14:25.179" v="1042"/>
          <ac:spMkLst>
            <pc:docMk/>
            <pc:sldMk cId="1758945203" sldId="2147376215"/>
            <ac:spMk id="106" creationId="{0DD9106C-8776-5CEA-0786-3CDE1C7EFA4A}"/>
          </ac:spMkLst>
        </pc:spChg>
        <pc:spChg chg="mod">
          <ac:chgData name="Malte Heithoff" userId="92960225c14ac204" providerId="LiveId" clId="{67714B2D-B876-4FD6-9509-DE2FACB2BB3C}" dt="2023-09-26T07:14:25.179" v="1042"/>
          <ac:spMkLst>
            <pc:docMk/>
            <pc:sldMk cId="1758945203" sldId="2147376215"/>
            <ac:spMk id="107" creationId="{5FD499E7-E78C-8E40-5060-76493FCC0579}"/>
          </ac:spMkLst>
        </pc:spChg>
        <pc:spChg chg="mod">
          <ac:chgData name="Malte Heithoff" userId="92960225c14ac204" providerId="LiveId" clId="{67714B2D-B876-4FD6-9509-DE2FACB2BB3C}" dt="2023-09-26T07:14:25.179" v="1042"/>
          <ac:spMkLst>
            <pc:docMk/>
            <pc:sldMk cId="1758945203" sldId="2147376215"/>
            <ac:spMk id="108" creationId="{83A6E416-8EDD-F70E-81A8-A8AE30D4538B}"/>
          </ac:spMkLst>
        </pc:spChg>
        <pc:spChg chg="mod">
          <ac:chgData name="Malte Heithoff" userId="92960225c14ac204" providerId="LiveId" clId="{67714B2D-B876-4FD6-9509-DE2FACB2BB3C}" dt="2023-09-26T07:13:25.444" v="1021"/>
          <ac:spMkLst>
            <pc:docMk/>
            <pc:sldMk cId="1758945203" sldId="2147376215"/>
            <ac:spMk id="111" creationId="{79F8B189-C2E1-C242-1D01-E5AA1CABE51D}"/>
          </ac:spMkLst>
        </pc:spChg>
        <pc:spChg chg="mod">
          <ac:chgData name="Malte Heithoff" userId="92960225c14ac204" providerId="LiveId" clId="{67714B2D-B876-4FD6-9509-DE2FACB2BB3C}" dt="2023-09-26T07:13:32.909" v="1026" actId="20577"/>
          <ac:spMkLst>
            <pc:docMk/>
            <pc:sldMk cId="1758945203" sldId="2147376215"/>
            <ac:spMk id="112" creationId="{34A0F6DD-148B-D59D-B5E1-642EDE9BBC1D}"/>
          </ac:spMkLst>
        </pc:spChg>
        <pc:spChg chg="mod">
          <ac:chgData name="Malte Heithoff" userId="92960225c14ac204" providerId="LiveId" clId="{67714B2D-B876-4FD6-9509-DE2FACB2BB3C}" dt="2023-09-26T07:13:25.444" v="1021"/>
          <ac:spMkLst>
            <pc:docMk/>
            <pc:sldMk cId="1758945203" sldId="2147376215"/>
            <ac:spMk id="113" creationId="{D2615525-CF8E-14F1-42CD-1FB3F6F816AB}"/>
          </ac:spMkLst>
        </pc:spChg>
        <pc:spChg chg="mod">
          <ac:chgData name="Malte Heithoff" userId="92960225c14ac204" providerId="LiveId" clId="{67714B2D-B876-4FD6-9509-DE2FACB2BB3C}" dt="2023-09-26T07:13:00.414" v="1009"/>
          <ac:spMkLst>
            <pc:docMk/>
            <pc:sldMk cId="1758945203" sldId="2147376215"/>
            <ac:spMk id="116" creationId="{EB00ACB2-B576-AC4D-05F6-53E3B539338A}"/>
          </ac:spMkLst>
        </pc:spChg>
        <pc:spChg chg="mod">
          <ac:chgData name="Malte Heithoff" userId="92960225c14ac204" providerId="LiveId" clId="{67714B2D-B876-4FD6-9509-DE2FACB2BB3C}" dt="2023-09-26T07:13:00.414" v="1009"/>
          <ac:spMkLst>
            <pc:docMk/>
            <pc:sldMk cId="1758945203" sldId="2147376215"/>
            <ac:spMk id="117" creationId="{C2A56C9A-3707-27C3-375F-F072EEC95B8C}"/>
          </ac:spMkLst>
        </pc:spChg>
        <pc:spChg chg="mod">
          <ac:chgData name="Malte Heithoff" userId="92960225c14ac204" providerId="LiveId" clId="{67714B2D-B876-4FD6-9509-DE2FACB2BB3C}" dt="2023-09-26T07:13:00.414" v="1009"/>
          <ac:spMkLst>
            <pc:docMk/>
            <pc:sldMk cId="1758945203" sldId="2147376215"/>
            <ac:spMk id="118" creationId="{46306F2F-9DD6-708A-1B6A-3FD08905EB5B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19" creationId="{A9036B1A-AB67-97BC-2DCD-CA10D2837D64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25" creationId="{E122C0B7-98F7-E7E4-67F7-8BFB184A7109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26" creationId="{DE82F58C-6FCE-190D-969A-8D3BF9E249E6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27" creationId="{ECAA9E21-CDFA-22DC-B1F8-ED158CF1CB8F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30" creationId="{22A2FD01-F86B-2CE7-0C4F-FF17C355648A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32" creationId="{8E365224-9329-8021-02D2-DB5B9DC50496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33" creationId="{7CF371CE-1A94-BD24-22BD-A5334DDE54D1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34" creationId="{97F8F168-66A8-512E-3F2D-158944D01069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38" creationId="{4F6B5528-51FA-2120-6541-E9B9FA55CABA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39" creationId="{2B95255E-642C-2A5D-2CB3-392933A4B60A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40" creationId="{57D2D731-125A-9E9A-4A40-8F40DD087821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44" creationId="{2BF6C60C-EA19-EB8F-E9B0-8174187648F5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45" creationId="{1A90C989-7D62-C459-7715-5DADA4D123B8}"/>
          </ac:spMkLst>
        </pc:spChg>
        <pc:spChg chg="mod">
          <ac:chgData name="Malte Heithoff" userId="92960225c14ac204" providerId="LiveId" clId="{67714B2D-B876-4FD6-9509-DE2FACB2BB3C}" dt="2023-09-26T07:13:52.853" v="1031"/>
          <ac:spMkLst>
            <pc:docMk/>
            <pc:sldMk cId="1758945203" sldId="2147376215"/>
            <ac:spMk id="146" creationId="{EF672CDD-B85F-08CE-A0E9-F00DF9C16165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47" creationId="{E6991EAE-AA22-2928-9E47-DD43001E9C4B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49" creationId="{00EFC7C9-2041-C0B4-8ECA-E98B428A2E04}"/>
          </ac:spMkLst>
        </pc:spChg>
        <pc:spChg chg="mod">
          <ac:chgData name="Malte Heithoff" userId="92960225c14ac204" providerId="LiveId" clId="{67714B2D-B876-4FD6-9509-DE2FACB2BB3C}" dt="2023-09-26T07:14:35.410" v="1043"/>
          <ac:spMkLst>
            <pc:docMk/>
            <pc:sldMk cId="1758945203" sldId="2147376215"/>
            <ac:spMk id="152" creationId="{9DCEAB32-C8E6-B1CB-2E75-9971131DCCA1}"/>
          </ac:spMkLst>
        </pc:spChg>
        <pc:spChg chg="mod">
          <ac:chgData name="Malte Heithoff" userId="92960225c14ac204" providerId="LiveId" clId="{67714B2D-B876-4FD6-9509-DE2FACB2BB3C}" dt="2023-09-26T07:15:15.048" v="1058" actId="20577"/>
          <ac:spMkLst>
            <pc:docMk/>
            <pc:sldMk cId="1758945203" sldId="2147376215"/>
            <ac:spMk id="153" creationId="{5054F683-0C37-708D-EA97-2F36DD51DE65}"/>
          </ac:spMkLst>
        </pc:spChg>
        <pc:spChg chg="mod">
          <ac:chgData name="Malte Heithoff" userId="92960225c14ac204" providerId="LiveId" clId="{67714B2D-B876-4FD6-9509-DE2FACB2BB3C}" dt="2023-09-26T07:14:35.410" v="1043"/>
          <ac:spMkLst>
            <pc:docMk/>
            <pc:sldMk cId="1758945203" sldId="2147376215"/>
            <ac:spMk id="154" creationId="{56F2EB8D-CDBC-CDFC-865B-4348F7E6F8B0}"/>
          </ac:spMkLst>
        </pc:spChg>
        <pc:spChg chg="add mod">
          <ac:chgData name="Malte Heithoff" userId="92960225c14ac204" providerId="LiveId" clId="{67714B2D-B876-4FD6-9509-DE2FACB2BB3C}" dt="2023-09-26T08:39:12.175" v="1942" actId="1038"/>
          <ac:spMkLst>
            <pc:docMk/>
            <pc:sldMk cId="1758945203" sldId="2147376215"/>
            <ac:spMk id="155" creationId="{8FDF7FDD-8146-1EDE-FFD4-F5F3750A5753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68" creationId="{C2EE56B6-6B05-3D26-B6DB-92BEEB911727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69" creationId="{E42F7520-9FA3-D774-4FE6-EDBC20F4B63B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72" creationId="{9956DC70-D068-C41C-E7B5-1D2727DD3F25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73" creationId="{059834A5-FC8B-7D14-FD5F-176D88337C41}"/>
          </ac:spMkLst>
        </pc:spChg>
        <pc:spChg chg="add mod">
          <ac:chgData name="Malte Heithoff" userId="92960225c14ac204" providerId="LiveId" clId="{67714B2D-B876-4FD6-9509-DE2FACB2BB3C}" dt="2023-09-26T08:39:12.175" v="1942" actId="1038"/>
          <ac:spMkLst>
            <pc:docMk/>
            <pc:sldMk cId="1758945203" sldId="2147376215"/>
            <ac:spMk id="174" creationId="{69649B0C-19FA-F8C5-D4A2-4C2B5CCB3055}"/>
          </ac:spMkLst>
        </pc:spChg>
        <pc:spChg chg="add mod">
          <ac:chgData name="Malte Heithoff" userId="92960225c14ac204" providerId="LiveId" clId="{67714B2D-B876-4FD6-9509-DE2FACB2BB3C}" dt="2023-09-26T08:39:12.175" v="1942" actId="1038"/>
          <ac:spMkLst>
            <pc:docMk/>
            <pc:sldMk cId="1758945203" sldId="2147376215"/>
            <ac:spMk id="175" creationId="{051114C8-0920-2CC8-2C51-C6A0ABF4D19E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76" creationId="{1492EE8F-E43A-4584-1375-CC482E583D96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77" creationId="{784D6421-B512-B939-827B-986488F48E26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78" creationId="{3E9DB15C-B2F7-05CF-AB56-F7BC29E1893E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79" creationId="{54C47E48-F411-BD74-56CE-ED9CB9DDD874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80" creationId="{3C6C1CF2-7AA8-D69B-A76E-F29A9B5FDFF1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181" creationId="{58CBFAEB-D261-3950-2D8B-5849FA9A5AF4}"/>
          </ac:spMkLst>
        </pc:spChg>
        <pc:spChg chg="add del mod">
          <ac:chgData name="Malte Heithoff" userId="92960225c14ac204" providerId="LiveId" clId="{67714B2D-B876-4FD6-9509-DE2FACB2BB3C}" dt="2023-09-26T07:22:54.158" v="1218"/>
          <ac:spMkLst>
            <pc:docMk/>
            <pc:sldMk cId="1758945203" sldId="2147376215"/>
            <ac:spMk id="209" creationId="{43027DFB-1C19-C787-2684-12454BFC0AC9}"/>
          </ac:spMkLst>
        </pc:spChg>
        <pc:spChg chg="add del mod">
          <ac:chgData name="Malte Heithoff" userId="92960225c14ac204" providerId="LiveId" clId="{67714B2D-B876-4FD6-9509-DE2FACB2BB3C}" dt="2023-09-26T07:22:54.158" v="1218"/>
          <ac:spMkLst>
            <pc:docMk/>
            <pc:sldMk cId="1758945203" sldId="2147376215"/>
            <ac:spMk id="210" creationId="{2E93659F-CC13-6FBC-5AF7-1253675E80E0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211" creationId="{EB14D637-73E6-FB9C-930B-B89C3BA33482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212" creationId="{5D7EF02D-709D-06B5-05BD-20E70C601900}"/>
          </ac:spMkLst>
        </pc:spChg>
        <pc:spChg chg="add mod">
          <ac:chgData name="Malte Heithoff" userId="92960225c14ac204" providerId="LiveId" clId="{67714B2D-B876-4FD6-9509-DE2FACB2BB3C}" dt="2023-09-26T08:39:05.403" v="1934" actId="1036"/>
          <ac:spMkLst>
            <pc:docMk/>
            <pc:sldMk cId="1758945203" sldId="2147376215"/>
            <ac:spMk id="213" creationId="{3B1B0704-C3FF-DCAE-1847-0142B24CE810}"/>
          </ac:spMkLst>
        </pc:spChg>
        <pc:spChg chg="mod">
          <ac:chgData name="Malte Heithoff" userId="92960225c14ac204" providerId="LiveId" clId="{67714B2D-B876-4FD6-9509-DE2FACB2BB3C}" dt="2023-09-26T07:24:52.982" v="1294"/>
          <ac:spMkLst>
            <pc:docMk/>
            <pc:sldMk cId="1758945203" sldId="2147376215"/>
            <ac:spMk id="216" creationId="{C6063B93-1E81-D35A-4A2D-ED1CD7464240}"/>
          </ac:spMkLst>
        </pc:spChg>
        <pc:spChg chg="mod">
          <ac:chgData name="Malte Heithoff" userId="92960225c14ac204" providerId="LiveId" clId="{67714B2D-B876-4FD6-9509-DE2FACB2BB3C}" dt="2023-09-26T07:25:07.577" v="1306" actId="20577"/>
          <ac:spMkLst>
            <pc:docMk/>
            <pc:sldMk cId="1758945203" sldId="2147376215"/>
            <ac:spMk id="217" creationId="{8406F641-0038-BDBC-7071-8B77AC28EE6E}"/>
          </ac:spMkLst>
        </pc:spChg>
        <pc:spChg chg="mod">
          <ac:chgData name="Malte Heithoff" userId="92960225c14ac204" providerId="LiveId" clId="{67714B2D-B876-4FD6-9509-DE2FACB2BB3C}" dt="2023-09-26T07:24:52.982" v="1294"/>
          <ac:spMkLst>
            <pc:docMk/>
            <pc:sldMk cId="1758945203" sldId="2147376215"/>
            <ac:spMk id="218" creationId="{876EC8D5-A275-739F-B56F-92C372E6ECD6}"/>
          </ac:spMkLst>
        </pc:spChg>
        <pc:spChg chg="add mod">
          <ac:chgData name="Malte Heithoff" userId="92960225c14ac204" providerId="LiveId" clId="{67714B2D-B876-4FD6-9509-DE2FACB2BB3C}" dt="2023-09-26T08:39:18.065" v="1952" actId="1038"/>
          <ac:spMkLst>
            <pc:docMk/>
            <pc:sldMk cId="1758945203" sldId="2147376215"/>
            <ac:spMk id="222" creationId="{1D0B6A40-D25E-C213-3E95-CA86D6B97A75}"/>
          </ac:spMkLst>
        </pc:spChg>
        <pc:spChg chg="add mod">
          <ac:chgData name="Malte Heithoff" userId="92960225c14ac204" providerId="LiveId" clId="{67714B2D-B876-4FD6-9509-DE2FACB2BB3C}" dt="2023-09-26T08:39:18.065" v="1952" actId="1038"/>
          <ac:spMkLst>
            <pc:docMk/>
            <pc:sldMk cId="1758945203" sldId="2147376215"/>
            <ac:spMk id="230" creationId="{2C69F0A5-CCD8-8345-0707-08751D0C7037}"/>
          </ac:spMkLst>
        </pc:spChg>
        <pc:grpChg chg="add del mod">
          <ac:chgData name="Malte Heithoff" userId="92960225c14ac204" providerId="LiveId" clId="{67714B2D-B876-4FD6-9509-DE2FACB2BB3C}" dt="2023-09-26T07:15:23.203" v="1059" actId="478"/>
          <ac:grpSpMkLst>
            <pc:docMk/>
            <pc:sldMk cId="1758945203" sldId="2147376215"/>
            <ac:grpSpMk id="12" creationId="{72C5D2B4-1D2E-D4BC-10AF-3C729824D4BF}"/>
          </ac:grpSpMkLst>
        </pc:grpChg>
        <pc:grpChg chg="add del mod">
          <ac:chgData name="Malte Heithoff" userId="92960225c14ac204" providerId="LiveId" clId="{67714B2D-B876-4FD6-9509-DE2FACB2BB3C}" dt="2023-09-26T07:15:23.203" v="1059" actId="478"/>
          <ac:grpSpMkLst>
            <pc:docMk/>
            <pc:sldMk cId="1758945203" sldId="2147376215"/>
            <ac:grpSpMk id="17" creationId="{C3F40679-9D95-AC38-4631-8C56F7381604}"/>
          </ac:grpSpMkLst>
        </pc:grpChg>
        <pc:grpChg chg="mod">
          <ac:chgData name="Malte Heithoff" userId="92960225c14ac204" providerId="LiveId" clId="{67714B2D-B876-4FD6-9509-DE2FACB2BB3C}" dt="2023-09-25T17:51:28.345" v="441"/>
          <ac:grpSpMkLst>
            <pc:docMk/>
            <pc:sldMk cId="1758945203" sldId="2147376215"/>
            <ac:grpSpMk id="18" creationId="{38D90BF8-D196-BCA4-120B-052B83446393}"/>
          </ac:grpSpMkLst>
        </pc:grpChg>
        <pc:grpChg chg="add del mod">
          <ac:chgData name="Malte Heithoff" userId="92960225c14ac204" providerId="LiveId" clId="{67714B2D-B876-4FD6-9509-DE2FACB2BB3C}" dt="2023-09-26T07:15:23.203" v="1059" actId="478"/>
          <ac:grpSpMkLst>
            <pc:docMk/>
            <pc:sldMk cId="1758945203" sldId="2147376215"/>
            <ac:grpSpMk id="23" creationId="{2244A620-ADD0-250E-1BDD-F6F628DD02D9}"/>
          </ac:grpSpMkLst>
        </pc:grpChg>
        <pc:grpChg chg="mod">
          <ac:chgData name="Malte Heithoff" userId="92960225c14ac204" providerId="LiveId" clId="{67714B2D-B876-4FD6-9509-DE2FACB2BB3C}" dt="2023-09-25T17:51:28.345" v="441"/>
          <ac:grpSpMkLst>
            <pc:docMk/>
            <pc:sldMk cId="1758945203" sldId="2147376215"/>
            <ac:grpSpMk id="24" creationId="{5D361BA2-AA6A-5F64-FD46-A030A9E9B2B2}"/>
          </ac:grpSpMkLst>
        </pc:grpChg>
        <pc:grpChg chg="add del mod">
          <ac:chgData name="Malte Heithoff" userId="92960225c14ac204" providerId="LiveId" clId="{67714B2D-B876-4FD6-9509-DE2FACB2BB3C}" dt="2023-09-26T07:15:23.203" v="1059" actId="478"/>
          <ac:grpSpMkLst>
            <pc:docMk/>
            <pc:sldMk cId="1758945203" sldId="2147376215"/>
            <ac:grpSpMk id="28" creationId="{0761F82B-183C-AB2E-543A-B7FF821A405F}"/>
          </ac:grpSpMkLst>
        </pc:grpChg>
        <pc:grpChg chg="mod">
          <ac:chgData name="Malte Heithoff" userId="92960225c14ac204" providerId="LiveId" clId="{67714B2D-B876-4FD6-9509-DE2FACB2BB3C}" dt="2023-09-25T17:51:28.345" v="441"/>
          <ac:grpSpMkLst>
            <pc:docMk/>
            <pc:sldMk cId="1758945203" sldId="2147376215"/>
            <ac:grpSpMk id="29" creationId="{CCF86331-452D-4BB7-3D68-188A01B55D84}"/>
          </ac:grpSpMkLst>
        </pc:grpChg>
        <pc:grpChg chg="add del mod">
          <ac:chgData name="Malte Heithoff" userId="92960225c14ac204" providerId="LiveId" clId="{67714B2D-B876-4FD6-9509-DE2FACB2BB3C}" dt="2023-09-26T07:15:23.203" v="1059" actId="478"/>
          <ac:grpSpMkLst>
            <pc:docMk/>
            <pc:sldMk cId="1758945203" sldId="2147376215"/>
            <ac:grpSpMk id="34" creationId="{5B36A655-631D-E25D-EAE0-4625BB140644}"/>
          </ac:grpSpMkLst>
        </pc:grpChg>
        <pc:grpChg chg="add mod">
          <ac:chgData name="Malte Heithoff" userId="92960225c14ac204" providerId="LiveId" clId="{67714B2D-B876-4FD6-9509-DE2FACB2BB3C}" dt="2023-09-26T08:39:05.403" v="1934" actId="1036"/>
          <ac:grpSpMkLst>
            <pc:docMk/>
            <pc:sldMk cId="1758945203" sldId="2147376215"/>
            <ac:grpSpMk id="43" creationId="{7E60E39E-3E9C-BD0A-DF15-DCAC0F312113}"/>
          </ac:grpSpMkLst>
        </pc:grpChg>
        <pc:grpChg chg="del mod">
          <ac:chgData name="Malte Heithoff" userId="92960225c14ac204" providerId="LiveId" clId="{67714B2D-B876-4FD6-9509-DE2FACB2BB3C}" dt="2023-09-26T07:08:31.001" v="919" actId="478"/>
          <ac:grpSpMkLst>
            <pc:docMk/>
            <pc:sldMk cId="1758945203" sldId="2147376215"/>
            <ac:grpSpMk id="44" creationId="{B676C46B-8672-8812-0C3A-0314E591E672}"/>
          </ac:grpSpMkLst>
        </pc:grpChg>
        <pc:grpChg chg="del mod">
          <ac:chgData name="Malte Heithoff" userId="92960225c14ac204" providerId="LiveId" clId="{67714B2D-B876-4FD6-9509-DE2FACB2BB3C}" dt="2023-09-26T07:08:43.128" v="923" actId="478"/>
          <ac:grpSpMkLst>
            <pc:docMk/>
            <pc:sldMk cId="1758945203" sldId="2147376215"/>
            <ac:grpSpMk id="45" creationId="{F4DC2C32-08C4-B90E-791E-98686519B53F}"/>
          </ac:grpSpMkLst>
        </pc:grpChg>
        <pc:grpChg chg="mod">
          <ac:chgData name="Malte Heithoff" userId="92960225c14ac204" providerId="LiveId" clId="{67714B2D-B876-4FD6-9509-DE2FACB2BB3C}" dt="2023-09-26T07:08:23.414" v="917"/>
          <ac:grpSpMkLst>
            <pc:docMk/>
            <pc:sldMk cId="1758945203" sldId="2147376215"/>
            <ac:grpSpMk id="46" creationId="{D76AEF0A-DB2B-529B-8FD2-CFDCF2E1B7F3}"/>
          </ac:grpSpMkLst>
        </pc:grpChg>
        <pc:grpChg chg="mod">
          <ac:chgData name="Malte Heithoff" userId="92960225c14ac204" providerId="LiveId" clId="{67714B2D-B876-4FD6-9509-DE2FACB2BB3C}" dt="2023-09-26T07:08:23.414" v="917"/>
          <ac:grpSpMkLst>
            <pc:docMk/>
            <pc:sldMk cId="1758945203" sldId="2147376215"/>
            <ac:grpSpMk id="48" creationId="{AAA9A54F-1BEF-701B-0AC4-96A7256D534E}"/>
          </ac:grpSpMkLst>
        </pc:grpChg>
        <pc:grpChg chg="mod">
          <ac:chgData name="Malte Heithoff" userId="92960225c14ac204" providerId="LiveId" clId="{67714B2D-B876-4FD6-9509-DE2FACB2BB3C}" dt="2023-09-26T07:08:23.414" v="917"/>
          <ac:grpSpMkLst>
            <pc:docMk/>
            <pc:sldMk cId="1758945203" sldId="2147376215"/>
            <ac:grpSpMk id="55" creationId="{0F12DE22-DDC7-83B2-271E-10255AEC7385}"/>
          </ac:grpSpMkLst>
        </pc:grpChg>
        <pc:grpChg chg="mod">
          <ac:chgData name="Malte Heithoff" userId="92960225c14ac204" providerId="LiveId" clId="{67714B2D-B876-4FD6-9509-DE2FACB2BB3C}" dt="2023-09-26T07:08:23.414" v="917"/>
          <ac:grpSpMkLst>
            <pc:docMk/>
            <pc:sldMk cId="1758945203" sldId="2147376215"/>
            <ac:grpSpMk id="62" creationId="{1454E20D-6970-D1C2-B2CB-C36327D59574}"/>
          </ac:grpSpMkLst>
        </pc:grpChg>
        <pc:grpChg chg="add mod">
          <ac:chgData name="Malte Heithoff" userId="92960225c14ac204" providerId="LiveId" clId="{67714B2D-B876-4FD6-9509-DE2FACB2BB3C}" dt="2023-09-29T12:17:19.955" v="2074" actId="1036"/>
          <ac:grpSpMkLst>
            <pc:docMk/>
            <pc:sldMk cId="1758945203" sldId="2147376215"/>
            <ac:grpSpMk id="68" creationId="{73589DB4-F76E-8AE0-A717-85F82033EC50}"/>
          </ac:grpSpMkLst>
        </pc:grpChg>
        <pc:grpChg chg="mod">
          <ac:chgData name="Malte Heithoff" userId="92960225c14ac204" providerId="LiveId" clId="{67714B2D-B876-4FD6-9509-DE2FACB2BB3C}" dt="2023-09-26T07:08:23.414" v="917"/>
          <ac:grpSpMkLst>
            <pc:docMk/>
            <pc:sldMk cId="1758945203" sldId="2147376215"/>
            <ac:grpSpMk id="70" creationId="{127D6715-F616-5C6F-9FCA-EC56D89EAD1A}"/>
          </ac:grpSpMkLst>
        </pc:grpChg>
        <pc:grpChg chg="add mod">
          <ac:chgData name="Malte Heithoff" userId="92960225c14ac204" providerId="LiveId" clId="{67714B2D-B876-4FD6-9509-DE2FACB2BB3C}" dt="2023-09-26T08:39:05.403" v="1934" actId="1036"/>
          <ac:grpSpMkLst>
            <pc:docMk/>
            <pc:sldMk cId="1758945203" sldId="2147376215"/>
            <ac:grpSpMk id="76" creationId="{0A28B1DC-ACE6-4CBB-B0E3-9EB1709C2FB6}"/>
          </ac:grpSpMkLst>
        </pc:grpChg>
        <pc:grpChg chg="mod">
          <ac:chgData name="Malte Heithoff" userId="92960225c14ac204" providerId="LiveId" clId="{67714B2D-B876-4FD6-9509-DE2FACB2BB3C}" dt="2023-09-26T07:09:03.544" v="927"/>
          <ac:grpSpMkLst>
            <pc:docMk/>
            <pc:sldMk cId="1758945203" sldId="2147376215"/>
            <ac:grpSpMk id="77" creationId="{7EBC13A2-DCD1-DB1F-B14A-B0D50F3F1DA1}"/>
          </ac:grpSpMkLst>
        </pc:grpChg>
        <pc:grpChg chg="add mod">
          <ac:chgData name="Malte Heithoff" userId="92960225c14ac204" providerId="LiveId" clId="{67714B2D-B876-4FD6-9509-DE2FACB2BB3C}" dt="2023-09-26T07:10:19.837" v="956" actId="164"/>
          <ac:grpSpMkLst>
            <pc:docMk/>
            <pc:sldMk cId="1758945203" sldId="2147376215"/>
            <ac:grpSpMk id="81" creationId="{CB1E1A0C-7B99-66B4-4065-C67488DC2988}"/>
          </ac:grpSpMkLst>
        </pc:grpChg>
        <pc:grpChg chg="mod">
          <ac:chgData name="Malte Heithoff" userId="92960225c14ac204" providerId="LiveId" clId="{67714B2D-B876-4FD6-9509-DE2FACB2BB3C}" dt="2023-09-26T07:09:17.510" v="936"/>
          <ac:grpSpMkLst>
            <pc:docMk/>
            <pc:sldMk cId="1758945203" sldId="2147376215"/>
            <ac:grpSpMk id="82" creationId="{7D597AEB-EB6D-336C-4DB7-2B65AFD06522}"/>
          </ac:grpSpMkLst>
        </pc:grpChg>
        <pc:grpChg chg="add del mod">
          <ac:chgData name="Malte Heithoff" userId="92960225c14ac204" providerId="LiveId" clId="{67714B2D-B876-4FD6-9509-DE2FACB2BB3C}" dt="2023-09-26T07:09:23.246" v="939"/>
          <ac:grpSpMkLst>
            <pc:docMk/>
            <pc:sldMk cId="1758945203" sldId="2147376215"/>
            <ac:grpSpMk id="86" creationId="{F5E122BA-B05F-C308-7391-1DD47CA1C35C}"/>
          </ac:grpSpMkLst>
        </pc:grpChg>
        <pc:grpChg chg="mod">
          <ac:chgData name="Malte Heithoff" userId="92960225c14ac204" providerId="LiveId" clId="{67714B2D-B876-4FD6-9509-DE2FACB2BB3C}" dt="2023-09-26T07:09:21.811" v="938"/>
          <ac:grpSpMkLst>
            <pc:docMk/>
            <pc:sldMk cId="1758945203" sldId="2147376215"/>
            <ac:grpSpMk id="87" creationId="{753995DE-43BC-7F14-9F59-377E1680468B}"/>
          </ac:grpSpMkLst>
        </pc:grpChg>
        <pc:grpChg chg="add mod">
          <ac:chgData name="Malte Heithoff" userId="92960225c14ac204" providerId="LiveId" clId="{67714B2D-B876-4FD6-9509-DE2FACB2BB3C}" dt="2023-09-26T08:39:05.403" v="1934" actId="1036"/>
          <ac:grpSpMkLst>
            <pc:docMk/>
            <pc:sldMk cId="1758945203" sldId="2147376215"/>
            <ac:grpSpMk id="95" creationId="{C30B551C-1D9A-2B58-3286-3997FBA562E9}"/>
          </ac:grpSpMkLst>
        </pc:grpChg>
        <pc:grpChg chg="add mod">
          <ac:chgData name="Malte Heithoff" userId="92960225c14ac204" providerId="LiveId" clId="{67714B2D-B876-4FD6-9509-DE2FACB2BB3C}" dt="2023-09-26T08:39:05.403" v="1934" actId="1036"/>
          <ac:grpSpMkLst>
            <pc:docMk/>
            <pc:sldMk cId="1758945203" sldId="2147376215"/>
            <ac:grpSpMk id="96" creationId="{4CF4226F-A818-D3F6-D8F1-8CCF2BE11EBE}"/>
          </ac:grpSpMkLst>
        </pc:grpChg>
        <pc:grpChg chg="mod">
          <ac:chgData name="Malte Heithoff" userId="92960225c14ac204" providerId="LiveId" clId="{67714B2D-B876-4FD6-9509-DE2FACB2BB3C}" dt="2023-09-26T07:10:36.014" v="965"/>
          <ac:grpSpMkLst>
            <pc:docMk/>
            <pc:sldMk cId="1758945203" sldId="2147376215"/>
            <ac:grpSpMk id="97" creationId="{C1898C1E-DE78-63E9-560E-94C68356AAB8}"/>
          </ac:grpSpMkLst>
        </pc:grpChg>
        <pc:grpChg chg="add mod">
          <ac:chgData name="Malte Heithoff" userId="92960225c14ac204" providerId="LiveId" clId="{67714B2D-B876-4FD6-9509-DE2FACB2BB3C}" dt="2023-09-26T08:39:12.175" v="1942" actId="1038"/>
          <ac:grpSpMkLst>
            <pc:docMk/>
            <pc:sldMk cId="1758945203" sldId="2147376215"/>
            <ac:grpSpMk id="104" creationId="{FEC21561-05F9-3CEB-E5DD-87B0CE9D129A}"/>
          </ac:grpSpMkLst>
        </pc:grpChg>
        <pc:grpChg chg="mod">
          <ac:chgData name="Malte Heithoff" userId="92960225c14ac204" providerId="LiveId" clId="{67714B2D-B876-4FD6-9509-DE2FACB2BB3C}" dt="2023-09-26T07:14:25.179" v="1042"/>
          <ac:grpSpMkLst>
            <pc:docMk/>
            <pc:sldMk cId="1758945203" sldId="2147376215"/>
            <ac:grpSpMk id="105" creationId="{61038A5D-4340-5ABC-296C-67D1460476A9}"/>
          </ac:grpSpMkLst>
        </pc:grpChg>
        <pc:grpChg chg="add mod">
          <ac:chgData name="Malte Heithoff" userId="92960225c14ac204" providerId="LiveId" clId="{67714B2D-B876-4FD6-9509-DE2FACB2BB3C}" dt="2023-09-26T08:39:05.403" v="1934" actId="1036"/>
          <ac:grpSpMkLst>
            <pc:docMk/>
            <pc:sldMk cId="1758945203" sldId="2147376215"/>
            <ac:grpSpMk id="109" creationId="{0D1A3D41-B6E6-CCC9-F634-2567C8AA07C1}"/>
          </ac:grpSpMkLst>
        </pc:grpChg>
        <pc:grpChg chg="mod">
          <ac:chgData name="Malte Heithoff" userId="92960225c14ac204" providerId="LiveId" clId="{67714B2D-B876-4FD6-9509-DE2FACB2BB3C}" dt="2023-09-26T07:13:25.444" v="1021"/>
          <ac:grpSpMkLst>
            <pc:docMk/>
            <pc:sldMk cId="1758945203" sldId="2147376215"/>
            <ac:grpSpMk id="110" creationId="{550A3EB4-9289-5FF0-305B-27217D47CAF3}"/>
          </ac:grpSpMkLst>
        </pc:grpChg>
        <pc:grpChg chg="add del mod">
          <ac:chgData name="Malte Heithoff" userId="92960225c14ac204" providerId="LiveId" clId="{67714B2D-B876-4FD6-9509-DE2FACB2BB3C}" dt="2023-09-26T07:13:01.744" v="1010"/>
          <ac:grpSpMkLst>
            <pc:docMk/>
            <pc:sldMk cId="1758945203" sldId="2147376215"/>
            <ac:grpSpMk id="114" creationId="{367943AA-296D-F2F0-1D73-F631F8DBA2AB}"/>
          </ac:grpSpMkLst>
        </pc:grpChg>
        <pc:grpChg chg="mod">
          <ac:chgData name="Malte Heithoff" userId="92960225c14ac204" providerId="LiveId" clId="{67714B2D-B876-4FD6-9509-DE2FACB2BB3C}" dt="2023-09-26T07:13:00.414" v="1009"/>
          <ac:grpSpMkLst>
            <pc:docMk/>
            <pc:sldMk cId="1758945203" sldId="2147376215"/>
            <ac:grpSpMk id="115" creationId="{C33387C1-2E8E-FBFF-6BC5-C617A06849A4}"/>
          </ac:grpSpMkLst>
        </pc:grpChg>
        <pc:grpChg chg="add mod">
          <ac:chgData name="Malte Heithoff" userId="92960225c14ac204" providerId="LiveId" clId="{67714B2D-B876-4FD6-9509-DE2FACB2BB3C}" dt="2023-09-26T08:39:05.403" v="1934" actId="1036"/>
          <ac:grpSpMkLst>
            <pc:docMk/>
            <pc:sldMk cId="1758945203" sldId="2147376215"/>
            <ac:grpSpMk id="123" creationId="{631A6B12-1636-3FAF-D171-DCD470845600}"/>
          </ac:grpSpMkLst>
        </pc:grpChg>
        <pc:grpChg chg="mod">
          <ac:chgData name="Malte Heithoff" userId="92960225c14ac204" providerId="LiveId" clId="{67714B2D-B876-4FD6-9509-DE2FACB2BB3C}" dt="2023-09-26T07:13:52.853" v="1031"/>
          <ac:grpSpMkLst>
            <pc:docMk/>
            <pc:sldMk cId="1758945203" sldId="2147376215"/>
            <ac:grpSpMk id="124" creationId="{E82F2F8C-CE09-850A-B002-19C4707C310E}"/>
          </ac:grpSpMkLst>
        </pc:grpChg>
        <pc:grpChg chg="add mod">
          <ac:chgData name="Malte Heithoff" userId="92960225c14ac204" providerId="LiveId" clId="{67714B2D-B876-4FD6-9509-DE2FACB2BB3C}" dt="2023-09-26T08:39:05.403" v="1934" actId="1036"/>
          <ac:grpSpMkLst>
            <pc:docMk/>
            <pc:sldMk cId="1758945203" sldId="2147376215"/>
            <ac:grpSpMk id="128" creationId="{0CF14782-F472-CF9E-35DD-E6FFC719A8C7}"/>
          </ac:grpSpMkLst>
        </pc:grpChg>
        <pc:grpChg chg="mod">
          <ac:chgData name="Malte Heithoff" userId="92960225c14ac204" providerId="LiveId" clId="{67714B2D-B876-4FD6-9509-DE2FACB2BB3C}" dt="2023-09-26T07:13:52.853" v="1031"/>
          <ac:grpSpMkLst>
            <pc:docMk/>
            <pc:sldMk cId="1758945203" sldId="2147376215"/>
            <ac:grpSpMk id="129" creationId="{BBDA6FE8-8D4E-11F5-B3BC-B34DF766C54A}"/>
          </ac:grpSpMkLst>
        </pc:grpChg>
        <pc:grpChg chg="mod">
          <ac:chgData name="Malte Heithoff" userId="92960225c14ac204" providerId="LiveId" clId="{67714B2D-B876-4FD6-9509-DE2FACB2BB3C}" dt="2023-09-26T07:13:52.853" v="1031"/>
          <ac:grpSpMkLst>
            <pc:docMk/>
            <pc:sldMk cId="1758945203" sldId="2147376215"/>
            <ac:grpSpMk id="131" creationId="{DE18D3F6-7FF2-FCDE-9FB1-688C203C0F33}"/>
          </ac:grpSpMkLst>
        </pc:grpChg>
        <pc:grpChg chg="add mod">
          <ac:chgData name="Malte Heithoff" userId="92960225c14ac204" providerId="LiveId" clId="{67714B2D-B876-4FD6-9509-DE2FACB2BB3C}" dt="2023-09-26T08:39:05.403" v="1934" actId="1036"/>
          <ac:grpSpMkLst>
            <pc:docMk/>
            <pc:sldMk cId="1758945203" sldId="2147376215"/>
            <ac:grpSpMk id="136" creationId="{A02D9112-9692-D1AD-3567-02532A7D5538}"/>
          </ac:grpSpMkLst>
        </pc:grpChg>
        <pc:grpChg chg="mod">
          <ac:chgData name="Malte Heithoff" userId="92960225c14ac204" providerId="LiveId" clId="{67714B2D-B876-4FD6-9509-DE2FACB2BB3C}" dt="2023-09-26T07:13:52.853" v="1031"/>
          <ac:grpSpMkLst>
            <pc:docMk/>
            <pc:sldMk cId="1758945203" sldId="2147376215"/>
            <ac:grpSpMk id="137" creationId="{4AA8CC74-C969-625F-A1B1-AA6C200B9B18}"/>
          </ac:grpSpMkLst>
        </pc:grpChg>
        <pc:grpChg chg="add mod">
          <ac:chgData name="Malte Heithoff" userId="92960225c14ac204" providerId="LiveId" clId="{67714B2D-B876-4FD6-9509-DE2FACB2BB3C}" dt="2023-09-26T08:39:05.403" v="1934" actId="1036"/>
          <ac:grpSpMkLst>
            <pc:docMk/>
            <pc:sldMk cId="1758945203" sldId="2147376215"/>
            <ac:grpSpMk id="142" creationId="{40573FAA-2EB4-D8CB-3547-267B5F7464C1}"/>
          </ac:grpSpMkLst>
        </pc:grpChg>
        <pc:grpChg chg="mod">
          <ac:chgData name="Malte Heithoff" userId="92960225c14ac204" providerId="LiveId" clId="{67714B2D-B876-4FD6-9509-DE2FACB2BB3C}" dt="2023-09-26T07:13:52.853" v="1031"/>
          <ac:grpSpMkLst>
            <pc:docMk/>
            <pc:sldMk cId="1758945203" sldId="2147376215"/>
            <ac:grpSpMk id="143" creationId="{9FA61EFF-502B-FC91-7F3C-CA32A748E08C}"/>
          </ac:grpSpMkLst>
        </pc:grpChg>
        <pc:grpChg chg="add mod">
          <ac:chgData name="Malte Heithoff" userId="92960225c14ac204" providerId="LiveId" clId="{67714B2D-B876-4FD6-9509-DE2FACB2BB3C}" dt="2023-09-26T08:39:12.175" v="1942" actId="1038"/>
          <ac:grpSpMkLst>
            <pc:docMk/>
            <pc:sldMk cId="1758945203" sldId="2147376215"/>
            <ac:grpSpMk id="150" creationId="{4C4DC926-31D9-FFBE-9DAC-FE2C2DAE58F8}"/>
          </ac:grpSpMkLst>
        </pc:grpChg>
        <pc:grpChg chg="mod">
          <ac:chgData name="Malte Heithoff" userId="92960225c14ac204" providerId="LiveId" clId="{67714B2D-B876-4FD6-9509-DE2FACB2BB3C}" dt="2023-09-26T07:14:35.410" v="1043"/>
          <ac:grpSpMkLst>
            <pc:docMk/>
            <pc:sldMk cId="1758945203" sldId="2147376215"/>
            <ac:grpSpMk id="151" creationId="{CECDC1A6-1A96-27CB-A11E-4900083452C7}"/>
          </ac:grpSpMkLst>
        </pc:grpChg>
        <pc:grpChg chg="add mod">
          <ac:chgData name="Malte Heithoff" userId="92960225c14ac204" providerId="LiveId" clId="{67714B2D-B876-4FD6-9509-DE2FACB2BB3C}" dt="2023-09-26T08:39:18.065" v="1952" actId="1038"/>
          <ac:grpSpMkLst>
            <pc:docMk/>
            <pc:sldMk cId="1758945203" sldId="2147376215"/>
            <ac:grpSpMk id="214" creationId="{15A63870-CC73-9A8D-CCFF-5F1098BB0272}"/>
          </ac:grpSpMkLst>
        </pc:grpChg>
        <pc:grpChg chg="mod">
          <ac:chgData name="Malte Heithoff" userId="92960225c14ac204" providerId="LiveId" clId="{67714B2D-B876-4FD6-9509-DE2FACB2BB3C}" dt="2023-09-26T07:24:52.982" v="1294"/>
          <ac:grpSpMkLst>
            <pc:docMk/>
            <pc:sldMk cId="1758945203" sldId="2147376215"/>
            <ac:grpSpMk id="215" creationId="{57100413-CE59-61EB-99DF-5EF7BC7DA1C3}"/>
          </ac:grpSpMkLst>
        </pc:grpChg>
        <pc:cxnChg chg="add mod">
          <ac:chgData name="Malte Heithoff" userId="92960225c14ac204" providerId="LiveId" clId="{67714B2D-B876-4FD6-9509-DE2FACB2BB3C}" dt="2023-09-29T12:17:31.247" v="2078" actId="14100"/>
          <ac:cxnSpMkLst>
            <pc:docMk/>
            <pc:sldMk cId="1758945203" sldId="2147376215"/>
            <ac:cxnSpMk id="4" creationId="{6E20CB6E-A0B7-E85B-96BA-FFE3E745125A}"/>
          </ac:cxnSpMkLst>
        </pc:cxnChg>
        <pc:cxnChg chg="add del mod">
          <ac:chgData name="Malte Heithoff" userId="92960225c14ac204" providerId="LiveId" clId="{67714B2D-B876-4FD6-9509-DE2FACB2BB3C}" dt="2023-09-26T07:15:23.203" v="1059" actId="478"/>
          <ac:cxnSpMkLst>
            <pc:docMk/>
            <pc:sldMk cId="1758945203" sldId="2147376215"/>
            <ac:cxnSpMk id="10" creationId="{3F396F15-7D7B-67B2-9007-15D3019B30DB}"/>
          </ac:cxnSpMkLst>
        </pc:cxnChg>
        <pc:cxnChg chg="add mod">
          <ac:chgData name="Malte Heithoff" userId="92960225c14ac204" providerId="LiveId" clId="{67714B2D-B876-4FD6-9509-DE2FACB2BB3C}" dt="2023-09-29T12:18:37.567" v="2108" actId="14100"/>
          <ac:cxnSpMkLst>
            <pc:docMk/>
            <pc:sldMk cId="1758945203" sldId="2147376215"/>
            <ac:cxnSpMk id="15" creationId="{6BC0E772-261B-0F89-377A-D7945E5B5470}"/>
          </ac:cxnSpMkLst>
        </pc:cxnChg>
        <pc:cxnChg chg="add del mod">
          <ac:chgData name="Malte Heithoff" userId="92960225c14ac204" providerId="LiveId" clId="{67714B2D-B876-4FD6-9509-DE2FACB2BB3C}" dt="2023-09-26T07:15:23.203" v="1059" actId="478"/>
          <ac:cxnSpMkLst>
            <pc:docMk/>
            <pc:sldMk cId="1758945203" sldId="2147376215"/>
            <ac:cxnSpMk id="22" creationId="{8E2EEC2F-0895-C340-59C0-FEAC5AD014C9}"/>
          </ac:cxnSpMkLst>
        </pc:cxnChg>
        <pc:cxnChg chg="add del mod">
          <ac:chgData name="Malte Heithoff" userId="92960225c14ac204" providerId="LiveId" clId="{67714B2D-B876-4FD6-9509-DE2FACB2BB3C}" dt="2023-09-26T07:15:23.203" v="1059" actId="478"/>
          <ac:cxnSpMkLst>
            <pc:docMk/>
            <pc:sldMk cId="1758945203" sldId="2147376215"/>
            <ac:cxnSpMk id="33" creationId="{E0E29912-3AB1-99FE-EA0F-5C53DCA9499D}"/>
          </ac:cxnSpMkLst>
        </pc:cxnChg>
        <pc:cxnChg chg="add del mod">
          <ac:chgData name="Malte Heithoff" userId="92960225c14ac204" providerId="LiveId" clId="{67714B2D-B876-4FD6-9509-DE2FACB2BB3C}" dt="2023-09-26T07:15:23.203" v="1059" actId="478"/>
          <ac:cxnSpMkLst>
            <pc:docMk/>
            <pc:sldMk cId="1758945203" sldId="2147376215"/>
            <ac:cxnSpMk id="38" creationId="{34E00BCA-57A7-3A82-043E-8232F4FC40DB}"/>
          </ac:cxnSpMkLst>
        </pc:cxnChg>
        <pc:cxnChg chg="add del mod">
          <ac:chgData name="Malte Heithoff" userId="92960225c14ac204" providerId="LiveId" clId="{67714B2D-B876-4FD6-9509-DE2FACB2BB3C}" dt="2023-09-26T07:15:23.203" v="1059" actId="478"/>
          <ac:cxnSpMkLst>
            <pc:docMk/>
            <pc:sldMk cId="1758945203" sldId="2147376215"/>
            <ac:cxnSpMk id="39" creationId="{7247B4BA-0AB4-D0EA-555C-5991F968881A}"/>
          </ac:cxnSpMkLst>
        </pc:cxnChg>
        <pc:cxnChg chg="mod">
          <ac:chgData name="Malte Heithoff" userId="92960225c14ac204" providerId="LiveId" clId="{67714B2D-B876-4FD6-9509-DE2FACB2BB3C}" dt="2023-09-26T07:08:23.414" v="917"/>
          <ac:cxnSpMkLst>
            <pc:docMk/>
            <pc:sldMk cId="1758945203" sldId="2147376215"/>
            <ac:cxnSpMk id="50" creationId="{F0218070-2542-E3CA-ABFA-B8B7DDA3DD8D}"/>
          </ac:cxnSpMkLst>
        </pc:cxnChg>
        <pc:cxnChg chg="mod">
          <ac:chgData name="Malte Heithoff" userId="92960225c14ac204" providerId="LiveId" clId="{67714B2D-B876-4FD6-9509-DE2FACB2BB3C}" dt="2023-09-26T07:08:23.414" v="917"/>
          <ac:cxnSpMkLst>
            <pc:docMk/>
            <pc:sldMk cId="1758945203" sldId="2147376215"/>
            <ac:cxnSpMk id="51" creationId="{B0F6D9EE-DC21-5841-0364-6F7F0EBE8360}"/>
          </ac:cxnSpMkLst>
        </pc:cxnChg>
        <pc:cxnChg chg="mod">
          <ac:chgData name="Malte Heithoff" userId="92960225c14ac204" providerId="LiveId" clId="{67714B2D-B876-4FD6-9509-DE2FACB2BB3C}" dt="2023-09-26T07:08:23.414" v="917"/>
          <ac:cxnSpMkLst>
            <pc:docMk/>
            <pc:sldMk cId="1758945203" sldId="2147376215"/>
            <ac:cxnSpMk id="57" creationId="{7182C76D-D875-2DB1-6BEE-33F77BCB5847}"/>
          </ac:cxnSpMkLst>
        </pc:cxnChg>
        <pc:cxnChg chg="mod">
          <ac:chgData name="Malte Heithoff" userId="92960225c14ac204" providerId="LiveId" clId="{67714B2D-B876-4FD6-9509-DE2FACB2BB3C}" dt="2023-09-26T07:08:23.414" v="917"/>
          <ac:cxnSpMkLst>
            <pc:docMk/>
            <pc:sldMk cId="1758945203" sldId="2147376215"/>
            <ac:cxnSpMk id="58" creationId="{6A30CF9B-F42F-6F33-0585-2F8483358E26}"/>
          </ac:cxnSpMkLst>
        </pc:cxnChg>
        <pc:cxnChg chg="del mod">
          <ac:chgData name="Malte Heithoff" userId="92960225c14ac204" providerId="LiveId" clId="{67714B2D-B876-4FD6-9509-DE2FACB2BB3C}" dt="2023-09-26T07:08:46.536" v="924" actId="478"/>
          <ac:cxnSpMkLst>
            <pc:docMk/>
            <pc:sldMk cId="1758945203" sldId="2147376215"/>
            <ac:cxnSpMk id="64" creationId="{89140251-2315-F955-6426-D3C6346045B5}"/>
          </ac:cxnSpMkLst>
        </pc:cxnChg>
        <pc:cxnChg chg="mod">
          <ac:chgData name="Malte Heithoff" userId="92960225c14ac204" providerId="LiveId" clId="{67714B2D-B876-4FD6-9509-DE2FACB2BB3C}" dt="2023-09-26T07:08:23.414" v="917"/>
          <ac:cxnSpMkLst>
            <pc:docMk/>
            <pc:sldMk cId="1758945203" sldId="2147376215"/>
            <ac:cxnSpMk id="65" creationId="{ADE4B29E-D63C-FCC6-89F1-2A802145A732}"/>
          </ac:cxnSpMkLst>
        </pc:cxnChg>
        <pc:cxnChg chg="mod">
          <ac:chgData name="Malte Heithoff" userId="92960225c14ac204" providerId="LiveId" clId="{67714B2D-B876-4FD6-9509-DE2FACB2BB3C}" dt="2023-09-26T07:08:23.414" v="917"/>
          <ac:cxnSpMkLst>
            <pc:docMk/>
            <pc:sldMk cId="1758945203" sldId="2147376215"/>
            <ac:cxnSpMk id="74" creationId="{DBF45D7E-F978-4163-1B42-CB7C25A10EF3}"/>
          </ac:cxnSpMkLst>
        </pc:cxnChg>
        <pc:cxnChg chg="mod">
          <ac:chgData name="Malte Heithoff" userId="92960225c14ac204" providerId="LiveId" clId="{67714B2D-B876-4FD6-9509-DE2FACB2BB3C}" dt="2023-09-26T07:08:23.414" v="917"/>
          <ac:cxnSpMkLst>
            <pc:docMk/>
            <pc:sldMk cId="1758945203" sldId="2147376215"/>
            <ac:cxnSpMk id="75" creationId="{93039FE4-C8CF-5DE4-CBB3-E56C932F36A5}"/>
          </ac:cxnSpMkLst>
        </pc:cxnChg>
        <pc:cxnChg chg="add mod">
          <ac:chgData name="Malte Heithoff" userId="92960225c14ac204" providerId="LiveId" clId="{67714B2D-B876-4FD6-9509-DE2FACB2BB3C}" dt="2023-09-26T08:39:05.403" v="1934" actId="1036"/>
          <ac:cxnSpMkLst>
            <pc:docMk/>
            <pc:sldMk cId="1758945203" sldId="2147376215"/>
            <ac:cxnSpMk id="92" creationId="{FA36D49A-3B88-933E-0BFE-A196BBA59C58}"/>
          </ac:cxnSpMkLst>
        </pc:cxnChg>
        <pc:cxnChg chg="add del mod">
          <ac:chgData name="Malte Heithoff" userId="92960225c14ac204" providerId="LiveId" clId="{67714B2D-B876-4FD6-9509-DE2FACB2BB3C}" dt="2023-09-29T12:15:05.148" v="1960" actId="478"/>
          <ac:cxnSpMkLst>
            <pc:docMk/>
            <pc:sldMk cId="1758945203" sldId="2147376215"/>
            <ac:cxnSpMk id="101" creationId="{2ACBDBB7-B177-4662-8974-6499B8F9DC87}"/>
          </ac:cxnSpMkLst>
        </pc:cxnChg>
        <pc:cxnChg chg="add mod">
          <ac:chgData name="Malte Heithoff" userId="92960225c14ac204" providerId="LiveId" clId="{67714B2D-B876-4FD6-9509-DE2FACB2BB3C}" dt="2023-09-26T08:39:05.403" v="1934" actId="1036"/>
          <ac:cxnSpMkLst>
            <pc:docMk/>
            <pc:sldMk cId="1758945203" sldId="2147376215"/>
            <ac:cxnSpMk id="120" creationId="{9320FE03-A91C-C589-9721-48111DFF509F}"/>
          </ac:cxnSpMkLst>
        </pc:cxnChg>
        <pc:cxnChg chg="add mod">
          <ac:chgData name="Malte Heithoff" userId="92960225c14ac204" providerId="LiveId" clId="{67714B2D-B876-4FD6-9509-DE2FACB2BB3C}" dt="2023-09-26T08:39:05.403" v="1934" actId="1036"/>
          <ac:cxnSpMkLst>
            <pc:docMk/>
            <pc:sldMk cId="1758945203" sldId="2147376215"/>
            <ac:cxnSpMk id="135" creationId="{B863D576-C808-0B17-8BD4-EC6D777A3535}"/>
          </ac:cxnSpMkLst>
        </pc:cxnChg>
        <pc:cxnChg chg="add del mod">
          <ac:chgData name="Malte Heithoff" userId="92960225c14ac204" providerId="LiveId" clId="{67714B2D-B876-4FD6-9509-DE2FACB2BB3C}" dt="2023-09-29T12:16:33.032" v="2034" actId="478"/>
          <ac:cxnSpMkLst>
            <pc:docMk/>
            <pc:sldMk cId="1758945203" sldId="2147376215"/>
            <ac:cxnSpMk id="141" creationId="{91F5D654-7E9E-D50F-E89E-E785EBAECF06}"/>
          </ac:cxnSpMkLst>
        </pc:cxnChg>
        <pc:cxnChg chg="add mod">
          <ac:chgData name="Malte Heithoff" userId="92960225c14ac204" providerId="LiveId" clId="{67714B2D-B876-4FD6-9509-DE2FACB2BB3C}" dt="2023-09-26T08:39:05.403" v="1934" actId="1036"/>
          <ac:cxnSpMkLst>
            <pc:docMk/>
            <pc:sldMk cId="1758945203" sldId="2147376215"/>
            <ac:cxnSpMk id="148" creationId="{E42EDC48-AE28-6F08-503C-47B55F3700E2}"/>
          </ac:cxnSpMkLst>
        </pc:cxnChg>
        <pc:cxnChg chg="add mod">
          <ac:chgData name="Malte Heithoff" userId="92960225c14ac204" providerId="LiveId" clId="{67714B2D-B876-4FD6-9509-DE2FACB2BB3C}" dt="2023-09-26T08:39:28.069" v="1954" actId="14100"/>
          <ac:cxnSpMkLst>
            <pc:docMk/>
            <pc:sldMk cId="1758945203" sldId="2147376215"/>
            <ac:cxnSpMk id="156" creationId="{4CD924DA-8082-C873-9236-46B1BF9E3741}"/>
          </ac:cxnSpMkLst>
        </pc:cxnChg>
        <pc:cxnChg chg="add mod">
          <ac:chgData name="Malte Heithoff" userId="92960225c14ac204" providerId="LiveId" clId="{67714B2D-B876-4FD6-9509-DE2FACB2BB3C}" dt="2023-09-26T08:39:12.175" v="1942" actId="1038"/>
          <ac:cxnSpMkLst>
            <pc:docMk/>
            <pc:sldMk cId="1758945203" sldId="2147376215"/>
            <ac:cxnSpMk id="161" creationId="{06349017-32EA-B9A6-2D0C-04333777B145}"/>
          </ac:cxnSpMkLst>
        </pc:cxnChg>
        <pc:cxnChg chg="add mod">
          <ac:chgData name="Malte Heithoff" userId="92960225c14ac204" providerId="LiveId" clId="{67714B2D-B876-4FD6-9509-DE2FACB2BB3C}" dt="2023-09-26T08:39:05.403" v="1934" actId="1036"/>
          <ac:cxnSpMkLst>
            <pc:docMk/>
            <pc:sldMk cId="1758945203" sldId="2147376215"/>
            <ac:cxnSpMk id="165" creationId="{D46F14C9-ECBB-A8A4-739C-9F4549EAD606}"/>
          </ac:cxnSpMkLst>
        </pc:cxnChg>
        <pc:cxnChg chg="add mod">
          <ac:chgData name="Malte Heithoff" userId="92960225c14ac204" providerId="LiveId" clId="{67714B2D-B876-4FD6-9509-DE2FACB2BB3C}" dt="2023-09-26T08:39:05.403" v="1934" actId="1036"/>
          <ac:cxnSpMkLst>
            <pc:docMk/>
            <pc:sldMk cId="1758945203" sldId="2147376215"/>
            <ac:cxnSpMk id="167" creationId="{C81CA7CA-590D-2EE4-1E40-BCCB395E7F7A}"/>
          </ac:cxnSpMkLst>
        </pc:cxnChg>
        <pc:cxnChg chg="add del mod">
          <ac:chgData name="Malte Heithoff" userId="92960225c14ac204" providerId="LiveId" clId="{67714B2D-B876-4FD6-9509-DE2FACB2BB3C}" dt="2023-09-26T07:20:06.400" v="1172" actId="478"/>
          <ac:cxnSpMkLst>
            <pc:docMk/>
            <pc:sldMk cId="1758945203" sldId="2147376215"/>
            <ac:cxnSpMk id="187" creationId="{8DBB5141-21A1-EAD9-8E6E-43C11510D636}"/>
          </ac:cxnSpMkLst>
        </pc:cxnChg>
        <pc:cxnChg chg="add mod">
          <ac:chgData name="Malte Heithoff" userId="92960225c14ac204" providerId="LiveId" clId="{67714B2D-B876-4FD6-9509-DE2FACB2BB3C}" dt="2023-09-26T08:39:05.403" v="1934" actId="1036"/>
          <ac:cxnSpMkLst>
            <pc:docMk/>
            <pc:sldMk cId="1758945203" sldId="2147376215"/>
            <ac:cxnSpMk id="189" creationId="{8F98C8A3-A6CE-897D-F0B0-2A9A1839BF46}"/>
          </ac:cxnSpMkLst>
        </pc:cxnChg>
        <pc:cxnChg chg="add mod">
          <ac:chgData name="Malte Heithoff" userId="92960225c14ac204" providerId="LiveId" clId="{67714B2D-B876-4FD6-9509-DE2FACB2BB3C}" dt="2023-09-26T08:39:12.175" v="1942" actId="1038"/>
          <ac:cxnSpMkLst>
            <pc:docMk/>
            <pc:sldMk cId="1758945203" sldId="2147376215"/>
            <ac:cxnSpMk id="192" creationId="{E8236F62-AE95-7E6A-3B45-37F5070D4C66}"/>
          </ac:cxnSpMkLst>
        </pc:cxnChg>
        <pc:cxnChg chg="add mod ord">
          <ac:chgData name="Malte Heithoff" userId="92960225c14ac204" providerId="LiveId" clId="{67714B2D-B876-4FD6-9509-DE2FACB2BB3C}" dt="2023-09-29T12:18:05.975" v="2090" actId="166"/>
          <ac:cxnSpMkLst>
            <pc:docMk/>
            <pc:sldMk cId="1758945203" sldId="2147376215"/>
            <ac:cxnSpMk id="195" creationId="{FB6AB8FB-1F40-1F81-683C-699F8E972B84}"/>
          </ac:cxnSpMkLst>
        </pc:cxnChg>
        <pc:cxnChg chg="add mod">
          <ac:chgData name="Malte Heithoff" userId="92960225c14ac204" providerId="LiveId" clId="{67714B2D-B876-4FD6-9509-DE2FACB2BB3C}" dt="2023-09-26T08:39:05.403" v="1934" actId="1036"/>
          <ac:cxnSpMkLst>
            <pc:docMk/>
            <pc:sldMk cId="1758945203" sldId="2147376215"/>
            <ac:cxnSpMk id="199" creationId="{9626043B-7CE3-65ED-1342-2350D2561FE2}"/>
          </ac:cxnSpMkLst>
        </pc:cxnChg>
        <pc:cxnChg chg="add mod">
          <ac:chgData name="Malte Heithoff" userId="92960225c14ac204" providerId="LiveId" clId="{67714B2D-B876-4FD6-9509-DE2FACB2BB3C}" dt="2023-09-26T08:39:05.403" v="1934" actId="1036"/>
          <ac:cxnSpMkLst>
            <pc:docMk/>
            <pc:sldMk cId="1758945203" sldId="2147376215"/>
            <ac:cxnSpMk id="200" creationId="{9B76F79F-B8AD-0234-D4F4-2802D411A171}"/>
          </ac:cxnSpMkLst>
        </pc:cxnChg>
        <pc:cxnChg chg="add mod ord">
          <ac:chgData name="Malte Heithoff" userId="92960225c14ac204" providerId="LiveId" clId="{67714B2D-B876-4FD6-9509-DE2FACB2BB3C}" dt="2023-09-29T12:18:40.499" v="2109" actId="166"/>
          <ac:cxnSpMkLst>
            <pc:docMk/>
            <pc:sldMk cId="1758945203" sldId="2147376215"/>
            <ac:cxnSpMk id="203" creationId="{B4902130-C427-3145-1556-E00B440E0AB6}"/>
          </ac:cxnSpMkLst>
        </pc:cxnChg>
        <pc:cxnChg chg="add mod">
          <ac:chgData name="Malte Heithoff" userId="92960225c14ac204" providerId="LiveId" clId="{67714B2D-B876-4FD6-9509-DE2FACB2BB3C}" dt="2023-09-26T08:39:05.403" v="1934" actId="1036"/>
          <ac:cxnSpMkLst>
            <pc:docMk/>
            <pc:sldMk cId="1758945203" sldId="2147376215"/>
            <ac:cxnSpMk id="206" creationId="{5BCDC383-825B-1A5F-5547-3E7DCDBB01E6}"/>
          </ac:cxnSpMkLst>
        </pc:cxnChg>
        <pc:cxnChg chg="add mod">
          <ac:chgData name="Malte Heithoff" userId="92960225c14ac204" providerId="LiveId" clId="{67714B2D-B876-4FD6-9509-DE2FACB2BB3C}" dt="2023-09-26T08:39:18.065" v="1952" actId="1038"/>
          <ac:cxnSpMkLst>
            <pc:docMk/>
            <pc:sldMk cId="1758945203" sldId="2147376215"/>
            <ac:cxnSpMk id="219" creationId="{4CABC1E5-6A47-4A44-4BEE-D3DA8E639FA6}"/>
          </ac:cxnSpMkLst>
        </pc:cxnChg>
        <pc:cxnChg chg="add mod">
          <ac:chgData name="Malte Heithoff" userId="92960225c14ac204" providerId="LiveId" clId="{67714B2D-B876-4FD6-9509-DE2FACB2BB3C}" dt="2023-09-26T08:39:18.065" v="1952" actId="1038"/>
          <ac:cxnSpMkLst>
            <pc:docMk/>
            <pc:sldMk cId="1758945203" sldId="2147376215"/>
            <ac:cxnSpMk id="223" creationId="{F6DB9542-DA79-B662-012A-8F0477312998}"/>
          </ac:cxnSpMkLst>
        </pc:cxnChg>
      </pc:sldChg>
      <pc:sldChg chg="addSp delSp modSp new mod ord modClrScheme chgLayout">
        <pc:chgData name="Malte Heithoff" userId="92960225c14ac204" providerId="LiveId" clId="{67714B2D-B876-4FD6-9509-DE2FACB2BB3C}" dt="2023-09-26T07:55:14.295" v="1861"/>
        <pc:sldMkLst>
          <pc:docMk/>
          <pc:sldMk cId="457927" sldId="2147376216"/>
        </pc:sldMkLst>
        <pc:spChg chg="del">
          <ac:chgData name="Malte Heithoff" userId="92960225c14ac204" providerId="LiveId" clId="{67714B2D-B876-4FD6-9509-DE2FACB2BB3C}" dt="2023-09-26T04:56:45.724" v="826" actId="700"/>
          <ac:spMkLst>
            <pc:docMk/>
            <pc:sldMk cId="457927" sldId="2147376216"/>
            <ac:spMk id="2" creationId="{0E903EB5-8D05-440A-75DE-F1A0E7A7DA8C}"/>
          </ac:spMkLst>
        </pc:spChg>
        <pc:spChg chg="del mod ord">
          <ac:chgData name="Malte Heithoff" userId="92960225c14ac204" providerId="LiveId" clId="{67714B2D-B876-4FD6-9509-DE2FACB2BB3C}" dt="2023-09-26T04:56:45.724" v="826" actId="700"/>
          <ac:spMkLst>
            <pc:docMk/>
            <pc:sldMk cId="457927" sldId="2147376216"/>
            <ac:spMk id="3" creationId="{3026F86F-07D3-5E59-D816-EA0F59026862}"/>
          </ac:spMkLst>
        </pc:spChg>
        <pc:spChg chg="del mod ord">
          <ac:chgData name="Malte Heithoff" userId="92960225c14ac204" providerId="LiveId" clId="{67714B2D-B876-4FD6-9509-DE2FACB2BB3C}" dt="2023-09-26T04:56:45.724" v="826" actId="700"/>
          <ac:spMkLst>
            <pc:docMk/>
            <pc:sldMk cId="457927" sldId="2147376216"/>
            <ac:spMk id="4" creationId="{609587E9-CBE8-2C46-8F45-502B406E1EEB}"/>
          </ac:spMkLst>
        </pc:spChg>
        <pc:spChg chg="add mod ord">
          <ac:chgData name="Malte Heithoff" userId="92960225c14ac204" providerId="LiveId" clId="{67714B2D-B876-4FD6-9509-DE2FACB2BB3C}" dt="2023-09-26T04:57:11.070" v="860" actId="20577"/>
          <ac:spMkLst>
            <pc:docMk/>
            <pc:sldMk cId="457927" sldId="2147376216"/>
            <ac:spMk id="5" creationId="{F4EC939F-FCF8-18E5-BE5E-FEBCC7728774}"/>
          </ac:spMkLst>
        </pc:spChg>
        <pc:spChg chg="add del mod ord">
          <ac:chgData name="Malte Heithoff" userId="92960225c14ac204" providerId="LiveId" clId="{67714B2D-B876-4FD6-9509-DE2FACB2BB3C}" dt="2023-09-26T04:57:14.657" v="861" actId="478"/>
          <ac:spMkLst>
            <pc:docMk/>
            <pc:sldMk cId="457927" sldId="2147376216"/>
            <ac:spMk id="6" creationId="{DFA9E2C8-2D1C-D583-20DC-1609E01A119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5" y="1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8BCBB3B-932A-4D6C-900D-9F4B28686221}" type="datetimeFigureOut">
              <a:rPr lang="de-DE" altLang="de-DE"/>
              <a:pPr>
                <a:defRPr/>
              </a:pPr>
              <a:t>04.06.2024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6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5" y="9429306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35FA329-B071-4BC1-BBB5-3B07BBB55D93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5" y="1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B02CD211-E599-4F87-85BA-4D602CEE05A3}" type="datetimeFigureOut">
              <a:rPr lang="de-DE" altLang="de-DE"/>
              <a:pPr>
                <a:defRPr/>
              </a:pPr>
              <a:t>04.06.2024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6" rIns="88212" bIns="44106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5" y="4777782"/>
            <a:ext cx="5438748" cy="3907834"/>
          </a:xfrm>
          <a:prstGeom prst="rect">
            <a:avLst/>
          </a:prstGeom>
        </p:spPr>
        <p:txBody>
          <a:bodyPr vert="horz" wrap="square" lIns="88212" tIns="44106" rIns="88212" bIns="441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6"/>
            <a:ext cx="2945862" cy="497333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5" y="9429306"/>
            <a:ext cx="2945862" cy="497333"/>
          </a:xfrm>
          <a:prstGeom prst="rect">
            <a:avLst/>
          </a:prstGeom>
        </p:spPr>
        <p:txBody>
          <a:bodyPr vert="horz" wrap="square" lIns="88212" tIns="44106" rIns="88212" bIns="441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1BC8D279-B8BC-4FA6-86F2-E41329D88EBB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D8C6-F614-13BA-A281-843851C0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30800F9-2734-DCA6-36B0-AC5A5BA2B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579504E-927D-8B09-4490-159DA01E5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359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427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D8C6-F614-13BA-A281-843851C03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30800F9-2734-DCA6-36B0-AC5A5BA2B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579504E-927D-8B09-4490-159DA01E5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72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561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7925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8F71EE3-D70A-4C02-A968-4B934D1A0EFF}"/>
              </a:ext>
            </a:extLst>
          </p:cNvPr>
          <p:cNvGrpSpPr/>
          <p:nvPr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7C845E14-D05D-4847-8D0F-48B225F97F2B}"/>
                </a:ext>
              </a:extLst>
            </p:cNvPr>
            <p:cNvGrpSpPr/>
            <p:nvPr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DEAA3F24-7ABD-43F2-AA45-BF5173CF32C5}"/>
                  </a:ext>
                </a:extLst>
              </p:cNvPr>
              <p:cNvCxnSpPr/>
              <p:nvPr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6AFAD796-294C-4678-84E4-36609DA3DE96}"/>
                  </a:ext>
                </a:extLst>
              </p:cNvPr>
              <p:cNvCxnSpPr/>
              <p:nvPr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C515608-7894-4009-BE21-62D65B382976}"/>
                </a:ext>
              </a:extLst>
            </p:cNvPr>
            <p:cNvGrpSpPr/>
            <p:nvPr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0334CBD9-C046-4B8D-8306-1B31D1E6CD28}"/>
                  </a:ext>
                </a:extLst>
              </p:cNvPr>
              <p:cNvCxnSpPr/>
              <p:nvPr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10AEC939-0940-4439-A734-7AAF6763DFF8}"/>
                  </a:ext>
                </a:extLst>
              </p:cNvPr>
              <p:cNvCxnSpPr/>
              <p:nvPr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42CAEF3-4F48-4FEC-9E09-79D3F41BC518}"/>
              </a:ext>
            </a:extLst>
          </p:cNvPr>
          <p:cNvGrpSpPr/>
          <p:nvPr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15E654C8-5ED2-482F-82FE-D8B7AB672D1B}"/>
                </a:ext>
              </a:extLst>
            </p:cNvPr>
            <p:cNvCxnSpPr/>
            <p:nvPr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5CBF0CD-26F9-4ACF-A893-9837FC6A792A}"/>
                </a:ext>
              </a:extLst>
            </p:cNvPr>
            <p:cNvCxnSpPr/>
            <p:nvPr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3B422C15-1DE6-4DF9-8E96-5CA1632191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2434" y="2584876"/>
            <a:ext cx="10886925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noProof="0" dirty="0"/>
              <a:t>Digital Shadow </a:t>
            </a:r>
            <a:r>
              <a:rPr lang="de-DE" noProof="0" dirty="0" err="1"/>
              <a:t>Types</a:t>
            </a:r>
            <a:endParaRPr lang="en-US" noProof="0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983979DD-F31A-4483-BB1A-22D5710FA3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434" y="3078076"/>
            <a:ext cx="10886925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en-US" noProof="0" dirty="0" err="1"/>
              <a:t>FoWo</a:t>
            </a:r>
            <a:r>
              <a:rPr lang="en-US" noProof="0" dirty="0"/>
              <a:t> Herbst 21 - Malte Heithoff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7EE02E37-16C7-4AED-B03D-D2D32DD5AE21}"/>
              </a:ext>
            </a:extLst>
          </p:cNvPr>
          <p:cNvGrpSpPr/>
          <p:nvPr userDrawn="1"/>
        </p:nvGrpSpPr>
        <p:grpSpPr>
          <a:xfrm>
            <a:off x="107622" y="2351366"/>
            <a:ext cx="11972884" cy="50805"/>
            <a:chOff x="107622" y="6209964"/>
            <a:chExt cx="11972884" cy="50805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757562EE-1B2D-44E7-A590-9E9EDBC85B94}"/>
                </a:ext>
              </a:extLst>
            </p:cNvPr>
            <p:cNvGrpSpPr/>
            <p:nvPr userDrawn="1"/>
          </p:nvGrpSpPr>
          <p:grpSpPr>
            <a:xfrm>
              <a:off x="107622" y="6209964"/>
              <a:ext cx="11533593" cy="50805"/>
              <a:chOff x="348640" y="815854"/>
              <a:chExt cx="11533593" cy="50805"/>
            </a:xfrm>
          </p:grpSpPr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5705C926-C661-4870-90F5-B8FE6824FA3E}"/>
                  </a:ext>
                </a:extLst>
              </p:cNvPr>
              <p:cNvCxnSpPr/>
              <p:nvPr userDrawn="1"/>
            </p:nvCxnSpPr>
            <p:spPr>
              <a:xfrm>
                <a:off x="348640" y="815854"/>
                <a:ext cx="114839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61340FDD-0028-43F6-9B43-780A9256EA84}"/>
                  </a:ext>
                </a:extLst>
              </p:cNvPr>
              <p:cNvCxnSpPr/>
              <p:nvPr userDrawn="1"/>
            </p:nvCxnSpPr>
            <p:spPr>
              <a:xfrm>
                <a:off x="398258" y="866659"/>
                <a:ext cx="114839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67471FCE-9EBC-4563-B643-791B6D9CF2C5}"/>
                </a:ext>
              </a:extLst>
            </p:cNvPr>
            <p:cNvGrpSpPr/>
            <p:nvPr userDrawn="1"/>
          </p:nvGrpSpPr>
          <p:grpSpPr>
            <a:xfrm>
              <a:off x="11552113" y="6209964"/>
              <a:ext cx="528393" cy="50805"/>
              <a:chOff x="422890" y="1711364"/>
              <a:chExt cx="528393" cy="50805"/>
            </a:xfrm>
          </p:grpSpPr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DEBBEDD9-913B-43A7-92D2-70200277794A}"/>
                  </a:ext>
                </a:extLst>
              </p:cNvPr>
              <p:cNvCxnSpPr/>
              <p:nvPr userDrawn="1"/>
            </p:nvCxnSpPr>
            <p:spPr>
              <a:xfrm>
                <a:off x="422890" y="1711364"/>
                <a:ext cx="478775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7EBB47A-B507-4D7F-9E88-09CE2A7386CD}"/>
                  </a:ext>
                </a:extLst>
              </p:cNvPr>
              <p:cNvCxnSpPr/>
              <p:nvPr userDrawn="1"/>
            </p:nvCxnSpPr>
            <p:spPr>
              <a:xfrm>
                <a:off x="472508" y="1762169"/>
                <a:ext cx="478775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B17A0267-74CA-449E-AFFC-93B6796DAFC7}"/>
              </a:ext>
            </a:extLst>
          </p:cNvPr>
          <p:cNvGrpSpPr/>
          <p:nvPr userDrawn="1"/>
        </p:nvGrpSpPr>
        <p:grpSpPr>
          <a:xfrm>
            <a:off x="643376" y="2351364"/>
            <a:ext cx="50806" cy="4388819"/>
            <a:chOff x="643376" y="2351365"/>
            <a:chExt cx="50806" cy="39094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298FA662-EA6F-40FE-BBAD-CBDF6AB6DBCB}"/>
                </a:ext>
              </a:extLst>
            </p:cNvPr>
            <p:cNvCxnSpPr/>
            <p:nvPr userDrawn="1"/>
          </p:nvCxnSpPr>
          <p:spPr>
            <a:xfrm flipH="1">
              <a:off x="643376" y="2351365"/>
              <a:ext cx="1" cy="3858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5A789B2B-F6CE-4245-989C-4A30EA0B1352}"/>
                </a:ext>
              </a:extLst>
            </p:cNvPr>
            <p:cNvCxnSpPr/>
            <p:nvPr userDrawn="1"/>
          </p:nvCxnSpPr>
          <p:spPr>
            <a:xfrm flipH="1">
              <a:off x="694181" y="2400983"/>
              <a:ext cx="1" cy="38597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pieren 36"/>
          <p:cNvGrpSpPr/>
          <p:nvPr userDrawn="1"/>
        </p:nvGrpSpPr>
        <p:grpSpPr>
          <a:xfrm>
            <a:off x="-8389" y="-8254"/>
            <a:ext cx="12204835" cy="2346530"/>
            <a:chOff x="-12835" y="1030557"/>
            <a:chExt cx="12204835" cy="2346530"/>
          </a:xfrm>
        </p:grpSpPr>
        <p:sp>
          <p:nvSpPr>
            <p:cNvPr id="38" name="Rechteck 37"/>
            <p:cNvSpPr/>
            <p:nvPr/>
          </p:nvSpPr>
          <p:spPr>
            <a:xfrm>
              <a:off x="0" y="1030557"/>
              <a:ext cx="12192000" cy="2297434"/>
            </a:xfrm>
            <a:prstGeom prst="rect">
              <a:avLst/>
            </a:prstGeom>
            <a:solidFill>
              <a:srgbClr val="00549F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9" name="Gruppieren 38"/>
            <p:cNvGrpSpPr/>
            <p:nvPr/>
          </p:nvGrpSpPr>
          <p:grpSpPr>
            <a:xfrm>
              <a:off x="-12835" y="1030557"/>
              <a:ext cx="12204835" cy="2346530"/>
              <a:chOff x="-12835" y="1032778"/>
              <a:chExt cx="12204835" cy="2362969"/>
            </a:xfrm>
          </p:grpSpPr>
          <p:pic>
            <p:nvPicPr>
              <p:cNvPr id="40" name="Grafik 39"/>
              <p:cNvPicPr>
                <a:picLocks noChangeAspect="1"/>
              </p:cNvPicPr>
              <p:nvPr/>
            </p:nvPicPr>
            <p:blipFill rotWithShape="1">
              <a:blip r:embed="rId3">
                <a:lum bright="70000" contrast="-70000"/>
              </a:blip>
              <a:srcRect l="4123" t="5980" r="10107" b="34465"/>
              <a:stretch/>
            </p:blipFill>
            <p:spPr>
              <a:xfrm>
                <a:off x="6034471" y="1038029"/>
                <a:ext cx="6122894" cy="2357718"/>
              </a:xfrm>
              <a:prstGeom prst="rect">
                <a:avLst/>
              </a:prstGeom>
            </p:spPr>
          </p:pic>
          <p:pic>
            <p:nvPicPr>
              <p:cNvPr id="41" name="Grafik 40"/>
              <p:cNvPicPr>
                <a:picLocks noChangeAspect="1"/>
              </p:cNvPicPr>
              <p:nvPr/>
            </p:nvPicPr>
            <p:blipFill rotWithShape="1">
              <a:blip r:embed="rId4">
                <a:lum bright="70000" contrast="-70000"/>
              </a:blip>
              <a:srcRect l="2186" t="24453" r="3833" b="12011"/>
              <a:stretch/>
            </p:blipFill>
            <p:spPr>
              <a:xfrm>
                <a:off x="-12835" y="1064923"/>
                <a:ext cx="7293400" cy="2303930"/>
              </a:xfrm>
              <a:prstGeom prst="rect">
                <a:avLst/>
              </a:prstGeom>
            </p:spPr>
          </p:pic>
          <p:pic>
            <p:nvPicPr>
              <p:cNvPr id="42" name="Grafik 41"/>
              <p:cNvPicPr>
                <a:picLocks noChangeAspect="1"/>
              </p:cNvPicPr>
              <p:nvPr/>
            </p:nvPicPr>
            <p:blipFill rotWithShape="1">
              <a:blip r:embed="rId5">
                <a:lum bright="70000" contrast="-70000"/>
              </a:blip>
              <a:srcRect l="978" t="7138" r="438" b="7289"/>
              <a:stretch/>
            </p:blipFill>
            <p:spPr>
              <a:xfrm>
                <a:off x="4317730" y="1057451"/>
                <a:ext cx="4778188" cy="2300089"/>
              </a:xfrm>
              <a:prstGeom prst="rect">
                <a:avLst/>
              </a:prstGeom>
            </p:spPr>
          </p:pic>
          <p:pic>
            <p:nvPicPr>
              <p:cNvPr id="43" name="Grafik 42"/>
              <p:cNvPicPr>
                <a:picLocks noChangeAspect="1"/>
              </p:cNvPicPr>
              <p:nvPr/>
            </p:nvPicPr>
            <p:blipFill rotWithShape="1">
              <a:blip r:embed="rId6">
                <a:lum bright="70000" contrast="-70000"/>
              </a:blip>
              <a:srcRect r="642"/>
              <a:stretch/>
            </p:blipFill>
            <p:spPr>
              <a:xfrm>
                <a:off x="8558469" y="1170394"/>
                <a:ext cx="3403437" cy="2043006"/>
              </a:xfrm>
              <a:prstGeom prst="rect">
                <a:avLst/>
              </a:prstGeom>
            </p:spPr>
          </p:pic>
          <p:pic>
            <p:nvPicPr>
              <p:cNvPr id="44" name="Grafik 43"/>
              <p:cNvPicPr>
                <a:picLocks noChangeAspect="1"/>
              </p:cNvPicPr>
              <p:nvPr/>
            </p:nvPicPr>
            <p:blipFill rotWithShape="1">
              <a:blip r:embed="rId7">
                <a:lum bright="70000" contrast="-70000"/>
              </a:blip>
              <a:srcRect l="12615" t="8698" r="-1842" b="932"/>
              <a:stretch/>
            </p:blipFill>
            <p:spPr>
              <a:xfrm>
                <a:off x="331428" y="1059845"/>
                <a:ext cx="4655314" cy="2316480"/>
              </a:xfrm>
              <a:prstGeom prst="rect">
                <a:avLst/>
              </a:prstGeom>
            </p:spPr>
          </p:pic>
          <p:sp>
            <p:nvSpPr>
              <p:cNvPr id="45" name="Rechteck 44"/>
              <p:cNvSpPr/>
              <p:nvPr/>
            </p:nvSpPr>
            <p:spPr>
              <a:xfrm>
                <a:off x="-12835" y="1032778"/>
                <a:ext cx="12204835" cy="2318237"/>
              </a:xfrm>
              <a:prstGeom prst="rect">
                <a:avLst/>
              </a:prstGeom>
              <a:gradFill flip="none" rotWithShape="1">
                <a:gsLst>
                  <a:gs pos="49000">
                    <a:srgbClr val="8EBAE5">
                      <a:lumMod val="75000"/>
                      <a:alpha val="36000"/>
                    </a:srgbClr>
                  </a:gs>
                  <a:gs pos="100000">
                    <a:srgbClr val="00549F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  <a:headEnd type="none" w="med" len="med"/>
                <a:tailEnd type="arrow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689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F02B50-D467-41F6-8F0B-DF2AA821368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6273"/>
            <a:ext cx="11483975" cy="4385455"/>
          </a:xfrm>
          <a:prstGeom prst="rect">
            <a:avLst/>
          </a:prstGeom>
        </p:spPr>
        <p:txBody>
          <a:bodyPr wrap="square" lIns="0" tIns="0" rIns="0" bIns="0"/>
          <a:lstStyle>
            <a:lvl1pPr marL="216000" indent="-216000">
              <a:buFont typeface="Arial" panose="020B0604020202020204" pitchFamily="34" charset="0"/>
              <a:buChar char="•"/>
              <a:defRPr/>
            </a:lvl1pPr>
            <a:lvl2pPr marL="432000" indent="-216000">
              <a:buFont typeface="Symbol" panose="05050102010706020507" pitchFamily="18" charset="2"/>
              <a:buChar char="-"/>
              <a:defRPr/>
            </a:lvl2pPr>
            <a:lvl3pPr marL="648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/>
            </a:lvl3pPr>
            <a:lvl4pPr marL="864000" indent="-216000">
              <a:buFont typeface="Symbol" panose="05050102010706020507" pitchFamily="18" charset="2"/>
              <a:buChar char="-"/>
              <a:defRPr/>
            </a:lvl4pPr>
            <a:lvl5pPr marL="647700" indent="0">
              <a:buNone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0"/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11432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5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D89513B-8A7E-430E-8F63-7469EC1FB664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6F83956-15CC-418E-B737-9061141E4CD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66B5100-86F8-4E8C-9DE1-10AD5FB9B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9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703F518-B554-4AC1-A90D-7EDD58F262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926892"/>
          </a:xfrm>
          <a:prstGeom prst="rect">
            <a:avLst/>
          </a:prstGeom>
        </p:spPr>
        <p:txBody>
          <a:bodyPr lIns="0" tIns="0" rIns="0" bIns="0"/>
          <a:lstStyle>
            <a:lvl1pPr marL="0" indent="0" algn="l" eaLnBrk="1" hangingPunct="1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eaLnBrk="1" hangingPunct="1"/>
            <a:r>
              <a:rPr lang="de-DE" dirty="0"/>
              <a:t>Untertitelmasters durch Klicken bearbeiten</a:t>
            </a:r>
            <a:endParaRPr lang="en-US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D9FA7CF-D871-4A92-B637-6BD1D2660BDF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2A6B56BE-B7D9-4ABB-9FC4-4C2C40CB6703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B385CDCE-8F09-4AAB-B014-0073E7D048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feld 12"/>
          <p:cNvSpPr txBox="1"/>
          <p:nvPr userDrawn="1"/>
        </p:nvSpPr>
        <p:spPr>
          <a:xfrm>
            <a:off x="779929" y="2399316"/>
            <a:ext cx="111956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lang="en-US" sz="1800" dirty="0" err="1">
                <a:solidFill>
                  <a:schemeClr val="accent6"/>
                </a:solidFill>
              </a:rPr>
              <a:t>use</a:t>
            </a:r>
            <a:r>
              <a:rPr lang="en-US" sz="1800" dirty="0">
                <a:solidFill>
                  <a:schemeClr val="accent6"/>
                </a:solidFill>
              </a:rPr>
              <a:t> head instead</a:t>
            </a:r>
          </a:p>
        </p:txBody>
      </p:sp>
    </p:spTree>
    <p:extLst>
      <p:ext uri="{BB962C8B-B14F-4D97-AF65-F5344CB8AC3E}">
        <p14:creationId xmlns:p14="http://schemas.microsoft.com/office/powerpoint/2010/main" val="186444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4000" y="1235175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16000" y="1236273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" name="Textfeld 2"/>
          <p:cNvSpPr txBox="1"/>
          <p:nvPr userDrawn="1"/>
        </p:nvSpPr>
        <p:spPr>
          <a:xfrm>
            <a:off x="779929" y="2430576"/>
            <a:ext cx="11195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6"/>
                </a:solidFill>
              </a:rPr>
              <a:t>WRONG</a:t>
            </a:r>
            <a:r>
              <a:rPr lang="en-US" sz="9600" baseline="0" dirty="0">
                <a:solidFill>
                  <a:schemeClr val="accent6"/>
                </a:solidFill>
              </a:rPr>
              <a:t> </a:t>
            </a:r>
            <a:r>
              <a:rPr lang="en-US" sz="9600" dirty="0">
                <a:solidFill>
                  <a:schemeClr val="accent6"/>
                </a:solidFill>
              </a:rPr>
              <a:t>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600" dirty="0">
                <a:solidFill>
                  <a:schemeClr val="accent6"/>
                </a:solidFill>
              </a:rPr>
              <a:t>DO NOT USE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071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use the flipped one instead (and manually copy the content(!) of the flipped pages)</a:t>
            </a:r>
          </a:p>
        </p:txBody>
      </p:sp>
    </p:spTree>
    <p:extLst>
      <p:ext uri="{BB962C8B-B14F-4D97-AF65-F5344CB8AC3E}">
        <p14:creationId xmlns:p14="http://schemas.microsoft.com/office/powerpoint/2010/main" val="385187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A05299-2FF2-4A4F-A821-7C9F8454768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16000" y="1234689"/>
            <a:ext cx="5652000" cy="4385941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 marL="648000" indent="-216000">
              <a:buFont typeface="Wingdings" panose="05000000000000000000" pitchFamily="2" charset="2"/>
              <a:buChar char="§"/>
              <a:defRPr/>
            </a:lvl3pPr>
            <a:lvl4pPr marL="864000" marR="0" indent="-21600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tabLst>
                <a:tab pos="863600" algn="l"/>
              </a:tabLst>
              <a:defRPr spc="0" baseline="0"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1E01F76-AA87-4FC5-AF89-220C0D5275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4000" y="1235175"/>
            <a:ext cx="5652000" cy="438545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571505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BE9EC9F2-3C9F-4A4B-9463-32200C1888C5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BE7F8F3-90E3-4324-B96F-F4C733799980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FB93F6E7-9B79-444E-9797-C017CBCD9F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966A802-7238-4572-8B31-F10BAD15BE6A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01C63A65-01F5-4E3D-9EE7-E225D07B1954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7CBACAB-4E61-4BA4-A7E8-012536F511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990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Linie_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pieren 14"/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6" name="Gerader Verbinder 15"/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/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0B61E83-F62A-4E6F-9728-ABDE5413BA68}"/>
              </a:ext>
            </a:extLst>
          </p:cNvPr>
          <p:cNvGrpSpPr/>
          <p:nvPr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3ED25C8-3644-4C59-B80C-B3EC3EBB6C18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94E318B-6CC6-4660-9EC9-B8FEB8D24174}"/>
                </a:ext>
              </a:extLst>
            </p:cNvPr>
            <p:cNvCxnSpPr/>
            <p:nvPr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F7E0399E-000C-4919-9189-D72AC9F21B27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39B952C-73F9-4639-9C6B-D79F321E765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D1F7EFE-C1E5-46CC-AC0C-2ACADE80B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BEA13B8-67E5-4E0C-87FF-5C3A86F3E1BB}"/>
              </a:ext>
            </a:extLst>
          </p:cNvPr>
          <p:cNvGrpSpPr/>
          <p:nvPr userDrawn="1"/>
        </p:nvGrpSpPr>
        <p:grpSpPr>
          <a:xfrm>
            <a:off x="392113" y="3036888"/>
            <a:ext cx="11558225" cy="50805"/>
            <a:chOff x="360363" y="6040438"/>
            <a:chExt cx="11558225" cy="50805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2D7C05B6-2FEC-4BCF-B0D2-C4E0FBD988C4}"/>
                </a:ext>
              </a:extLst>
            </p:cNvPr>
            <p:cNvCxnSpPr/>
            <p:nvPr/>
          </p:nvCxnSpPr>
          <p:spPr>
            <a:xfrm>
              <a:off x="360363" y="6040438"/>
              <a:ext cx="11483975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1DD01610-9DF8-4DC4-93DF-34D4ADF39035}"/>
                </a:ext>
              </a:extLst>
            </p:cNvPr>
            <p:cNvCxnSpPr/>
            <p:nvPr userDrawn="1"/>
          </p:nvCxnSpPr>
          <p:spPr>
            <a:xfrm>
              <a:off x="434613" y="6091243"/>
              <a:ext cx="11483975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E00B62C-5012-43AC-B2B8-7ABCCC897041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98204F29-F5C4-4D02-857A-E600F35F2E4F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5F4B9776-75B3-46D2-8C19-AE6D80A6416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221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 dirty="0">
                <a:solidFill>
                  <a:schemeClr val="tx2"/>
                </a:solidFill>
              </a:rPr>
              <a:t>Vielen Dank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>
                <a:solidFill>
                  <a:schemeClr val="tx2"/>
                </a:solidFill>
              </a:rPr>
              <a:t>für Ihre Aufmerksamkeit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D42372E-A88B-49BE-BF8B-A349B6BE88BB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5E73DD95-497D-41DA-AE15-231D472ACF12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833C7AEA-7E75-4F96-A29D-6E01AE30A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54A51D3-6BB0-4789-89BC-481D89445CBE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6F4FEE0A-400B-495A-BBAD-43B3BB9910CB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BA932F8-ADAD-449E-8505-B146C5E2606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6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739CD8DE-4C7D-4115-826C-095081C9C550}"/>
              </a:ext>
            </a:extLst>
          </p:cNvPr>
          <p:cNvGrpSpPr/>
          <p:nvPr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E7A10CC4-C78C-496F-ADD8-BFFEA15832AC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8D031218-F43F-4F64-8EFA-18FF5CC8D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MontiArc Visualisierung</a:t>
            </a:r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546A872-26C7-4E5C-9125-775206BCBEA4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8" name="Picture 2" descr="C:\Users\look\Desktop\vorlagen\02.logo\SE-Logo_RZ\01_bildmarke_und_text\PNG\rwth_se_rgb.png">
            <a:extLst>
              <a:ext uri="{FF2B5EF4-FFF2-40B4-BE49-F238E27FC236}">
                <a16:creationId xmlns:a16="http://schemas.microsoft.com/office/drawing/2014/main" id="{251D0BC9-2793-451A-BE70-01CA07A420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2"/>
          <a:stretch/>
        </p:blipFill>
        <p:spPr bwMode="auto">
          <a:xfrm>
            <a:off x="8748998" y="6040438"/>
            <a:ext cx="3242693" cy="81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07601A5-C709-41D1-A3FB-1067D511C6A0}"/>
              </a:ext>
            </a:extLst>
          </p:cNvPr>
          <p:cNvGrpSpPr/>
          <p:nvPr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23116334-B9FF-486F-853F-2FC0FEBBB345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0B09F16D-C13E-41E9-9D8E-F62185B5F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3137B7CE-1B7B-4BD9-84EC-35BB2F899117}"/>
              </a:ext>
            </a:extLst>
          </p:cNvPr>
          <p:cNvGrpSpPr/>
          <p:nvPr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62A21AE-7533-4515-8E6B-0629BDE1E199}"/>
                </a:ext>
              </a:extLst>
            </p:cNvPr>
            <p:cNvCxnSpPr>
              <a:cxnSpLocks/>
            </p:cNvCxnSpPr>
            <p:nvPr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C2D2DC96-2606-46A7-BE47-231944BE7F88}"/>
                </a:ext>
              </a:extLst>
            </p:cNvPr>
            <p:cNvCxnSpPr>
              <a:cxnSpLocks/>
            </p:cNvCxnSpPr>
            <p:nvPr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5E8F4D0-8DD9-4778-8FAF-1A3AAD236EE6}"/>
              </a:ext>
            </a:extLst>
          </p:cNvPr>
          <p:cNvGrpSpPr/>
          <p:nvPr userDrawn="1"/>
        </p:nvGrpSpPr>
        <p:grpSpPr>
          <a:xfrm>
            <a:off x="173529" y="815854"/>
            <a:ext cx="11958041" cy="47645"/>
            <a:chOff x="118201" y="5981715"/>
            <a:chExt cx="11958041" cy="47645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F39390DE-7CDF-413A-BA63-9DBE991A03FE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38FE4379-972E-42EA-875D-205082A062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D885A2B-353E-4CC6-AE36-D7FBA6412355}"/>
              </a:ext>
            </a:extLst>
          </p:cNvPr>
          <p:cNvGrpSpPr/>
          <p:nvPr userDrawn="1"/>
        </p:nvGrpSpPr>
        <p:grpSpPr>
          <a:xfrm>
            <a:off x="116980" y="5981715"/>
            <a:ext cx="11958041" cy="47645"/>
            <a:chOff x="118201" y="5981715"/>
            <a:chExt cx="11958041" cy="47645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542BAD79-77B5-4F17-9B1B-118759906CC7}"/>
                </a:ext>
              </a:extLst>
            </p:cNvPr>
            <p:cNvCxnSpPr/>
            <p:nvPr/>
          </p:nvCxnSpPr>
          <p:spPr>
            <a:xfrm>
              <a:off x="118201" y="5981715"/>
              <a:ext cx="119016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D49B137E-A382-4784-8424-D97BEBD109F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74750" y="6029360"/>
              <a:ext cx="11901492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4B58725-E025-476C-8EFF-8D44F3A77022}"/>
              </a:ext>
            </a:extLst>
          </p:cNvPr>
          <p:cNvGrpSpPr/>
          <p:nvPr userDrawn="1"/>
        </p:nvGrpSpPr>
        <p:grpSpPr>
          <a:xfrm>
            <a:off x="837717" y="5981714"/>
            <a:ext cx="60076" cy="756405"/>
            <a:chOff x="875817" y="5981714"/>
            <a:chExt cx="60076" cy="756405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1243A30B-762F-4D0C-8856-A9541783A9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75817" y="5981714"/>
              <a:ext cx="0" cy="7056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BCB409D8-D56C-486C-ABAB-CCD3DECF18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5893" y="6032519"/>
              <a:ext cx="0" cy="70560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8245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61A04-55F7-F7C3-8888-D2E07E11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7C1C066-FC65-0EAB-E152-50738742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of C&amp;C languages</a:t>
            </a: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D1E16BE5-FB62-D420-5DF7-240A90D62C8C}"/>
              </a:ext>
            </a:extLst>
          </p:cNvPr>
          <p:cNvGrpSpPr/>
          <p:nvPr/>
        </p:nvGrpSpPr>
        <p:grpSpPr>
          <a:xfrm>
            <a:off x="48391" y="945647"/>
            <a:ext cx="3006257" cy="3316007"/>
            <a:chOff x="1247387" y="2478840"/>
            <a:chExt cx="3614574" cy="3316007"/>
          </a:xfrm>
        </p:grpSpPr>
        <p:sp>
          <p:nvSpPr>
            <p:cNvPr id="52" name="Text Box 3">
              <a:extLst>
                <a:ext uri="{FF2B5EF4-FFF2-40B4-BE49-F238E27FC236}">
                  <a16:creationId xmlns:a16="http://schemas.microsoft.com/office/drawing/2014/main" id="{3C0CE501-CBD2-2E07-D053-490B748B1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89" y="2478840"/>
              <a:ext cx="3098272" cy="32932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component F {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port in int a,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   out int b,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   out int c;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G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H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a -&gt;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g.b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g.c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b;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h.e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h.f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c;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	</a:t>
              </a:r>
            </a:p>
          </p:txBody>
        </p:sp>
        <p:sp>
          <p:nvSpPr>
            <p:cNvPr id="53" name="Text Box 6">
              <a:extLst>
                <a:ext uri="{FF2B5EF4-FFF2-40B4-BE49-F238E27FC236}">
                  <a16:creationId xmlns:a16="http://schemas.microsoft.com/office/drawing/2014/main" id="{E21A556D-336B-828C-1DF1-428F97615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387" y="2501638"/>
              <a:ext cx="503238" cy="3293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sz="1600" dirty="0"/>
                <a:t>1</a:t>
              </a:r>
            </a:p>
            <a:p>
              <a:pPr algn="r"/>
              <a:r>
                <a:rPr lang="en-US" sz="1600" dirty="0"/>
                <a:t>2</a:t>
              </a:r>
            </a:p>
            <a:p>
              <a:pPr algn="r"/>
              <a:r>
                <a:rPr lang="en-US" sz="1600" dirty="0"/>
                <a:t>3</a:t>
              </a:r>
            </a:p>
            <a:p>
              <a:pPr algn="r"/>
              <a:r>
                <a:rPr lang="en-US" sz="1600" dirty="0"/>
                <a:t>4</a:t>
              </a:r>
            </a:p>
            <a:p>
              <a:pPr algn="r"/>
              <a:r>
                <a:rPr lang="en-US" sz="1600" dirty="0"/>
                <a:t>5</a:t>
              </a:r>
            </a:p>
            <a:p>
              <a:pPr algn="r"/>
              <a:r>
                <a:rPr lang="en-US" sz="1600" dirty="0"/>
                <a:t>6</a:t>
              </a:r>
            </a:p>
            <a:p>
              <a:pPr algn="r"/>
              <a:r>
                <a:rPr lang="en-US" sz="1600" dirty="0"/>
                <a:t>7</a:t>
              </a:r>
            </a:p>
            <a:p>
              <a:pPr algn="r"/>
              <a:r>
                <a:rPr lang="en-US" sz="1600" dirty="0"/>
                <a:t>8</a:t>
              </a:r>
            </a:p>
            <a:p>
              <a:pPr algn="r"/>
              <a:r>
                <a:rPr lang="en-US" sz="1600" dirty="0"/>
                <a:t>9</a:t>
              </a:r>
            </a:p>
            <a:p>
              <a:pPr algn="r"/>
              <a:r>
                <a:rPr lang="en-US" sz="1600" dirty="0"/>
                <a:t>10</a:t>
              </a:r>
            </a:p>
            <a:p>
              <a:pPr algn="r"/>
              <a:r>
                <a:rPr lang="en-US" sz="1600" dirty="0"/>
                <a:t>11</a:t>
              </a:r>
            </a:p>
            <a:p>
              <a:pPr algn="r"/>
              <a:r>
                <a:rPr lang="en-US" sz="1600" dirty="0"/>
                <a:t>12</a:t>
              </a:r>
            </a:p>
            <a:p>
              <a:pPr algn="r"/>
              <a:r>
                <a:rPr lang="en-US" sz="1600" dirty="0"/>
                <a:t>13</a:t>
              </a:r>
            </a:p>
          </p:txBody>
        </p:sp>
        <p:sp>
          <p:nvSpPr>
            <p:cNvPr id="54" name="AutoShape 40">
              <a:extLst>
                <a:ext uri="{FF2B5EF4-FFF2-40B4-BE49-F238E27FC236}">
                  <a16:creationId xmlns:a16="http://schemas.microsoft.com/office/drawing/2014/main" id="{2815FF07-AC22-2D08-F1F4-D65233C8720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252361" y="2478840"/>
              <a:ext cx="609600" cy="304800"/>
            </a:xfrm>
            <a:prstGeom prst="foldedCorner">
              <a:avLst>
                <a:gd name="adj" fmla="val 2760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wrap="none" anchor="ctr" anchorCtr="1"/>
            <a:lstStyle/>
            <a:p>
              <a:pPr marL="0" marR="0" lvl="0" indent="0" algn="l" defTabSz="914400" rtl="0" eaLnBrk="0" fontAlgn="auto" latin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120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MA</a:t>
              </a:r>
            </a:p>
          </p:txBody>
        </p:sp>
      </p:grpSp>
      <p:grpSp>
        <p:nvGrpSpPr>
          <p:cNvPr id="4" name="Gruppieren 50">
            <a:extLst>
              <a:ext uri="{FF2B5EF4-FFF2-40B4-BE49-F238E27FC236}">
                <a16:creationId xmlns:a16="http://schemas.microsoft.com/office/drawing/2014/main" id="{9F677F1A-6514-435A-8C26-C14317F3C59C}"/>
              </a:ext>
            </a:extLst>
          </p:cNvPr>
          <p:cNvGrpSpPr/>
          <p:nvPr/>
        </p:nvGrpSpPr>
        <p:grpSpPr>
          <a:xfrm>
            <a:off x="3054648" y="945647"/>
            <a:ext cx="3779154" cy="3321304"/>
            <a:chOff x="1247387" y="2473543"/>
            <a:chExt cx="4543867" cy="3321304"/>
          </a:xfrm>
        </p:grpSpPr>
        <p:sp>
          <p:nvSpPr>
            <p:cNvPr id="23" name="Text Box 3">
              <a:extLst>
                <a:ext uri="{FF2B5EF4-FFF2-40B4-BE49-F238E27FC236}">
                  <a16:creationId xmlns:a16="http://schemas.microsoft.com/office/drawing/2014/main" id="{69C562A6-D839-2FC6-0230-774590A29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89" y="2478840"/>
              <a:ext cx="4027565" cy="32932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part def F {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port a :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IntPort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port b : ~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IntPort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port c : ~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IntPort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part g : G;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part h : H;</a:t>
              </a:r>
            </a:p>
            <a:p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connect a to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g.b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connect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g.c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to b;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connect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to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h.e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connect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h.f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to c;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	</a:t>
              </a:r>
            </a:p>
          </p:txBody>
        </p:sp>
        <p:sp>
          <p:nvSpPr>
            <p:cNvPr id="24" name="Text Box 6">
              <a:extLst>
                <a:ext uri="{FF2B5EF4-FFF2-40B4-BE49-F238E27FC236}">
                  <a16:creationId xmlns:a16="http://schemas.microsoft.com/office/drawing/2014/main" id="{2655803D-A061-2210-7E9A-F797C860E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387" y="2501638"/>
              <a:ext cx="503238" cy="3293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sz="1600" dirty="0"/>
                <a:t>1</a:t>
              </a:r>
            </a:p>
            <a:p>
              <a:pPr algn="r"/>
              <a:r>
                <a:rPr lang="en-US" sz="1600" dirty="0"/>
                <a:t>2</a:t>
              </a:r>
            </a:p>
            <a:p>
              <a:pPr algn="r"/>
              <a:r>
                <a:rPr lang="en-US" sz="1600" dirty="0"/>
                <a:t>3</a:t>
              </a:r>
            </a:p>
            <a:p>
              <a:pPr algn="r"/>
              <a:r>
                <a:rPr lang="en-US" sz="1600" dirty="0"/>
                <a:t>4</a:t>
              </a:r>
            </a:p>
            <a:p>
              <a:pPr algn="r"/>
              <a:r>
                <a:rPr lang="en-US" sz="1600" dirty="0"/>
                <a:t>5</a:t>
              </a:r>
            </a:p>
            <a:p>
              <a:pPr algn="r"/>
              <a:r>
                <a:rPr lang="en-US" sz="1600" dirty="0"/>
                <a:t>6</a:t>
              </a:r>
            </a:p>
            <a:p>
              <a:pPr algn="r"/>
              <a:r>
                <a:rPr lang="en-US" sz="1600" dirty="0"/>
                <a:t>7</a:t>
              </a:r>
            </a:p>
            <a:p>
              <a:pPr algn="r"/>
              <a:r>
                <a:rPr lang="en-US" sz="1600" dirty="0"/>
                <a:t>8</a:t>
              </a:r>
            </a:p>
            <a:p>
              <a:pPr algn="r"/>
              <a:r>
                <a:rPr lang="en-US" sz="1600" dirty="0"/>
                <a:t>9</a:t>
              </a:r>
            </a:p>
            <a:p>
              <a:pPr algn="r"/>
              <a:r>
                <a:rPr lang="en-US" sz="1600" dirty="0"/>
                <a:t>10</a:t>
              </a:r>
            </a:p>
            <a:p>
              <a:pPr algn="r"/>
              <a:r>
                <a:rPr lang="en-US" sz="1600" dirty="0"/>
                <a:t>11</a:t>
              </a:r>
            </a:p>
            <a:p>
              <a:pPr algn="r"/>
              <a:r>
                <a:rPr lang="en-US" sz="1600" dirty="0"/>
                <a:t>12</a:t>
              </a:r>
            </a:p>
            <a:p>
              <a:pPr algn="r"/>
              <a:r>
                <a:rPr lang="en-US" sz="1600" dirty="0"/>
                <a:t>13</a:t>
              </a:r>
            </a:p>
          </p:txBody>
        </p:sp>
        <p:sp>
          <p:nvSpPr>
            <p:cNvPr id="25" name="AutoShape 40">
              <a:extLst>
                <a:ext uri="{FF2B5EF4-FFF2-40B4-BE49-F238E27FC236}">
                  <a16:creationId xmlns:a16="http://schemas.microsoft.com/office/drawing/2014/main" id="{53D4B85A-D474-D716-2BD0-9D3395D7CD4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87085" y="2473543"/>
              <a:ext cx="1204169" cy="304800"/>
            </a:xfrm>
            <a:prstGeom prst="foldedCorner">
              <a:avLst>
                <a:gd name="adj" fmla="val 2760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wrap="none" anchor="ctr" anchorCtr="1"/>
            <a:lstStyle/>
            <a:p>
              <a:pPr marL="0" marR="0" lvl="0" indent="0" algn="l" defTabSz="914400" rtl="0" eaLnBrk="0" fontAlgn="auto" latin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1200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SysML</a:t>
              </a:r>
              <a:r>
                <a:rPr kumimoji="0" lang="en-US" altLang="de-DE" sz="1600" b="0" i="0" u="none" strike="noStrike" kern="120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v2</a:t>
              </a:r>
            </a:p>
          </p:txBody>
        </p:sp>
      </p:grpSp>
      <p:grpSp>
        <p:nvGrpSpPr>
          <p:cNvPr id="26" name="Gruppieren 31">
            <a:extLst>
              <a:ext uri="{FF2B5EF4-FFF2-40B4-BE49-F238E27FC236}">
                <a16:creationId xmlns:a16="http://schemas.microsoft.com/office/drawing/2014/main" id="{94B703BA-5DD7-658B-9BE6-49FBDE251CD1}"/>
              </a:ext>
            </a:extLst>
          </p:cNvPr>
          <p:cNvGrpSpPr/>
          <p:nvPr/>
        </p:nvGrpSpPr>
        <p:grpSpPr>
          <a:xfrm>
            <a:off x="7392074" y="1355108"/>
            <a:ext cx="3839671" cy="412750"/>
            <a:chOff x="4353342" y="1861556"/>
            <a:chExt cx="3281668" cy="412750"/>
          </a:xfrm>
        </p:grpSpPr>
        <p:sp>
          <p:nvSpPr>
            <p:cNvPr id="27" name="Text Box 82">
              <a:extLst>
                <a:ext uri="{FF2B5EF4-FFF2-40B4-BE49-F238E27FC236}">
                  <a16:creationId xmlns:a16="http://schemas.microsoft.com/office/drawing/2014/main" id="{4F1D71A5-884A-AFF8-3D62-4D6358F37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0278" y="1899656"/>
              <a:ext cx="92779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f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29" name="Rectangle 83">
              <a:extLst>
                <a:ext uri="{FF2B5EF4-FFF2-40B4-BE49-F238E27FC236}">
                  <a16:creationId xmlns:a16="http://schemas.microsoft.com/office/drawing/2014/main" id="{71B837E4-8AB8-E631-1E2A-EB73BE43C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342" y="1861556"/>
              <a:ext cx="328166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30" name="AutoShape 50">
            <a:extLst>
              <a:ext uri="{FF2B5EF4-FFF2-40B4-BE49-F238E27FC236}">
                <a16:creationId xmlns:a16="http://schemas.microsoft.com/office/drawing/2014/main" id="{92CECE13-0C4E-1B9D-9625-097B704B1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8370" y="1763890"/>
            <a:ext cx="168275" cy="252412"/>
          </a:xfrm>
          <a:prstGeom prst="diamond">
            <a:avLst/>
          </a:prstGeom>
          <a:solidFill>
            <a:sysClr val="windowText" lastClr="000000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2" name="Rectangle 83">
            <a:extLst>
              <a:ext uri="{FF2B5EF4-FFF2-40B4-BE49-F238E27FC236}">
                <a16:creationId xmlns:a16="http://schemas.microsoft.com/office/drawing/2014/main" id="{CC7A4D76-29C4-3F70-0D77-D2371DF7B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367" y="1774086"/>
            <a:ext cx="271084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“c”</a:t>
            </a:r>
            <a:endParaRPr lang="en-US" sz="1800" dirty="0"/>
          </a:p>
        </p:txBody>
      </p:sp>
      <p:cxnSp>
        <p:nvCxnSpPr>
          <p:cNvPr id="34" name="Verbinder: gewinkelt 87">
            <a:extLst>
              <a:ext uri="{FF2B5EF4-FFF2-40B4-BE49-F238E27FC236}">
                <a16:creationId xmlns:a16="http://schemas.microsoft.com/office/drawing/2014/main" id="{8940144E-FC2E-C70C-6ADA-2B2CAEFE99CC}"/>
              </a:ext>
            </a:extLst>
          </p:cNvPr>
          <p:cNvCxnSpPr>
            <a:cxnSpLocks/>
            <a:stCxn id="30" idx="2"/>
            <a:endCxn id="60" idx="0"/>
          </p:cNvCxnSpPr>
          <p:nvPr/>
        </p:nvCxnSpPr>
        <p:spPr>
          <a:xfrm rot="5400000">
            <a:off x="10274991" y="2283819"/>
            <a:ext cx="535035" cy="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39" name="Rectangle 83">
            <a:extLst>
              <a:ext uri="{FF2B5EF4-FFF2-40B4-BE49-F238E27FC236}">
                <a16:creationId xmlns:a16="http://schemas.microsoft.com/office/drawing/2014/main" id="{4EC6817E-D235-32EA-E287-826CBCD5C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287" y="1768009"/>
            <a:ext cx="271084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“b”</a:t>
            </a:r>
            <a:endParaRPr lang="en-US" sz="1800" dirty="0"/>
          </a:p>
        </p:txBody>
      </p:sp>
      <p:grpSp>
        <p:nvGrpSpPr>
          <p:cNvPr id="48" name="Gruppieren 31">
            <a:extLst>
              <a:ext uri="{FF2B5EF4-FFF2-40B4-BE49-F238E27FC236}">
                <a16:creationId xmlns:a16="http://schemas.microsoft.com/office/drawing/2014/main" id="{E0CDA438-C03E-5276-EA27-8EBE9A2D3D8E}"/>
              </a:ext>
            </a:extLst>
          </p:cNvPr>
          <p:cNvGrpSpPr/>
          <p:nvPr/>
        </p:nvGrpSpPr>
        <p:grpSpPr>
          <a:xfrm>
            <a:off x="9948899" y="2551337"/>
            <a:ext cx="1187216" cy="412750"/>
            <a:chOff x="4353342" y="1861556"/>
            <a:chExt cx="3281668" cy="412750"/>
          </a:xfrm>
        </p:grpSpPr>
        <p:sp>
          <p:nvSpPr>
            <p:cNvPr id="59" name="Text Box 82">
              <a:extLst>
                <a:ext uri="{FF2B5EF4-FFF2-40B4-BE49-F238E27FC236}">
                  <a16:creationId xmlns:a16="http://schemas.microsoft.com/office/drawing/2014/main" id="{16C825D0-9ADB-A672-5916-EA745A966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6303" y="1899656"/>
              <a:ext cx="97574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de-DE" sz="1600" u="sng" kern="0" dirty="0">
                  <a:solidFill>
                    <a:prstClr val="black"/>
                  </a:solidFill>
                </a:rPr>
                <a:t>g</a:t>
              </a: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:Function</a:t>
              </a:r>
            </a:p>
          </p:txBody>
        </p:sp>
        <p:sp>
          <p:nvSpPr>
            <p:cNvPr id="60" name="Rectangle 83">
              <a:extLst>
                <a:ext uri="{FF2B5EF4-FFF2-40B4-BE49-F238E27FC236}">
                  <a16:creationId xmlns:a16="http://schemas.microsoft.com/office/drawing/2014/main" id="{1F00CB09-920A-2A97-8676-F869619A0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342" y="1861556"/>
              <a:ext cx="328166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1" name="Gruppieren 31">
            <a:extLst>
              <a:ext uri="{FF2B5EF4-FFF2-40B4-BE49-F238E27FC236}">
                <a16:creationId xmlns:a16="http://schemas.microsoft.com/office/drawing/2014/main" id="{FE64EC15-00D1-4DFB-939E-6148E4453747}"/>
              </a:ext>
            </a:extLst>
          </p:cNvPr>
          <p:cNvGrpSpPr/>
          <p:nvPr/>
        </p:nvGrpSpPr>
        <p:grpSpPr>
          <a:xfrm>
            <a:off x="10705540" y="3287656"/>
            <a:ext cx="1187216" cy="412750"/>
            <a:chOff x="4353342" y="1861556"/>
            <a:chExt cx="3281668" cy="412750"/>
          </a:xfrm>
        </p:grpSpPr>
        <p:sp>
          <p:nvSpPr>
            <p:cNvPr id="62" name="Text Box 82">
              <a:extLst>
                <a:ext uri="{FF2B5EF4-FFF2-40B4-BE49-F238E27FC236}">
                  <a16:creationId xmlns:a16="http://schemas.microsoft.com/office/drawing/2014/main" id="{676278BD-1B08-F600-2BFA-C5B77B7C8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307" y="1899656"/>
              <a:ext cx="315574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h:Function</a:t>
              </a:r>
            </a:p>
          </p:txBody>
        </p:sp>
        <p:sp>
          <p:nvSpPr>
            <p:cNvPr id="63" name="Rectangle 83">
              <a:extLst>
                <a:ext uri="{FF2B5EF4-FFF2-40B4-BE49-F238E27FC236}">
                  <a16:creationId xmlns:a16="http://schemas.microsoft.com/office/drawing/2014/main" id="{8B21E113-F84B-B890-0360-E3C83C2E3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342" y="1861556"/>
              <a:ext cx="328166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65" name="Verbinder: gewinkelt 87">
            <a:extLst>
              <a:ext uri="{FF2B5EF4-FFF2-40B4-BE49-F238E27FC236}">
                <a16:creationId xmlns:a16="http://schemas.microsoft.com/office/drawing/2014/main" id="{A3074565-9991-4B2D-D102-1FEB4ECD3B25}"/>
              </a:ext>
            </a:extLst>
          </p:cNvPr>
          <p:cNvCxnSpPr>
            <a:cxnSpLocks/>
            <a:stCxn id="30" idx="2"/>
            <a:endCxn id="63" idx="0"/>
          </p:cNvCxnSpPr>
          <p:nvPr/>
        </p:nvCxnSpPr>
        <p:spPr>
          <a:xfrm rot="16200000" flipH="1">
            <a:off x="10285151" y="2273659"/>
            <a:ext cx="1271354" cy="756640"/>
          </a:xfrm>
          <a:prstGeom prst="bentConnector3">
            <a:avLst>
              <a:gd name="adj1" fmla="val 17857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07" name="Rectangle 83">
            <a:extLst>
              <a:ext uri="{FF2B5EF4-FFF2-40B4-BE49-F238E27FC236}">
                <a16:creationId xmlns:a16="http://schemas.microsoft.com/office/drawing/2014/main" id="{0A9F6503-8D02-4F9D-06BF-48D408F18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9733" y="1767858"/>
            <a:ext cx="271084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“a”</a:t>
            </a:r>
            <a:endParaRPr lang="en-US" sz="1800" dirty="0"/>
          </a:p>
        </p:txBody>
      </p:sp>
      <p:grpSp>
        <p:nvGrpSpPr>
          <p:cNvPr id="108" name="Gruppieren 31">
            <a:extLst>
              <a:ext uri="{FF2B5EF4-FFF2-40B4-BE49-F238E27FC236}">
                <a16:creationId xmlns:a16="http://schemas.microsoft.com/office/drawing/2014/main" id="{64B41D1B-7775-9FF0-B2A3-40C568CD30E5}"/>
              </a:ext>
            </a:extLst>
          </p:cNvPr>
          <p:cNvGrpSpPr/>
          <p:nvPr/>
        </p:nvGrpSpPr>
        <p:grpSpPr>
          <a:xfrm>
            <a:off x="8453424" y="3251560"/>
            <a:ext cx="979137" cy="412750"/>
            <a:chOff x="4353342" y="1861556"/>
            <a:chExt cx="3281668" cy="412750"/>
          </a:xfrm>
        </p:grpSpPr>
        <p:sp>
          <p:nvSpPr>
            <p:cNvPr id="109" name="Text Box 82">
              <a:extLst>
                <a:ext uri="{FF2B5EF4-FFF2-40B4-BE49-F238E27FC236}">
                  <a16:creationId xmlns:a16="http://schemas.microsoft.com/office/drawing/2014/main" id="{55B42807-F944-800A-FF79-D164314B0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6841" y="1899656"/>
              <a:ext cx="277467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:Channel</a:t>
              </a:r>
            </a:p>
          </p:txBody>
        </p:sp>
        <p:sp>
          <p:nvSpPr>
            <p:cNvPr id="110" name="Rectangle 83">
              <a:extLst>
                <a:ext uri="{FF2B5EF4-FFF2-40B4-BE49-F238E27FC236}">
                  <a16:creationId xmlns:a16="http://schemas.microsoft.com/office/drawing/2014/main" id="{BDADE4A1-C18E-FAF1-99BE-DAFBA868D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342" y="1861556"/>
              <a:ext cx="328166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15" name="Gruppieren 31">
            <a:extLst>
              <a:ext uri="{FF2B5EF4-FFF2-40B4-BE49-F238E27FC236}">
                <a16:creationId xmlns:a16="http://schemas.microsoft.com/office/drawing/2014/main" id="{7E8AC5A1-D80C-5F7D-7C5D-B47E900AA16A}"/>
              </a:ext>
            </a:extLst>
          </p:cNvPr>
          <p:cNvGrpSpPr/>
          <p:nvPr/>
        </p:nvGrpSpPr>
        <p:grpSpPr>
          <a:xfrm>
            <a:off x="8456435" y="2540410"/>
            <a:ext cx="979137" cy="412750"/>
            <a:chOff x="4353342" y="1861556"/>
            <a:chExt cx="3281668" cy="412750"/>
          </a:xfrm>
        </p:grpSpPr>
        <p:sp>
          <p:nvSpPr>
            <p:cNvPr id="116" name="Text Box 82">
              <a:extLst>
                <a:ext uri="{FF2B5EF4-FFF2-40B4-BE49-F238E27FC236}">
                  <a16:creationId xmlns:a16="http://schemas.microsoft.com/office/drawing/2014/main" id="{BD16AA6D-DC92-8F81-63B5-EC8C41243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6841" y="1899656"/>
              <a:ext cx="277467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:Channel</a:t>
              </a:r>
            </a:p>
          </p:txBody>
        </p:sp>
        <p:sp>
          <p:nvSpPr>
            <p:cNvPr id="117" name="Rectangle 83">
              <a:extLst>
                <a:ext uri="{FF2B5EF4-FFF2-40B4-BE49-F238E27FC236}">
                  <a16:creationId xmlns:a16="http://schemas.microsoft.com/office/drawing/2014/main" id="{2AAB5ADA-DBD9-BA68-5937-2A06B093E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342" y="1861556"/>
              <a:ext cx="328166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18" name="Gruppieren 31">
            <a:extLst>
              <a:ext uri="{FF2B5EF4-FFF2-40B4-BE49-F238E27FC236}">
                <a16:creationId xmlns:a16="http://schemas.microsoft.com/office/drawing/2014/main" id="{8A950902-A1A8-5FEA-5D09-5476683E6337}"/>
              </a:ext>
            </a:extLst>
          </p:cNvPr>
          <p:cNvGrpSpPr/>
          <p:nvPr/>
        </p:nvGrpSpPr>
        <p:grpSpPr>
          <a:xfrm>
            <a:off x="10215971" y="4208443"/>
            <a:ext cx="979137" cy="412750"/>
            <a:chOff x="4353342" y="1861556"/>
            <a:chExt cx="3281668" cy="412750"/>
          </a:xfrm>
        </p:grpSpPr>
        <p:sp>
          <p:nvSpPr>
            <p:cNvPr id="119" name="Text Box 82">
              <a:extLst>
                <a:ext uri="{FF2B5EF4-FFF2-40B4-BE49-F238E27FC236}">
                  <a16:creationId xmlns:a16="http://schemas.microsoft.com/office/drawing/2014/main" id="{0076AD7F-470E-DE60-F470-B057F6103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6841" y="1899656"/>
              <a:ext cx="277467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:Channel</a:t>
              </a:r>
            </a:p>
          </p:txBody>
        </p:sp>
        <p:sp>
          <p:nvSpPr>
            <p:cNvPr id="120" name="Rectangle 83">
              <a:extLst>
                <a:ext uri="{FF2B5EF4-FFF2-40B4-BE49-F238E27FC236}">
                  <a16:creationId xmlns:a16="http://schemas.microsoft.com/office/drawing/2014/main" id="{285552F7-3421-B985-5CF6-8836C86D0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342" y="1861556"/>
              <a:ext cx="328166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28" name="Rectangle 83">
            <a:extLst>
              <a:ext uri="{FF2B5EF4-FFF2-40B4-BE49-F238E27FC236}">
                <a16:creationId xmlns:a16="http://schemas.microsoft.com/office/drawing/2014/main" id="{4280F45F-BFCF-456E-3BC4-86A9E512A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7814" y="2637140"/>
            <a:ext cx="271084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“b”</a:t>
            </a:r>
            <a:endParaRPr lang="en-US" sz="1800" dirty="0"/>
          </a:p>
        </p:txBody>
      </p:sp>
      <p:cxnSp>
        <p:nvCxnSpPr>
          <p:cNvPr id="129" name="Verbinder: gewinkelt 87">
            <a:extLst>
              <a:ext uri="{FF2B5EF4-FFF2-40B4-BE49-F238E27FC236}">
                <a16:creationId xmlns:a16="http://schemas.microsoft.com/office/drawing/2014/main" id="{A1704D64-AF38-CED0-318A-90203AA027D8}"/>
              </a:ext>
            </a:extLst>
          </p:cNvPr>
          <p:cNvCxnSpPr>
            <a:cxnSpLocks/>
            <a:stCxn id="128" idx="1"/>
            <a:endCxn id="117" idx="3"/>
          </p:cNvCxnSpPr>
          <p:nvPr/>
        </p:nvCxnSpPr>
        <p:spPr>
          <a:xfrm rot="10800000">
            <a:off x="9435572" y="2746786"/>
            <a:ext cx="242242" cy="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34" name="Verbinder: gewinkelt 87">
            <a:extLst>
              <a:ext uri="{FF2B5EF4-FFF2-40B4-BE49-F238E27FC236}">
                <a16:creationId xmlns:a16="http://schemas.microsoft.com/office/drawing/2014/main" id="{09071D55-B9D6-BF63-0FAA-2CFD89C83C78}"/>
              </a:ext>
            </a:extLst>
          </p:cNvPr>
          <p:cNvCxnSpPr>
            <a:cxnSpLocks/>
            <a:stCxn id="107" idx="2"/>
            <a:endCxn id="117" idx="0"/>
          </p:cNvCxnSpPr>
          <p:nvPr/>
        </p:nvCxnSpPr>
        <p:spPr>
          <a:xfrm rot="16200000" flipH="1">
            <a:off x="8669009" y="2263414"/>
            <a:ext cx="553261" cy="72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39" name="Rectangle 83">
            <a:extLst>
              <a:ext uri="{FF2B5EF4-FFF2-40B4-BE49-F238E27FC236}">
                <a16:creationId xmlns:a16="http://schemas.microsoft.com/office/drawing/2014/main" id="{05D93185-28C7-EE2D-BF70-81639AE6D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135" y="2960458"/>
            <a:ext cx="271084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“c”</a:t>
            </a:r>
            <a:endParaRPr lang="en-US" sz="1800" dirty="0"/>
          </a:p>
        </p:txBody>
      </p:sp>
      <p:cxnSp>
        <p:nvCxnSpPr>
          <p:cNvPr id="140" name="Verbinder: gewinkelt 87">
            <a:extLst>
              <a:ext uri="{FF2B5EF4-FFF2-40B4-BE49-F238E27FC236}">
                <a16:creationId xmlns:a16="http://schemas.microsoft.com/office/drawing/2014/main" id="{20A7775D-F80A-BBBA-6B14-3FBF20E1ABB5}"/>
              </a:ext>
            </a:extLst>
          </p:cNvPr>
          <p:cNvCxnSpPr>
            <a:cxnSpLocks/>
            <a:stCxn id="139" idx="2"/>
            <a:endCxn id="110" idx="3"/>
          </p:cNvCxnSpPr>
          <p:nvPr/>
        </p:nvCxnSpPr>
        <p:spPr>
          <a:xfrm rot="5400000">
            <a:off x="9660526" y="2951784"/>
            <a:ext cx="278186" cy="734116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43" name="Verbinder: gewinkelt 87">
            <a:extLst>
              <a:ext uri="{FF2B5EF4-FFF2-40B4-BE49-F238E27FC236}">
                <a16:creationId xmlns:a16="http://schemas.microsoft.com/office/drawing/2014/main" id="{2F898ED7-F032-D331-6066-C05DD9DA5528}"/>
              </a:ext>
            </a:extLst>
          </p:cNvPr>
          <p:cNvCxnSpPr>
            <a:cxnSpLocks/>
            <a:stCxn id="39" idx="2"/>
            <a:endCxn id="110" idx="1"/>
          </p:cNvCxnSpPr>
          <p:nvPr/>
        </p:nvCxnSpPr>
        <p:spPr>
          <a:xfrm rot="16200000" flipH="1">
            <a:off x="7469309" y="2473819"/>
            <a:ext cx="1470635" cy="497595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46" name="Rectangle 83">
            <a:extLst>
              <a:ext uri="{FF2B5EF4-FFF2-40B4-BE49-F238E27FC236}">
                <a16:creationId xmlns:a16="http://schemas.microsoft.com/office/drawing/2014/main" id="{FF1D91B2-4B44-A792-79A9-9AFC8E422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7273" y="2970462"/>
            <a:ext cx="271084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“d”</a:t>
            </a:r>
            <a:endParaRPr lang="en-US" sz="1800" dirty="0"/>
          </a:p>
        </p:txBody>
      </p:sp>
      <p:cxnSp>
        <p:nvCxnSpPr>
          <p:cNvPr id="147" name="Verbinder: gewinkelt 87">
            <a:extLst>
              <a:ext uri="{FF2B5EF4-FFF2-40B4-BE49-F238E27FC236}">
                <a16:creationId xmlns:a16="http://schemas.microsoft.com/office/drawing/2014/main" id="{E45CC561-A282-1FC1-049A-1329C17F1E62}"/>
              </a:ext>
            </a:extLst>
          </p:cNvPr>
          <p:cNvCxnSpPr>
            <a:cxnSpLocks/>
            <a:stCxn id="146" idx="2"/>
          </p:cNvCxnSpPr>
          <p:nvPr/>
        </p:nvCxnSpPr>
        <p:spPr>
          <a:xfrm rot="5400000">
            <a:off x="9993469" y="3699099"/>
            <a:ext cx="1018692" cy="127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50" name="Rectangle 83">
            <a:extLst>
              <a:ext uri="{FF2B5EF4-FFF2-40B4-BE49-F238E27FC236}">
                <a16:creationId xmlns:a16="http://schemas.microsoft.com/office/drawing/2014/main" id="{622E0E5D-3B6E-44DF-8F16-EBE2C71BF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8319" y="3710410"/>
            <a:ext cx="271084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“e”</a:t>
            </a:r>
            <a:endParaRPr lang="en-US" sz="1800" dirty="0"/>
          </a:p>
        </p:txBody>
      </p:sp>
      <p:cxnSp>
        <p:nvCxnSpPr>
          <p:cNvPr id="151" name="Verbinder: gewinkelt 87">
            <a:extLst>
              <a:ext uri="{FF2B5EF4-FFF2-40B4-BE49-F238E27FC236}">
                <a16:creationId xmlns:a16="http://schemas.microsoft.com/office/drawing/2014/main" id="{F2ADCBA9-2D64-517D-8963-56AF1DA395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719820" y="4062786"/>
            <a:ext cx="288080" cy="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grpSp>
        <p:nvGrpSpPr>
          <p:cNvPr id="177" name="Gruppieren 31">
            <a:extLst>
              <a:ext uri="{FF2B5EF4-FFF2-40B4-BE49-F238E27FC236}">
                <a16:creationId xmlns:a16="http://schemas.microsoft.com/office/drawing/2014/main" id="{6FBC0E50-28F7-DA48-DF36-C959F72A26B4}"/>
              </a:ext>
            </a:extLst>
          </p:cNvPr>
          <p:cNvGrpSpPr/>
          <p:nvPr/>
        </p:nvGrpSpPr>
        <p:grpSpPr>
          <a:xfrm>
            <a:off x="10226390" y="4958395"/>
            <a:ext cx="979137" cy="412750"/>
            <a:chOff x="4353342" y="1861556"/>
            <a:chExt cx="3281668" cy="412750"/>
          </a:xfrm>
        </p:grpSpPr>
        <p:sp>
          <p:nvSpPr>
            <p:cNvPr id="178" name="Text Box 82">
              <a:extLst>
                <a:ext uri="{FF2B5EF4-FFF2-40B4-BE49-F238E27FC236}">
                  <a16:creationId xmlns:a16="http://schemas.microsoft.com/office/drawing/2014/main" id="{C18D4368-71C3-6C92-3908-F7FD6FAC3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6841" y="1899656"/>
              <a:ext cx="277467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:Channel</a:t>
              </a:r>
            </a:p>
          </p:txBody>
        </p:sp>
        <p:sp>
          <p:nvSpPr>
            <p:cNvPr id="179" name="Rectangle 83">
              <a:extLst>
                <a:ext uri="{FF2B5EF4-FFF2-40B4-BE49-F238E27FC236}">
                  <a16:creationId xmlns:a16="http://schemas.microsoft.com/office/drawing/2014/main" id="{462DDA9D-AA37-883A-A946-2BABF1551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342" y="1861556"/>
              <a:ext cx="3281668" cy="41275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81" name="Rectangle 83">
            <a:extLst>
              <a:ext uri="{FF2B5EF4-FFF2-40B4-BE49-F238E27FC236}">
                <a16:creationId xmlns:a16="http://schemas.microsoft.com/office/drawing/2014/main" id="{EAE99CFE-66CC-206B-4368-DC29249DA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6173" y="3710410"/>
            <a:ext cx="271084" cy="219291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0000"/>
                </a:solidFill>
              </a:rPr>
              <a:t>“f”</a:t>
            </a:r>
            <a:endParaRPr lang="en-US" sz="1800" dirty="0"/>
          </a:p>
        </p:txBody>
      </p:sp>
      <p:cxnSp>
        <p:nvCxnSpPr>
          <p:cNvPr id="182" name="Verbinder: gewinkelt 87">
            <a:extLst>
              <a:ext uri="{FF2B5EF4-FFF2-40B4-BE49-F238E27FC236}">
                <a16:creationId xmlns:a16="http://schemas.microsoft.com/office/drawing/2014/main" id="{ED0BF0F0-F475-BB9F-E2AC-7BA9898CEF48}"/>
              </a:ext>
            </a:extLst>
          </p:cNvPr>
          <p:cNvCxnSpPr>
            <a:cxnSpLocks/>
            <a:stCxn id="181" idx="2"/>
            <a:endCxn id="179" idx="3"/>
          </p:cNvCxnSpPr>
          <p:nvPr/>
        </p:nvCxnSpPr>
        <p:spPr>
          <a:xfrm rot="5400000">
            <a:off x="10821087" y="4314141"/>
            <a:ext cx="1235069" cy="466188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cxnSp>
        <p:nvCxnSpPr>
          <p:cNvPr id="195" name="Verbinder: gewinkelt 87">
            <a:extLst>
              <a:ext uri="{FF2B5EF4-FFF2-40B4-BE49-F238E27FC236}">
                <a16:creationId xmlns:a16="http://schemas.microsoft.com/office/drawing/2014/main" id="{062A505B-EF81-CA2D-6853-8C1D418BB241}"/>
              </a:ext>
            </a:extLst>
          </p:cNvPr>
          <p:cNvCxnSpPr>
            <a:cxnSpLocks/>
            <a:stCxn id="32" idx="2"/>
            <a:endCxn id="179" idx="1"/>
          </p:cNvCxnSpPr>
          <p:nvPr/>
        </p:nvCxnSpPr>
        <p:spPr>
          <a:xfrm rot="16200000" flipH="1">
            <a:off x="7319453" y="2257832"/>
            <a:ext cx="3171393" cy="2642481"/>
          </a:xfrm>
          <a:prstGeom prst="bentConnector2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 type="triangle" w="med" len="med"/>
          </a:ln>
        </p:spPr>
      </p:cxnSp>
      <p:sp>
        <p:nvSpPr>
          <p:cNvPr id="199" name="AutoShape 40">
            <a:extLst>
              <a:ext uri="{FF2B5EF4-FFF2-40B4-BE49-F238E27FC236}">
                <a16:creationId xmlns:a16="http://schemas.microsoft.com/office/drawing/2014/main" id="{EC04A8A2-BAE9-18FD-47CD-DA823EC186F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129894" y="976738"/>
            <a:ext cx="932720" cy="304800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1600" dirty="0">
                <a:solidFill>
                  <a:srgbClr val="000000"/>
                </a:solidFill>
                <a:latin typeface="Arial"/>
                <a:ea typeface="+mn-ea"/>
              </a:rPr>
              <a:t>FSM OD</a:t>
            </a:r>
            <a:endParaRPr kumimoji="0" lang="en-US" altLang="de-DE" sz="1600" b="0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Textfeld 44">
            <a:extLst>
              <a:ext uri="{FF2B5EF4-FFF2-40B4-BE49-F238E27FC236}">
                <a16:creationId xmlns:a16="http://schemas.microsoft.com/office/drawing/2014/main" id="{AD9BB030-12E9-1F59-CFE9-D30C1B477387}"/>
              </a:ext>
            </a:extLst>
          </p:cNvPr>
          <p:cNvSpPr txBox="1"/>
          <p:nvPr/>
        </p:nvSpPr>
        <p:spPr>
          <a:xfrm>
            <a:off x="3402189" y="4827409"/>
            <a:ext cx="2845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Models of both languages can be mapped onto the function structure model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04" name="Freihandform: Form 44">
            <a:extLst>
              <a:ext uri="{FF2B5EF4-FFF2-40B4-BE49-F238E27FC236}">
                <a16:creationId xmlns:a16="http://schemas.microsoft.com/office/drawing/2014/main" id="{4DFF790C-CEB4-4BF6-3353-1A8F12B62C41}"/>
              </a:ext>
            </a:extLst>
          </p:cNvPr>
          <p:cNvSpPr/>
          <p:nvPr/>
        </p:nvSpPr>
        <p:spPr>
          <a:xfrm rot="15900922">
            <a:off x="6005378" y="3350991"/>
            <a:ext cx="302982" cy="2040713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5" name="Freihandform: Form 44">
            <a:extLst>
              <a:ext uri="{FF2B5EF4-FFF2-40B4-BE49-F238E27FC236}">
                <a16:creationId xmlns:a16="http://schemas.microsoft.com/office/drawing/2014/main" id="{6C085B49-0BD9-1EFE-0B1B-B93D11AF8BD2}"/>
              </a:ext>
            </a:extLst>
          </p:cNvPr>
          <p:cNvSpPr/>
          <p:nvPr/>
        </p:nvSpPr>
        <p:spPr>
          <a:xfrm rot="16200000">
            <a:off x="4474693" y="2067311"/>
            <a:ext cx="514253" cy="4875448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9337F2-FB32-B456-2D32-96C1A0EB15E2}"/>
              </a:ext>
            </a:extLst>
          </p:cNvPr>
          <p:cNvSpPr/>
          <p:nvPr/>
        </p:nvSpPr>
        <p:spPr>
          <a:xfrm>
            <a:off x="7169543" y="974614"/>
            <a:ext cx="4893071" cy="4788988"/>
          </a:xfrm>
          <a:prstGeom prst="rect">
            <a:avLst/>
          </a:prstGeom>
          <a:noFill/>
          <a:ln w="63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24946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B6A86728-204F-6C3B-5E8E-CDB364A2E220}"/>
              </a:ext>
            </a:extLst>
          </p:cNvPr>
          <p:cNvSpPr/>
          <p:nvPr/>
        </p:nvSpPr>
        <p:spPr>
          <a:xfrm>
            <a:off x="3460730" y="1326676"/>
            <a:ext cx="8559820" cy="3990925"/>
          </a:xfrm>
          <a:prstGeom prst="roundRect">
            <a:avLst>
              <a:gd name="adj" fmla="val 7436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E444C"/>
              </a:solidFill>
              <a:latin typeface="ArialMT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6F45CFF-8C84-F524-0E64-1AAD8272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 Cockpit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C90F87DA-B3D6-0DDB-C543-18D12CEE322F}"/>
              </a:ext>
            </a:extLst>
          </p:cNvPr>
          <p:cNvGrpSpPr/>
          <p:nvPr/>
        </p:nvGrpSpPr>
        <p:grpSpPr>
          <a:xfrm>
            <a:off x="7082774" y="1591242"/>
            <a:ext cx="4245198" cy="1942009"/>
            <a:chOff x="7780197" y="3118762"/>
            <a:chExt cx="4245198" cy="1942009"/>
          </a:xfrm>
        </p:grpSpPr>
        <p:sp>
          <p:nvSpPr>
            <p:cNvPr id="6" name="Rectangle 27">
              <a:extLst>
                <a:ext uri="{FF2B5EF4-FFF2-40B4-BE49-F238E27FC236}">
                  <a16:creationId xmlns:a16="http://schemas.microsoft.com/office/drawing/2014/main" id="{B030210F-50CC-1AAA-80A5-955B5886C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499" y="3118762"/>
              <a:ext cx="4029362" cy="1942009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lvl="0"/>
              <a:r>
                <a:rPr lang="en-US" sz="1600" dirty="0">
                  <a:solidFill>
                    <a:srgbClr val="000000"/>
                  </a:solidFill>
                </a:rPr>
                <a:t>F</a:t>
              </a:r>
            </a:p>
          </p:txBody>
        </p:sp>
        <p:grpSp>
          <p:nvGrpSpPr>
            <p:cNvPr id="7" name="Group 28">
              <a:extLst>
                <a:ext uri="{FF2B5EF4-FFF2-40B4-BE49-F238E27FC236}">
                  <a16:creationId xmlns:a16="http://schemas.microsoft.com/office/drawing/2014/main" id="{085432F8-56DE-C394-A370-8BE9B197D164}"/>
                </a:ext>
              </a:extLst>
            </p:cNvPr>
            <p:cNvGrpSpPr/>
            <p:nvPr/>
          </p:nvGrpSpPr>
          <p:grpSpPr>
            <a:xfrm>
              <a:off x="8815914" y="3367363"/>
              <a:ext cx="1071989" cy="919048"/>
              <a:chOff x="5433573" y="2209305"/>
              <a:chExt cx="1071989" cy="919048"/>
            </a:xfrm>
          </p:grpSpPr>
          <p:sp>
            <p:nvSpPr>
              <p:cNvPr id="19" name="Rectangle 27">
                <a:extLst>
                  <a:ext uri="{FF2B5EF4-FFF2-40B4-BE49-F238E27FC236}">
                    <a16:creationId xmlns:a16="http://schemas.microsoft.com/office/drawing/2014/main" id="{587C01E3-A61C-2EB0-443A-6D72413FF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384" y="2209305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20" name="Rechteck 64">
                <a:extLst>
                  <a:ext uri="{FF2B5EF4-FFF2-40B4-BE49-F238E27FC236}">
                    <a16:creationId xmlns:a16="http://schemas.microsoft.com/office/drawing/2014/main" id="{C6DED0D9-E904-D96C-485A-C315E614C1C0}"/>
                  </a:ext>
                </a:extLst>
              </p:cNvPr>
              <p:cNvSpPr/>
              <p:nvPr/>
            </p:nvSpPr>
            <p:spPr>
              <a:xfrm>
                <a:off x="5433573" y="256082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549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21" name="Rechteck 66">
                <a:extLst>
                  <a:ext uri="{FF2B5EF4-FFF2-40B4-BE49-F238E27FC236}">
                    <a16:creationId xmlns:a16="http://schemas.microsoft.com/office/drawing/2014/main" id="{20B0AA4D-36CA-EFDE-7AC6-132A992C7241}"/>
                  </a:ext>
                </a:extLst>
              </p:cNvPr>
              <p:cNvSpPr/>
              <p:nvPr/>
            </p:nvSpPr>
            <p:spPr>
              <a:xfrm>
                <a:off x="6289562" y="237747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22" name="Rechteck 71">
                <a:extLst>
                  <a:ext uri="{FF2B5EF4-FFF2-40B4-BE49-F238E27FC236}">
                    <a16:creationId xmlns:a16="http://schemas.microsoft.com/office/drawing/2014/main" id="{C377DDAD-4700-3DE6-89A9-004ABACA1867}"/>
                  </a:ext>
                </a:extLst>
              </p:cNvPr>
              <p:cNvSpPr/>
              <p:nvPr/>
            </p:nvSpPr>
            <p:spPr>
              <a:xfrm>
                <a:off x="6289562" y="2758461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cxnSp>
          <p:nvCxnSpPr>
            <p:cNvPr id="8" name="Gerade Verbindung mit Pfeil 63">
              <a:extLst>
                <a:ext uri="{FF2B5EF4-FFF2-40B4-BE49-F238E27FC236}">
                  <a16:creationId xmlns:a16="http://schemas.microsoft.com/office/drawing/2014/main" id="{DAE3EBA5-AECF-3FAE-E2A7-BFF4D5EFCF70}"/>
                </a:ext>
              </a:extLst>
            </p:cNvPr>
            <p:cNvCxnSpPr>
              <a:cxnSpLocks/>
              <a:stCxn id="18" idx="3"/>
              <a:endCxn id="11" idx="1"/>
            </p:cNvCxnSpPr>
            <p:nvPr/>
          </p:nvCxnSpPr>
          <p:spPr>
            <a:xfrm>
              <a:off x="11612003" y="4484043"/>
              <a:ext cx="1973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" name="Group 42">
              <a:extLst>
                <a:ext uri="{FF2B5EF4-FFF2-40B4-BE49-F238E27FC236}">
                  <a16:creationId xmlns:a16="http://schemas.microsoft.com/office/drawing/2014/main" id="{F89A36A4-7F40-1BB4-E644-2C413F81CD0F}"/>
                </a:ext>
              </a:extLst>
            </p:cNvPr>
            <p:cNvGrpSpPr/>
            <p:nvPr/>
          </p:nvGrpSpPr>
          <p:grpSpPr>
            <a:xfrm>
              <a:off x="10537587" y="4024519"/>
              <a:ext cx="1074416" cy="919048"/>
              <a:chOff x="7591431" y="2820281"/>
              <a:chExt cx="1074416" cy="919048"/>
            </a:xfrm>
          </p:grpSpPr>
          <p:sp>
            <p:nvSpPr>
              <p:cNvPr id="16" name="Rectangle 27">
                <a:extLst>
                  <a:ext uri="{FF2B5EF4-FFF2-40B4-BE49-F238E27FC236}">
                    <a16:creationId xmlns:a16="http://schemas.microsoft.com/office/drawing/2014/main" id="{FF40607A-4BB6-EBB5-868D-FB8334E10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9431" y="2820281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H</a:t>
                </a:r>
              </a:p>
            </p:txBody>
          </p:sp>
          <p:sp>
            <p:nvSpPr>
              <p:cNvPr id="17" name="Rechteck 64">
                <a:extLst>
                  <a:ext uri="{FF2B5EF4-FFF2-40B4-BE49-F238E27FC236}">
                    <a16:creationId xmlns:a16="http://schemas.microsoft.com/office/drawing/2014/main" id="{73FF74A0-F832-E8D4-FAA9-D866CE890397}"/>
                  </a:ext>
                </a:extLst>
              </p:cNvPr>
              <p:cNvSpPr/>
              <p:nvPr/>
            </p:nvSpPr>
            <p:spPr>
              <a:xfrm>
                <a:off x="7591431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18" name="Rechteck 66">
                <a:extLst>
                  <a:ext uri="{FF2B5EF4-FFF2-40B4-BE49-F238E27FC236}">
                    <a16:creationId xmlns:a16="http://schemas.microsoft.com/office/drawing/2014/main" id="{25D2333B-75FE-8EAA-07F2-14797403203F}"/>
                  </a:ext>
                </a:extLst>
              </p:cNvPr>
              <p:cNvSpPr/>
              <p:nvPr/>
            </p:nvSpPr>
            <p:spPr>
              <a:xfrm>
                <a:off x="8449847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sp>
          <p:nvSpPr>
            <p:cNvPr id="10" name="Rechteck 64">
              <a:extLst>
                <a:ext uri="{FF2B5EF4-FFF2-40B4-BE49-F238E27FC236}">
                  <a16:creationId xmlns:a16="http://schemas.microsoft.com/office/drawing/2014/main" id="{317C5FAB-1053-DCCC-1479-A07DC6CC4BBD}"/>
                </a:ext>
              </a:extLst>
            </p:cNvPr>
            <p:cNvSpPr/>
            <p:nvPr/>
          </p:nvSpPr>
          <p:spPr>
            <a:xfrm>
              <a:off x="7780197" y="3818198"/>
              <a:ext cx="216000" cy="21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549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1" name="Rechteck 64">
              <a:extLst>
                <a:ext uri="{FF2B5EF4-FFF2-40B4-BE49-F238E27FC236}">
                  <a16:creationId xmlns:a16="http://schemas.microsoft.com/office/drawing/2014/main" id="{9937F59B-6E14-2F50-BE9B-5D61D446B5B7}"/>
                </a:ext>
              </a:extLst>
            </p:cNvPr>
            <p:cNvSpPr/>
            <p:nvPr/>
          </p:nvSpPr>
          <p:spPr>
            <a:xfrm>
              <a:off x="11809394" y="4376043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cxnSp>
          <p:nvCxnSpPr>
            <p:cNvPr id="12" name="Connector: Elbow 37">
              <a:extLst>
                <a:ext uri="{FF2B5EF4-FFF2-40B4-BE49-F238E27FC236}">
                  <a16:creationId xmlns:a16="http://schemas.microsoft.com/office/drawing/2014/main" id="{02D1D897-39E8-AF8B-A2AE-DB67BD591029}"/>
                </a:ext>
              </a:extLst>
            </p:cNvPr>
            <p:cNvCxnSpPr>
              <a:cxnSpLocks/>
              <a:stCxn id="10" idx="3"/>
              <a:endCxn id="20" idx="1"/>
            </p:cNvCxnSpPr>
            <p:nvPr/>
          </p:nvCxnSpPr>
          <p:spPr>
            <a:xfrm flipV="1">
              <a:off x="7996197" y="3826887"/>
              <a:ext cx="819717" cy="99311"/>
            </a:xfrm>
            <a:prstGeom prst="bentConnector3">
              <a:avLst/>
            </a:prstGeom>
            <a:ln w="28575">
              <a:solidFill>
                <a:srgbClr val="00549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nector: Elbow 52">
              <a:extLst>
                <a:ext uri="{FF2B5EF4-FFF2-40B4-BE49-F238E27FC236}">
                  <a16:creationId xmlns:a16="http://schemas.microsoft.com/office/drawing/2014/main" id="{5FFA546D-1E24-5102-45CD-5FC6E5CCE0C8}"/>
                </a:ext>
              </a:extLst>
            </p:cNvPr>
            <p:cNvCxnSpPr>
              <a:cxnSpLocks/>
              <a:stCxn id="22" idx="3"/>
              <a:endCxn id="17" idx="1"/>
            </p:cNvCxnSpPr>
            <p:nvPr/>
          </p:nvCxnSpPr>
          <p:spPr>
            <a:xfrm>
              <a:off x="9887903" y="4024519"/>
              <a:ext cx="649684" cy="45952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hteck 64">
              <a:extLst>
                <a:ext uri="{FF2B5EF4-FFF2-40B4-BE49-F238E27FC236}">
                  <a16:creationId xmlns:a16="http://schemas.microsoft.com/office/drawing/2014/main" id="{0B95336A-FFC1-E85B-8B2C-56583DF44A76}"/>
                </a:ext>
              </a:extLst>
            </p:cNvPr>
            <p:cNvSpPr/>
            <p:nvPr/>
          </p:nvSpPr>
          <p:spPr>
            <a:xfrm>
              <a:off x="11809395" y="3535537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cxnSp>
          <p:nvCxnSpPr>
            <p:cNvPr id="15" name="Gerade Verbindung mit Pfeil 63">
              <a:extLst>
                <a:ext uri="{FF2B5EF4-FFF2-40B4-BE49-F238E27FC236}">
                  <a16:creationId xmlns:a16="http://schemas.microsoft.com/office/drawing/2014/main" id="{80A374C9-0AB8-0893-BCB5-3CAB30D77D0C}"/>
                </a:ext>
              </a:extLst>
            </p:cNvPr>
            <p:cNvCxnSpPr>
              <a:cxnSpLocks/>
              <a:stCxn id="21" idx="3"/>
              <a:endCxn id="14" idx="1"/>
            </p:cNvCxnSpPr>
            <p:nvPr/>
          </p:nvCxnSpPr>
          <p:spPr>
            <a:xfrm>
              <a:off x="9887903" y="3643537"/>
              <a:ext cx="19214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6A0234F5-79C6-EE98-9DF3-26DA5044E1E7}"/>
              </a:ext>
            </a:extLst>
          </p:cNvPr>
          <p:cNvSpPr/>
          <p:nvPr/>
        </p:nvSpPr>
        <p:spPr>
          <a:xfrm>
            <a:off x="3460729" y="1326676"/>
            <a:ext cx="3323266" cy="3990925"/>
          </a:xfrm>
          <a:prstGeom prst="roundRect">
            <a:avLst>
              <a:gd name="adj" fmla="val 882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0CD9AABD-BAC9-27C7-F551-23C231EA8F82}"/>
              </a:ext>
            </a:extLst>
          </p:cNvPr>
          <p:cNvSpPr/>
          <p:nvPr/>
        </p:nvSpPr>
        <p:spPr>
          <a:xfrm>
            <a:off x="3562350" y="1408395"/>
            <a:ext cx="3106435" cy="3826656"/>
          </a:xfrm>
          <a:prstGeom prst="roundRect">
            <a:avLst>
              <a:gd name="adj" fmla="val 860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F: Function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a: Input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g: Output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h: Output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G: Function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b: Input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c: Output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d: Output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H: Function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e: Input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f: Output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00549F"/>
                </a:solidFill>
              </a:rPr>
              <a:t>a -&gt; </a:t>
            </a:r>
            <a:r>
              <a:rPr lang="en-US" sz="1600" b="1" dirty="0" err="1">
                <a:solidFill>
                  <a:srgbClr val="00549F"/>
                </a:solidFill>
              </a:rPr>
              <a:t>G.b</a:t>
            </a:r>
            <a:r>
              <a:rPr lang="en-US" sz="1600" dirty="0">
                <a:solidFill>
                  <a:schemeClr val="tx1"/>
                </a:solidFill>
              </a:rPr>
              <a:t>: Channel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chemeClr val="tx1"/>
                </a:solidFill>
              </a:rPr>
              <a:t>G.c</a:t>
            </a:r>
            <a:r>
              <a:rPr lang="en-US" sz="1600" dirty="0">
                <a:solidFill>
                  <a:schemeClr val="tx1"/>
                </a:solidFill>
              </a:rPr>
              <a:t> -&gt; g: Channel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chemeClr val="tx1"/>
                </a:solidFill>
              </a:rPr>
              <a:t>G.d</a:t>
            </a:r>
            <a:r>
              <a:rPr lang="en-US" sz="1600" dirty="0">
                <a:solidFill>
                  <a:schemeClr val="tx1"/>
                </a:solidFill>
              </a:rPr>
              <a:t> -&gt; </a:t>
            </a:r>
            <a:r>
              <a:rPr lang="en-US" sz="1600" dirty="0" err="1">
                <a:solidFill>
                  <a:schemeClr val="tx1"/>
                </a:solidFill>
              </a:rPr>
              <a:t>H.e</a:t>
            </a:r>
            <a:r>
              <a:rPr lang="en-US" sz="1600" dirty="0">
                <a:solidFill>
                  <a:schemeClr val="tx1"/>
                </a:solidFill>
              </a:rPr>
              <a:t>: Channel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chemeClr val="tx1"/>
                </a:solidFill>
              </a:rPr>
              <a:t>H.f</a:t>
            </a:r>
            <a:r>
              <a:rPr lang="en-US" sz="1600" dirty="0">
                <a:solidFill>
                  <a:schemeClr val="tx1"/>
                </a:solidFill>
              </a:rPr>
              <a:t> -&gt; h: Channel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DB5A72A8-F987-15E5-389C-DC2A852DF3F1}"/>
              </a:ext>
            </a:extLst>
          </p:cNvPr>
          <p:cNvSpPr/>
          <p:nvPr/>
        </p:nvSpPr>
        <p:spPr>
          <a:xfrm>
            <a:off x="8813801" y="3689028"/>
            <a:ext cx="3073400" cy="1546023"/>
          </a:xfrm>
          <a:prstGeom prst="roundRect">
            <a:avLst>
              <a:gd name="adj" fmla="val 677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93D35E89-F73B-4527-E607-7539C231F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480" y="3797028"/>
            <a:ext cx="2786590" cy="1349370"/>
          </a:xfrm>
          <a:prstGeom prst="rect">
            <a:avLst/>
          </a:prstGeom>
        </p:spPr>
      </p:pic>
      <p:sp>
        <p:nvSpPr>
          <p:cNvPr id="42" name="Pfeil: nach oben gebogen 41">
            <a:extLst>
              <a:ext uri="{FF2B5EF4-FFF2-40B4-BE49-F238E27FC236}">
                <a16:creationId xmlns:a16="http://schemas.microsoft.com/office/drawing/2014/main" id="{0061544C-B24F-8462-B479-CEE81869BABC}"/>
              </a:ext>
            </a:extLst>
          </p:cNvPr>
          <p:cNvSpPr/>
          <p:nvPr/>
        </p:nvSpPr>
        <p:spPr>
          <a:xfrm rot="5400000">
            <a:off x="7145149" y="3050525"/>
            <a:ext cx="2052644" cy="1073479"/>
          </a:xfrm>
          <a:prstGeom prst="bentUpArrow">
            <a:avLst>
              <a:gd name="adj1" fmla="val 9868"/>
              <a:gd name="adj2" fmla="val 13054"/>
              <a:gd name="adj3" fmla="val 2778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03C89A1D-79F7-318F-0C87-B5105DFC1C07}"/>
              </a:ext>
            </a:extLst>
          </p:cNvPr>
          <p:cNvSpPr/>
          <p:nvPr/>
        </p:nvSpPr>
        <p:spPr>
          <a:xfrm>
            <a:off x="3645543" y="4219051"/>
            <a:ext cx="2940050" cy="228600"/>
          </a:xfrm>
          <a:prstGeom prst="roundRect">
            <a:avLst/>
          </a:prstGeom>
          <a:noFill/>
          <a:ln w="19050">
            <a:solidFill>
              <a:srgbClr val="00549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feld 44">
            <a:extLst>
              <a:ext uri="{FF2B5EF4-FFF2-40B4-BE49-F238E27FC236}">
                <a16:creationId xmlns:a16="http://schemas.microsoft.com/office/drawing/2014/main" id="{FB8DC5C8-BD6B-F0DA-40B1-0C84D979FDDC}"/>
              </a:ext>
            </a:extLst>
          </p:cNvPr>
          <p:cNvSpPr txBox="1"/>
          <p:nvPr/>
        </p:nvSpPr>
        <p:spPr>
          <a:xfrm>
            <a:off x="3416193" y="817823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Containment Tree</a:t>
            </a:r>
          </a:p>
        </p:txBody>
      </p: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56D5EC14-CBED-2A20-BEE9-64DFCB4AE753}"/>
              </a:ext>
            </a:extLst>
          </p:cNvPr>
          <p:cNvSpPr/>
          <p:nvPr/>
        </p:nvSpPr>
        <p:spPr>
          <a:xfrm rot="20359551">
            <a:off x="3317238" y="1079667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feld 44">
            <a:extLst>
              <a:ext uri="{FF2B5EF4-FFF2-40B4-BE49-F238E27FC236}">
                <a16:creationId xmlns:a16="http://schemas.microsoft.com/office/drawing/2014/main" id="{E891D1B7-8810-D671-0C11-C29F818E869F}"/>
              </a:ext>
            </a:extLst>
          </p:cNvPr>
          <p:cNvSpPr txBox="1"/>
          <p:nvPr/>
        </p:nvSpPr>
        <p:spPr>
          <a:xfrm>
            <a:off x="7579246" y="1002111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MontiArc Visualization</a:t>
            </a:r>
          </a:p>
        </p:txBody>
      </p:sp>
      <p:sp>
        <p:nvSpPr>
          <p:cNvPr id="47" name="Freihandform: Form 46">
            <a:extLst>
              <a:ext uri="{FF2B5EF4-FFF2-40B4-BE49-F238E27FC236}">
                <a16:creationId xmlns:a16="http://schemas.microsoft.com/office/drawing/2014/main" id="{C4C1F884-08BE-E819-F522-358B9D58D3F2}"/>
              </a:ext>
            </a:extLst>
          </p:cNvPr>
          <p:cNvSpPr/>
          <p:nvPr/>
        </p:nvSpPr>
        <p:spPr>
          <a:xfrm rot="2054873" flipH="1">
            <a:off x="9695006" y="1273911"/>
            <a:ext cx="191210" cy="279064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feld 44">
            <a:extLst>
              <a:ext uri="{FF2B5EF4-FFF2-40B4-BE49-F238E27FC236}">
                <a16:creationId xmlns:a16="http://schemas.microsoft.com/office/drawing/2014/main" id="{7AE07BC0-5988-C7B9-E3E5-BDA9E9F75C21}"/>
              </a:ext>
            </a:extLst>
          </p:cNvPr>
          <p:cNvSpPr txBox="1"/>
          <p:nvPr/>
        </p:nvSpPr>
        <p:spPr>
          <a:xfrm>
            <a:off x="8367750" y="5326360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Value Visualization</a:t>
            </a:r>
          </a:p>
        </p:txBody>
      </p:sp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2926348B-733A-09B2-6A06-ED3D88A7D3B6}"/>
              </a:ext>
            </a:extLst>
          </p:cNvPr>
          <p:cNvSpPr/>
          <p:nvPr/>
        </p:nvSpPr>
        <p:spPr>
          <a:xfrm rot="12728212" flipH="1">
            <a:off x="8563017" y="5069028"/>
            <a:ext cx="191210" cy="279064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8B82D3CC-5E28-FC3C-D0BE-C03A34FC01EE}"/>
              </a:ext>
            </a:extLst>
          </p:cNvPr>
          <p:cNvGrpSpPr/>
          <p:nvPr/>
        </p:nvGrpSpPr>
        <p:grpSpPr>
          <a:xfrm>
            <a:off x="48391" y="941546"/>
            <a:ext cx="2925154" cy="3566329"/>
            <a:chOff x="1247387" y="2474739"/>
            <a:chExt cx="3517060" cy="3566329"/>
          </a:xfrm>
        </p:grpSpPr>
        <p:sp>
          <p:nvSpPr>
            <p:cNvPr id="52" name="Text Box 3">
              <a:extLst>
                <a:ext uri="{FF2B5EF4-FFF2-40B4-BE49-F238E27FC236}">
                  <a16:creationId xmlns:a16="http://schemas.microsoft.com/office/drawing/2014/main" id="{8505CC2A-657B-9918-208C-FE065CB05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90" y="2478840"/>
              <a:ext cx="2278562" cy="35394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component F {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port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in a,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out g,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out h;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G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gInstance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H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hInstance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a -&gt;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G.b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G.c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g;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H.e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H.f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h;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	</a:t>
              </a:r>
            </a:p>
          </p:txBody>
        </p:sp>
        <p:sp>
          <p:nvSpPr>
            <p:cNvPr id="53" name="Text Box 6">
              <a:extLst>
                <a:ext uri="{FF2B5EF4-FFF2-40B4-BE49-F238E27FC236}">
                  <a16:creationId xmlns:a16="http://schemas.microsoft.com/office/drawing/2014/main" id="{61330102-8268-55A7-9301-85B4B541C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387" y="2501638"/>
              <a:ext cx="503238" cy="3539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sz="1600" dirty="0"/>
                <a:t>1</a:t>
              </a:r>
            </a:p>
            <a:p>
              <a:pPr algn="r"/>
              <a:r>
                <a:rPr lang="en-US" sz="1600" dirty="0"/>
                <a:t>2</a:t>
              </a:r>
            </a:p>
            <a:p>
              <a:pPr algn="r"/>
              <a:r>
                <a:rPr lang="en-US" sz="1600" dirty="0"/>
                <a:t>3</a:t>
              </a:r>
            </a:p>
            <a:p>
              <a:pPr algn="r"/>
              <a:r>
                <a:rPr lang="en-US" sz="1600" dirty="0"/>
                <a:t>4</a:t>
              </a:r>
            </a:p>
            <a:p>
              <a:pPr algn="r"/>
              <a:r>
                <a:rPr lang="en-US" sz="1600" dirty="0"/>
                <a:t>5</a:t>
              </a:r>
            </a:p>
            <a:p>
              <a:pPr algn="r"/>
              <a:r>
                <a:rPr lang="en-US" sz="1600" dirty="0"/>
                <a:t>6</a:t>
              </a:r>
            </a:p>
            <a:p>
              <a:pPr algn="r"/>
              <a:r>
                <a:rPr lang="en-US" sz="1600" dirty="0"/>
                <a:t>7</a:t>
              </a:r>
            </a:p>
            <a:p>
              <a:pPr algn="r"/>
              <a:r>
                <a:rPr lang="en-US" sz="1600" dirty="0"/>
                <a:t>8</a:t>
              </a:r>
            </a:p>
            <a:p>
              <a:pPr algn="r"/>
              <a:r>
                <a:rPr lang="en-US" sz="1600" dirty="0"/>
                <a:t>9</a:t>
              </a:r>
            </a:p>
            <a:p>
              <a:pPr algn="r"/>
              <a:r>
                <a:rPr lang="en-US" sz="1600" dirty="0"/>
                <a:t>10</a:t>
              </a:r>
            </a:p>
            <a:p>
              <a:pPr algn="r"/>
              <a:r>
                <a:rPr lang="en-US" sz="1600" dirty="0"/>
                <a:t>11</a:t>
              </a:r>
            </a:p>
            <a:p>
              <a:pPr algn="r"/>
              <a:r>
                <a:rPr lang="en-US" sz="1600" dirty="0"/>
                <a:t>12</a:t>
              </a:r>
            </a:p>
            <a:p>
              <a:pPr algn="r"/>
              <a:r>
                <a:rPr lang="en-US" sz="1600" dirty="0"/>
                <a:t>13</a:t>
              </a:r>
            </a:p>
            <a:p>
              <a:pPr algn="r"/>
              <a:r>
                <a:rPr lang="en-US" sz="1600" dirty="0"/>
                <a:t>14</a:t>
              </a:r>
            </a:p>
          </p:txBody>
        </p:sp>
        <p:sp>
          <p:nvSpPr>
            <p:cNvPr id="54" name="AutoShape 40">
              <a:extLst>
                <a:ext uri="{FF2B5EF4-FFF2-40B4-BE49-F238E27FC236}">
                  <a16:creationId xmlns:a16="http://schemas.microsoft.com/office/drawing/2014/main" id="{74F38619-ED19-744D-21CC-E180965DA2A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154847" y="2474739"/>
              <a:ext cx="609600" cy="304800"/>
            </a:xfrm>
            <a:prstGeom prst="foldedCorner">
              <a:avLst>
                <a:gd name="adj" fmla="val 2760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wrap="none" anchor="ctr" anchorCtr="1"/>
            <a:lstStyle/>
            <a:p>
              <a:pPr marL="0" marR="0" lvl="0" indent="0" algn="l" defTabSz="914400" rtl="0" eaLnBrk="0" fontAlgn="auto" latin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120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MA</a:t>
              </a:r>
            </a:p>
          </p:txBody>
        </p:sp>
      </p:grpSp>
      <p:sp>
        <p:nvSpPr>
          <p:cNvPr id="55" name="Pfeil: nach rechts 54">
            <a:extLst>
              <a:ext uri="{FF2B5EF4-FFF2-40B4-BE49-F238E27FC236}">
                <a16:creationId xmlns:a16="http://schemas.microsoft.com/office/drawing/2014/main" id="{9BCC6FF3-7E26-60F1-0CAC-A2BEC9AB8527}"/>
              </a:ext>
            </a:extLst>
          </p:cNvPr>
          <p:cNvSpPr/>
          <p:nvPr/>
        </p:nvSpPr>
        <p:spPr>
          <a:xfrm>
            <a:off x="2606253" y="2803597"/>
            <a:ext cx="734585" cy="1071483"/>
          </a:xfrm>
          <a:prstGeom prst="rightArrow">
            <a:avLst>
              <a:gd name="adj1" fmla="val 35777"/>
              <a:gd name="adj2" fmla="val 38762"/>
            </a:avLst>
          </a:prstGeom>
          <a:noFill/>
          <a:ln w="19050">
            <a:solidFill>
              <a:srgbClr val="00549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3A0F31A3-F046-2929-B1A7-2FE63B566495}"/>
              </a:ext>
            </a:extLst>
          </p:cNvPr>
          <p:cNvGrpSpPr/>
          <p:nvPr/>
        </p:nvGrpSpPr>
        <p:grpSpPr bwMode="auto">
          <a:xfrm>
            <a:off x="48391" y="4787786"/>
            <a:ext cx="3323266" cy="1057261"/>
            <a:chOff x="1106047" y="2740476"/>
            <a:chExt cx="3323266" cy="105726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71D703A4-247E-736B-BED0-41855FF79658}"/>
                </a:ext>
              </a:extLst>
            </p:cNvPr>
            <p:cNvSpPr/>
            <p:nvPr/>
          </p:nvSpPr>
          <p:spPr bwMode="auto">
            <a:xfrm>
              <a:off x="1106047" y="2966740"/>
              <a:ext cx="3323266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numCol="1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page </a:t>
              </a:r>
              <a:r>
                <a:rPr lang="en-US" sz="1200" b="1" dirty="0" err="1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DTCockpit</a:t>
              </a:r>
              <a:r>
                <a:rPr lang="en-US" sz="1200" b="1" dirty="0">
                  <a:latin typeface="Courier New"/>
                  <a:ea typeface="Roboto Mono"/>
                  <a:cs typeface="Courier New"/>
                </a:rPr>
                <a:t>(Function </a:t>
              </a:r>
              <a:r>
                <a:rPr lang="en-US" sz="1200" b="1" dirty="0" err="1">
                  <a:latin typeface="Courier New"/>
                  <a:ea typeface="Roboto Mono"/>
                  <a:cs typeface="Courier New"/>
                </a:rPr>
                <a:t>mainModel</a:t>
              </a:r>
              <a:r>
                <a:rPr lang="en-US" sz="1200" b="1" dirty="0">
                  <a:latin typeface="Courier New"/>
                  <a:ea typeface="Roboto Mono"/>
                  <a:cs typeface="Courier New"/>
                </a:rPr>
                <a:t>) {</a:t>
              </a: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  </a:t>
              </a:r>
            </a:p>
            <a:p>
              <a:pPr>
                <a:defRPr/>
              </a:pP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  @MAViz</a:t>
              </a:r>
              <a:r>
                <a:rPr lang="en-US" sz="1200" b="1" dirty="0">
                  <a:latin typeface="Courier New"/>
                  <a:ea typeface="Roboto Mono"/>
                  <a:cs typeface="Courier New"/>
                </a:rPr>
                <a:t>(mainModel)</a:t>
              </a:r>
              <a:endParaRPr dirty="0"/>
            </a:p>
            <a:p>
              <a:pPr>
                <a:defRPr/>
              </a:pPr>
              <a:r>
                <a:rPr lang="en-US" sz="1200" b="1" dirty="0">
                  <a:latin typeface="Courier New"/>
                  <a:cs typeface="Courier New"/>
                </a:rPr>
                <a:t>}</a:t>
              </a:r>
              <a:endParaRPr lang="en-US" sz="1200" dirty="0"/>
            </a:p>
          </p:txBody>
        </p:sp>
        <p:sp>
          <p:nvSpPr>
            <p:cNvPr id="58" name="AutoShape 40">
              <a:extLst>
                <a:ext uri="{FF2B5EF4-FFF2-40B4-BE49-F238E27FC236}">
                  <a16:creationId xmlns:a16="http://schemas.microsoft.com/office/drawing/2014/main" id="{32189F50-0D3F-3DA1-902B-CAB3B79B2C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345797" y="2740476"/>
              <a:ext cx="1052038" cy="192391"/>
            </a:xfrm>
            <a:prstGeom prst="foldedCorner">
              <a:avLst>
                <a:gd name="adj" fmla="val 2760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wrap="none" anchor="ctr" anchorCtr="1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 err="1">
                  <a:solidFill>
                    <a:sysClr val="windowText" lastClr="000000"/>
                  </a:solidFill>
                </a:rPr>
                <a:t>DTCockpit.gui</a:t>
              </a:r>
              <a:endParaRPr lang="en-US" sz="12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875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CAF2-6D55-855D-4971-A0A46440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C2FCB8D7-72FC-0B28-4D97-1CA1A43B3AE3}"/>
              </a:ext>
            </a:extLst>
          </p:cNvPr>
          <p:cNvSpPr/>
          <p:nvPr/>
        </p:nvSpPr>
        <p:spPr>
          <a:xfrm>
            <a:off x="3460730" y="1326676"/>
            <a:ext cx="8559820" cy="3990925"/>
          </a:xfrm>
          <a:prstGeom prst="roundRect">
            <a:avLst>
              <a:gd name="adj" fmla="val 7436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E444C"/>
              </a:solidFill>
              <a:latin typeface="ArialMT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9B19616-046C-24ED-31F4-B7209EB74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 Cockpit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8BA5DCA-4C1C-7DB9-0749-7906FCE1A186}"/>
              </a:ext>
            </a:extLst>
          </p:cNvPr>
          <p:cNvGrpSpPr/>
          <p:nvPr/>
        </p:nvGrpSpPr>
        <p:grpSpPr>
          <a:xfrm>
            <a:off x="7082774" y="1591242"/>
            <a:ext cx="4245198" cy="1942009"/>
            <a:chOff x="7780197" y="3118762"/>
            <a:chExt cx="4245198" cy="1942009"/>
          </a:xfrm>
        </p:grpSpPr>
        <p:sp>
          <p:nvSpPr>
            <p:cNvPr id="6" name="Rectangle 27">
              <a:extLst>
                <a:ext uri="{FF2B5EF4-FFF2-40B4-BE49-F238E27FC236}">
                  <a16:creationId xmlns:a16="http://schemas.microsoft.com/office/drawing/2014/main" id="{83272ED7-11E1-0907-E5A6-5C093A718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7499" y="3118762"/>
              <a:ext cx="4029362" cy="1942009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lvl="0"/>
              <a:r>
                <a:rPr lang="en-US" sz="1600" dirty="0">
                  <a:solidFill>
                    <a:srgbClr val="000000"/>
                  </a:solidFill>
                </a:rPr>
                <a:t>F</a:t>
              </a:r>
            </a:p>
          </p:txBody>
        </p:sp>
        <p:grpSp>
          <p:nvGrpSpPr>
            <p:cNvPr id="7" name="Group 28">
              <a:extLst>
                <a:ext uri="{FF2B5EF4-FFF2-40B4-BE49-F238E27FC236}">
                  <a16:creationId xmlns:a16="http://schemas.microsoft.com/office/drawing/2014/main" id="{F73772DF-C672-D2A9-5590-8FBCBCE77ADF}"/>
                </a:ext>
              </a:extLst>
            </p:cNvPr>
            <p:cNvGrpSpPr/>
            <p:nvPr/>
          </p:nvGrpSpPr>
          <p:grpSpPr>
            <a:xfrm>
              <a:off x="8815914" y="3367363"/>
              <a:ext cx="1071989" cy="919048"/>
              <a:chOff x="5433573" y="2209305"/>
              <a:chExt cx="1071989" cy="919048"/>
            </a:xfrm>
          </p:grpSpPr>
          <p:sp>
            <p:nvSpPr>
              <p:cNvPr id="19" name="Rectangle 27">
                <a:extLst>
                  <a:ext uri="{FF2B5EF4-FFF2-40B4-BE49-F238E27FC236}">
                    <a16:creationId xmlns:a16="http://schemas.microsoft.com/office/drawing/2014/main" id="{74A7102C-AC71-172F-6D1F-64C2FD0A8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384" y="2209305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20" name="Rechteck 64">
                <a:extLst>
                  <a:ext uri="{FF2B5EF4-FFF2-40B4-BE49-F238E27FC236}">
                    <a16:creationId xmlns:a16="http://schemas.microsoft.com/office/drawing/2014/main" id="{CE37896F-13ED-52DA-4DDD-2256DDB74F53}"/>
                  </a:ext>
                </a:extLst>
              </p:cNvPr>
              <p:cNvSpPr/>
              <p:nvPr/>
            </p:nvSpPr>
            <p:spPr>
              <a:xfrm>
                <a:off x="5433573" y="256082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549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21" name="Rechteck 66">
                <a:extLst>
                  <a:ext uri="{FF2B5EF4-FFF2-40B4-BE49-F238E27FC236}">
                    <a16:creationId xmlns:a16="http://schemas.microsoft.com/office/drawing/2014/main" id="{E324E518-EF16-74D4-E03A-63FE20D473BF}"/>
                  </a:ext>
                </a:extLst>
              </p:cNvPr>
              <p:cNvSpPr/>
              <p:nvPr/>
            </p:nvSpPr>
            <p:spPr>
              <a:xfrm>
                <a:off x="6289562" y="2377479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22" name="Rechteck 71">
                <a:extLst>
                  <a:ext uri="{FF2B5EF4-FFF2-40B4-BE49-F238E27FC236}">
                    <a16:creationId xmlns:a16="http://schemas.microsoft.com/office/drawing/2014/main" id="{00C631F2-A2BA-1A12-D4A4-E3DC6F78A347}"/>
                  </a:ext>
                </a:extLst>
              </p:cNvPr>
              <p:cNvSpPr/>
              <p:nvPr/>
            </p:nvSpPr>
            <p:spPr>
              <a:xfrm>
                <a:off x="6289562" y="2758461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</p:grpSp>
        <p:cxnSp>
          <p:nvCxnSpPr>
            <p:cNvPr id="8" name="Gerade Verbindung mit Pfeil 63">
              <a:extLst>
                <a:ext uri="{FF2B5EF4-FFF2-40B4-BE49-F238E27FC236}">
                  <a16:creationId xmlns:a16="http://schemas.microsoft.com/office/drawing/2014/main" id="{5E9010C1-A209-F60E-8B28-D3EE75F12E69}"/>
                </a:ext>
              </a:extLst>
            </p:cNvPr>
            <p:cNvCxnSpPr>
              <a:cxnSpLocks/>
              <a:stCxn id="18" idx="3"/>
              <a:endCxn id="11" idx="1"/>
            </p:cNvCxnSpPr>
            <p:nvPr/>
          </p:nvCxnSpPr>
          <p:spPr>
            <a:xfrm>
              <a:off x="11612003" y="4484043"/>
              <a:ext cx="19739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" name="Group 42">
              <a:extLst>
                <a:ext uri="{FF2B5EF4-FFF2-40B4-BE49-F238E27FC236}">
                  <a16:creationId xmlns:a16="http://schemas.microsoft.com/office/drawing/2014/main" id="{0811510A-67B0-D3CB-0199-2D9B3724B095}"/>
                </a:ext>
              </a:extLst>
            </p:cNvPr>
            <p:cNvGrpSpPr/>
            <p:nvPr/>
          </p:nvGrpSpPr>
          <p:grpSpPr>
            <a:xfrm>
              <a:off x="10537587" y="4024519"/>
              <a:ext cx="1074416" cy="919048"/>
              <a:chOff x="7591431" y="2820281"/>
              <a:chExt cx="1074416" cy="919048"/>
            </a:xfrm>
          </p:grpSpPr>
          <p:sp>
            <p:nvSpPr>
              <p:cNvPr id="16" name="Rectangle 27">
                <a:extLst>
                  <a:ext uri="{FF2B5EF4-FFF2-40B4-BE49-F238E27FC236}">
                    <a16:creationId xmlns:a16="http://schemas.microsoft.com/office/drawing/2014/main" id="{B7CF31BD-E329-26F6-997F-881E7C24FD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9431" y="2820281"/>
                <a:ext cx="858416" cy="919048"/>
              </a:xfrm>
              <a:prstGeom prst="rect">
                <a:avLst/>
              </a:prstGeom>
              <a:solidFill>
                <a:schemeClr val="bg1"/>
              </a:solidFill>
              <a:ln w="952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lvl="0" algn="ctr"/>
                <a:r>
                  <a:rPr lang="en-US" sz="1600" dirty="0">
                    <a:solidFill>
                      <a:srgbClr val="000000"/>
                    </a:solidFill>
                  </a:rPr>
                  <a:t>H</a:t>
                </a:r>
              </a:p>
            </p:txBody>
          </p:sp>
          <p:sp>
            <p:nvSpPr>
              <p:cNvPr id="17" name="Rechteck 64">
                <a:extLst>
                  <a:ext uri="{FF2B5EF4-FFF2-40B4-BE49-F238E27FC236}">
                    <a16:creationId xmlns:a16="http://schemas.microsoft.com/office/drawing/2014/main" id="{EFB9A0AD-486A-DE39-8E74-AD4E02DE1820}"/>
                  </a:ext>
                </a:extLst>
              </p:cNvPr>
              <p:cNvSpPr/>
              <p:nvPr/>
            </p:nvSpPr>
            <p:spPr>
              <a:xfrm>
                <a:off x="7591431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18" name="Rechteck 66">
                <a:extLst>
                  <a:ext uri="{FF2B5EF4-FFF2-40B4-BE49-F238E27FC236}">
                    <a16:creationId xmlns:a16="http://schemas.microsoft.com/office/drawing/2014/main" id="{A19BC715-FB82-710B-3214-260CAEB55A7D}"/>
                  </a:ext>
                </a:extLst>
              </p:cNvPr>
              <p:cNvSpPr/>
              <p:nvPr/>
            </p:nvSpPr>
            <p:spPr>
              <a:xfrm>
                <a:off x="8449847" y="3171805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</p:grpSp>
        <p:sp>
          <p:nvSpPr>
            <p:cNvPr id="10" name="Rechteck 64">
              <a:extLst>
                <a:ext uri="{FF2B5EF4-FFF2-40B4-BE49-F238E27FC236}">
                  <a16:creationId xmlns:a16="http://schemas.microsoft.com/office/drawing/2014/main" id="{C8C5AD41-7AF4-D557-4088-7B0D6B0D777E}"/>
                </a:ext>
              </a:extLst>
            </p:cNvPr>
            <p:cNvSpPr/>
            <p:nvPr/>
          </p:nvSpPr>
          <p:spPr>
            <a:xfrm>
              <a:off x="7780197" y="3818198"/>
              <a:ext cx="216000" cy="216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549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1" name="Rechteck 64">
              <a:extLst>
                <a:ext uri="{FF2B5EF4-FFF2-40B4-BE49-F238E27FC236}">
                  <a16:creationId xmlns:a16="http://schemas.microsoft.com/office/drawing/2014/main" id="{BF306EE5-A1C8-F04E-14F2-28DD20B2245B}"/>
                </a:ext>
              </a:extLst>
            </p:cNvPr>
            <p:cNvSpPr/>
            <p:nvPr/>
          </p:nvSpPr>
          <p:spPr>
            <a:xfrm>
              <a:off x="11809394" y="4376043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cxnSp>
          <p:nvCxnSpPr>
            <p:cNvPr id="12" name="Connector: Elbow 37">
              <a:extLst>
                <a:ext uri="{FF2B5EF4-FFF2-40B4-BE49-F238E27FC236}">
                  <a16:creationId xmlns:a16="http://schemas.microsoft.com/office/drawing/2014/main" id="{73C22FA9-0AC9-2859-90E3-BF70CA50DF6C}"/>
                </a:ext>
              </a:extLst>
            </p:cNvPr>
            <p:cNvCxnSpPr>
              <a:cxnSpLocks/>
              <a:stCxn id="10" idx="3"/>
              <a:endCxn id="20" idx="1"/>
            </p:cNvCxnSpPr>
            <p:nvPr/>
          </p:nvCxnSpPr>
          <p:spPr>
            <a:xfrm flipV="1">
              <a:off x="7996197" y="3826887"/>
              <a:ext cx="819717" cy="99311"/>
            </a:xfrm>
            <a:prstGeom prst="bentConnector3">
              <a:avLst/>
            </a:prstGeom>
            <a:ln w="28575">
              <a:solidFill>
                <a:srgbClr val="00549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nector: Elbow 52">
              <a:extLst>
                <a:ext uri="{FF2B5EF4-FFF2-40B4-BE49-F238E27FC236}">
                  <a16:creationId xmlns:a16="http://schemas.microsoft.com/office/drawing/2014/main" id="{EB86EAB5-13E4-C1EA-0691-7A2D8935FFB9}"/>
                </a:ext>
              </a:extLst>
            </p:cNvPr>
            <p:cNvCxnSpPr>
              <a:cxnSpLocks/>
              <a:stCxn id="22" idx="3"/>
              <a:endCxn id="17" idx="1"/>
            </p:cNvCxnSpPr>
            <p:nvPr/>
          </p:nvCxnSpPr>
          <p:spPr>
            <a:xfrm>
              <a:off x="9887903" y="4024519"/>
              <a:ext cx="649684" cy="45952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hteck 64">
              <a:extLst>
                <a:ext uri="{FF2B5EF4-FFF2-40B4-BE49-F238E27FC236}">
                  <a16:creationId xmlns:a16="http://schemas.microsoft.com/office/drawing/2014/main" id="{06895BB2-213B-6999-9971-AFD2AD422C77}"/>
                </a:ext>
              </a:extLst>
            </p:cNvPr>
            <p:cNvSpPr/>
            <p:nvPr/>
          </p:nvSpPr>
          <p:spPr>
            <a:xfrm>
              <a:off x="11809395" y="3535537"/>
              <a:ext cx="21600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cxnSp>
          <p:nvCxnSpPr>
            <p:cNvPr id="15" name="Gerade Verbindung mit Pfeil 63">
              <a:extLst>
                <a:ext uri="{FF2B5EF4-FFF2-40B4-BE49-F238E27FC236}">
                  <a16:creationId xmlns:a16="http://schemas.microsoft.com/office/drawing/2014/main" id="{A9B15749-BBC8-B65E-113F-3CD0CEAE199E}"/>
                </a:ext>
              </a:extLst>
            </p:cNvPr>
            <p:cNvCxnSpPr>
              <a:cxnSpLocks/>
              <a:stCxn id="21" idx="3"/>
              <a:endCxn id="14" idx="1"/>
            </p:cNvCxnSpPr>
            <p:nvPr/>
          </p:nvCxnSpPr>
          <p:spPr>
            <a:xfrm>
              <a:off x="9887903" y="3643537"/>
              <a:ext cx="19214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476374F9-A141-AAAF-7BEE-BD9064104051}"/>
              </a:ext>
            </a:extLst>
          </p:cNvPr>
          <p:cNvSpPr/>
          <p:nvPr/>
        </p:nvSpPr>
        <p:spPr>
          <a:xfrm>
            <a:off x="3460729" y="1326676"/>
            <a:ext cx="3323266" cy="3990925"/>
          </a:xfrm>
          <a:prstGeom prst="roundRect">
            <a:avLst>
              <a:gd name="adj" fmla="val 882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8F0F72C2-2089-4DD7-3480-3193EBE2135F}"/>
              </a:ext>
            </a:extLst>
          </p:cNvPr>
          <p:cNvSpPr/>
          <p:nvPr/>
        </p:nvSpPr>
        <p:spPr>
          <a:xfrm>
            <a:off x="3562350" y="1408395"/>
            <a:ext cx="3106435" cy="3826656"/>
          </a:xfrm>
          <a:prstGeom prst="roundRect">
            <a:avLst>
              <a:gd name="adj" fmla="val 860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F: Function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a: Input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g: Output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h: Output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G: Function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b: Input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c: Output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d: Output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H: Function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e: Input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f: Output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00549F"/>
                </a:solidFill>
              </a:rPr>
              <a:t>a -&gt; </a:t>
            </a:r>
            <a:r>
              <a:rPr lang="en-US" sz="1600" b="1" dirty="0" err="1">
                <a:solidFill>
                  <a:srgbClr val="00549F"/>
                </a:solidFill>
              </a:rPr>
              <a:t>G.b</a:t>
            </a:r>
            <a:r>
              <a:rPr lang="en-US" sz="1600" dirty="0">
                <a:solidFill>
                  <a:schemeClr val="tx1"/>
                </a:solidFill>
              </a:rPr>
              <a:t>: Channel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chemeClr val="tx1"/>
                </a:solidFill>
              </a:rPr>
              <a:t>G.c</a:t>
            </a:r>
            <a:r>
              <a:rPr lang="en-US" sz="1600" dirty="0">
                <a:solidFill>
                  <a:schemeClr val="tx1"/>
                </a:solidFill>
              </a:rPr>
              <a:t> -&gt; g: Channel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chemeClr val="tx1"/>
                </a:solidFill>
              </a:rPr>
              <a:t>G.d</a:t>
            </a:r>
            <a:r>
              <a:rPr lang="en-US" sz="1600" dirty="0">
                <a:solidFill>
                  <a:schemeClr val="tx1"/>
                </a:solidFill>
              </a:rPr>
              <a:t> -&gt; </a:t>
            </a:r>
            <a:r>
              <a:rPr lang="en-US" sz="1600" dirty="0" err="1">
                <a:solidFill>
                  <a:schemeClr val="tx1"/>
                </a:solidFill>
              </a:rPr>
              <a:t>H.e</a:t>
            </a:r>
            <a:r>
              <a:rPr lang="en-US" sz="1600" dirty="0">
                <a:solidFill>
                  <a:schemeClr val="tx1"/>
                </a:solidFill>
              </a:rPr>
              <a:t>: Channel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chemeClr val="tx1"/>
                </a:solidFill>
              </a:rPr>
              <a:t>H.f</a:t>
            </a:r>
            <a:r>
              <a:rPr lang="en-US" sz="1600" dirty="0">
                <a:solidFill>
                  <a:schemeClr val="tx1"/>
                </a:solidFill>
              </a:rPr>
              <a:t> -&gt; h: Channel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96AFA75B-8422-A735-F189-C2A0339DB208}"/>
              </a:ext>
            </a:extLst>
          </p:cNvPr>
          <p:cNvSpPr/>
          <p:nvPr/>
        </p:nvSpPr>
        <p:spPr>
          <a:xfrm>
            <a:off x="8813801" y="3689028"/>
            <a:ext cx="3073400" cy="1546023"/>
          </a:xfrm>
          <a:prstGeom prst="roundRect">
            <a:avLst>
              <a:gd name="adj" fmla="val 677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E2B0683B-D037-3019-415B-A57951A2B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4480" y="3797028"/>
            <a:ext cx="2786590" cy="1349370"/>
          </a:xfrm>
          <a:prstGeom prst="rect">
            <a:avLst/>
          </a:prstGeom>
        </p:spPr>
      </p:pic>
      <p:sp>
        <p:nvSpPr>
          <p:cNvPr id="42" name="Pfeil: nach oben gebogen 41">
            <a:extLst>
              <a:ext uri="{FF2B5EF4-FFF2-40B4-BE49-F238E27FC236}">
                <a16:creationId xmlns:a16="http://schemas.microsoft.com/office/drawing/2014/main" id="{506101D9-F9A8-C9FF-162C-E3E02748BCB5}"/>
              </a:ext>
            </a:extLst>
          </p:cNvPr>
          <p:cNvSpPr/>
          <p:nvPr/>
        </p:nvSpPr>
        <p:spPr>
          <a:xfrm rot="5400000">
            <a:off x="7145149" y="3050525"/>
            <a:ext cx="2052644" cy="1073479"/>
          </a:xfrm>
          <a:prstGeom prst="bentUpArrow">
            <a:avLst>
              <a:gd name="adj1" fmla="val 9868"/>
              <a:gd name="adj2" fmla="val 13054"/>
              <a:gd name="adj3" fmla="val 2778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feld 44">
            <a:extLst>
              <a:ext uri="{FF2B5EF4-FFF2-40B4-BE49-F238E27FC236}">
                <a16:creationId xmlns:a16="http://schemas.microsoft.com/office/drawing/2014/main" id="{B612B9C8-E94B-DBF5-F39D-137438B6AE72}"/>
              </a:ext>
            </a:extLst>
          </p:cNvPr>
          <p:cNvSpPr txBox="1"/>
          <p:nvPr/>
        </p:nvSpPr>
        <p:spPr>
          <a:xfrm>
            <a:off x="3416193" y="817823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Containment Tree</a:t>
            </a:r>
          </a:p>
        </p:txBody>
      </p: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E7F0B8B8-F106-7DDA-7CA4-E1DD21A8AC21}"/>
              </a:ext>
            </a:extLst>
          </p:cNvPr>
          <p:cNvSpPr/>
          <p:nvPr/>
        </p:nvSpPr>
        <p:spPr>
          <a:xfrm rot="20359551">
            <a:off x="3317238" y="1079667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feld 44">
            <a:extLst>
              <a:ext uri="{FF2B5EF4-FFF2-40B4-BE49-F238E27FC236}">
                <a16:creationId xmlns:a16="http://schemas.microsoft.com/office/drawing/2014/main" id="{2BE4FB88-ED8C-BEF5-7339-FAED33F82343}"/>
              </a:ext>
            </a:extLst>
          </p:cNvPr>
          <p:cNvSpPr txBox="1"/>
          <p:nvPr/>
        </p:nvSpPr>
        <p:spPr>
          <a:xfrm>
            <a:off x="7579246" y="1002111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MontiArc Visualization</a:t>
            </a:r>
          </a:p>
        </p:txBody>
      </p:sp>
      <p:sp>
        <p:nvSpPr>
          <p:cNvPr id="47" name="Freihandform: Form 46">
            <a:extLst>
              <a:ext uri="{FF2B5EF4-FFF2-40B4-BE49-F238E27FC236}">
                <a16:creationId xmlns:a16="http://schemas.microsoft.com/office/drawing/2014/main" id="{0E07626B-8346-1A9B-6ADD-555938EB7C46}"/>
              </a:ext>
            </a:extLst>
          </p:cNvPr>
          <p:cNvSpPr/>
          <p:nvPr/>
        </p:nvSpPr>
        <p:spPr>
          <a:xfrm rot="2054873" flipH="1">
            <a:off x="9695006" y="1273911"/>
            <a:ext cx="191210" cy="279064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feld 44">
            <a:extLst>
              <a:ext uri="{FF2B5EF4-FFF2-40B4-BE49-F238E27FC236}">
                <a16:creationId xmlns:a16="http://schemas.microsoft.com/office/drawing/2014/main" id="{E5C10718-49BF-B5D4-868C-EAF0AE57B490}"/>
              </a:ext>
            </a:extLst>
          </p:cNvPr>
          <p:cNvSpPr txBox="1"/>
          <p:nvPr/>
        </p:nvSpPr>
        <p:spPr>
          <a:xfrm>
            <a:off x="8367750" y="5326360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Value Visualization</a:t>
            </a:r>
          </a:p>
        </p:txBody>
      </p:sp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908F675F-3396-DC5B-4A03-89BB428BEA56}"/>
              </a:ext>
            </a:extLst>
          </p:cNvPr>
          <p:cNvSpPr/>
          <p:nvPr/>
        </p:nvSpPr>
        <p:spPr>
          <a:xfrm rot="12728212" flipH="1">
            <a:off x="8563017" y="5069028"/>
            <a:ext cx="191210" cy="279064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F62BDFF2-D249-697B-50A7-38C5AAB06FDD}"/>
              </a:ext>
            </a:extLst>
          </p:cNvPr>
          <p:cNvGrpSpPr/>
          <p:nvPr/>
        </p:nvGrpSpPr>
        <p:grpSpPr>
          <a:xfrm>
            <a:off x="48391" y="941546"/>
            <a:ext cx="2925154" cy="3566329"/>
            <a:chOff x="1247387" y="2474739"/>
            <a:chExt cx="3517060" cy="3566329"/>
          </a:xfrm>
        </p:grpSpPr>
        <p:sp>
          <p:nvSpPr>
            <p:cNvPr id="52" name="Text Box 3">
              <a:extLst>
                <a:ext uri="{FF2B5EF4-FFF2-40B4-BE49-F238E27FC236}">
                  <a16:creationId xmlns:a16="http://schemas.microsoft.com/office/drawing/2014/main" id="{458069B7-DF13-E926-BEE5-8B03AD1EC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90" y="2478840"/>
              <a:ext cx="2278562" cy="35394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component F {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port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in a,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out g,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out h;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G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gInstance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H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hInstance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a -&gt;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G.b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G.c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g;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G.d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H.e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H.f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h;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	</a:t>
              </a:r>
            </a:p>
          </p:txBody>
        </p:sp>
        <p:sp>
          <p:nvSpPr>
            <p:cNvPr id="53" name="Text Box 6">
              <a:extLst>
                <a:ext uri="{FF2B5EF4-FFF2-40B4-BE49-F238E27FC236}">
                  <a16:creationId xmlns:a16="http://schemas.microsoft.com/office/drawing/2014/main" id="{656B071C-C879-1241-C2C8-94B36DCE4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387" y="2501638"/>
              <a:ext cx="503238" cy="3539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sz="1600" dirty="0"/>
                <a:t>1</a:t>
              </a:r>
            </a:p>
            <a:p>
              <a:pPr algn="r"/>
              <a:r>
                <a:rPr lang="en-US" sz="1600" dirty="0"/>
                <a:t>2</a:t>
              </a:r>
            </a:p>
            <a:p>
              <a:pPr algn="r"/>
              <a:r>
                <a:rPr lang="en-US" sz="1600" dirty="0"/>
                <a:t>3</a:t>
              </a:r>
            </a:p>
            <a:p>
              <a:pPr algn="r"/>
              <a:r>
                <a:rPr lang="en-US" sz="1600" dirty="0"/>
                <a:t>4</a:t>
              </a:r>
            </a:p>
            <a:p>
              <a:pPr algn="r"/>
              <a:r>
                <a:rPr lang="en-US" sz="1600" dirty="0"/>
                <a:t>5</a:t>
              </a:r>
            </a:p>
            <a:p>
              <a:pPr algn="r"/>
              <a:r>
                <a:rPr lang="en-US" sz="1600" dirty="0"/>
                <a:t>6</a:t>
              </a:r>
            </a:p>
            <a:p>
              <a:pPr algn="r"/>
              <a:r>
                <a:rPr lang="en-US" sz="1600" dirty="0"/>
                <a:t>7</a:t>
              </a:r>
            </a:p>
            <a:p>
              <a:pPr algn="r"/>
              <a:r>
                <a:rPr lang="en-US" sz="1600" dirty="0"/>
                <a:t>8</a:t>
              </a:r>
            </a:p>
            <a:p>
              <a:pPr algn="r"/>
              <a:r>
                <a:rPr lang="en-US" sz="1600" dirty="0"/>
                <a:t>9</a:t>
              </a:r>
            </a:p>
            <a:p>
              <a:pPr algn="r"/>
              <a:r>
                <a:rPr lang="en-US" sz="1600" dirty="0"/>
                <a:t>10</a:t>
              </a:r>
            </a:p>
            <a:p>
              <a:pPr algn="r"/>
              <a:r>
                <a:rPr lang="en-US" sz="1600" dirty="0"/>
                <a:t>11</a:t>
              </a:r>
            </a:p>
            <a:p>
              <a:pPr algn="r"/>
              <a:r>
                <a:rPr lang="en-US" sz="1600" dirty="0"/>
                <a:t>12</a:t>
              </a:r>
            </a:p>
            <a:p>
              <a:pPr algn="r"/>
              <a:r>
                <a:rPr lang="en-US" sz="1600" dirty="0"/>
                <a:t>13</a:t>
              </a:r>
            </a:p>
            <a:p>
              <a:pPr algn="r"/>
              <a:r>
                <a:rPr lang="en-US" sz="1600" dirty="0"/>
                <a:t>14</a:t>
              </a:r>
            </a:p>
          </p:txBody>
        </p:sp>
        <p:sp>
          <p:nvSpPr>
            <p:cNvPr id="54" name="AutoShape 40">
              <a:extLst>
                <a:ext uri="{FF2B5EF4-FFF2-40B4-BE49-F238E27FC236}">
                  <a16:creationId xmlns:a16="http://schemas.microsoft.com/office/drawing/2014/main" id="{C7546624-B924-8A0D-F1CB-ABAECE6C826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154847" y="2474739"/>
              <a:ext cx="609600" cy="304800"/>
            </a:xfrm>
            <a:prstGeom prst="foldedCorner">
              <a:avLst>
                <a:gd name="adj" fmla="val 2760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wrap="none" anchor="ctr" anchorCtr="1"/>
            <a:lstStyle/>
            <a:p>
              <a:pPr marL="0" marR="0" lvl="0" indent="0" algn="l" defTabSz="914400" rtl="0" eaLnBrk="0" fontAlgn="auto" latin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120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MA</a:t>
              </a:r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9CD7571D-0C88-0EFE-D683-8318DE19A479}"/>
              </a:ext>
            </a:extLst>
          </p:cNvPr>
          <p:cNvGrpSpPr/>
          <p:nvPr/>
        </p:nvGrpSpPr>
        <p:grpSpPr bwMode="auto">
          <a:xfrm>
            <a:off x="48391" y="4787786"/>
            <a:ext cx="3323266" cy="1057261"/>
            <a:chOff x="1106047" y="2740476"/>
            <a:chExt cx="3323266" cy="105726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18419FD7-7B2C-36BB-4C28-3B6175DD2DD3}"/>
                </a:ext>
              </a:extLst>
            </p:cNvPr>
            <p:cNvSpPr/>
            <p:nvPr/>
          </p:nvSpPr>
          <p:spPr bwMode="auto">
            <a:xfrm>
              <a:off x="1106047" y="2966740"/>
              <a:ext cx="3323266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numCol="1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page </a:t>
              </a:r>
              <a:r>
                <a:rPr lang="en-US" sz="1200" b="1" dirty="0" err="1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DTCockpit</a:t>
              </a:r>
              <a:r>
                <a:rPr lang="en-US" sz="1200" b="1" dirty="0">
                  <a:latin typeface="Courier New"/>
                  <a:ea typeface="Roboto Mono"/>
                  <a:cs typeface="Courier New"/>
                </a:rPr>
                <a:t>(Function </a:t>
              </a:r>
              <a:r>
                <a:rPr lang="en-US" sz="1200" b="1" dirty="0" err="1">
                  <a:latin typeface="Courier New"/>
                  <a:ea typeface="Roboto Mono"/>
                  <a:cs typeface="Courier New"/>
                </a:rPr>
                <a:t>mainModel</a:t>
              </a:r>
              <a:r>
                <a:rPr lang="en-US" sz="1200" b="1" dirty="0">
                  <a:latin typeface="Courier New"/>
                  <a:ea typeface="Roboto Mono"/>
                  <a:cs typeface="Courier New"/>
                </a:rPr>
                <a:t>) {</a:t>
              </a: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  </a:t>
              </a:r>
            </a:p>
            <a:p>
              <a:pPr>
                <a:defRPr/>
              </a:pP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  @MAViz</a:t>
              </a:r>
              <a:r>
                <a:rPr lang="en-US" sz="1200" b="1" dirty="0">
                  <a:latin typeface="Courier New"/>
                  <a:ea typeface="Roboto Mono"/>
                  <a:cs typeface="Courier New"/>
                </a:rPr>
                <a:t>(mainModel)</a:t>
              </a:r>
              <a:endParaRPr dirty="0"/>
            </a:p>
            <a:p>
              <a:pPr>
                <a:defRPr/>
              </a:pPr>
              <a:r>
                <a:rPr lang="en-US" sz="1200" b="1" dirty="0">
                  <a:latin typeface="Courier New"/>
                  <a:cs typeface="Courier New"/>
                </a:rPr>
                <a:t>}</a:t>
              </a:r>
              <a:endParaRPr lang="en-US" sz="1200" dirty="0"/>
            </a:p>
          </p:txBody>
        </p:sp>
        <p:sp>
          <p:nvSpPr>
            <p:cNvPr id="58" name="AutoShape 40">
              <a:extLst>
                <a:ext uri="{FF2B5EF4-FFF2-40B4-BE49-F238E27FC236}">
                  <a16:creationId xmlns:a16="http://schemas.microsoft.com/office/drawing/2014/main" id="{28D6B0FD-B075-753B-5FFA-C5E725C45F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345797" y="2740476"/>
              <a:ext cx="1052038" cy="192391"/>
            </a:xfrm>
            <a:prstGeom prst="foldedCorner">
              <a:avLst>
                <a:gd name="adj" fmla="val 2760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wrap="none" anchor="ctr" anchorCtr="1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 err="1">
                  <a:solidFill>
                    <a:sysClr val="windowText" lastClr="000000"/>
                  </a:solidFill>
                </a:rPr>
                <a:t>DTCockpit.gui</a:t>
              </a:r>
              <a:endParaRPr lang="en-US" sz="12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13" name="Freihandform: Form 212">
            <a:extLst>
              <a:ext uri="{FF2B5EF4-FFF2-40B4-BE49-F238E27FC236}">
                <a16:creationId xmlns:a16="http://schemas.microsoft.com/office/drawing/2014/main" id="{57E7FB5D-43E0-EDB8-8E37-8BDDB6209567}"/>
              </a:ext>
            </a:extLst>
          </p:cNvPr>
          <p:cNvSpPr/>
          <p:nvPr/>
        </p:nvSpPr>
        <p:spPr>
          <a:xfrm>
            <a:off x="2523744" y="3371088"/>
            <a:ext cx="4309872" cy="1176528"/>
          </a:xfrm>
          <a:custGeom>
            <a:avLst/>
            <a:gdLst>
              <a:gd name="connsiteX0" fmla="*/ 195072 w 4309872"/>
              <a:gd name="connsiteY0" fmla="*/ 164592 h 1176528"/>
              <a:gd name="connsiteX1" fmla="*/ 0 w 4309872"/>
              <a:gd name="connsiteY1" fmla="*/ 1176528 h 1176528"/>
              <a:gd name="connsiteX2" fmla="*/ 4309872 w 4309872"/>
              <a:gd name="connsiteY2" fmla="*/ 707136 h 1176528"/>
              <a:gd name="connsiteX3" fmla="*/ 792480 w 4309872"/>
              <a:gd name="connsiteY3" fmla="*/ 0 h 1176528"/>
              <a:gd name="connsiteX4" fmla="*/ 195072 w 4309872"/>
              <a:gd name="connsiteY4" fmla="*/ 164592 h 1176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09872" h="1176528">
                <a:moveTo>
                  <a:pt x="195072" y="164592"/>
                </a:moveTo>
                <a:lnTo>
                  <a:pt x="0" y="1176528"/>
                </a:lnTo>
                <a:lnTo>
                  <a:pt x="4309872" y="707136"/>
                </a:lnTo>
                <a:lnTo>
                  <a:pt x="792480" y="0"/>
                </a:lnTo>
                <a:lnTo>
                  <a:pt x="195072" y="164592"/>
                </a:lnTo>
                <a:close/>
              </a:path>
            </a:pathLst>
          </a:custGeom>
          <a:solidFill>
            <a:schemeClr val="bg1">
              <a:alpha val="82000"/>
            </a:schemeClr>
          </a:solidFill>
          <a:ln w="19050">
            <a:solidFill>
              <a:srgbClr val="00549F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feil: nach rechts 54">
            <a:extLst>
              <a:ext uri="{FF2B5EF4-FFF2-40B4-BE49-F238E27FC236}">
                <a16:creationId xmlns:a16="http://schemas.microsoft.com/office/drawing/2014/main" id="{60321CCB-86DE-ADEF-3DA9-5CBD76BB5319}"/>
              </a:ext>
            </a:extLst>
          </p:cNvPr>
          <p:cNvSpPr/>
          <p:nvPr/>
        </p:nvSpPr>
        <p:spPr>
          <a:xfrm>
            <a:off x="2606253" y="2803597"/>
            <a:ext cx="734585" cy="1071483"/>
          </a:xfrm>
          <a:prstGeom prst="rightArrow">
            <a:avLst>
              <a:gd name="adj1" fmla="val 35777"/>
              <a:gd name="adj2" fmla="val 38762"/>
            </a:avLst>
          </a:prstGeom>
          <a:solidFill>
            <a:schemeClr val="bg1"/>
          </a:solidFill>
          <a:ln w="19050">
            <a:solidFill>
              <a:srgbClr val="00549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0" name="Gruppieren 199">
            <a:extLst>
              <a:ext uri="{FF2B5EF4-FFF2-40B4-BE49-F238E27FC236}">
                <a16:creationId xmlns:a16="http://schemas.microsoft.com/office/drawing/2014/main" id="{20CED13E-F603-761E-97A3-829921038847}"/>
              </a:ext>
            </a:extLst>
          </p:cNvPr>
          <p:cNvGrpSpPr/>
          <p:nvPr/>
        </p:nvGrpSpPr>
        <p:grpSpPr>
          <a:xfrm>
            <a:off x="2527335" y="4063929"/>
            <a:ext cx="5327536" cy="2106909"/>
            <a:chOff x="2251710" y="4063928"/>
            <a:chExt cx="5327536" cy="2106909"/>
          </a:xfrm>
        </p:grpSpPr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C356CB22-56B0-DB6B-BA38-B4694ED62227}"/>
                </a:ext>
              </a:extLst>
            </p:cNvPr>
            <p:cNvSpPr/>
            <p:nvPr/>
          </p:nvSpPr>
          <p:spPr>
            <a:xfrm>
              <a:off x="3645543" y="4219051"/>
              <a:ext cx="2940050" cy="228600"/>
            </a:xfrm>
            <a:prstGeom prst="roundRect">
              <a:avLst/>
            </a:prstGeom>
            <a:noFill/>
            <a:ln w="19050">
              <a:solidFill>
                <a:srgbClr val="00549F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hteck: abgerundete Ecken 1">
              <a:extLst>
                <a:ext uri="{FF2B5EF4-FFF2-40B4-BE49-F238E27FC236}">
                  <a16:creationId xmlns:a16="http://schemas.microsoft.com/office/drawing/2014/main" id="{56F4A609-49F2-DB08-A3F1-5B8ED984489E}"/>
                </a:ext>
              </a:extLst>
            </p:cNvPr>
            <p:cNvSpPr/>
            <p:nvPr/>
          </p:nvSpPr>
          <p:spPr>
            <a:xfrm>
              <a:off x="2251710" y="4063928"/>
              <a:ext cx="5327536" cy="210690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549F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02" name="Gruppieren 106">
              <a:extLst>
                <a:ext uri="{FF2B5EF4-FFF2-40B4-BE49-F238E27FC236}">
                  <a16:creationId xmlns:a16="http://schemas.microsoft.com/office/drawing/2014/main" id="{BDD52949-02A6-D314-FABD-FC7AD70998FA}"/>
                </a:ext>
              </a:extLst>
            </p:cNvPr>
            <p:cNvGrpSpPr/>
            <p:nvPr/>
          </p:nvGrpSpPr>
          <p:grpSpPr>
            <a:xfrm>
              <a:off x="2427739" y="5270285"/>
              <a:ext cx="940415" cy="721656"/>
              <a:chOff x="2313529" y="2703391"/>
              <a:chExt cx="1043950" cy="798165"/>
            </a:xfrm>
          </p:grpSpPr>
          <p:sp>
            <p:nvSpPr>
              <p:cNvPr id="103" name="AutoShape 40">
                <a:extLst>
                  <a:ext uri="{FF2B5EF4-FFF2-40B4-BE49-F238E27FC236}">
                    <a16:creationId xmlns:a16="http://schemas.microsoft.com/office/drawing/2014/main" id="{73BAFB75-12DB-629A-DDF5-5FAC5FBBE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337423" y="2703391"/>
                <a:ext cx="1020056" cy="798165"/>
              </a:xfrm>
              <a:prstGeom prst="foldedCorner">
                <a:avLst>
                  <a:gd name="adj" fmla="val 20191"/>
                </a:avLst>
              </a:prstGeom>
              <a:gradFill flip="none" rotWithShape="1">
                <a:gsLst>
                  <a:gs pos="20000">
                    <a:srgbClr val="F5F8FB">
                      <a:lumMod val="0"/>
                      <a:lumOff val="100000"/>
                    </a:srgbClr>
                  </a:gs>
                  <a:gs pos="100000">
                    <a:srgbClr val="F5F8FB">
                      <a:lumMod val="46000"/>
                      <a:lumOff val="54000"/>
                    </a:srgbClr>
                  </a:gs>
                  <a:gs pos="74000">
                    <a:srgbClr val="F5F8FB">
                      <a:lumMod val="96000"/>
                    </a:srgbClr>
                  </a:gs>
                </a:gsLst>
                <a:lin ang="2700000" scaled="1"/>
                <a:tileRect/>
              </a:gradFill>
              <a:ln w="12700" cap="rnd"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62000">
                      <a:srgbClr val="00549F"/>
                    </a:gs>
                    <a:gs pos="83000">
                      <a:srgbClr val="00549F"/>
                    </a:gs>
                    <a:gs pos="100000">
                      <a:schemeClr val="tx1"/>
                    </a:gs>
                  </a:gsLst>
                  <a:lin ang="2700000" scaled="1"/>
                  <a:tileRect/>
                </a:gradFill>
                <a:rou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 defTabSz="914365">
                  <a:spcBef>
                    <a:spcPts val="0"/>
                  </a:spcBef>
                  <a:spcAft>
                    <a:spcPts val="0"/>
                  </a:spcAft>
                </a:pPr>
                <a:endParaRPr lang="en-US" altLang="de-DE" sz="11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104" name="Textfeld 109">
                <a:extLst>
                  <a:ext uri="{FF2B5EF4-FFF2-40B4-BE49-F238E27FC236}">
                    <a16:creationId xmlns:a16="http://schemas.microsoft.com/office/drawing/2014/main" id="{3A9281D6-0E9F-2999-45F8-06D7AC76E10E}"/>
                  </a:ext>
                </a:extLst>
              </p:cNvPr>
              <p:cNvSpPr txBox="1"/>
              <p:nvPr/>
            </p:nvSpPr>
            <p:spPr>
              <a:xfrm>
                <a:off x="2313529" y="3252858"/>
                <a:ext cx="1010724" cy="236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/>
                  <a:t>MontiArc</a:t>
                </a:r>
              </a:p>
            </p:txBody>
          </p:sp>
        </p:grpSp>
        <p:grpSp>
          <p:nvGrpSpPr>
            <p:cNvPr id="28" name="Group 67">
              <a:extLst>
                <a:ext uri="{FF2B5EF4-FFF2-40B4-BE49-F238E27FC236}">
                  <a16:creationId xmlns:a16="http://schemas.microsoft.com/office/drawing/2014/main" id="{EAB1351F-227D-151F-2D61-87C2C808BBF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480130" y="5334493"/>
              <a:ext cx="741283" cy="432554"/>
              <a:chOff x="1387733" y="3710956"/>
              <a:chExt cx="4975322" cy="2892552"/>
            </a:xfrm>
          </p:grpSpPr>
          <p:sp>
            <p:nvSpPr>
              <p:cNvPr id="71" name="Rechteck 3">
                <a:extLst>
                  <a:ext uri="{FF2B5EF4-FFF2-40B4-BE49-F238E27FC236}">
                    <a16:creationId xmlns:a16="http://schemas.microsoft.com/office/drawing/2014/main" id="{929C1418-A440-5759-547E-66CBCBCA587A}"/>
                  </a:ext>
                </a:extLst>
              </p:cNvPr>
              <p:cNvSpPr/>
              <p:nvPr/>
            </p:nvSpPr>
            <p:spPr>
              <a:xfrm>
                <a:off x="1893669" y="3710956"/>
                <a:ext cx="1469692" cy="1314213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hteck 4">
                <a:extLst>
                  <a:ext uri="{FF2B5EF4-FFF2-40B4-BE49-F238E27FC236}">
                    <a16:creationId xmlns:a16="http://schemas.microsoft.com/office/drawing/2014/main" id="{95FBC726-F573-9100-42E9-356432F0A655}"/>
                  </a:ext>
                </a:extLst>
              </p:cNvPr>
              <p:cNvSpPr/>
              <p:nvPr/>
            </p:nvSpPr>
            <p:spPr>
              <a:xfrm>
                <a:off x="1900451" y="5289295"/>
                <a:ext cx="1469692" cy="1314213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Rechteck 5">
                <a:extLst>
                  <a:ext uri="{FF2B5EF4-FFF2-40B4-BE49-F238E27FC236}">
                    <a16:creationId xmlns:a16="http://schemas.microsoft.com/office/drawing/2014/main" id="{77754003-4794-CF26-8CCD-B4658826AF15}"/>
                  </a:ext>
                </a:extLst>
              </p:cNvPr>
              <p:cNvSpPr/>
              <p:nvPr/>
            </p:nvSpPr>
            <p:spPr>
              <a:xfrm>
                <a:off x="4431336" y="3710956"/>
                <a:ext cx="1377896" cy="1314213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hteck 6">
                <a:extLst>
                  <a:ext uri="{FF2B5EF4-FFF2-40B4-BE49-F238E27FC236}">
                    <a16:creationId xmlns:a16="http://schemas.microsoft.com/office/drawing/2014/main" id="{6F2BF814-F61F-4997-BF6B-3D325FB99F29}"/>
                  </a:ext>
                </a:extLst>
              </p:cNvPr>
              <p:cNvSpPr/>
              <p:nvPr/>
            </p:nvSpPr>
            <p:spPr>
              <a:xfrm>
                <a:off x="4436519" y="5289294"/>
                <a:ext cx="1377896" cy="1314213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hteck 7">
                <a:extLst>
                  <a:ext uri="{FF2B5EF4-FFF2-40B4-BE49-F238E27FC236}">
                    <a16:creationId xmlns:a16="http://schemas.microsoft.com/office/drawing/2014/main" id="{4440AC2E-1FCB-5A4C-4E4A-4CA61EB7DA54}"/>
                  </a:ext>
                </a:extLst>
              </p:cNvPr>
              <p:cNvSpPr/>
              <p:nvPr/>
            </p:nvSpPr>
            <p:spPr>
              <a:xfrm>
                <a:off x="3235896" y="3896615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76" name="Rechteck 8">
                <a:extLst>
                  <a:ext uri="{FF2B5EF4-FFF2-40B4-BE49-F238E27FC236}">
                    <a16:creationId xmlns:a16="http://schemas.microsoft.com/office/drawing/2014/main" id="{DE4E75EF-172F-702B-0A7E-6D5D300F0916}"/>
                  </a:ext>
                </a:extLst>
              </p:cNvPr>
              <p:cNvSpPr/>
              <p:nvPr/>
            </p:nvSpPr>
            <p:spPr>
              <a:xfrm>
                <a:off x="3244459" y="5821304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77" name="Rechteck 9">
                <a:extLst>
                  <a:ext uri="{FF2B5EF4-FFF2-40B4-BE49-F238E27FC236}">
                    <a16:creationId xmlns:a16="http://schemas.microsoft.com/office/drawing/2014/main" id="{3E2EE54E-5F49-26B9-FD1E-6A16A0A73639}"/>
                  </a:ext>
                </a:extLst>
              </p:cNvPr>
              <p:cNvSpPr/>
              <p:nvPr/>
            </p:nvSpPr>
            <p:spPr>
              <a:xfrm>
                <a:off x="4297105" y="5824555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78" name="Rechteck 10">
                <a:extLst>
                  <a:ext uri="{FF2B5EF4-FFF2-40B4-BE49-F238E27FC236}">
                    <a16:creationId xmlns:a16="http://schemas.microsoft.com/office/drawing/2014/main" id="{5CCD5A7D-AF41-2298-73B1-CEBEC5A279D8}"/>
                  </a:ext>
                </a:extLst>
              </p:cNvPr>
              <p:cNvSpPr/>
              <p:nvPr/>
            </p:nvSpPr>
            <p:spPr>
              <a:xfrm>
                <a:off x="1753727" y="3938419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79" name="Rechteck 11">
                <a:extLst>
                  <a:ext uri="{FF2B5EF4-FFF2-40B4-BE49-F238E27FC236}">
                    <a16:creationId xmlns:a16="http://schemas.microsoft.com/office/drawing/2014/main" id="{C7E4173A-220E-C033-D4DD-BFFF8AA5BD36}"/>
                  </a:ext>
                </a:extLst>
              </p:cNvPr>
              <p:cNvSpPr/>
              <p:nvPr/>
            </p:nvSpPr>
            <p:spPr>
              <a:xfrm>
                <a:off x="4289351" y="4253687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cxnSp>
            <p:nvCxnSpPr>
              <p:cNvPr id="80" name="Gewinkelter Verbinder 50">
                <a:extLst>
                  <a:ext uri="{FF2B5EF4-FFF2-40B4-BE49-F238E27FC236}">
                    <a16:creationId xmlns:a16="http://schemas.microsoft.com/office/drawing/2014/main" id="{CAFFC271-10DC-2E2F-E72F-DBEE738147E9}"/>
                  </a:ext>
                </a:extLst>
              </p:cNvPr>
              <p:cNvCxnSpPr>
                <a:stCxn id="84" idx="3"/>
                <a:endCxn id="79" idx="1"/>
              </p:cNvCxnSpPr>
              <p:nvPr/>
            </p:nvCxnSpPr>
            <p:spPr>
              <a:xfrm flipV="1">
                <a:off x="3511728" y="4389931"/>
                <a:ext cx="777623" cy="1204703"/>
              </a:xfrm>
              <a:prstGeom prst="bentConnector3">
                <a:avLst>
                  <a:gd name="adj1" fmla="val 37457"/>
                </a:avLst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 Verbindung mit Pfeil 13">
                <a:extLst>
                  <a:ext uri="{FF2B5EF4-FFF2-40B4-BE49-F238E27FC236}">
                    <a16:creationId xmlns:a16="http://schemas.microsoft.com/office/drawing/2014/main" id="{E9039162-1130-5524-80A1-980A9F77672B}"/>
                  </a:ext>
                </a:extLst>
              </p:cNvPr>
              <p:cNvCxnSpPr>
                <a:stCxn id="76" idx="3"/>
                <a:endCxn id="77" idx="1"/>
              </p:cNvCxnSpPr>
              <p:nvPr/>
            </p:nvCxnSpPr>
            <p:spPr>
              <a:xfrm>
                <a:off x="3516946" y="5957548"/>
                <a:ext cx="780159" cy="3251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 Verbindung mit Pfeil 14">
                <a:extLst>
                  <a:ext uri="{FF2B5EF4-FFF2-40B4-BE49-F238E27FC236}">
                    <a16:creationId xmlns:a16="http://schemas.microsoft.com/office/drawing/2014/main" id="{8D1D0548-E018-3F29-6563-36F0F5CFDC8F}"/>
                  </a:ext>
                </a:extLst>
              </p:cNvPr>
              <p:cNvCxnSpPr>
                <a:stCxn id="75" idx="3"/>
                <a:endCxn id="87" idx="1"/>
              </p:cNvCxnSpPr>
              <p:nvPr/>
            </p:nvCxnSpPr>
            <p:spPr>
              <a:xfrm>
                <a:off x="3508383" y="4032859"/>
                <a:ext cx="779749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Rechteck 15">
                <a:extLst>
                  <a:ext uri="{FF2B5EF4-FFF2-40B4-BE49-F238E27FC236}">
                    <a16:creationId xmlns:a16="http://schemas.microsoft.com/office/drawing/2014/main" id="{1FC2F765-4AE6-95D9-60B1-456E89581B42}"/>
                  </a:ext>
                </a:extLst>
              </p:cNvPr>
              <p:cNvSpPr/>
              <p:nvPr/>
            </p:nvSpPr>
            <p:spPr>
              <a:xfrm>
                <a:off x="3244459" y="6205650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84" name="Rechteck 16">
                <a:extLst>
                  <a:ext uri="{FF2B5EF4-FFF2-40B4-BE49-F238E27FC236}">
                    <a16:creationId xmlns:a16="http://schemas.microsoft.com/office/drawing/2014/main" id="{666B5F9D-2312-0937-6B2B-89AA73D49E99}"/>
                  </a:ext>
                </a:extLst>
              </p:cNvPr>
              <p:cNvSpPr/>
              <p:nvPr/>
            </p:nvSpPr>
            <p:spPr>
              <a:xfrm>
                <a:off x="3239241" y="5458390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85" name="Rechteck 17">
                <a:extLst>
                  <a:ext uri="{FF2B5EF4-FFF2-40B4-BE49-F238E27FC236}">
                    <a16:creationId xmlns:a16="http://schemas.microsoft.com/office/drawing/2014/main" id="{610AD708-2DC0-0E91-1EFF-9416CE083EF9}"/>
                  </a:ext>
                </a:extLst>
              </p:cNvPr>
              <p:cNvSpPr/>
              <p:nvPr/>
            </p:nvSpPr>
            <p:spPr>
              <a:xfrm>
                <a:off x="1753725" y="4481261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86" name="Rechteck 18">
                <a:extLst>
                  <a:ext uri="{FF2B5EF4-FFF2-40B4-BE49-F238E27FC236}">
                    <a16:creationId xmlns:a16="http://schemas.microsoft.com/office/drawing/2014/main" id="{FB43AF15-670F-D1F6-B19F-8A52818EB23C}"/>
                  </a:ext>
                </a:extLst>
              </p:cNvPr>
              <p:cNvSpPr/>
              <p:nvPr/>
            </p:nvSpPr>
            <p:spPr>
              <a:xfrm>
                <a:off x="4289351" y="4613649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87" name="Rechteck 19">
                <a:extLst>
                  <a:ext uri="{FF2B5EF4-FFF2-40B4-BE49-F238E27FC236}">
                    <a16:creationId xmlns:a16="http://schemas.microsoft.com/office/drawing/2014/main" id="{EDB0F232-14EF-28BD-9822-42654DFB909D}"/>
                  </a:ext>
                </a:extLst>
              </p:cNvPr>
              <p:cNvSpPr/>
              <p:nvPr/>
            </p:nvSpPr>
            <p:spPr>
              <a:xfrm>
                <a:off x="4288132" y="3896615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88" name="Rechteck 20">
                <a:extLst>
                  <a:ext uri="{FF2B5EF4-FFF2-40B4-BE49-F238E27FC236}">
                    <a16:creationId xmlns:a16="http://schemas.microsoft.com/office/drawing/2014/main" id="{4598AD99-D427-2F0B-DAB2-DC4311B1AED3}"/>
                  </a:ext>
                </a:extLst>
              </p:cNvPr>
              <p:cNvSpPr/>
              <p:nvPr/>
            </p:nvSpPr>
            <p:spPr>
              <a:xfrm>
                <a:off x="4300805" y="6208901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cxnSp>
            <p:nvCxnSpPr>
              <p:cNvPr id="89" name="Gerade Verbindung mit Pfeil 21">
                <a:extLst>
                  <a:ext uri="{FF2B5EF4-FFF2-40B4-BE49-F238E27FC236}">
                    <a16:creationId xmlns:a16="http://schemas.microsoft.com/office/drawing/2014/main" id="{33ED410C-FC30-63C1-F25E-384D3488833F}"/>
                  </a:ext>
                </a:extLst>
              </p:cNvPr>
              <p:cNvCxnSpPr>
                <a:stCxn id="83" idx="3"/>
                <a:endCxn id="88" idx="1"/>
              </p:cNvCxnSpPr>
              <p:nvPr/>
            </p:nvCxnSpPr>
            <p:spPr>
              <a:xfrm>
                <a:off x="3516946" y="6341894"/>
                <a:ext cx="783859" cy="3251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Gewinkelter Verbinder 61">
                <a:extLst>
                  <a:ext uri="{FF2B5EF4-FFF2-40B4-BE49-F238E27FC236}">
                    <a16:creationId xmlns:a16="http://schemas.microsoft.com/office/drawing/2014/main" id="{42115A10-1EB5-D2E8-0F80-8313A0F3EED8}"/>
                  </a:ext>
                </a:extLst>
              </p:cNvPr>
              <p:cNvCxnSpPr>
                <a:cxnSpLocks/>
                <a:stCxn id="76" idx="3"/>
                <a:endCxn id="86" idx="1"/>
              </p:cNvCxnSpPr>
              <p:nvPr/>
            </p:nvCxnSpPr>
            <p:spPr>
              <a:xfrm flipV="1">
                <a:off x="3516948" y="4749894"/>
                <a:ext cx="772403" cy="1207655"/>
              </a:xfrm>
              <a:prstGeom prst="bentConnector3">
                <a:avLst>
                  <a:gd name="adj1" fmla="val 52172"/>
                </a:avLst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Rechteck 23">
                <a:extLst>
                  <a:ext uri="{FF2B5EF4-FFF2-40B4-BE49-F238E27FC236}">
                    <a16:creationId xmlns:a16="http://schemas.microsoft.com/office/drawing/2014/main" id="{C989ADA1-DF9A-FB87-D7A8-17057901F732}"/>
                  </a:ext>
                </a:extLst>
              </p:cNvPr>
              <p:cNvSpPr/>
              <p:nvPr/>
            </p:nvSpPr>
            <p:spPr>
              <a:xfrm>
                <a:off x="1760507" y="5491402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sp>
            <p:nvSpPr>
              <p:cNvPr id="92" name="Rechteck 24">
                <a:extLst>
                  <a:ext uri="{FF2B5EF4-FFF2-40B4-BE49-F238E27FC236}">
                    <a16:creationId xmlns:a16="http://schemas.microsoft.com/office/drawing/2014/main" id="{3EC1090C-71FB-D0E7-853B-5AE53BF7CEB7}"/>
                  </a:ext>
                </a:extLst>
              </p:cNvPr>
              <p:cNvSpPr/>
              <p:nvPr/>
            </p:nvSpPr>
            <p:spPr>
              <a:xfrm>
                <a:off x="5720089" y="3943629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cxnSp>
            <p:nvCxnSpPr>
              <p:cNvPr id="93" name="Gewinkelter Verbinder 15">
                <a:extLst>
                  <a:ext uri="{FF2B5EF4-FFF2-40B4-BE49-F238E27FC236}">
                    <a16:creationId xmlns:a16="http://schemas.microsoft.com/office/drawing/2014/main" id="{9F5CFDE4-81ED-5ABA-D310-3E09BB69A8F3}"/>
                  </a:ext>
                </a:extLst>
              </p:cNvPr>
              <p:cNvCxnSpPr>
                <a:stCxn id="92" idx="3"/>
              </p:cNvCxnSpPr>
              <p:nvPr/>
            </p:nvCxnSpPr>
            <p:spPr>
              <a:xfrm flipV="1">
                <a:off x="5992576" y="4075731"/>
                <a:ext cx="365296" cy="4142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Rechteck 26">
                <a:extLst>
                  <a:ext uri="{FF2B5EF4-FFF2-40B4-BE49-F238E27FC236}">
                    <a16:creationId xmlns:a16="http://schemas.microsoft.com/office/drawing/2014/main" id="{96C9CD02-A0E5-8601-74DF-A549946CB247}"/>
                  </a:ext>
                </a:extLst>
              </p:cNvPr>
              <p:cNvSpPr/>
              <p:nvPr/>
            </p:nvSpPr>
            <p:spPr>
              <a:xfrm>
                <a:off x="5705959" y="5514872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cxnSp>
            <p:nvCxnSpPr>
              <p:cNvPr id="95" name="Gewinkelter Verbinder 15">
                <a:extLst>
                  <a:ext uri="{FF2B5EF4-FFF2-40B4-BE49-F238E27FC236}">
                    <a16:creationId xmlns:a16="http://schemas.microsoft.com/office/drawing/2014/main" id="{76631D74-850F-53ED-003F-F5CF586460D9}"/>
                  </a:ext>
                </a:extLst>
              </p:cNvPr>
              <p:cNvCxnSpPr>
                <a:stCxn id="94" idx="3"/>
              </p:cNvCxnSpPr>
              <p:nvPr/>
            </p:nvCxnSpPr>
            <p:spPr>
              <a:xfrm>
                <a:off x="5978446" y="5651116"/>
                <a:ext cx="384609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hteck 28">
                <a:extLst>
                  <a:ext uri="{FF2B5EF4-FFF2-40B4-BE49-F238E27FC236}">
                    <a16:creationId xmlns:a16="http://schemas.microsoft.com/office/drawing/2014/main" id="{E596DB70-96FD-38E8-DB4B-8858473CA1E8}"/>
                  </a:ext>
                </a:extLst>
              </p:cNvPr>
              <p:cNvSpPr/>
              <p:nvPr/>
            </p:nvSpPr>
            <p:spPr>
              <a:xfrm>
                <a:off x="5720089" y="6060666"/>
                <a:ext cx="272487" cy="27248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tail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"/>
              </a:p>
            </p:txBody>
          </p:sp>
          <p:cxnSp>
            <p:nvCxnSpPr>
              <p:cNvPr id="97" name="Gewinkelter Verbinder 15">
                <a:extLst>
                  <a:ext uri="{FF2B5EF4-FFF2-40B4-BE49-F238E27FC236}">
                    <a16:creationId xmlns:a16="http://schemas.microsoft.com/office/drawing/2014/main" id="{04D1AF86-1773-DF43-54F4-530ACAED9653}"/>
                  </a:ext>
                </a:extLst>
              </p:cNvPr>
              <p:cNvCxnSpPr>
                <a:stCxn id="96" idx="3"/>
              </p:cNvCxnSpPr>
              <p:nvPr/>
            </p:nvCxnSpPr>
            <p:spPr>
              <a:xfrm>
                <a:off x="5992576" y="6196910"/>
                <a:ext cx="370479" cy="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Gewinkelter Verbinder 15">
                <a:extLst>
                  <a:ext uri="{FF2B5EF4-FFF2-40B4-BE49-F238E27FC236}">
                    <a16:creationId xmlns:a16="http://schemas.microsoft.com/office/drawing/2014/main" id="{5A88719A-32D9-C058-2203-4F618460B5E8}"/>
                  </a:ext>
                </a:extLst>
              </p:cNvPr>
              <p:cNvCxnSpPr/>
              <p:nvPr/>
            </p:nvCxnSpPr>
            <p:spPr>
              <a:xfrm flipV="1">
                <a:off x="1395211" y="4086906"/>
                <a:ext cx="365296" cy="4142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Gewinkelter Verbinder 15">
                <a:extLst>
                  <a:ext uri="{FF2B5EF4-FFF2-40B4-BE49-F238E27FC236}">
                    <a16:creationId xmlns:a16="http://schemas.microsoft.com/office/drawing/2014/main" id="{F67782D8-6898-7B1E-C653-CAC0F2F2C033}"/>
                  </a:ext>
                </a:extLst>
              </p:cNvPr>
              <p:cNvCxnSpPr/>
              <p:nvPr/>
            </p:nvCxnSpPr>
            <p:spPr>
              <a:xfrm flipV="1">
                <a:off x="1387733" y="4613649"/>
                <a:ext cx="365296" cy="4142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winkelter Verbinder 15">
                <a:extLst>
                  <a:ext uri="{FF2B5EF4-FFF2-40B4-BE49-F238E27FC236}">
                    <a16:creationId xmlns:a16="http://schemas.microsoft.com/office/drawing/2014/main" id="{7EFDEE7E-7EB6-1879-380E-88FD9465FAD6}"/>
                  </a:ext>
                </a:extLst>
              </p:cNvPr>
              <p:cNvCxnSpPr/>
              <p:nvPr/>
            </p:nvCxnSpPr>
            <p:spPr>
              <a:xfrm flipV="1">
                <a:off x="1429097" y="5617703"/>
                <a:ext cx="365296" cy="4142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5" name="Pfeil: nach rechts 124">
              <a:extLst>
                <a:ext uri="{FF2B5EF4-FFF2-40B4-BE49-F238E27FC236}">
                  <a16:creationId xmlns:a16="http://schemas.microsoft.com/office/drawing/2014/main" id="{60EEDEBB-48DE-B932-8F6E-D30EEB39B8F5}"/>
                </a:ext>
              </a:extLst>
            </p:cNvPr>
            <p:cNvSpPr/>
            <p:nvPr/>
          </p:nvSpPr>
          <p:spPr>
            <a:xfrm>
              <a:off x="3591794" y="5272413"/>
              <a:ext cx="901273" cy="785002"/>
            </a:xfrm>
            <a:prstGeom prst="rightArrow">
              <a:avLst>
                <a:gd name="adj1" fmla="val 50338"/>
                <a:gd name="adj2" fmla="val 38762"/>
              </a:avLst>
            </a:prstGeom>
            <a:solidFill>
              <a:schemeClr val="bg1"/>
            </a:solidFill>
            <a:ln w="19050">
              <a:solidFill>
                <a:srgbClr val="00549F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MA2</a:t>
              </a:r>
              <a:br>
                <a:rPr lang="en-US" sz="1400" dirty="0">
                  <a:solidFill>
                    <a:schemeClr val="tx1"/>
                  </a:solidFill>
                </a:rPr>
              </a:br>
              <a:r>
                <a:rPr lang="en-US" sz="1400" dirty="0">
                  <a:solidFill>
                    <a:schemeClr val="tx1"/>
                  </a:solidFill>
                </a:rPr>
                <a:t>Fenix</a:t>
              </a:r>
            </a:p>
          </p:txBody>
        </p:sp>
        <p:grpSp>
          <p:nvGrpSpPr>
            <p:cNvPr id="170" name="Gruppieren 169">
              <a:extLst>
                <a:ext uri="{FF2B5EF4-FFF2-40B4-BE49-F238E27FC236}">
                  <a16:creationId xmlns:a16="http://schemas.microsoft.com/office/drawing/2014/main" id="{271D2A35-64B3-9E85-F36C-5EFFD8280E12}"/>
                </a:ext>
              </a:extLst>
            </p:cNvPr>
            <p:cNvGrpSpPr/>
            <p:nvPr/>
          </p:nvGrpSpPr>
          <p:grpSpPr>
            <a:xfrm>
              <a:off x="4640580" y="5481177"/>
              <a:ext cx="691421" cy="562184"/>
              <a:chOff x="4640580" y="5481177"/>
              <a:chExt cx="691421" cy="562184"/>
            </a:xfrm>
          </p:grpSpPr>
          <p:sp>
            <p:nvSpPr>
              <p:cNvPr id="154" name="AutoShape 40">
                <a:extLst>
                  <a:ext uri="{FF2B5EF4-FFF2-40B4-BE49-F238E27FC236}">
                    <a16:creationId xmlns:a16="http://schemas.microsoft.com/office/drawing/2014/main" id="{A5E5B60E-188D-03CA-78E1-D7FA9BD1C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640580" y="5481177"/>
                <a:ext cx="691421" cy="544568"/>
              </a:xfrm>
              <a:prstGeom prst="foldedCorner">
                <a:avLst>
                  <a:gd name="adj" fmla="val 26825"/>
                </a:avLst>
              </a:prstGeom>
              <a:gradFill flip="none" rotWithShape="1">
                <a:gsLst>
                  <a:gs pos="20000">
                    <a:srgbClr val="F5F8FB">
                      <a:lumMod val="0"/>
                      <a:lumOff val="100000"/>
                    </a:srgbClr>
                  </a:gs>
                  <a:gs pos="100000">
                    <a:srgbClr val="F5F8FB">
                      <a:lumMod val="46000"/>
                      <a:lumOff val="54000"/>
                    </a:srgbClr>
                  </a:gs>
                  <a:gs pos="74000">
                    <a:srgbClr val="F5F8FB">
                      <a:lumMod val="96000"/>
                    </a:srgbClr>
                  </a:gs>
                </a:gsLst>
                <a:lin ang="2700000" scaled="1"/>
                <a:tileRect/>
              </a:gradFill>
              <a:ln w="12700" cap="rnd"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62000">
                      <a:srgbClr val="00549F"/>
                    </a:gs>
                    <a:gs pos="83000">
                      <a:srgbClr val="00549F"/>
                    </a:gs>
                    <a:gs pos="100000">
                      <a:schemeClr val="tx1"/>
                    </a:gs>
                  </a:gsLst>
                  <a:lin ang="2700000" scaled="1"/>
                  <a:tileRect/>
                </a:gradFill>
                <a:rou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 defTabSz="914365">
                  <a:spcBef>
                    <a:spcPts val="0"/>
                  </a:spcBef>
                  <a:spcAft>
                    <a:spcPts val="0"/>
                  </a:spcAft>
                </a:pPr>
                <a:endParaRPr lang="en-US" altLang="de-DE" sz="11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grpSp>
            <p:nvGrpSpPr>
              <p:cNvPr id="155" name="Gruppieren 108">
                <a:extLst>
                  <a:ext uri="{FF2B5EF4-FFF2-40B4-BE49-F238E27FC236}">
                    <a16:creationId xmlns:a16="http://schemas.microsoft.com/office/drawing/2014/main" id="{28DFF6B1-C396-6EF9-3428-BA1B723F85BA}"/>
                  </a:ext>
                </a:extLst>
              </p:cNvPr>
              <p:cNvGrpSpPr/>
              <p:nvPr/>
            </p:nvGrpSpPr>
            <p:grpSpPr>
              <a:xfrm>
                <a:off x="4785239" y="5547128"/>
                <a:ext cx="363784" cy="187678"/>
                <a:chOff x="3079231" y="3457353"/>
                <a:chExt cx="620843" cy="319118"/>
              </a:xfrm>
            </p:grpSpPr>
            <p:sp>
              <p:nvSpPr>
                <p:cNvPr id="157" name="Rechteck 110">
                  <a:extLst>
                    <a:ext uri="{FF2B5EF4-FFF2-40B4-BE49-F238E27FC236}">
                      <a16:creationId xmlns:a16="http://schemas.microsoft.com/office/drawing/2014/main" id="{F6295B1E-480A-FC8F-DD08-CB785D3F3CCC}"/>
                    </a:ext>
                  </a:extLst>
                </p:cNvPr>
                <p:cNvSpPr/>
                <p:nvPr/>
              </p:nvSpPr>
              <p:spPr>
                <a:xfrm>
                  <a:off x="3286850" y="3457353"/>
                  <a:ext cx="228678" cy="11075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6BA5"/>
                  </a:solidFill>
                  <a:round/>
                  <a:headEnd type="none" w="med" len="med"/>
                  <a:tailEnd type="arrow" w="med" len="med"/>
                </a:ln>
                <a:effectLst/>
              </p:spPr>
              <p:txBody>
                <a:bodyPr lIns="0" tIns="0" rIns="0" bIns="0" rtlCol="0" anchor="ctr" anchorCtr="0"/>
                <a:lstStyle/>
                <a:p>
                  <a:pPr algn="ctr"/>
                  <a:r>
                    <a:rPr lang="en-US" sz="1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▪▪▪</a:t>
                  </a:r>
                </a:p>
              </p:txBody>
            </p:sp>
            <p:sp>
              <p:nvSpPr>
                <p:cNvPr id="158" name="Rechteck 111">
                  <a:extLst>
                    <a:ext uri="{FF2B5EF4-FFF2-40B4-BE49-F238E27FC236}">
                      <a16:creationId xmlns:a16="http://schemas.microsoft.com/office/drawing/2014/main" id="{9C4ABE0C-4004-1AD9-DDC5-213C5D8A9D38}"/>
                    </a:ext>
                  </a:extLst>
                </p:cNvPr>
                <p:cNvSpPr/>
                <p:nvPr/>
              </p:nvSpPr>
              <p:spPr>
                <a:xfrm>
                  <a:off x="3471396" y="3665715"/>
                  <a:ext cx="228678" cy="11075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6BA5"/>
                  </a:solidFill>
                  <a:round/>
                  <a:headEnd type="none" w="med" len="med"/>
                  <a:tailEnd type="arrow" w="med" len="med"/>
                </a:ln>
                <a:effectLst/>
              </p:spPr>
              <p:txBody>
                <a:bodyPr lIns="0" tIns="0" rIns="0" bIns="0" rtlCol="0" anchor="ctr" anchorCtr="0"/>
                <a:lstStyle/>
                <a:p>
                  <a:pPr algn="ctr"/>
                  <a:r>
                    <a:rPr lang="en-US" sz="1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▪▪▪</a:t>
                  </a:r>
                </a:p>
              </p:txBody>
            </p:sp>
            <p:sp>
              <p:nvSpPr>
                <p:cNvPr id="159" name="Rechteck 112">
                  <a:extLst>
                    <a:ext uri="{FF2B5EF4-FFF2-40B4-BE49-F238E27FC236}">
                      <a16:creationId xmlns:a16="http://schemas.microsoft.com/office/drawing/2014/main" id="{099974DD-EFC3-21A5-4D22-DFFADDEA8473}"/>
                    </a:ext>
                  </a:extLst>
                </p:cNvPr>
                <p:cNvSpPr/>
                <p:nvPr/>
              </p:nvSpPr>
              <p:spPr>
                <a:xfrm>
                  <a:off x="3079231" y="3665712"/>
                  <a:ext cx="228678" cy="11075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6BA5"/>
                  </a:solidFill>
                  <a:round/>
                  <a:headEnd type="none" w="med" len="med"/>
                  <a:tailEnd type="arrow" w="med" len="med"/>
                </a:ln>
                <a:effectLst/>
              </p:spPr>
              <p:txBody>
                <a:bodyPr lIns="0" tIns="0" rIns="0" bIns="0" rtlCol="0" anchor="ctr" anchorCtr="0"/>
                <a:lstStyle/>
                <a:p>
                  <a:pPr algn="ctr"/>
                  <a:r>
                    <a:rPr lang="en-US" sz="1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▪▪▪</a:t>
                  </a:r>
                </a:p>
              </p:txBody>
            </p:sp>
            <p:cxnSp>
              <p:nvCxnSpPr>
                <p:cNvPr id="160" name="Gerader Verbinder 113">
                  <a:extLst>
                    <a:ext uri="{FF2B5EF4-FFF2-40B4-BE49-F238E27FC236}">
                      <a16:creationId xmlns:a16="http://schemas.microsoft.com/office/drawing/2014/main" id="{C202AA9A-4565-7F92-CD3F-7392805D1436}"/>
                    </a:ext>
                  </a:extLst>
                </p:cNvPr>
                <p:cNvCxnSpPr>
                  <a:stCxn id="157" idx="2"/>
                  <a:endCxn id="159" idx="0"/>
                </p:cNvCxnSpPr>
                <p:nvPr/>
              </p:nvCxnSpPr>
              <p:spPr>
                <a:xfrm flipH="1">
                  <a:off x="3193570" y="3568107"/>
                  <a:ext cx="207619" cy="97606"/>
                </a:xfrm>
                <a:prstGeom prst="line">
                  <a:avLst/>
                </a:prstGeom>
                <a:ln w="12700">
                  <a:solidFill>
                    <a:srgbClr val="006B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Gerader Verbinder 114">
                  <a:extLst>
                    <a:ext uri="{FF2B5EF4-FFF2-40B4-BE49-F238E27FC236}">
                      <a16:creationId xmlns:a16="http://schemas.microsoft.com/office/drawing/2014/main" id="{76012958-DDBE-165E-DEA0-658EF38B1EA1}"/>
                    </a:ext>
                  </a:extLst>
                </p:cNvPr>
                <p:cNvCxnSpPr>
                  <a:stCxn id="157" idx="2"/>
                  <a:endCxn id="158" idx="0"/>
                </p:cNvCxnSpPr>
                <p:nvPr/>
              </p:nvCxnSpPr>
              <p:spPr>
                <a:xfrm>
                  <a:off x="3401189" y="3568107"/>
                  <a:ext cx="184546" cy="97606"/>
                </a:xfrm>
                <a:prstGeom prst="line">
                  <a:avLst/>
                </a:prstGeom>
                <a:ln w="12700">
                  <a:solidFill>
                    <a:srgbClr val="006B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6" name="Textfeld 109">
                <a:extLst>
                  <a:ext uri="{FF2B5EF4-FFF2-40B4-BE49-F238E27FC236}">
                    <a16:creationId xmlns:a16="http://schemas.microsoft.com/office/drawing/2014/main" id="{C815E92A-6B12-7520-A5DB-898B25689DCD}"/>
                  </a:ext>
                </a:extLst>
              </p:cNvPr>
              <p:cNvSpPr txBox="1"/>
              <p:nvPr/>
            </p:nvSpPr>
            <p:spPr>
              <a:xfrm>
                <a:off x="4672574" y="5704807"/>
                <a:ext cx="6371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err="1"/>
                  <a:t>FunctionStructure</a:t>
                </a:r>
                <a:endParaRPr lang="en-US" sz="800" dirty="0"/>
              </a:p>
            </p:txBody>
          </p:sp>
        </p:grpSp>
        <p:grpSp>
          <p:nvGrpSpPr>
            <p:cNvPr id="171" name="Gruppieren 170">
              <a:extLst>
                <a:ext uri="{FF2B5EF4-FFF2-40B4-BE49-F238E27FC236}">
                  <a16:creationId xmlns:a16="http://schemas.microsoft.com/office/drawing/2014/main" id="{86BF027A-1B8E-003D-F518-B4B137E1849E}"/>
                </a:ext>
              </a:extLst>
            </p:cNvPr>
            <p:cNvGrpSpPr/>
            <p:nvPr/>
          </p:nvGrpSpPr>
          <p:grpSpPr>
            <a:xfrm>
              <a:off x="4640579" y="4200591"/>
              <a:ext cx="691421" cy="685296"/>
              <a:chOff x="4131531" y="4375851"/>
              <a:chExt cx="691421" cy="685296"/>
            </a:xfrm>
          </p:grpSpPr>
          <p:sp>
            <p:nvSpPr>
              <p:cNvPr id="162" name="AutoShape 40">
                <a:extLst>
                  <a:ext uri="{FF2B5EF4-FFF2-40B4-BE49-F238E27FC236}">
                    <a16:creationId xmlns:a16="http://schemas.microsoft.com/office/drawing/2014/main" id="{D5085B8D-796A-297B-33AA-095FD466D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131531" y="4375851"/>
                <a:ext cx="691421" cy="653275"/>
              </a:xfrm>
              <a:prstGeom prst="foldedCorner">
                <a:avLst>
                  <a:gd name="adj" fmla="val 21576"/>
                </a:avLst>
              </a:prstGeom>
              <a:gradFill flip="none" rotWithShape="1">
                <a:gsLst>
                  <a:gs pos="20000">
                    <a:srgbClr val="F5F8FB">
                      <a:lumMod val="0"/>
                      <a:lumOff val="100000"/>
                    </a:srgbClr>
                  </a:gs>
                  <a:gs pos="100000">
                    <a:srgbClr val="F5F8FB">
                      <a:lumMod val="46000"/>
                      <a:lumOff val="54000"/>
                    </a:srgbClr>
                  </a:gs>
                  <a:gs pos="74000">
                    <a:srgbClr val="F5F8FB">
                      <a:lumMod val="96000"/>
                    </a:srgbClr>
                  </a:gs>
                </a:gsLst>
                <a:lin ang="2700000" scaled="1"/>
                <a:tileRect/>
              </a:gradFill>
              <a:ln w="12700" cap="rnd"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62000">
                      <a:srgbClr val="00549F"/>
                    </a:gs>
                    <a:gs pos="83000">
                      <a:srgbClr val="00549F"/>
                    </a:gs>
                    <a:gs pos="100000">
                      <a:schemeClr val="tx1"/>
                    </a:gs>
                  </a:gsLst>
                  <a:lin ang="2700000" scaled="1"/>
                  <a:tileRect/>
                </a:gradFill>
                <a:rou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 defTabSz="914365">
                  <a:spcBef>
                    <a:spcPts val="0"/>
                  </a:spcBef>
                  <a:spcAft>
                    <a:spcPts val="0"/>
                  </a:spcAft>
                </a:pPr>
                <a:endParaRPr lang="en-US" altLang="de-DE" sz="11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grpSp>
            <p:nvGrpSpPr>
              <p:cNvPr id="163" name="Gruppieren 108">
                <a:extLst>
                  <a:ext uri="{FF2B5EF4-FFF2-40B4-BE49-F238E27FC236}">
                    <a16:creationId xmlns:a16="http://schemas.microsoft.com/office/drawing/2014/main" id="{2E84187B-9D6E-73A8-9489-F1569E7FBE0B}"/>
                  </a:ext>
                </a:extLst>
              </p:cNvPr>
              <p:cNvGrpSpPr/>
              <p:nvPr/>
            </p:nvGrpSpPr>
            <p:grpSpPr>
              <a:xfrm>
                <a:off x="4276190" y="4441803"/>
                <a:ext cx="363784" cy="187678"/>
                <a:chOff x="3079231" y="3457353"/>
                <a:chExt cx="620843" cy="319118"/>
              </a:xfrm>
            </p:grpSpPr>
            <p:sp>
              <p:nvSpPr>
                <p:cNvPr id="164" name="Rechteck 110">
                  <a:extLst>
                    <a:ext uri="{FF2B5EF4-FFF2-40B4-BE49-F238E27FC236}">
                      <a16:creationId xmlns:a16="http://schemas.microsoft.com/office/drawing/2014/main" id="{400A2791-BE64-1A66-7E6B-9BA14F33C01F}"/>
                    </a:ext>
                  </a:extLst>
                </p:cNvPr>
                <p:cNvSpPr/>
                <p:nvPr/>
              </p:nvSpPr>
              <p:spPr>
                <a:xfrm>
                  <a:off x="3286850" y="3457353"/>
                  <a:ext cx="228678" cy="11075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6BA5"/>
                  </a:solidFill>
                  <a:round/>
                  <a:headEnd type="none" w="med" len="med"/>
                  <a:tailEnd type="arrow" w="med" len="med"/>
                </a:ln>
                <a:effectLst/>
              </p:spPr>
              <p:txBody>
                <a:bodyPr lIns="0" tIns="0" rIns="0" bIns="0" rtlCol="0" anchor="ctr" anchorCtr="0"/>
                <a:lstStyle/>
                <a:p>
                  <a:pPr algn="ctr"/>
                  <a:r>
                    <a:rPr lang="en-US" sz="1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▪▪▪</a:t>
                  </a:r>
                </a:p>
              </p:txBody>
            </p:sp>
            <p:sp>
              <p:nvSpPr>
                <p:cNvPr id="165" name="Rechteck 111">
                  <a:extLst>
                    <a:ext uri="{FF2B5EF4-FFF2-40B4-BE49-F238E27FC236}">
                      <a16:creationId xmlns:a16="http://schemas.microsoft.com/office/drawing/2014/main" id="{CBB0F326-F1FA-62F3-1F0A-25E0C1D4B954}"/>
                    </a:ext>
                  </a:extLst>
                </p:cNvPr>
                <p:cNvSpPr/>
                <p:nvPr/>
              </p:nvSpPr>
              <p:spPr>
                <a:xfrm>
                  <a:off x="3471396" y="3665715"/>
                  <a:ext cx="228678" cy="11075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6BA5"/>
                  </a:solidFill>
                  <a:round/>
                  <a:headEnd type="none" w="med" len="med"/>
                  <a:tailEnd type="arrow" w="med" len="med"/>
                </a:ln>
                <a:effectLst/>
              </p:spPr>
              <p:txBody>
                <a:bodyPr lIns="0" tIns="0" rIns="0" bIns="0" rtlCol="0" anchor="ctr" anchorCtr="0"/>
                <a:lstStyle/>
                <a:p>
                  <a:pPr algn="ctr"/>
                  <a:r>
                    <a:rPr lang="en-US" sz="1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▪▪▪</a:t>
                  </a:r>
                </a:p>
              </p:txBody>
            </p:sp>
            <p:sp>
              <p:nvSpPr>
                <p:cNvPr id="166" name="Rechteck 112">
                  <a:extLst>
                    <a:ext uri="{FF2B5EF4-FFF2-40B4-BE49-F238E27FC236}">
                      <a16:creationId xmlns:a16="http://schemas.microsoft.com/office/drawing/2014/main" id="{EB549A3E-1AB8-355B-5B82-FBA3D91D10F6}"/>
                    </a:ext>
                  </a:extLst>
                </p:cNvPr>
                <p:cNvSpPr/>
                <p:nvPr/>
              </p:nvSpPr>
              <p:spPr>
                <a:xfrm>
                  <a:off x="3079231" y="3665712"/>
                  <a:ext cx="228678" cy="11075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6BA5"/>
                  </a:solidFill>
                  <a:round/>
                  <a:headEnd type="none" w="med" len="med"/>
                  <a:tailEnd type="arrow" w="med" len="med"/>
                </a:ln>
                <a:effectLst/>
              </p:spPr>
              <p:txBody>
                <a:bodyPr lIns="0" tIns="0" rIns="0" bIns="0" rtlCol="0" anchor="ctr" anchorCtr="0"/>
                <a:lstStyle/>
                <a:p>
                  <a:pPr algn="ctr"/>
                  <a:r>
                    <a:rPr lang="en-US" sz="1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▪▪▪</a:t>
                  </a:r>
                </a:p>
              </p:txBody>
            </p:sp>
            <p:cxnSp>
              <p:nvCxnSpPr>
                <p:cNvPr id="167" name="Gerader Verbinder 113">
                  <a:extLst>
                    <a:ext uri="{FF2B5EF4-FFF2-40B4-BE49-F238E27FC236}">
                      <a16:creationId xmlns:a16="http://schemas.microsoft.com/office/drawing/2014/main" id="{167BBBCE-29DF-8ACB-22EB-73D3AEF3059D}"/>
                    </a:ext>
                  </a:extLst>
                </p:cNvPr>
                <p:cNvCxnSpPr>
                  <a:stCxn id="164" idx="2"/>
                  <a:endCxn id="166" idx="0"/>
                </p:cNvCxnSpPr>
                <p:nvPr/>
              </p:nvCxnSpPr>
              <p:spPr>
                <a:xfrm flipH="1">
                  <a:off x="3193570" y="3568107"/>
                  <a:ext cx="207619" cy="97606"/>
                </a:xfrm>
                <a:prstGeom prst="line">
                  <a:avLst/>
                </a:prstGeom>
                <a:ln w="12700">
                  <a:solidFill>
                    <a:srgbClr val="006B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Gerader Verbinder 114">
                  <a:extLst>
                    <a:ext uri="{FF2B5EF4-FFF2-40B4-BE49-F238E27FC236}">
                      <a16:creationId xmlns:a16="http://schemas.microsoft.com/office/drawing/2014/main" id="{2F769D48-1A6B-FE65-F38D-9A33A32635E0}"/>
                    </a:ext>
                  </a:extLst>
                </p:cNvPr>
                <p:cNvCxnSpPr>
                  <a:stCxn id="164" idx="2"/>
                  <a:endCxn id="165" idx="0"/>
                </p:cNvCxnSpPr>
                <p:nvPr/>
              </p:nvCxnSpPr>
              <p:spPr>
                <a:xfrm>
                  <a:off x="3401189" y="3568107"/>
                  <a:ext cx="184546" cy="97606"/>
                </a:xfrm>
                <a:prstGeom prst="line">
                  <a:avLst/>
                </a:prstGeom>
                <a:ln w="12700">
                  <a:solidFill>
                    <a:srgbClr val="006B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9" name="Textfeld 109">
                <a:extLst>
                  <a:ext uri="{FF2B5EF4-FFF2-40B4-BE49-F238E27FC236}">
                    <a16:creationId xmlns:a16="http://schemas.microsoft.com/office/drawing/2014/main" id="{2C5FC42C-248A-EB27-E1DF-1E593D7488FB}"/>
                  </a:ext>
                </a:extLst>
              </p:cNvPr>
              <p:cNvSpPr txBox="1"/>
              <p:nvPr/>
            </p:nvSpPr>
            <p:spPr>
              <a:xfrm>
                <a:off x="4163525" y="4599482"/>
                <a:ext cx="6371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 err="1"/>
                  <a:t>FunctionStructure</a:t>
                </a:r>
                <a:br>
                  <a:rPr lang="en-US" sz="800" dirty="0"/>
                </a:br>
                <a:r>
                  <a:rPr lang="en-US" sz="800" dirty="0"/>
                  <a:t>Model</a:t>
                </a:r>
              </a:p>
            </p:txBody>
          </p:sp>
        </p:grpSp>
        <p:sp>
          <p:nvSpPr>
            <p:cNvPr id="174" name="Pfeil: nach rechts 173">
              <a:extLst>
                <a:ext uri="{FF2B5EF4-FFF2-40B4-BE49-F238E27FC236}">
                  <a16:creationId xmlns:a16="http://schemas.microsoft.com/office/drawing/2014/main" id="{F340C20B-8B19-A28E-C8B6-334DC18CDAA0}"/>
                </a:ext>
              </a:extLst>
            </p:cNvPr>
            <p:cNvSpPr/>
            <p:nvPr/>
          </p:nvSpPr>
          <p:spPr>
            <a:xfrm>
              <a:off x="5467694" y="5272413"/>
              <a:ext cx="980416" cy="785002"/>
            </a:xfrm>
            <a:prstGeom prst="rightArrow">
              <a:avLst>
                <a:gd name="adj1" fmla="val 50338"/>
                <a:gd name="adj2" fmla="val 38762"/>
              </a:avLst>
            </a:prstGeom>
            <a:solidFill>
              <a:schemeClr val="bg1"/>
            </a:solidFill>
            <a:ln w="19050">
              <a:solidFill>
                <a:srgbClr val="00549F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Fenix</a:t>
              </a:r>
              <a:br>
                <a:rPr lang="en-US" sz="1400" dirty="0">
                  <a:solidFill>
                    <a:schemeClr val="tx1"/>
                  </a:solidFill>
                </a:rPr>
              </a:br>
              <a:r>
                <a:rPr lang="en-US" sz="1400" dirty="0">
                  <a:solidFill>
                    <a:schemeClr val="tx1"/>
                  </a:solidFill>
                </a:rPr>
                <a:t>CD2Gui</a:t>
              </a:r>
            </a:p>
          </p:txBody>
        </p:sp>
        <p:grpSp>
          <p:nvGrpSpPr>
            <p:cNvPr id="184" name="Gruppieren 183">
              <a:extLst>
                <a:ext uri="{FF2B5EF4-FFF2-40B4-BE49-F238E27FC236}">
                  <a16:creationId xmlns:a16="http://schemas.microsoft.com/office/drawing/2014/main" id="{B1EDCC63-7420-F2B4-2CE8-B3368E9288EF}"/>
                </a:ext>
              </a:extLst>
            </p:cNvPr>
            <p:cNvGrpSpPr/>
            <p:nvPr/>
          </p:nvGrpSpPr>
          <p:grpSpPr>
            <a:xfrm>
              <a:off x="6637738" y="5481177"/>
              <a:ext cx="691421" cy="544568"/>
              <a:chOff x="4640580" y="5481177"/>
              <a:chExt cx="691421" cy="544568"/>
            </a:xfrm>
          </p:grpSpPr>
          <p:sp>
            <p:nvSpPr>
              <p:cNvPr id="185" name="AutoShape 40">
                <a:extLst>
                  <a:ext uri="{FF2B5EF4-FFF2-40B4-BE49-F238E27FC236}">
                    <a16:creationId xmlns:a16="http://schemas.microsoft.com/office/drawing/2014/main" id="{7C23E46F-DE23-76D9-1FAD-71EB4904A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640580" y="5481177"/>
                <a:ext cx="691421" cy="544568"/>
              </a:xfrm>
              <a:prstGeom prst="foldedCorner">
                <a:avLst>
                  <a:gd name="adj" fmla="val 26825"/>
                </a:avLst>
              </a:prstGeom>
              <a:gradFill flip="none" rotWithShape="1">
                <a:gsLst>
                  <a:gs pos="20000">
                    <a:srgbClr val="F5F8FB">
                      <a:lumMod val="0"/>
                      <a:lumOff val="100000"/>
                    </a:srgbClr>
                  </a:gs>
                  <a:gs pos="100000">
                    <a:srgbClr val="F5F8FB">
                      <a:lumMod val="46000"/>
                      <a:lumOff val="54000"/>
                    </a:srgbClr>
                  </a:gs>
                  <a:gs pos="74000">
                    <a:srgbClr val="F5F8FB">
                      <a:lumMod val="96000"/>
                    </a:srgbClr>
                  </a:gs>
                </a:gsLst>
                <a:lin ang="2700000" scaled="1"/>
                <a:tileRect/>
              </a:gradFill>
              <a:ln w="12700" cap="rnd"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62000">
                      <a:srgbClr val="00549F"/>
                    </a:gs>
                    <a:gs pos="83000">
                      <a:srgbClr val="00549F"/>
                    </a:gs>
                    <a:gs pos="100000">
                      <a:schemeClr val="tx1"/>
                    </a:gs>
                  </a:gsLst>
                  <a:lin ang="2700000" scaled="1"/>
                  <a:tileRect/>
                </a:gradFill>
                <a:rou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 defTabSz="914365">
                  <a:spcBef>
                    <a:spcPts val="0"/>
                  </a:spcBef>
                  <a:spcAft>
                    <a:spcPts val="0"/>
                  </a:spcAft>
                </a:pPr>
                <a:endParaRPr lang="en-US" altLang="de-DE" sz="1100">
                  <a:solidFill>
                    <a:prstClr val="black"/>
                  </a:solidFill>
                  <a:latin typeface="Calibri"/>
                  <a:ea typeface="+mn-ea"/>
                </a:endParaRPr>
              </a:p>
            </p:txBody>
          </p:sp>
          <p:grpSp>
            <p:nvGrpSpPr>
              <p:cNvPr id="186" name="Gruppieren 108">
                <a:extLst>
                  <a:ext uri="{FF2B5EF4-FFF2-40B4-BE49-F238E27FC236}">
                    <a16:creationId xmlns:a16="http://schemas.microsoft.com/office/drawing/2014/main" id="{ABAC5D70-1F38-4DA3-A6BE-88F5BEE37296}"/>
                  </a:ext>
                </a:extLst>
              </p:cNvPr>
              <p:cNvGrpSpPr/>
              <p:nvPr/>
            </p:nvGrpSpPr>
            <p:grpSpPr>
              <a:xfrm>
                <a:off x="4785239" y="5547128"/>
                <a:ext cx="363784" cy="187678"/>
                <a:chOff x="3079231" y="3457353"/>
                <a:chExt cx="620843" cy="319118"/>
              </a:xfrm>
            </p:grpSpPr>
            <p:sp>
              <p:nvSpPr>
                <p:cNvPr id="188" name="Rechteck 110">
                  <a:extLst>
                    <a:ext uri="{FF2B5EF4-FFF2-40B4-BE49-F238E27FC236}">
                      <a16:creationId xmlns:a16="http://schemas.microsoft.com/office/drawing/2014/main" id="{F829F749-8280-2E0D-1CF8-BE56BB078252}"/>
                    </a:ext>
                  </a:extLst>
                </p:cNvPr>
                <p:cNvSpPr/>
                <p:nvPr/>
              </p:nvSpPr>
              <p:spPr>
                <a:xfrm>
                  <a:off x="3286850" y="3457353"/>
                  <a:ext cx="228678" cy="11075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6BA5"/>
                  </a:solidFill>
                  <a:round/>
                  <a:headEnd type="none" w="med" len="med"/>
                  <a:tailEnd type="arrow" w="med" len="med"/>
                </a:ln>
                <a:effectLst/>
              </p:spPr>
              <p:txBody>
                <a:bodyPr lIns="0" tIns="0" rIns="0" bIns="0" rtlCol="0" anchor="ctr" anchorCtr="0"/>
                <a:lstStyle/>
                <a:p>
                  <a:pPr algn="ctr"/>
                  <a:r>
                    <a:rPr lang="en-US" sz="1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▪▪▪</a:t>
                  </a:r>
                </a:p>
              </p:txBody>
            </p:sp>
            <p:sp>
              <p:nvSpPr>
                <p:cNvPr id="189" name="Rechteck 111">
                  <a:extLst>
                    <a:ext uri="{FF2B5EF4-FFF2-40B4-BE49-F238E27FC236}">
                      <a16:creationId xmlns:a16="http://schemas.microsoft.com/office/drawing/2014/main" id="{CA177A81-6F92-F1D5-8E65-293CA92F0E2F}"/>
                    </a:ext>
                  </a:extLst>
                </p:cNvPr>
                <p:cNvSpPr/>
                <p:nvPr/>
              </p:nvSpPr>
              <p:spPr>
                <a:xfrm>
                  <a:off x="3471396" y="3665715"/>
                  <a:ext cx="228678" cy="11075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6BA5"/>
                  </a:solidFill>
                  <a:round/>
                  <a:headEnd type="none" w="med" len="med"/>
                  <a:tailEnd type="arrow" w="med" len="med"/>
                </a:ln>
                <a:effectLst/>
              </p:spPr>
              <p:txBody>
                <a:bodyPr lIns="0" tIns="0" rIns="0" bIns="0" rtlCol="0" anchor="ctr" anchorCtr="0"/>
                <a:lstStyle/>
                <a:p>
                  <a:pPr algn="ctr"/>
                  <a:r>
                    <a:rPr lang="en-US" sz="1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▪▪▪</a:t>
                  </a:r>
                </a:p>
              </p:txBody>
            </p:sp>
            <p:sp>
              <p:nvSpPr>
                <p:cNvPr id="190" name="Rechteck 112">
                  <a:extLst>
                    <a:ext uri="{FF2B5EF4-FFF2-40B4-BE49-F238E27FC236}">
                      <a16:creationId xmlns:a16="http://schemas.microsoft.com/office/drawing/2014/main" id="{CCC5F00F-0797-4C8F-7453-A0C29C48FCAC}"/>
                    </a:ext>
                  </a:extLst>
                </p:cNvPr>
                <p:cNvSpPr/>
                <p:nvPr/>
              </p:nvSpPr>
              <p:spPr>
                <a:xfrm>
                  <a:off x="3079231" y="3665712"/>
                  <a:ext cx="228678" cy="11075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6BA5"/>
                  </a:solidFill>
                  <a:round/>
                  <a:headEnd type="none" w="med" len="med"/>
                  <a:tailEnd type="arrow" w="med" len="med"/>
                </a:ln>
                <a:effectLst/>
              </p:spPr>
              <p:txBody>
                <a:bodyPr lIns="0" tIns="0" rIns="0" bIns="0" rtlCol="0" anchor="ctr" anchorCtr="0"/>
                <a:lstStyle/>
                <a:p>
                  <a:pPr algn="ctr"/>
                  <a:r>
                    <a:rPr lang="en-US" sz="1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▪▪▪</a:t>
                  </a:r>
                </a:p>
              </p:txBody>
            </p:sp>
            <p:cxnSp>
              <p:nvCxnSpPr>
                <p:cNvPr id="191" name="Gerader Verbinder 113">
                  <a:extLst>
                    <a:ext uri="{FF2B5EF4-FFF2-40B4-BE49-F238E27FC236}">
                      <a16:creationId xmlns:a16="http://schemas.microsoft.com/office/drawing/2014/main" id="{8BE514C4-3CE9-6ACA-2249-5E9B6110D84D}"/>
                    </a:ext>
                  </a:extLst>
                </p:cNvPr>
                <p:cNvCxnSpPr>
                  <a:stCxn id="188" idx="2"/>
                  <a:endCxn id="190" idx="0"/>
                </p:cNvCxnSpPr>
                <p:nvPr/>
              </p:nvCxnSpPr>
              <p:spPr>
                <a:xfrm flipH="1">
                  <a:off x="3193570" y="3568107"/>
                  <a:ext cx="207619" cy="97606"/>
                </a:xfrm>
                <a:prstGeom prst="line">
                  <a:avLst/>
                </a:prstGeom>
                <a:ln w="12700">
                  <a:solidFill>
                    <a:srgbClr val="006B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Gerader Verbinder 114">
                  <a:extLst>
                    <a:ext uri="{FF2B5EF4-FFF2-40B4-BE49-F238E27FC236}">
                      <a16:creationId xmlns:a16="http://schemas.microsoft.com/office/drawing/2014/main" id="{AB988E29-8149-23FE-7F3F-2F9A5759BDE6}"/>
                    </a:ext>
                  </a:extLst>
                </p:cNvPr>
                <p:cNvCxnSpPr>
                  <a:stCxn id="188" idx="2"/>
                  <a:endCxn id="189" idx="0"/>
                </p:cNvCxnSpPr>
                <p:nvPr/>
              </p:nvCxnSpPr>
              <p:spPr>
                <a:xfrm>
                  <a:off x="3401189" y="3568107"/>
                  <a:ext cx="184546" cy="97606"/>
                </a:xfrm>
                <a:prstGeom prst="line">
                  <a:avLst/>
                </a:prstGeom>
                <a:ln w="12700">
                  <a:solidFill>
                    <a:srgbClr val="006BA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7" name="Textfeld 109">
                <a:extLst>
                  <a:ext uri="{FF2B5EF4-FFF2-40B4-BE49-F238E27FC236}">
                    <a16:creationId xmlns:a16="http://schemas.microsoft.com/office/drawing/2014/main" id="{8C289761-03BB-AFC8-2F92-27AC1955993B}"/>
                  </a:ext>
                </a:extLst>
              </p:cNvPr>
              <p:cNvSpPr txBox="1"/>
              <p:nvPr/>
            </p:nvSpPr>
            <p:spPr>
              <a:xfrm>
                <a:off x="4672574" y="5704807"/>
                <a:ext cx="6371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/>
                  <a:t>Gui</a:t>
                </a:r>
              </a:p>
            </p:txBody>
          </p:sp>
        </p:grpSp>
        <p:cxnSp>
          <p:nvCxnSpPr>
            <p:cNvPr id="194" name="Gerade Verbindung mit Pfeil 193">
              <a:extLst>
                <a:ext uri="{FF2B5EF4-FFF2-40B4-BE49-F238E27FC236}">
                  <a16:creationId xmlns:a16="http://schemas.microsoft.com/office/drawing/2014/main" id="{77B401C0-43F5-F2FA-337A-89242EA0244D}"/>
                </a:ext>
              </a:extLst>
            </p:cNvPr>
            <p:cNvCxnSpPr>
              <a:cxnSpLocks/>
              <a:endCxn id="169" idx="2"/>
            </p:cNvCxnSpPr>
            <p:nvPr/>
          </p:nvCxnSpPr>
          <p:spPr>
            <a:xfrm flipV="1">
              <a:off x="4991162" y="4885887"/>
              <a:ext cx="0" cy="550140"/>
            </a:xfrm>
            <a:prstGeom prst="straightConnector1">
              <a:avLst/>
            </a:prstGeom>
            <a:noFill/>
            <a:ln w="19050">
              <a:solidFill>
                <a:srgbClr val="00549F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8" name="Textfeld 44">
              <a:extLst>
                <a:ext uri="{FF2B5EF4-FFF2-40B4-BE49-F238E27FC236}">
                  <a16:creationId xmlns:a16="http://schemas.microsoft.com/office/drawing/2014/main" id="{0CD74331-3712-DC04-B202-ABF3AFA2C632}"/>
                </a:ext>
              </a:extLst>
            </p:cNvPr>
            <p:cNvSpPr txBox="1"/>
            <p:nvPr/>
          </p:nvSpPr>
          <p:spPr>
            <a:xfrm>
              <a:off x="4157932" y="4969435"/>
              <a:ext cx="1188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400" dirty="0">
                  <a:latin typeface="+mj-lt"/>
                  <a:cs typeface="Times New Roman" panose="02020603050405020304" pitchFamily="18" charset="0"/>
                </a:rPr>
                <a:t>c</a:t>
              </a:r>
              <a:r>
                <a:rPr lang="en-US" sz="1400" dirty="0">
                  <a:latin typeface="+mj-lt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onforms 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10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61A04-55F7-F7C3-8888-D2E07E11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rafik 5" descr="Ein Bild, das Gebäude, drinnen, sitzend, Tisch enthält.&#10;&#10;Automatisch generierte Beschreibung">
            <a:extLst>
              <a:ext uri="{FF2B5EF4-FFF2-40B4-BE49-F238E27FC236}">
                <a16:creationId xmlns:a16="http://schemas.microsoft.com/office/drawing/2014/main" id="{CFDCE514-2208-9AB6-2407-DD74B449D9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3" t="22098" r="8093" b="38097"/>
          <a:stretch/>
        </p:blipFill>
        <p:spPr>
          <a:xfrm>
            <a:off x="502356" y="952950"/>
            <a:ext cx="6507439" cy="1462607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B7C1C066-FC65-0EAB-E152-50738742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Function-Structure Model: Abstraction of C&amp;C languages</a:t>
            </a: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D1E16BE5-FB62-D420-5DF7-240A90D62C8C}"/>
              </a:ext>
            </a:extLst>
          </p:cNvPr>
          <p:cNvGrpSpPr/>
          <p:nvPr/>
        </p:nvGrpSpPr>
        <p:grpSpPr>
          <a:xfrm>
            <a:off x="10227" y="3055589"/>
            <a:ext cx="4054371" cy="2823565"/>
            <a:chOff x="1273773" y="2478840"/>
            <a:chExt cx="4874773" cy="2823565"/>
          </a:xfrm>
        </p:grpSpPr>
        <p:sp>
          <p:nvSpPr>
            <p:cNvPr id="52" name="Text Box 3">
              <a:extLst>
                <a:ext uri="{FF2B5EF4-FFF2-40B4-BE49-F238E27FC236}">
                  <a16:creationId xmlns:a16="http://schemas.microsoft.com/office/drawing/2014/main" id="{3C0CE501-CBD2-2E07-D053-490B748B1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87" y="2478840"/>
              <a:ext cx="4384859" cy="280076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component IMM {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port in Material granules,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  out Item part;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InjectionUnit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iUnit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ClampingUnit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cUnit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granules -&gt;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iUnit.granules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iUnit.melt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cUnit.melt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cUnit.part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-&gt; part;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	</a:t>
              </a:r>
            </a:p>
          </p:txBody>
        </p:sp>
        <p:sp>
          <p:nvSpPr>
            <p:cNvPr id="53" name="Text Box 6">
              <a:extLst>
                <a:ext uri="{FF2B5EF4-FFF2-40B4-BE49-F238E27FC236}">
                  <a16:creationId xmlns:a16="http://schemas.microsoft.com/office/drawing/2014/main" id="{E21A556D-336B-828C-1DF1-428F97615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3773" y="2501638"/>
              <a:ext cx="476852" cy="2800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>
              <a:spAutoFit/>
            </a:bodyPr>
            <a:lstStyle/>
            <a:p>
              <a:pPr algn="r"/>
              <a:r>
                <a:rPr lang="en-US" sz="1600" dirty="0"/>
                <a:t>1</a:t>
              </a:r>
            </a:p>
            <a:p>
              <a:pPr algn="r"/>
              <a:r>
                <a:rPr lang="en-US" sz="1600" dirty="0"/>
                <a:t>2</a:t>
              </a:r>
            </a:p>
            <a:p>
              <a:pPr algn="r"/>
              <a:r>
                <a:rPr lang="en-US" sz="1600" dirty="0"/>
                <a:t>3</a:t>
              </a:r>
            </a:p>
            <a:p>
              <a:pPr algn="r"/>
              <a:r>
                <a:rPr lang="en-US" sz="1600" dirty="0"/>
                <a:t>4</a:t>
              </a:r>
            </a:p>
            <a:p>
              <a:pPr algn="r"/>
              <a:r>
                <a:rPr lang="en-US" sz="1600" dirty="0"/>
                <a:t>5</a:t>
              </a:r>
            </a:p>
            <a:p>
              <a:pPr algn="r"/>
              <a:r>
                <a:rPr lang="en-US" sz="1600" dirty="0"/>
                <a:t>6</a:t>
              </a:r>
            </a:p>
            <a:p>
              <a:pPr algn="r"/>
              <a:r>
                <a:rPr lang="en-US" sz="1600" dirty="0"/>
                <a:t>7</a:t>
              </a:r>
            </a:p>
            <a:p>
              <a:pPr algn="r"/>
              <a:r>
                <a:rPr lang="en-US" sz="1600" dirty="0"/>
                <a:t>8</a:t>
              </a:r>
            </a:p>
            <a:p>
              <a:pPr algn="r"/>
              <a:r>
                <a:rPr lang="en-US" sz="1600" dirty="0"/>
                <a:t>9</a:t>
              </a:r>
            </a:p>
            <a:p>
              <a:pPr algn="r"/>
              <a:r>
                <a:rPr lang="en-US" sz="1600" dirty="0"/>
                <a:t>10</a:t>
              </a:r>
            </a:p>
            <a:p>
              <a:pPr algn="r"/>
              <a:r>
                <a:rPr lang="en-US" sz="1600" dirty="0"/>
                <a:t>11</a:t>
              </a:r>
            </a:p>
          </p:txBody>
        </p:sp>
        <p:sp>
          <p:nvSpPr>
            <p:cNvPr id="54" name="AutoShape 40">
              <a:extLst>
                <a:ext uri="{FF2B5EF4-FFF2-40B4-BE49-F238E27FC236}">
                  <a16:creationId xmlns:a16="http://schemas.microsoft.com/office/drawing/2014/main" id="{2815FF07-AC22-2D08-F1F4-D65233C8720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511985" y="2501638"/>
              <a:ext cx="609600" cy="304800"/>
            </a:xfrm>
            <a:prstGeom prst="foldedCorner">
              <a:avLst>
                <a:gd name="adj" fmla="val 2760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wrap="none" anchor="ctr" anchorCtr="1"/>
            <a:lstStyle/>
            <a:p>
              <a:pPr marL="0" marR="0" lvl="0" indent="0" algn="l" defTabSz="914400" rtl="0" eaLnBrk="0" fontAlgn="auto" latin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120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MA</a:t>
              </a:r>
            </a:p>
          </p:txBody>
        </p:sp>
      </p:grpSp>
      <p:grpSp>
        <p:nvGrpSpPr>
          <p:cNvPr id="4" name="Gruppieren 50">
            <a:extLst>
              <a:ext uri="{FF2B5EF4-FFF2-40B4-BE49-F238E27FC236}">
                <a16:creationId xmlns:a16="http://schemas.microsoft.com/office/drawing/2014/main" id="{9F677F1A-6514-435A-8C26-C14317F3C59C}"/>
              </a:ext>
            </a:extLst>
          </p:cNvPr>
          <p:cNvGrpSpPr/>
          <p:nvPr/>
        </p:nvGrpSpPr>
        <p:grpSpPr>
          <a:xfrm>
            <a:off x="4136631" y="2605890"/>
            <a:ext cx="4043797" cy="3316007"/>
            <a:chOff x="2336242" y="2478840"/>
            <a:chExt cx="4862065" cy="3316007"/>
          </a:xfrm>
        </p:grpSpPr>
        <p:sp>
          <p:nvSpPr>
            <p:cNvPr id="23" name="Text Box 3">
              <a:extLst>
                <a:ext uri="{FF2B5EF4-FFF2-40B4-BE49-F238E27FC236}">
                  <a16:creationId xmlns:a16="http://schemas.microsoft.com/office/drawing/2014/main" id="{69C562A6-D839-2FC6-0230-774590A29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2549" y="2478840"/>
              <a:ext cx="4345758" cy="32932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part def IMM {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port granules: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MatPort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port part : ~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ItemPort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part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iUnit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: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InjectionUnit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part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cUnit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: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ClampingUnit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connect granules to </a:t>
              </a:r>
              <a:br>
                <a:rPr lang="en-US" sz="1600" b="1" dirty="0">
                  <a:latin typeface="Courier New" pitchFamily="49" charset="0"/>
                  <a:cs typeface="Courier New" pitchFamily="49" charset="0"/>
                </a:rPr>
              </a:b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   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iUnit.granules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connect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iUnit.melt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to</a:t>
              </a:r>
              <a:br>
                <a:rPr lang="en-US" sz="1600" b="1" dirty="0">
                  <a:latin typeface="Courier New" pitchFamily="49" charset="0"/>
                  <a:cs typeface="Courier New" pitchFamily="49" charset="0"/>
                </a:rPr>
              </a:b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      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cUnit.melt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connect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cUnit.part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to part;</a:t>
              </a:r>
            </a:p>
            <a:p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	</a:t>
              </a:r>
            </a:p>
          </p:txBody>
        </p:sp>
        <p:sp>
          <p:nvSpPr>
            <p:cNvPr id="24" name="Text Box 6">
              <a:extLst>
                <a:ext uri="{FF2B5EF4-FFF2-40B4-BE49-F238E27FC236}">
                  <a16:creationId xmlns:a16="http://schemas.microsoft.com/office/drawing/2014/main" id="{2655803D-A061-2210-7E9A-F797C860E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6242" y="2501638"/>
              <a:ext cx="503238" cy="3293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sz="1600" dirty="0"/>
                <a:t>1</a:t>
              </a:r>
            </a:p>
            <a:p>
              <a:pPr algn="r"/>
              <a:r>
                <a:rPr lang="en-US" sz="1600" dirty="0"/>
                <a:t>2</a:t>
              </a:r>
            </a:p>
            <a:p>
              <a:pPr algn="r"/>
              <a:r>
                <a:rPr lang="en-US" sz="1600" dirty="0"/>
                <a:t>3</a:t>
              </a:r>
            </a:p>
            <a:p>
              <a:pPr algn="r"/>
              <a:r>
                <a:rPr lang="en-US" sz="1600" dirty="0"/>
                <a:t>4</a:t>
              </a:r>
            </a:p>
            <a:p>
              <a:pPr algn="r"/>
              <a:r>
                <a:rPr lang="en-US" sz="1600" dirty="0"/>
                <a:t>5</a:t>
              </a:r>
            </a:p>
            <a:p>
              <a:pPr algn="r"/>
              <a:r>
                <a:rPr lang="en-US" sz="1600" dirty="0"/>
                <a:t>6</a:t>
              </a:r>
            </a:p>
            <a:p>
              <a:pPr algn="r"/>
              <a:r>
                <a:rPr lang="en-US" sz="1600" dirty="0"/>
                <a:t>7</a:t>
              </a:r>
            </a:p>
            <a:p>
              <a:pPr algn="r"/>
              <a:r>
                <a:rPr lang="en-US" sz="1600" dirty="0"/>
                <a:t>8</a:t>
              </a:r>
            </a:p>
            <a:p>
              <a:pPr algn="r"/>
              <a:endParaRPr lang="en-US" sz="1600" dirty="0"/>
            </a:p>
            <a:p>
              <a:pPr algn="r"/>
              <a:r>
                <a:rPr lang="en-US" sz="1600" dirty="0"/>
                <a:t>9</a:t>
              </a:r>
            </a:p>
            <a:p>
              <a:pPr algn="r"/>
              <a:endParaRPr lang="en-US" sz="1600" dirty="0"/>
            </a:p>
            <a:p>
              <a:pPr algn="r"/>
              <a:r>
                <a:rPr lang="en-US" sz="1600" dirty="0"/>
                <a:t>10</a:t>
              </a:r>
            </a:p>
            <a:p>
              <a:pPr algn="r"/>
              <a:r>
                <a:rPr lang="en-US" sz="1600" dirty="0"/>
                <a:t>11</a:t>
              </a:r>
            </a:p>
          </p:txBody>
        </p:sp>
        <p:sp>
          <p:nvSpPr>
            <p:cNvPr id="25" name="AutoShape 40">
              <a:extLst>
                <a:ext uri="{FF2B5EF4-FFF2-40B4-BE49-F238E27FC236}">
                  <a16:creationId xmlns:a16="http://schemas.microsoft.com/office/drawing/2014/main" id="{53D4B85A-D474-D716-2BD0-9D3395D7CD4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962881" y="2498936"/>
              <a:ext cx="1204169" cy="304800"/>
            </a:xfrm>
            <a:prstGeom prst="foldedCorner">
              <a:avLst>
                <a:gd name="adj" fmla="val 2760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wrap="none" anchor="ctr" anchorCtr="1"/>
            <a:lstStyle/>
            <a:p>
              <a:pPr marL="0" marR="0" lvl="0" indent="0" algn="l" defTabSz="914400" rtl="0" eaLnBrk="0" fontAlgn="auto" latin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de-DE" sz="1600" b="0" i="0" u="none" strike="noStrike" kern="1200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SysML</a:t>
              </a:r>
              <a:r>
                <a:rPr kumimoji="0" lang="en-US" altLang="de-DE" sz="1600" b="0" i="0" u="none" strike="noStrike" kern="1200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v2</a:t>
              </a:r>
            </a:p>
          </p:txBody>
        </p:sp>
      </p:grpSp>
      <p:sp>
        <p:nvSpPr>
          <p:cNvPr id="199" name="AutoShape 40">
            <a:extLst>
              <a:ext uri="{FF2B5EF4-FFF2-40B4-BE49-F238E27FC236}">
                <a16:creationId xmlns:a16="http://schemas.microsoft.com/office/drawing/2014/main" id="{EC04A8A2-BAE9-18FD-47CD-DA823EC186F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577033" y="3560897"/>
            <a:ext cx="466360" cy="152400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 rot="10800000" wrap="none" lIns="45720" tIns="22860" rIns="45720" bIns="22860" anchor="ctr" anchorCtr="1"/>
          <a:lstStyle/>
          <a:p>
            <a:pPr marR="0" lvl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800" dirty="0">
                <a:solidFill>
                  <a:srgbClr val="000000"/>
                </a:solidFill>
                <a:latin typeface="Arial"/>
                <a:ea typeface="+mn-ea"/>
              </a:rPr>
              <a:t>FSM OD</a:t>
            </a:r>
            <a:endParaRPr kumimoji="0" lang="en-US" altLang="de-DE" sz="800" b="0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9337F2-FB32-B456-2D32-96C1A0EB15E2}"/>
              </a:ext>
            </a:extLst>
          </p:cNvPr>
          <p:cNvSpPr/>
          <p:nvPr/>
        </p:nvSpPr>
        <p:spPr>
          <a:xfrm>
            <a:off x="9344374" y="3472815"/>
            <a:ext cx="2752221" cy="2135838"/>
          </a:xfrm>
          <a:prstGeom prst="rect">
            <a:avLst/>
          </a:prstGeom>
          <a:noFill/>
          <a:ln w="1270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rtlCol="0" anchor="ctr"/>
          <a:lstStyle/>
          <a:p>
            <a:pPr algn="ctr"/>
            <a:endParaRPr lang="en-DE"/>
          </a:p>
        </p:txBody>
      </p:sp>
      <p:pic>
        <p:nvPicPr>
          <p:cNvPr id="310" name="Grafik 309">
            <a:extLst>
              <a:ext uri="{FF2B5EF4-FFF2-40B4-BE49-F238E27FC236}">
                <a16:creationId xmlns:a16="http://schemas.microsoft.com/office/drawing/2014/main" id="{44B1BAF3-C291-6266-FFC0-66F484352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431" y="1249347"/>
            <a:ext cx="2577033" cy="1253330"/>
          </a:xfrm>
          <a:prstGeom prst="rect">
            <a:avLst/>
          </a:prstGeom>
        </p:spPr>
      </p:pic>
      <p:cxnSp>
        <p:nvCxnSpPr>
          <p:cNvPr id="314" name="Straight Connector 130">
            <a:extLst>
              <a:ext uri="{FF2B5EF4-FFF2-40B4-BE49-F238E27FC236}">
                <a16:creationId xmlns:a16="http://schemas.microsoft.com/office/drawing/2014/main" id="{67F9705C-79C4-5C80-BBD5-64779B7DC1F7}"/>
              </a:ext>
            </a:extLst>
          </p:cNvPr>
          <p:cNvCxnSpPr>
            <a:cxnSpLocks/>
          </p:cNvCxnSpPr>
          <p:nvPr/>
        </p:nvCxnSpPr>
        <p:spPr>
          <a:xfrm flipH="1" flipV="1">
            <a:off x="8728805" y="2525506"/>
            <a:ext cx="486" cy="1265182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prstDash val="dash"/>
            <a:round/>
            <a:headEnd/>
            <a:tailEnd type="arrow" w="med" len="med"/>
          </a:ln>
        </p:spPr>
      </p:cxnSp>
      <p:sp>
        <p:nvSpPr>
          <p:cNvPr id="318" name="AutoShape 40">
            <a:extLst>
              <a:ext uri="{FF2B5EF4-FFF2-40B4-BE49-F238E27FC236}">
                <a16:creationId xmlns:a16="http://schemas.microsoft.com/office/drawing/2014/main" id="{F58031D8-9FAB-8D5B-AE63-CC3A5C8213C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630234" y="1033037"/>
            <a:ext cx="466360" cy="152400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4763">
            <a:solidFill>
              <a:srgbClr val="000000"/>
            </a:solidFill>
            <a:round/>
            <a:headEnd/>
            <a:tailEnd/>
          </a:ln>
        </p:spPr>
        <p:txBody>
          <a:bodyPr rot="10800000" wrap="none" lIns="45720" tIns="22860" rIns="45720" bIns="22860" anchor="ctr" anchorCtr="1"/>
          <a:lstStyle/>
          <a:p>
            <a:pPr marR="0" lvl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de-DE" sz="800" dirty="0">
                <a:solidFill>
                  <a:srgbClr val="000000"/>
                </a:solidFill>
                <a:latin typeface="Arial"/>
                <a:ea typeface="+mn-ea"/>
              </a:rPr>
              <a:t>FSM CD</a:t>
            </a:r>
            <a:endParaRPr kumimoji="0" lang="en-US" altLang="de-DE" sz="800" b="0" i="0" u="none" strike="noStrike" kern="120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9" name="Rectangle 206">
            <a:extLst>
              <a:ext uri="{FF2B5EF4-FFF2-40B4-BE49-F238E27FC236}">
                <a16:creationId xmlns:a16="http://schemas.microsoft.com/office/drawing/2014/main" id="{99586971-EDB2-F3BC-AE71-7BD6C1EEE0EF}"/>
              </a:ext>
            </a:extLst>
          </p:cNvPr>
          <p:cNvSpPr/>
          <p:nvPr/>
        </p:nvSpPr>
        <p:spPr>
          <a:xfrm>
            <a:off x="9344373" y="1033037"/>
            <a:ext cx="2752221" cy="1678937"/>
          </a:xfrm>
          <a:prstGeom prst="rect">
            <a:avLst/>
          </a:prstGeom>
          <a:noFill/>
          <a:ln w="1270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rtlCol="0" anchor="ctr"/>
          <a:lstStyle/>
          <a:p>
            <a:pPr algn="ctr"/>
            <a:endParaRPr lang="en-DE"/>
          </a:p>
        </p:txBody>
      </p:sp>
      <p:cxnSp>
        <p:nvCxnSpPr>
          <p:cNvPr id="320" name="Straight Connector 130">
            <a:extLst>
              <a:ext uri="{FF2B5EF4-FFF2-40B4-BE49-F238E27FC236}">
                <a16:creationId xmlns:a16="http://schemas.microsoft.com/office/drawing/2014/main" id="{72A22609-10AB-2B1A-7E27-EF83CF0F8433}"/>
              </a:ext>
            </a:extLst>
          </p:cNvPr>
          <p:cNvCxnSpPr>
            <a:cxnSpLocks/>
            <a:stCxn id="8" idx="3"/>
            <a:endCxn id="319" idx="1"/>
          </p:cNvCxnSpPr>
          <p:nvPr/>
        </p:nvCxnSpPr>
        <p:spPr>
          <a:xfrm flipV="1">
            <a:off x="9225130" y="1872506"/>
            <a:ext cx="119243" cy="250025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23" name="Straight Connector 130">
            <a:extLst>
              <a:ext uri="{FF2B5EF4-FFF2-40B4-BE49-F238E27FC236}">
                <a16:creationId xmlns:a16="http://schemas.microsoft.com/office/drawing/2014/main" id="{2A9B9EF0-4468-B8AB-5916-061B06F5C786}"/>
              </a:ext>
            </a:extLst>
          </p:cNvPr>
          <p:cNvCxnSpPr>
            <a:cxnSpLocks/>
            <a:stCxn id="20" idx="3"/>
            <a:endCxn id="207" idx="1"/>
          </p:cNvCxnSpPr>
          <p:nvPr/>
        </p:nvCxnSpPr>
        <p:spPr>
          <a:xfrm>
            <a:off x="9225131" y="4419603"/>
            <a:ext cx="119243" cy="121131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327" name="Textfeld 326">
            <a:extLst>
              <a:ext uri="{FF2B5EF4-FFF2-40B4-BE49-F238E27FC236}">
                <a16:creationId xmlns:a16="http://schemas.microsoft.com/office/drawing/2014/main" id="{26DC2F1E-35A4-E658-C580-0A37973B51E7}"/>
              </a:ext>
            </a:extLst>
          </p:cNvPr>
          <p:cNvSpPr txBox="1"/>
          <p:nvPr/>
        </p:nvSpPr>
        <p:spPr>
          <a:xfrm>
            <a:off x="8255754" y="3061683"/>
            <a:ext cx="969376" cy="221018"/>
          </a:xfrm>
          <a:prstGeom prst="rect">
            <a:avLst/>
          </a:prstGeom>
          <a:solidFill>
            <a:schemeClr val="bg1"/>
          </a:solidFill>
        </p:spPr>
        <p:txBody>
          <a:bodyPr wrap="square" tIns="0" bIns="36000" rtlCol="0">
            <a:spAutoFit/>
          </a:bodyPr>
          <a:lstStyle/>
          <a:p>
            <a:r>
              <a:rPr lang="de-DE" sz="1200" dirty="0" err="1"/>
              <a:t>instantiates</a:t>
            </a:r>
            <a:endParaRPr lang="de-DE" sz="1200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C38C9F33-8B22-5FD3-A8B2-FC0CBEBE601F}"/>
              </a:ext>
            </a:extLst>
          </p:cNvPr>
          <p:cNvGrpSpPr/>
          <p:nvPr/>
        </p:nvGrpSpPr>
        <p:grpSpPr>
          <a:xfrm>
            <a:off x="8281813" y="1502263"/>
            <a:ext cx="943317" cy="943433"/>
            <a:chOff x="6254564" y="1798682"/>
            <a:chExt cx="943317" cy="943433"/>
          </a:xfrm>
        </p:grpSpPr>
        <p:sp>
          <p:nvSpPr>
            <p:cNvPr id="6" name="AutoShape 40">
              <a:extLst>
                <a:ext uri="{FF2B5EF4-FFF2-40B4-BE49-F238E27FC236}">
                  <a16:creationId xmlns:a16="http://schemas.microsoft.com/office/drawing/2014/main" id="{458208DC-7D45-5C48-8BAD-ADF810855C6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254564" y="1798682"/>
              <a:ext cx="912181" cy="913294"/>
            </a:xfrm>
            <a:prstGeom prst="foldedCorner">
              <a:avLst>
                <a:gd name="adj" fmla="val 26825"/>
              </a:avLst>
            </a:prstGeom>
            <a:gradFill flip="none" rotWithShape="1">
              <a:gsLst>
                <a:gs pos="20000">
                  <a:srgbClr val="F5F8FB">
                    <a:lumMod val="0"/>
                    <a:lumOff val="100000"/>
                  </a:srgbClr>
                </a:gs>
                <a:gs pos="100000">
                  <a:srgbClr val="F5F8FB">
                    <a:lumMod val="46000"/>
                    <a:lumOff val="54000"/>
                  </a:srgbClr>
                </a:gs>
                <a:gs pos="74000">
                  <a:srgbClr val="F5F8FB">
                    <a:lumMod val="96000"/>
                  </a:srgbClr>
                </a:gs>
              </a:gsLst>
              <a:lin ang="2700000" scaled="1"/>
              <a:tileRect/>
            </a:gradFill>
            <a:ln w="12700" cap="rnd">
              <a:gradFill flip="none" rotWithShape="1">
                <a:gsLst>
                  <a:gs pos="0">
                    <a:schemeClr val="bg1">
                      <a:lumMod val="50000"/>
                    </a:schemeClr>
                  </a:gs>
                  <a:gs pos="62000">
                    <a:srgbClr val="00549F"/>
                  </a:gs>
                  <a:gs pos="83000">
                    <a:srgbClr val="00549F"/>
                  </a:gs>
                  <a:gs pos="100000">
                    <a:schemeClr val="tx1"/>
                  </a:gs>
                </a:gsLst>
                <a:lin ang="2700000" scaled="1"/>
                <a:tileRect/>
              </a:gradFill>
              <a:rou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 defTabSz="914365">
                <a:spcBef>
                  <a:spcPts val="0"/>
                </a:spcBef>
                <a:spcAft>
                  <a:spcPts val="0"/>
                </a:spcAft>
              </a:pPr>
              <a:endParaRPr lang="en-US" altLang="de-DE" sz="1100">
                <a:solidFill>
                  <a:prstClr val="black"/>
                </a:solidFill>
                <a:latin typeface="Calibri"/>
                <a:ea typeface="+mn-ea"/>
              </a:endParaRPr>
            </a:p>
          </p:txBody>
        </p:sp>
        <p:sp>
          <p:nvSpPr>
            <p:cNvPr id="8" name="Textfeld 109">
              <a:extLst>
                <a:ext uri="{FF2B5EF4-FFF2-40B4-BE49-F238E27FC236}">
                  <a16:creationId xmlns:a16="http://schemas.microsoft.com/office/drawing/2014/main" id="{C0F67D8C-4A8A-96B2-1F0F-14962FA579EE}"/>
                </a:ext>
              </a:extLst>
            </p:cNvPr>
            <p:cNvSpPr txBox="1"/>
            <p:nvPr/>
          </p:nvSpPr>
          <p:spPr>
            <a:xfrm>
              <a:off x="6256890" y="2095784"/>
              <a:ext cx="9409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0972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549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rPr>
                <a:t>Function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549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rPr>
              </a:b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549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rPr>
                <a:t>Structure</a:t>
              </a:r>
            </a:p>
            <a:p>
              <a:pPr marL="0" marR="0" lvl="0" indent="0" algn="ctr" defTabSz="10972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549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rPr>
                <a:t>Model</a:t>
              </a:r>
            </a:p>
          </p:txBody>
        </p:sp>
        <p:pic>
          <p:nvPicPr>
            <p:cNvPr id="16" name="Picture 159">
              <a:extLst>
                <a:ext uri="{FF2B5EF4-FFF2-40B4-BE49-F238E27FC236}">
                  <a16:creationId xmlns:a16="http://schemas.microsoft.com/office/drawing/2014/main" id="{08679F05-E597-1FE9-3CC4-9A8CF414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8182" y="1834781"/>
              <a:ext cx="326749" cy="326749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41DD1E9-B4A8-4F73-C06A-4F0C97F91572}"/>
              </a:ext>
            </a:extLst>
          </p:cNvPr>
          <p:cNvGrpSpPr/>
          <p:nvPr/>
        </p:nvGrpSpPr>
        <p:grpSpPr>
          <a:xfrm>
            <a:off x="8281814" y="3885649"/>
            <a:ext cx="943317" cy="767417"/>
            <a:chOff x="6254564" y="1798681"/>
            <a:chExt cx="943317" cy="758768"/>
          </a:xfrm>
        </p:grpSpPr>
        <p:sp>
          <p:nvSpPr>
            <p:cNvPr id="19" name="AutoShape 40">
              <a:extLst>
                <a:ext uri="{FF2B5EF4-FFF2-40B4-BE49-F238E27FC236}">
                  <a16:creationId xmlns:a16="http://schemas.microsoft.com/office/drawing/2014/main" id="{D9ED26BB-615E-5675-BD39-AAA46BD381F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6254564" y="1798681"/>
              <a:ext cx="912181" cy="758768"/>
            </a:xfrm>
            <a:prstGeom prst="foldedCorner">
              <a:avLst>
                <a:gd name="adj" fmla="val 26825"/>
              </a:avLst>
            </a:prstGeom>
            <a:gradFill flip="none" rotWithShape="1">
              <a:gsLst>
                <a:gs pos="20000">
                  <a:srgbClr val="F5F8FB">
                    <a:lumMod val="0"/>
                    <a:lumOff val="100000"/>
                  </a:srgbClr>
                </a:gs>
                <a:gs pos="100000">
                  <a:srgbClr val="F5F8FB">
                    <a:lumMod val="46000"/>
                    <a:lumOff val="54000"/>
                  </a:srgbClr>
                </a:gs>
                <a:gs pos="74000">
                  <a:srgbClr val="F5F8FB">
                    <a:lumMod val="96000"/>
                  </a:srgbClr>
                </a:gs>
              </a:gsLst>
              <a:lin ang="2700000" scaled="1"/>
              <a:tileRect/>
            </a:gradFill>
            <a:ln w="12700" cap="rnd">
              <a:gradFill flip="none" rotWithShape="1">
                <a:gsLst>
                  <a:gs pos="0">
                    <a:schemeClr val="bg1">
                      <a:lumMod val="50000"/>
                    </a:schemeClr>
                  </a:gs>
                  <a:gs pos="62000">
                    <a:srgbClr val="00549F"/>
                  </a:gs>
                  <a:gs pos="83000">
                    <a:srgbClr val="00549F"/>
                  </a:gs>
                  <a:gs pos="100000">
                    <a:schemeClr val="tx1"/>
                  </a:gs>
                </a:gsLst>
                <a:lin ang="2700000" scaled="1"/>
                <a:tileRect/>
              </a:gradFill>
              <a:rou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 defTabSz="914365">
                <a:spcBef>
                  <a:spcPts val="0"/>
                </a:spcBef>
                <a:spcAft>
                  <a:spcPts val="0"/>
                </a:spcAft>
              </a:pPr>
              <a:endParaRPr lang="en-US" altLang="de-DE" sz="1100">
                <a:solidFill>
                  <a:prstClr val="black"/>
                </a:solidFill>
                <a:latin typeface="Calibri"/>
                <a:ea typeface="+mn-ea"/>
              </a:endParaRPr>
            </a:p>
          </p:txBody>
        </p:sp>
        <p:sp>
          <p:nvSpPr>
            <p:cNvPr id="20" name="Textfeld 109">
              <a:extLst>
                <a:ext uri="{FF2B5EF4-FFF2-40B4-BE49-F238E27FC236}">
                  <a16:creationId xmlns:a16="http://schemas.microsoft.com/office/drawing/2014/main" id="{083EFF38-1C00-6EAF-2B72-D26C959C7701}"/>
                </a:ext>
              </a:extLst>
            </p:cNvPr>
            <p:cNvSpPr txBox="1"/>
            <p:nvPr/>
          </p:nvSpPr>
          <p:spPr>
            <a:xfrm>
              <a:off x="6256890" y="2095784"/>
              <a:ext cx="940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0972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549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rPr>
                <a:t>Function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549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rPr>
              </a:b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549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rPr>
                <a:t>Structure</a:t>
              </a:r>
            </a:p>
          </p:txBody>
        </p:sp>
        <p:pic>
          <p:nvPicPr>
            <p:cNvPr id="21" name="Picture 159">
              <a:extLst>
                <a:ext uri="{FF2B5EF4-FFF2-40B4-BE49-F238E27FC236}">
                  <a16:creationId xmlns:a16="http://schemas.microsoft.com/office/drawing/2014/main" id="{D7BA7598-D13A-CF52-AECC-AC7F755A9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8182" y="1834781"/>
              <a:ext cx="326749" cy="326749"/>
            </a:xfrm>
            <a:prstGeom prst="rect">
              <a:avLst/>
            </a:prstGeom>
          </p:spPr>
        </p:pic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1DAC3D23-19DE-E9E6-735D-54EF98A52C31}"/>
              </a:ext>
            </a:extLst>
          </p:cNvPr>
          <p:cNvGrpSpPr/>
          <p:nvPr/>
        </p:nvGrpSpPr>
        <p:grpSpPr>
          <a:xfrm>
            <a:off x="65477" y="943472"/>
            <a:ext cx="7165807" cy="1476500"/>
            <a:chOff x="65477" y="943472"/>
            <a:chExt cx="7165807" cy="1476500"/>
          </a:xfrm>
        </p:grpSpPr>
        <p:sp>
          <p:nvSpPr>
            <p:cNvPr id="85" name="Rectangle 22">
              <a:extLst>
                <a:ext uri="{FF2B5EF4-FFF2-40B4-BE49-F238E27FC236}">
                  <a16:creationId xmlns:a16="http://schemas.microsoft.com/office/drawing/2014/main" id="{8F65C30B-C5A7-9291-D279-50D739A02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356" y="943472"/>
              <a:ext cx="6505113" cy="1476500"/>
            </a:xfrm>
            <a:prstGeom prst="rect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endParaRPr lang="en-US" b="1" noProof="1"/>
            </a:p>
          </p:txBody>
        </p: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7F346D64-AE72-EBF4-FCF7-31909DDC8C81}"/>
                </a:ext>
              </a:extLst>
            </p:cNvPr>
            <p:cNvCxnSpPr>
              <a:cxnSpLocks/>
              <a:stCxn id="88" idx="3"/>
              <a:endCxn id="97" idx="1"/>
            </p:cNvCxnSpPr>
            <p:nvPr/>
          </p:nvCxnSpPr>
          <p:spPr>
            <a:xfrm>
              <a:off x="3619384" y="2043392"/>
              <a:ext cx="764658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41">
              <a:extLst>
                <a:ext uri="{FF2B5EF4-FFF2-40B4-BE49-F238E27FC236}">
                  <a16:creationId xmlns:a16="http://schemas.microsoft.com/office/drawing/2014/main" id="{B6CA0DFF-DD0A-1CC2-6058-B8ED4EA0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0819" y="1534846"/>
              <a:ext cx="1301230" cy="67321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algn="ctr"/>
              <a:r>
                <a:rPr lang="en-US" sz="1600" dirty="0" err="1">
                  <a:solidFill>
                    <a:srgbClr val="000000"/>
                  </a:solidFill>
                </a:rPr>
                <a:t>InjectionUnit</a:t>
              </a:r>
              <a:endParaRPr lang="en-US" sz="2000" dirty="0"/>
            </a:p>
          </p:txBody>
        </p:sp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5FBD9B24-0E0F-48CC-21A5-9F77AF461BCA}"/>
                </a:ext>
              </a:extLst>
            </p:cNvPr>
            <p:cNvSpPr/>
            <p:nvPr/>
          </p:nvSpPr>
          <p:spPr>
            <a:xfrm>
              <a:off x="3073704" y="1935392"/>
              <a:ext cx="54568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melt</a:t>
              </a:r>
            </a:p>
          </p:txBody>
        </p:sp>
        <p:sp>
          <p:nvSpPr>
            <p:cNvPr id="89" name="Rectangle 41">
              <a:extLst>
                <a:ext uri="{FF2B5EF4-FFF2-40B4-BE49-F238E27FC236}">
                  <a16:creationId xmlns:a16="http://schemas.microsoft.com/office/drawing/2014/main" id="{239C59CC-60A2-C671-A616-651B13DF7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1377" y="1534845"/>
              <a:ext cx="1250344" cy="673211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</a:rPr>
                <a:t>Clamping</a:t>
              </a:r>
              <a:br>
                <a:rPr lang="en-US" sz="1600" dirty="0">
                  <a:solidFill>
                    <a:srgbClr val="000000"/>
                  </a:solidFill>
                </a:rPr>
              </a:br>
              <a:r>
                <a:rPr lang="en-US" sz="1600" dirty="0">
                  <a:solidFill>
                    <a:srgbClr val="000000"/>
                  </a:solidFill>
                </a:rPr>
                <a:t>Unit</a:t>
              </a:r>
              <a:endParaRPr lang="en-US" sz="2000" dirty="0"/>
            </a:p>
          </p:txBody>
        </p:sp>
        <p:sp>
          <p:nvSpPr>
            <p:cNvPr id="90" name="Rechteck 89">
              <a:extLst>
                <a:ext uri="{FF2B5EF4-FFF2-40B4-BE49-F238E27FC236}">
                  <a16:creationId xmlns:a16="http://schemas.microsoft.com/office/drawing/2014/main" id="{CDCDCD9D-875A-4552-7D31-3B6D69976B67}"/>
                </a:ext>
              </a:extLst>
            </p:cNvPr>
            <p:cNvSpPr/>
            <p:nvPr/>
          </p:nvSpPr>
          <p:spPr>
            <a:xfrm>
              <a:off x="5662559" y="1935392"/>
              <a:ext cx="483782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part</a:t>
              </a: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BAE60AB9-8F15-C465-9A27-D566B89B84A9}"/>
                </a:ext>
              </a:extLst>
            </p:cNvPr>
            <p:cNvSpPr/>
            <p:nvPr/>
          </p:nvSpPr>
          <p:spPr>
            <a:xfrm>
              <a:off x="65477" y="1935392"/>
              <a:ext cx="803166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granules</a:t>
              </a:r>
              <a:endParaRPr lang="en-US" sz="1100" dirty="0"/>
            </a:p>
          </p:txBody>
        </p:sp>
        <p:cxnSp>
          <p:nvCxnSpPr>
            <p:cNvPr id="92" name="Gerade Verbindung mit Pfeil 91">
              <a:extLst>
                <a:ext uri="{FF2B5EF4-FFF2-40B4-BE49-F238E27FC236}">
                  <a16:creationId xmlns:a16="http://schemas.microsoft.com/office/drawing/2014/main" id="{093641A0-0220-A6C2-421B-475D9EF36362}"/>
                </a:ext>
              </a:extLst>
            </p:cNvPr>
            <p:cNvCxnSpPr>
              <a:cxnSpLocks/>
              <a:stCxn id="90" idx="3"/>
              <a:endCxn id="98" idx="1"/>
            </p:cNvCxnSpPr>
            <p:nvPr/>
          </p:nvCxnSpPr>
          <p:spPr>
            <a:xfrm>
              <a:off x="6146341" y="2043392"/>
              <a:ext cx="60116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 Verbindung mit Pfeil 92">
              <a:extLst>
                <a:ext uri="{FF2B5EF4-FFF2-40B4-BE49-F238E27FC236}">
                  <a16:creationId xmlns:a16="http://schemas.microsoft.com/office/drawing/2014/main" id="{17909A24-6B9C-8895-9F5C-AE3D76780506}"/>
                </a:ext>
              </a:extLst>
            </p:cNvPr>
            <p:cNvCxnSpPr>
              <a:cxnSpLocks/>
              <a:stCxn id="91" idx="3"/>
              <a:endCxn id="96" idx="1"/>
            </p:cNvCxnSpPr>
            <p:nvPr/>
          </p:nvCxnSpPr>
          <p:spPr>
            <a:xfrm>
              <a:off x="868643" y="2043392"/>
              <a:ext cx="76963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tangle 31">
              <a:extLst>
                <a:ext uri="{FF2B5EF4-FFF2-40B4-BE49-F238E27FC236}">
                  <a16:creationId xmlns:a16="http://schemas.microsoft.com/office/drawing/2014/main" id="{B5DF013A-06A5-D299-88CF-95F941F98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3516" y="1812173"/>
              <a:ext cx="636393" cy="215444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Material</a:t>
              </a:r>
              <a:endParaRPr lang="en-US" sz="2000" dirty="0"/>
            </a:p>
          </p:txBody>
        </p:sp>
        <p:sp>
          <p:nvSpPr>
            <p:cNvPr id="95" name="Rectangle 31">
              <a:extLst>
                <a:ext uri="{FF2B5EF4-FFF2-40B4-BE49-F238E27FC236}">
                  <a16:creationId xmlns:a16="http://schemas.microsoft.com/office/drawing/2014/main" id="{7A78E2B2-C661-4900-52C2-CA92F7EFA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2996" y="1812173"/>
              <a:ext cx="347852" cy="215444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Item</a:t>
              </a:r>
              <a:endParaRPr lang="en-US" sz="2000" dirty="0"/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69EAF8D6-EE26-94BC-0053-0DA315C2C801}"/>
                </a:ext>
              </a:extLst>
            </p:cNvPr>
            <p:cNvSpPr/>
            <p:nvPr/>
          </p:nvSpPr>
          <p:spPr>
            <a:xfrm>
              <a:off x="1638274" y="1935392"/>
              <a:ext cx="803166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granules</a:t>
              </a:r>
              <a:endParaRPr lang="en-US" sz="1100" dirty="0"/>
            </a:p>
          </p:txBody>
        </p:sp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C9B8DF8D-880E-D679-2218-A4426709F751}"/>
                </a:ext>
              </a:extLst>
            </p:cNvPr>
            <p:cNvSpPr/>
            <p:nvPr/>
          </p:nvSpPr>
          <p:spPr>
            <a:xfrm>
              <a:off x="4384042" y="1935392"/>
              <a:ext cx="545680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melt</a:t>
              </a:r>
            </a:p>
          </p:txBody>
        </p:sp>
        <p:sp>
          <p:nvSpPr>
            <p:cNvPr id="98" name="Rechteck 97">
              <a:extLst>
                <a:ext uri="{FF2B5EF4-FFF2-40B4-BE49-F238E27FC236}">
                  <a16:creationId xmlns:a16="http://schemas.microsoft.com/office/drawing/2014/main" id="{94F70751-71F6-9A1B-32A6-6AB1937DBD22}"/>
                </a:ext>
              </a:extLst>
            </p:cNvPr>
            <p:cNvSpPr/>
            <p:nvPr/>
          </p:nvSpPr>
          <p:spPr>
            <a:xfrm>
              <a:off x="6747502" y="1935392"/>
              <a:ext cx="483782" cy="21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part</a:t>
              </a:r>
            </a:p>
          </p:txBody>
        </p:sp>
        <p:sp>
          <p:nvSpPr>
            <p:cNvPr id="99" name="Rectangle 31">
              <a:extLst>
                <a:ext uri="{FF2B5EF4-FFF2-40B4-BE49-F238E27FC236}">
                  <a16:creationId xmlns:a16="http://schemas.microsoft.com/office/drawing/2014/main" id="{834AC715-7D58-B3BF-76AB-5D308C991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262" y="1812173"/>
              <a:ext cx="636393" cy="215444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</a:rPr>
                <a:t>Material</a:t>
              </a:r>
              <a:endParaRPr lang="en-US" sz="2000" dirty="0"/>
            </a:p>
          </p:txBody>
        </p:sp>
      </p:grpSp>
      <p:sp>
        <p:nvSpPr>
          <p:cNvPr id="112" name="Freihandform: Form 111">
            <a:extLst>
              <a:ext uri="{FF2B5EF4-FFF2-40B4-BE49-F238E27FC236}">
                <a16:creationId xmlns:a16="http://schemas.microsoft.com/office/drawing/2014/main" id="{492B95E0-C377-9704-89DF-D013A178D5BD}"/>
              </a:ext>
            </a:extLst>
          </p:cNvPr>
          <p:cNvSpPr/>
          <p:nvPr/>
        </p:nvSpPr>
        <p:spPr>
          <a:xfrm>
            <a:off x="6933363" y="4662435"/>
            <a:ext cx="1627833" cy="1489090"/>
          </a:xfrm>
          <a:custGeom>
            <a:avLst/>
            <a:gdLst>
              <a:gd name="connsiteX0" fmla="*/ 0 w 1627833"/>
              <a:gd name="connsiteY0" fmla="*/ 1276141 h 1489090"/>
              <a:gd name="connsiteX1" fmla="*/ 813916 w 1627833"/>
              <a:gd name="connsiteY1" fmla="*/ 1487156 h 1489090"/>
              <a:gd name="connsiteX2" fmla="*/ 1477107 w 1627833"/>
              <a:gd name="connsiteY2" fmla="*/ 1276141 h 1489090"/>
              <a:gd name="connsiteX3" fmla="*/ 1627833 w 1627833"/>
              <a:gd name="connsiteY3" fmla="*/ 0 h 1489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7833" h="1489090">
                <a:moveTo>
                  <a:pt x="0" y="1276141"/>
                </a:moveTo>
                <a:cubicBezTo>
                  <a:pt x="283866" y="1381648"/>
                  <a:pt x="567732" y="1487156"/>
                  <a:pt x="813916" y="1487156"/>
                </a:cubicBezTo>
                <a:cubicBezTo>
                  <a:pt x="1060100" y="1487156"/>
                  <a:pt x="1341454" y="1524000"/>
                  <a:pt x="1477107" y="1276141"/>
                </a:cubicBezTo>
                <a:cubicBezTo>
                  <a:pt x="1612760" y="1028282"/>
                  <a:pt x="1620296" y="514141"/>
                  <a:pt x="1627833" y="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de-DE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13" name="Freihandform: Form 112">
            <a:extLst>
              <a:ext uri="{FF2B5EF4-FFF2-40B4-BE49-F238E27FC236}">
                <a16:creationId xmlns:a16="http://schemas.microsoft.com/office/drawing/2014/main" id="{2494AC1C-EAAC-1DFF-D7C7-DD441F6B4ADC}"/>
              </a:ext>
            </a:extLst>
          </p:cNvPr>
          <p:cNvSpPr/>
          <p:nvPr/>
        </p:nvSpPr>
        <p:spPr>
          <a:xfrm>
            <a:off x="3627455" y="4652387"/>
            <a:ext cx="5305530" cy="1765794"/>
          </a:xfrm>
          <a:custGeom>
            <a:avLst/>
            <a:gdLst>
              <a:gd name="connsiteX0" fmla="*/ 0 w 5305530"/>
              <a:gd name="connsiteY0" fmla="*/ 1266092 h 1765794"/>
              <a:gd name="connsiteX1" fmla="*/ 4411226 w 5305530"/>
              <a:gd name="connsiteY1" fmla="*/ 1698171 h 1765794"/>
              <a:gd name="connsiteX2" fmla="*/ 5305530 w 5305530"/>
              <a:gd name="connsiteY2" fmla="*/ 0 h 1765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5530" h="1765794">
                <a:moveTo>
                  <a:pt x="0" y="1266092"/>
                </a:moveTo>
                <a:cubicBezTo>
                  <a:pt x="1763485" y="1587639"/>
                  <a:pt x="3526971" y="1909186"/>
                  <a:pt x="4411226" y="1698171"/>
                </a:cubicBezTo>
                <a:cubicBezTo>
                  <a:pt x="5295481" y="1487156"/>
                  <a:pt x="5300505" y="743578"/>
                  <a:pt x="5305530" y="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de-DE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121" name="Textfeld 44">
            <a:extLst>
              <a:ext uri="{FF2B5EF4-FFF2-40B4-BE49-F238E27FC236}">
                <a16:creationId xmlns:a16="http://schemas.microsoft.com/office/drawing/2014/main" id="{92D11BEA-0A95-8878-3007-99906F4B5390}"/>
              </a:ext>
            </a:extLst>
          </p:cNvPr>
          <p:cNvSpPr txBox="1"/>
          <p:nvPr/>
        </p:nvSpPr>
        <p:spPr>
          <a:xfrm>
            <a:off x="4109536" y="6024130"/>
            <a:ext cx="3456873" cy="246221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tIns="0" bIns="0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Map to the same function structure</a:t>
            </a:r>
            <a:endParaRPr lang="en-US" sz="1600" i="1" dirty="0">
              <a:solidFill>
                <a:srgbClr val="00549F"/>
              </a:solidFill>
              <a:latin typeface="Trebuchet MS" panose="020B0603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23" name="Rectangle 41">
            <a:extLst>
              <a:ext uri="{FF2B5EF4-FFF2-40B4-BE49-F238E27FC236}">
                <a16:creationId xmlns:a16="http://schemas.microsoft.com/office/drawing/2014/main" id="{2F0CA7EB-9017-A0F5-263F-9F69C574F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78" y="962330"/>
            <a:ext cx="3086206" cy="291197"/>
          </a:xfrm>
          <a:prstGeom prst="rect">
            <a:avLst/>
          </a:prstGeom>
          <a:solidFill>
            <a:schemeClr val="bg1">
              <a:alpha val="62000"/>
            </a:schemeClr>
          </a:solidFill>
          <a:ln w="9525" cap="rnd">
            <a:noFill/>
            <a:round/>
            <a:headEnd/>
            <a:tailEnd/>
          </a:ln>
        </p:spPr>
        <p:txBody>
          <a:bodyPr anchor="t"/>
          <a:lstStyle/>
          <a:p>
            <a:r>
              <a:rPr lang="en-US" sz="16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InjectionMoldingMachine</a:t>
            </a:r>
            <a:r>
              <a:rPr lang="en-US" sz="16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IMM</a:t>
            </a:r>
            <a:endParaRPr lang="en-US" sz="2400" dirty="0"/>
          </a:p>
        </p:txBody>
      </p:sp>
      <p:pic>
        <p:nvPicPr>
          <p:cNvPr id="673" name="Grafik 672">
            <a:extLst>
              <a:ext uri="{FF2B5EF4-FFF2-40B4-BE49-F238E27FC236}">
                <a16:creationId xmlns:a16="http://schemas.microsoft.com/office/drawing/2014/main" id="{607FCB5F-5EEB-E2FD-7C88-C8FAA1A9C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112" y="3597949"/>
            <a:ext cx="2678745" cy="188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37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6F45CFF-8C84-F524-0E64-1AAD8272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 Cockpit – Containment Visualization </a:t>
            </a:r>
          </a:p>
        </p:txBody>
      </p:sp>
      <p:sp>
        <p:nvSpPr>
          <p:cNvPr id="44" name="Textfeld 44">
            <a:extLst>
              <a:ext uri="{FF2B5EF4-FFF2-40B4-BE49-F238E27FC236}">
                <a16:creationId xmlns:a16="http://schemas.microsoft.com/office/drawing/2014/main" id="{FB8DC5C8-BD6B-F0DA-40B1-0C84D979FDDC}"/>
              </a:ext>
            </a:extLst>
          </p:cNvPr>
          <p:cNvSpPr txBox="1"/>
          <p:nvPr/>
        </p:nvSpPr>
        <p:spPr>
          <a:xfrm>
            <a:off x="3416193" y="817823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Containment Tree</a:t>
            </a:r>
          </a:p>
        </p:txBody>
      </p: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56D5EC14-CBED-2A20-BEE9-64DFCB4AE753}"/>
              </a:ext>
            </a:extLst>
          </p:cNvPr>
          <p:cNvSpPr/>
          <p:nvPr/>
        </p:nvSpPr>
        <p:spPr>
          <a:xfrm rot="20359551">
            <a:off x="3317238" y="1079667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feld 44">
            <a:extLst>
              <a:ext uri="{FF2B5EF4-FFF2-40B4-BE49-F238E27FC236}">
                <a16:creationId xmlns:a16="http://schemas.microsoft.com/office/drawing/2014/main" id="{E891D1B7-8810-D671-0C11-C29F818E869F}"/>
              </a:ext>
            </a:extLst>
          </p:cNvPr>
          <p:cNvSpPr txBox="1"/>
          <p:nvPr/>
        </p:nvSpPr>
        <p:spPr>
          <a:xfrm>
            <a:off x="7579246" y="1002111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Structure Visualization</a:t>
            </a:r>
          </a:p>
        </p:txBody>
      </p:sp>
      <p:sp>
        <p:nvSpPr>
          <p:cNvPr id="49" name="Textfeld 44">
            <a:extLst>
              <a:ext uri="{FF2B5EF4-FFF2-40B4-BE49-F238E27FC236}">
                <a16:creationId xmlns:a16="http://schemas.microsoft.com/office/drawing/2014/main" id="{7AE07BC0-5988-C7B9-E3E5-BDA9E9F75C21}"/>
              </a:ext>
            </a:extLst>
          </p:cNvPr>
          <p:cNvSpPr txBox="1"/>
          <p:nvPr/>
        </p:nvSpPr>
        <p:spPr>
          <a:xfrm>
            <a:off x="8367750" y="5326360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Value Visualization</a:t>
            </a:r>
          </a:p>
        </p:txBody>
      </p:sp>
      <p:sp>
        <p:nvSpPr>
          <p:cNvPr id="52" name="Text Box 3">
            <a:extLst>
              <a:ext uri="{FF2B5EF4-FFF2-40B4-BE49-F238E27FC236}">
                <a16:creationId xmlns:a16="http://schemas.microsoft.com/office/drawing/2014/main" id="{8505CC2A-657B-9918-208C-FE065CB05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24" y="3523338"/>
            <a:ext cx="1895089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part def IMM {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…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3A0F31A3-F046-2929-B1A7-2FE63B566495}"/>
              </a:ext>
            </a:extLst>
          </p:cNvPr>
          <p:cNvGrpSpPr/>
          <p:nvPr/>
        </p:nvGrpSpPr>
        <p:grpSpPr bwMode="auto">
          <a:xfrm>
            <a:off x="48391" y="4787786"/>
            <a:ext cx="3323266" cy="1057261"/>
            <a:chOff x="1106047" y="2740476"/>
            <a:chExt cx="3323266" cy="105726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71D703A4-247E-736B-BED0-41855FF79658}"/>
                </a:ext>
              </a:extLst>
            </p:cNvPr>
            <p:cNvSpPr/>
            <p:nvPr/>
          </p:nvSpPr>
          <p:spPr bwMode="auto">
            <a:xfrm>
              <a:off x="1106047" y="2966740"/>
              <a:ext cx="3323266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numCol="1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page </a:t>
              </a:r>
              <a:r>
                <a:rPr lang="en-US" sz="1200" b="1" dirty="0" err="1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DTCockpit</a:t>
              </a:r>
              <a:r>
                <a:rPr lang="en-US" sz="1200" b="1" dirty="0">
                  <a:latin typeface="Courier New"/>
                  <a:ea typeface="Roboto Mono"/>
                  <a:cs typeface="Courier New"/>
                </a:rPr>
                <a:t>(Function function) {</a:t>
              </a: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  </a:t>
              </a:r>
            </a:p>
            <a:p>
              <a:pPr>
                <a:defRPr/>
              </a:pP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  @StructureViz</a:t>
              </a:r>
              <a:r>
                <a:rPr lang="en-US" sz="1200" b="1" dirty="0">
                  <a:latin typeface="Courier New"/>
                  <a:ea typeface="Roboto Mono"/>
                  <a:cs typeface="Courier New"/>
                </a:rPr>
                <a:t>(function)</a:t>
              </a:r>
              <a:endParaRPr dirty="0"/>
            </a:p>
            <a:p>
              <a:pPr>
                <a:defRPr/>
              </a:pPr>
              <a:r>
                <a:rPr lang="en-US" sz="1200" b="1" dirty="0">
                  <a:latin typeface="Courier New"/>
                  <a:cs typeface="Courier New"/>
                </a:rPr>
                <a:t>}</a:t>
              </a:r>
              <a:endParaRPr lang="en-US" sz="1200" dirty="0"/>
            </a:p>
          </p:txBody>
        </p:sp>
        <p:sp>
          <p:nvSpPr>
            <p:cNvPr id="58" name="AutoShape 40">
              <a:extLst>
                <a:ext uri="{FF2B5EF4-FFF2-40B4-BE49-F238E27FC236}">
                  <a16:creationId xmlns:a16="http://schemas.microsoft.com/office/drawing/2014/main" id="{32189F50-0D3F-3DA1-902B-CAB3B79B2C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345797" y="2740476"/>
              <a:ext cx="1052038" cy="192391"/>
            </a:xfrm>
            <a:prstGeom prst="foldedCorner">
              <a:avLst>
                <a:gd name="adj" fmla="val 2760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wrap="none" anchor="ctr" anchorCtr="1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 err="1">
                  <a:solidFill>
                    <a:sysClr val="windowText" lastClr="000000"/>
                  </a:solidFill>
                </a:rPr>
                <a:t>DTCockpit.gui</a:t>
              </a:r>
              <a:endParaRPr lang="en-US" sz="12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B6A86728-204F-6C3B-5E8E-CDB364A2E220}"/>
              </a:ext>
            </a:extLst>
          </p:cNvPr>
          <p:cNvSpPr/>
          <p:nvPr/>
        </p:nvSpPr>
        <p:spPr>
          <a:xfrm>
            <a:off x="3460730" y="1326676"/>
            <a:ext cx="8559820" cy="3990925"/>
          </a:xfrm>
          <a:prstGeom prst="roundRect">
            <a:avLst>
              <a:gd name="adj" fmla="val 7436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E444C"/>
              </a:solidFill>
              <a:latin typeface="ArialMT"/>
            </a:endParaRP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DB5A72A8-F987-15E5-389C-DC2A852DF3F1}"/>
              </a:ext>
            </a:extLst>
          </p:cNvPr>
          <p:cNvSpPr/>
          <p:nvPr/>
        </p:nvSpPr>
        <p:spPr>
          <a:xfrm>
            <a:off x="8813801" y="3689028"/>
            <a:ext cx="3073400" cy="1546023"/>
          </a:xfrm>
          <a:prstGeom prst="roundRect">
            <a:avLst>
              <a:gd name="adj" fmla="val 677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6A0234F5-79C6-EE98-9DF3-26DA5044E1E7}"/>
              </a:ext>
            </a:extLst>
          </p:cNvPr>
          <p:cNvSpPr/>
          <p:nvPr/>
        </p:nvSpPr>
        <p:spPr>
          <a:xfrm>
            <a:off x="3460729" y="1326676"/>
            <a:ext cx="3323266" cy="3990925"/>
          </a:xfrm>
          <a:prstGeom prst="roundRect">
            <a:avLst>
              <a:gd name="adj" fmla="val 882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0CD9AABD-BAC9-27C7-F551-23C231EA8F82}"/>
              </a:ext>
            </a:extLst>
          </p:cNvPr>
          <p:cNvSpPr/>
          <p:nvPr/>
        </p:nvSpPr>
        <p:spPr>
          <a:xfrm>
            <a:off x="3562350" y="1408395"/>
            <a:ext cx="3121025" cy="3826656"/>
          </a:xfrm>
          <a:prstGeom prst="roundRect">
            <a:avLst>
              <a:gd name="adj" fmla="val 72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imm</a:t>
            </a:r>
            <a:r>
              <a:rPr lang="en-US" sz="1600" dirty="0">
                <a:solidFill>
                  <a:schemeClr val="tx1"/>
                </a:solidFill>
              </a:rPr>
              <a:t>: Function</a:t>
            </a: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granules: Input &lt;Material&gt;</a:t>
            </a: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part: Output &lt;Item&gt;</a:t>
            </a: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iUnit</a:t>
            </a:r>
            <a:r>
              <a:rPr lang="en-US" sz="1600" dirty="0">
                <a:solidFill>
                  <a:schemeClr val="tx1"/>
                </a:solidFill>
              </a:rPr>
              <a:t>: Function</a:t>
            </a:r>
          </a:p>
          <a:p>
            <a:pPr marL="542925" lvl="2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granules: Input &lt;Material&gt;</a:t>
            </a:r>
          </a:p>
          <a:p>
            <a:pPr marL="542925" lvl="2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melt: Output &lt;Material&gt;</a:t>
            </a: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cUnit</a:t>
            </a:r>
            <a:r>
              <a:rPr lang="en-US" sz="1600" dirty="0">
                <a:solidFill>
                  <a:schemeClr val="tx1"/>
                </a:solidFill>
              </a:rPr>
              <a:t>: Function</a:t>
            </a:r>
          </a:p>
          <a:p>
            <a:pPr marL="542925" lvl="2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melt: Input &lt;Material&gt;</a:t>
            </a:r>
          </a:p>
          <a:p>
            <a:pPr marL="542925" lvl="2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f: Output</a:t>
            </a: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49F"/>
                </a:solidFill>
              </a:rPr>
              <a:t>granules     </a:t>
            </a:r>
            <a:r>
              <a:rPr lang="en-US" sz="1600" b="1" dirty="0" err="1">
                <a:solidFill>
                  <a:srgbClr val="00549F"/>
                </a:solidFill>
              </a:rPr>
              <a:t>iUnit.granules</a:t>
            </a:r>
            <a:endParaRPr lang="en-US" sz="1600" dirty="0">
              <a:solidFill>
                <a:schemeClr val="tx1"/>
              </a:solidFill>
            </a:endParaRP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iUnit.melt</a:t>
            </a:r>
            <a:r>
              <a:rPr lang="en-US" sz="1600" b="1" dirty="0">
                <a:solidFill>
                  <a:srgbClr val="00549F"/>
                </a:solidFill>
              </a:rPr>
              <a:t>     </a:t>
            </a:r>
            <a:r>
              <a:rPr lang="en-US" sz="1600" dirty="0" err="1">
                <a:solidFill>
                  <a:schemeClr val="tx1"/>
                </a:solidFill>
              </a:rPr>
              <a:t>cUnit.melt</a:t>
            </a:r>
            <a:endParaRPr lang="en-US" sz="1600" dirty="0">
              <a:solidFill>
                <a:schemeClr val="tx1"/>
              </a:solidFill>
            </a:endParaRP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cUnit.part</a:t>
            </a:r>
            <a:r>
              <a:rPr lang="en-US" sz="1600" dirty="0">
                <a:solidFill>
                  <a:schemeClr val="tx1"/>
                </a:solidFill>
              </a:rPr>
              <a:t>     part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03C89A1D-79F7-318F-0C87-B5105DFC1C07}"/>
              </a:ext>
            </a:extLst>
          </p:cNvPr>
          <p:cNvSpPr/>
          <p:nvPr/>
        </p:nvSpPr>
        <p:spPr>
          <a:xfrm>
            <a:off x="3645543" y="3981307"/>
            <a:ext cx="2940050" cy="228600"/>
          </a:xfrm>
          <a:prstGeom prst="roundRect">
            <a:avLst/>
          </a:prstGeom>
          <a:noFill/>
          <a:ln w="19050">
            <a:solidFill>
              <a:srgbClr val="00549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Gerade Verbindung mit Pfeil 63">
            <a:extLst>
              <a:ext uri="{FF2B5EF4-FFF2-40B4-BE49-F238E27FC236}">
                <a16:creationId xmlns:a16="http://schemas.microsoft.com/office/drawing/2014/main" id="{481970E2-0575-02AF-9750-443BEF2FBF67}"/>
              </a:ext>
            </a:extLst>
          </p:cNvPr>
          <p:cNvCxnSpPr>
            <a:cxnSpLocks/>
          </p:cNvCxnSpPr>
          <p:nvPr/>
        </p:nvCxnSpPr>
        <p:spPr>
          <a:xfrm>
            <a:off x="4913343" y="4086060"/>
            <a:ext cx="188472" cy="330"/>
          </a:xfrm>
          <a:prstGeom prst="straightConnector1">
            <a:avLst/>
          </a:prstGeom>
          <a:ln w="28575">
            <a:solidFill>
              <a:srgbClr val="00549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mit Pfeil 63">
            <a:extLst>
              <a:ext uri="{FF2B5EF4-FFF2-40B4-BE49-F238E27FC236}">
                <a16:creationId xmlns:a16="http://schemas.microsoft.com/office/drawing/2014/main" id="{75A1EF6C-FBC7-7A48-9DD7-C1DC1847CD0A}"/>
              </a:ext>
            </a:extLst>
          </p:cNvPr>
          <p:cNvCxnSpPr>
            <a:cxnSpLocks/>
          </p:cNvCxnSpPr>
          <p:nvPr/>
        </p:nvCxnSpPr>
        <p:spPr>
          <a:xfrm>
            <a:off x="4929059" y="4337051"/>
            <a:ext cx="188472" cy="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63">
            <a:extLst>
              <a:ext uri="{FF2B5EF4-FFF2-40B4-BE49-F238E27FC236}">
                <a16:creationId xmlns:a16="http://schemas.microsoft.com/office/drawing/2014/main" id="{DF3AF0B6-0F32-04B6-40E6-0984DADEC322}"/>
              </a:ext>
            </a:extLst>
          </p:cNvPr>
          <p:cNvCxnSpPr>
            <a:cxnSpLocks/>
          </p:cNvCxnSpPr>
          <p:nvPr/>
        </p:nvCxnSpPr>
        <p:spPr>
          <a:xfrm>
            <a:off x="4929059" y="4578186"/>
            <a:ext cx="188472" cy="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2926348B-733A-09B2-6A06-ED3D88A7D3B6}"/>
              </a:ext>
            </a:extLst>
          </p:cNvPr>
          <p:cNvSpPr/>
          <p:nvPr/>
        </p:nvSpPr>
        <p:spPr>
          <a:xfrm rot="12728212" flipH="1">
            <a:off x="8563017" y="5069028"/>
            <a:ext cx="191210" cy="279064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9809BF33-3FCB-05BC-408B-8DE9DDCE7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964" y="3784308"/>
            <a:ext cx="2859603" cy="1350288"/>
          </a:xfrm>
          <a:prstGeom prst="rect">
            <a:avLst/>
          </a:prstGeom>
        </p:spPr>
      </p:pic>
      <p:sp>
        <p:nvSpPr>
          <p:cNvPr id="65" name="AutoShape 40">
            <a:extLst>
              <a:ext uri="{FF2B5EF4-FFF2-40B4-BE49-F238E27FC236}">
                <a16:creationId xmlns:a16="http://schemas.microsoft.com/office/drawing/2014/main" id="{47E8D563-58BB-9746-90D4-CF460FB6D06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410451" y="3162489"/>
            <a:ext cx="1001512" cy="304800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SysML</a:t>
            </a:r>
            <a:r>
              <a:rPr kumimoji="0" lang="en-US" altLang="de-DE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v2</a:t>
            </a:r>
          </a:p>
        </p:txBody>
      </p:sp>
      <p:pic>
        <p:nvPicPr>
          <p:cNvPr id="67" name="Grafik 5" descr="Ein Bild, das Gebäude, drinnen, sitzend, Tisch enthält.&#10;&#10;Automatisch generierte Beschreibung">
            <a:extLst>
              <a:ext uri="{FF2B5EF4-FFF2-40B4-BE49-F238E27FC236}">
                <a16:creationId xmlns:a16="http://schemas.microsoft.com/office/drawing/2014/main" id="{5D340903-8C94-9FC1-656C-BA806E81789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3" t="13401" r="8093" b="38980"/>
          <a:stretch/>
        </p:blipFill>
        <p:spPr>
          <a:xfrm>
            <a:off x="237908" y="1255127"/>
            <a:ext cx="2930128" cy="1281132"/>
          </a:xfrm>
          <a:prstGeom prst="rect">
            <a:avLst/>
          </a:prstGeom>
        </p:spPr>
      </p:pic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F15977C4-2CF6-A4CE-E89C-F0A8D14FD82E}"/>
              </a:ext>
            </a:extLst>
          </p:cNvPr>
          <p:cNvSpPr/>
          <p:nvPr/>
        </p:nvSpPr>
        <p:spPr>
          <a:xfrm>
            <a:off x="682928" y="2616200"/>
            <a:ext cx="307672" cy="863600"/>
          </a:xfrm>
          <a:custGeom>
            <a:avLst/>
            <a:gdLst>
              <a:gd name="connsiteX0" fmla="*/ 307672 w 307672"/>
              <a:gd name="connsiteY0" fmla="*/ 0 h 863600"/>
              <a:gd name="connsiteX1" fmla="*/ 2872 w 307672"/>
              <a:gd name="connsiteY1" fmla="*/ 355600 h 863600"/>
              <a:gd name="connsiteX2" fmla="*/ 180672 w 307672"/>
              <a:gd name="connsiteY2" fmla="*/ 86360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672" h="863600">
                <a:moveTo>
                  <a:pt x="307672" y="0"/>
                </a:moveTo>
                <a:cubicBezTo>
                  <a:pt x="165855" y="105833"/>
                  <a:pt x="24039" y="211667"/>
                  <a:pt x="2872" y="355600"/>
                </a:cubicBezTo>
                <a:cubicBezTo>
                  <a:pt x="-18295" y="499533"/>
                  <a:pt x="81188" y="681566"/>
                  <a:pt x="180672" y="86360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de-DE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69" name="Textfeld 44">
            <a:extLst>
              <a:ext uri="{FF2B5EF4-FFF2-40B4-BE49-F238E27FC236}">
                <a16:creationId xmlns:a16="http://schemas.microsoft.com/office/drawing/2014/main" id="{007BA67E-D18D-6B52-D66F-C756841EBC58}"/>
              </a:ext>
            </a:extLst>
          </p:cNvPr>
          <p:cNvSpPr txBox="1"/>
          <p:nvPr/>
        </p:nvSpPr>
        <p:spPr>
          <a:xfrm>
            <a:off x="327736" y="2749361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described by</a:t>
            </a:r>
          </a:p>
        </p:txBody>
      </p:sp>
      <p:sp>
        <p:nvSpPr>
          <p:cNvPr id="70" name="Pfeil: nach rechts 69">
            <a:extLst>
              <a:ext uri="{FF2B5EF4-FFF2-40B4-BE49-F238E27FC236}">
                <a16:creationId xmlns:a16="http://schemas.microsoft.com/office/drawing/2014/main" id="{18BC3B3D-4D62-1AC4-3C4B-06B4F9C5DBD5}"/>
              </a:ext>
            </a:extLst>
          </p:cNvPr>
          <p:cNvSpPr/>
          <p:nvPr/>
        </p:nvSpPr>
        <p:spPr>
          <a:xfrm>
            <a:off x="2606253" y="3139859"/>
            <a:ext cx="734585" cy="1071483"/>
          </a:xfrm>
          <a:prstGeom prst="rightArrow">
            <a:avLst>
              <a:gd name="adj1" fmla="val 35777"/>
              <a:gd name="adj2" fmla="val 38762"/>
            </a:avLst>
          </a:prstGeom>
          <a:solidFill>
            <a:schemeClr val="bg1"/>
          </a:solidFill>
          <a:ln w="19050">
            <a:solidFill>
              <a:srgbClr val="00549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8C75834-89AC-DF6A-CFDE-8CC8B2DFACE5}"/>
              </a:ext>
            </a:extLst>
          </p:cNvPr>
          <p:cNvGrpSpPr>
            <a:grpSpLocks noChangeAspect="1"/>
          </p:cNvGrpSpPr>
          <p:nvPr/>
        </p:nvGrpSpPr>
        <p:grpSpPr>
          <a:xfrm>
            <a:off x="6885615" y="1499161"/>
            <a:ext cx="4931493" cy="2081183"/>
            <a:chOff x="6885615" y="1490074"/>
            <a:chExt cx="4201213" cy="1772991"/>
          </a:xfrm>
        </p:grpSpPr>
        <p:sp>
          <p:nvSpPr>
            <p:cNvPr id="30" name="Rectangle 22">
              <a:extLst>
                <a:ext uri="{FF2B5EF4-FFF2-40B4-BE49-F238E27FC236}">
                  <a16:creationId xmlns:a16="http://schemas.microsoft.com/office/drawing/2014/main" id="{320EFD96-763F-8427-5438-10DEF74C4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2637" y="1490074"/>
              <a:ext cx="3686663" cy="1772991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endParaRPr lang="en-US" sz="1400" b="1" noProof="1"/>
            </a:p>
          </p:txBody>
        </p:sp>
        <p:sp>
          <p:nvSpPr>
            <p:cNvPr id="32" name="Rectangle 41">
              <a:extLst>
                <a:ext uri="{FF2B5EF4-FFF2-40B4-BE49-F238E27FC236}">
                  <a16:creationId xmlns:a16="http://schemas.microsoft.com/office/drawing/2014/main" id="{288969E7-2D93-FE11-EEA9-89CA8B202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1721" y="1932741"/>
              <a:ext cx="974021" cy="503925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algn="ctr"/>
              <a:r>
                <a:rPr lang="en-US" sz="1200" dirty="0" err="1">
                  <a:solidFill>
                    <a:srgbClr val="000000"/>
                  </a:solidFill>
                </a:rPr>
                <a:t>InjectionUnit</a:t>
              </a:r>
              <a:br>
                <a:rPr lang="en-US" sz="1200" dirty="0">
                  <a:solidFill>
                    <a:srgbClr val="000000"/>
                  </a:solidFill>
                </a:rPr>
              </a:br>
              <a:br>
                <a:rPr lang="en-US" sz="1200" dirty="0">
                  <a:solidFill>
                    <a:srgbClr val="000000"/>
                  </a:solidFill>
                </a:rPr>
              </a:br>
              <a:r>
                <a:rPr lang="en-US" sz="1200" dirty="0" err="1">
                  <a:solidFill>
                    <a:srgbClr val="000000"/>
                  </a:solidFill>
                </a:rPr>
                <a:t>iUnit</a:t>
              </a:r>
              <a:endParaRPr lang="en-US" sz="1600" dirty="0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A18A9835-81C3-9EA4-BECE-F7E693BAA74B}"/>
                </a:ext>
              </a:extLst>
            </p:cNvPr>
            <p:cNvSpPr/>
            <p:nvPr/>
          </p:nvSpPr>
          <p:spPr>
            <a:xfrm>
              <a:off x="9137390" y="2232565"/>
              <a:ext cx="408463" cy="161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melt</a:t>
              </a:r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D00C170E-5A62-B6A2-771A-70335AD0B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5667" y="2637583"/>
              <a:ext cx="935932" cy="503925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algn="ctr"/>
              <a:r>
                <a:rPr lang="en-US" sz="1200" dirty="0" err="1">
                  <a:solidFill>
                    <a:srgbClr val="000000"/>
                  </a:solidFill>
                </a:rPr>
                <a:t>ClampingUnit</a:t>
              </a:r>
              <a:br>
                <a:rPr lang="en-US" sz="1200" dirty="0">
                  <a:solidFill>
                    <a:srgbClr val="000000"/>
                  </a:solidFill>
                </a:rPr>
              </a:br>
              <a:br>
                <a:rPr lang="en-US" sz="1200" dirty="0">
                  <a:solidFill>
                    <a:srgbClr val="000000"/>
                  </a:solidFill>
                </a:rPr>
              </a:br>
              <a:r>
                <a:rPr lang="en-US" sz="1200" dirty="0" err="1">
                  <a:solidFill>
                    <a:srgbClr val="000000"/>
                  </a:solidFill>
                </a:rPr>
                <a:t>cUnit</a:t>
              </a:r>
              <a:endParaRPr lang="en-US" sz="1600" dirty="0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1F92CAF5-8E05-5220-CAC7-FCC6AC5B0172}"/>
                </a:ext>
              </a:extLst>
            </p:cNvPr>
            <p:cNvSpPr/>
            <p:nvPr/>
          </p:nvSpPr>
          <p:spPr>
            <a:xfrm>
              <a:off x="9912576" y="2937409"/>
              <a:ext cx="362129" cy="161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part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433E3004-7F47-E513-F6F0-8D71366A2FA7}"/>
                </a:ext>
              </a:extLst>
            </p:cNvPr>
            <p:cNvSpPr/>
            <p:nvPr/>
          </p:nvSpPr>
          <p:spPr>
            <a:xfrm>
              <a:off x="6885615" y="2232565"/>
              <a:ext cx="601201" cy="16168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549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granules</a:t>
              </a:r>
              <a:endParaRPr lang="en-US" sz="1000" dirty="0"/>
            </a:p>
          </p:txBody>
        </p: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1F216249-C641-FC7A-21B1-1FC1A7930D2C}"/>
                </a:ext>
              </a:extLst>
            </p:cNvPr>
            <p:cNvCxnSpPr>
              <a:cxnSpLocks/>
              <a:stCxn id="35" idx="3"/>
              <a:endCxn id="63" idx="1"/>
            </p:cNvCxnSpPr>
            <p:nvPr/>
          </p:nvCxnSpPr>
          <p:spPr>
            <a:xfrm>
              <a:off x="10274705" y="3018251"/>
              <a:ext cx="449992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348D883B-92A0-91D7-DBBC-8E66D26C2094}"/>
                </a:ext>
              </a:extLst>
            </p:cNvPr>
            <p:cNvCxnSpPr>
              <a:cxnSpLocks/>
              <a:stCxn id="39" idx="3"/>
              <a:endCxn id="61" idx="1"/>
            </p:cNvCxnSpPr>
            <p:nvPr/>
          </p:nvCxnSpPr>
          <p:spPr>
            <a:xfrm>
              <a:off x="7486816" y="2313407"/>
              <a:ext cx="576099" cy="0"/>
            </a:xfrm>
            <a:prstGeom prst="straightConnector1">
              <a:avLst/>
            </a:prstGeom>
            <a:ln w="15875">
              <a:solidFill>
                <a:srgbClr val="00549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31">
              <a:extLst>
                <a:ext uri="{FF2B5EF4-FFF2-40B4-BE49-F238E27FC236}">
                  <a16:creationId xmlns:a16="http://schemas.microsoft.com/office/drawing/2014/main" id="{BF8B6A2B-D248-0D9F-A8F1-20B8F6B20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3858" y="2140330"/>
              <a:ext cx="427440" cy="144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</a:rPr>
                <a:t>Material</a:t>
              </a:r>
              <a:endParaRPr lang="en-US" sz="1600" dirty="0"/>
            </a:p>
          </p:txBody>
        </p:sp>
        <p:sp>
          <p:nvSpPr>
            <p:cNvPr id="60" name="Rectangle 31">
              <a:extLst>
                <a:ext uri="{FF2B5EF4-FFF2-40B4-BE49-F238E27FC236}">
                  <a16:creationId xmlns:a16="http://schemas.microsoft.com/office/drawing/2014/main" id="{868B5CAA-4007-E46D-BF6D-5C8EA362B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9512" y="2845174"/>
              <a:ext cx="232155" cy="144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</a:rPr>
                <a:t>Item</a:t>
              </a:r>
              <a:endParaRPr lang="en-US" sz="1600" dirty="0"/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C0A25E8D-F5D5-9D15-90D5-31EE5DA496E4}"/>
                </a:ext>
              </a:extLst>
            </p:cNvPr>
            <p:cNvSpPr/>
            <p:nvPr/>
          </p:nvSpPr>
          <p:spPr>
            <a:xfrm>
              <a:off x="8062915" y="2232565"/>
              <a:ext cx="601201" cy="16168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549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granules</a:t>
              </a:r>
              <a:endParaRPr lang="en-US" sz="1000" dirty="0"/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495A62E2-0847-13CC-097D-74D720EE16E3}"/>
                </a:ext>
              </a:extLst>
            </p:cNvPr>
            <p:cNvSpPr/>
            <p:nvPr/>
          </p:nvSpPr>
          <p:spPr>
            <a:xfrm>
              <a:off x="8955556" y="2937409"/>
              <a:ext cx="408463" cy="161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melt</a:t>
              </a:r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1B538952-AEDC-1CE2-E234-B3A296307BC4}"/>
                </a:ext>
              </a:extLst>
            </p:cNvPr>
            <p:cNvSpPr/>
            <p:nvPr/>
          </p:nvSpPr>
          <p:spPr>
            <a:xfrm>
              <a:off x="10724699" y="2937409"/>
              <a:ext cx="362129" cy="161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part</a:t>
              </a:r>
            </a:p>
          </p:txBody>
        </p:sp>
        <p:sp>
          <p:nvSpPr>
            <p:cNvPr id="64" name="Rectangle 31">
              <a:extLst>
                <a:ext uri="{FF2B5EF4-FFF2-40B4-BE49-F238E27FC236}">
                  <a16:creationId xmlns:a16="http://schemas.microsoft.com/office/drawing/2014/main" id="{7B1A261D-EBBB-6712-E04A-26D2D8B34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6682" y="2140330"/>
              <a:ext cx="427440" cy="144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</a:rPr>
                <a:t>Material</a:t>
              </a:r>
              <a:endParaRPr lang="en-US" sz="1600" dirty="0"/>
            </a:p>
          </p:txBody>
        </p:sp>
        <p:cxnSp>
          <p:nvCxnSpPr>
            <p:cNvPr id="6" name="Verbinder: gewinkelt 5">
              <a:extLst>
                <a:ext uri="{FF2B5EF4-FFF2-40B4-BE49-F238E27FC236}">
                  <a16:creationId xmlns:a16="http://schemas.microsoft.com/office/drawing/2014/main" id="{A9971F05-2A77-4205-3006-8D76A6FE81F1}"/>
                </a:ext>
              </a:extLst>
            </p:cNvPr>
            <p:cNvCxnSpPr>
              <a:stCxn id="33" idx="3"/>
              <a:endCxn id="62" idx="1"/>
            </p:cNvCxnSpPr>
            <p:nvPr/>
          </p:nvCxnSpPr>
          <p:spPr>
            <a:xfrm flipH="1">
              <a:off x="8955556" y="2313407"/>
              <a:ext cx="590297" cy="704844"/>
            </a:xfrm>
            <a:prstGeom prst="bentConnector5">
              <a:avLst>
                <a:gd name="adj1" fmla="val -38726"/>
                <a:gd name="adj2" fmla="val 30540"/>
                <a:gd name="adj3" fmla="val 138726"/>
              </a:avLst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Pfeil: nach oben gebogen 41">
            <a:extLst>
              <a:ext uri="{FF2B5EF4-FFF2-40B4-BE49-F238E27FC236}">
                <a16:creationId xmlns:a16="http://schemas.microsoft.com/office/drawing/2014/main" id="{0061544C-B24F-8462-B479-CEE81869BABC}"/>
              </a:ext>
            </a:extLst>
          </p:cNvPr>
          <p:cNvSpPr/>
          <p:nvPr/>
        </p:nvSpPr>
        <p:spPr>
          <a:xfrm rot="5400000">
            <a:off x="7275895" y="3181272"/>
            <a:ext cx="2052644" cy="811986"/>
          </a:xfrm>
          <a:prstGeom prst="bentUpArrow">
            <a:avLst>
              <a:gd name="adj1" fmla="val 13974"/>
              <a:gd name="adj2" fmla="val 18626"/>
              <a:gd name="adj3" fmla="val 2778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ihandform: Form 46">
            <a:extLst>
              <a:ext uri="{FF2B5EF4-FFF2-40B4-BE49-F238E27FC236}">
                <a16:creationId xmlns:a16="http://schemas.microsoft.com/office/drawing/2014/main" id="{C4C1F884-08BE-E819-F522-358B9D58D3F2}"/>
              </a:ext>
            </a:extLst>
          </p:cNvPr>
          <p:cNvSpPr/>
          <p:nvPr/>
        </p:nvSpPr>
        <p:spPr>
          <a:xfrm rot="2054873" flipH="1">
            <a:off x="9695006" y="1273911"/>
            <a:ext cx="191210" cy="279064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722F3C54-1988-AABA-22FF-F3F316FEC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201" y="1531263"/>
            <a:ext cx="3086206" cy="291197"/>
          </a:xfrm>
          <a:prstGeom prst="rect">
            <a:avLst/>
          </a:prstGeom>
          <a:solidFill>
            <a:schemeClr val="bg1">
              <a:alpha val="62000"/>
            </a:schemeClr>
          </a:solidFill>
          <a:ln w="9525" cap="rnd">
            <a:noFill/>
            <a:round/>
            <a:headEnd/>
            <a:tailEnd/>
          </a:ln>
        </p:spPr>
        <p:txBody>
          <a:bodyPr anchor="t"/>
          <a:lstStyle/>
          <a:p>
            <a:r>
              <a:rPr lang="en-US" sz="14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InjectionMoldingMachine</a:t>
            </a:r>
            <a:r>
              <a:rPr lang="en-US" sz="14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IMM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3278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6F45CFF-8C84-F524-0E64-1AAD8272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 Cockpit – Containment Visualization </a:t>
            </a:r>
          </a:p>
        </p:txBody>
      </p:sp>
      <p:sp>
        <p:nvSpPr>
          <p:cNvPr id="44" name="Textfeld 44">
            <a:extLst>
              <a:ext uri="{FF2B5EF4-FFF2-40B4-BE49-F238E27FC236}">
                <a16:creationId xmlns:a16="http://schemas.microsoft.com/office/drawing/2014/main" id="{FB8DC5C8-BD6B-F0DA-40B1-0C84D979FDDC}"/>
              </a:ext>
            </a:extLst>
          </p:cNvPr>
          <p:cNvSpPr txBox="1"/>
          <p:nvPr/>
        </p:nvSpPr>
        <p:spPr>
          <a:xfrm>
            <a:off x="3416193" y="817823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Containment Tree</a:t>
            </a:r>
          </a:p>
        </p:txBody>
      </p: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56D5EC14-CBED-2A20-BEE9-64DFCB4AE753}"/>
              </a:ext>
            </a:extLst>
          </p:cNvPr>
          <p:cNvSpPr/>
          <p:nvPr/>
        </p:nvSpPr>
        <p:spPr>
          <a:xfrm rot="20359551">
            <a:off x="3317238" y="1079667"/>
            <a:ext cx="197910" cy="339970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feld 44">
            <a:extLst>
              <a:ext uri="{FF2B5EF4-FFF2-40B4-BE49-F238E27FC236}">
                <a16:creationId xmlns:a16="http://schemas.microsoft.com/office/drawing/2014/main" id="{E891D1B7-8810-D671-0C11-C29F818E869F}"/>
              </a:ext>
            </a:extLst>
          </p:cNvPr>
          <p:cNvSpPr txBox="1"/>
          <p:nvPr/>
        </p:nvSpPr>
        <p:spPr>
          <a:xfrm>
            <a:off x="7579246" y="1002111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Structure Visualization</a:t>
            </a:r>
          </a:p>
        </p:txBody>
      </p:sp>
      <p:sp>
        <p:nvSpPr>
          <p:cNvPr id="49" name="Textfeld 44">
            <a:extLst>
              <a:ext uri="{FF2B5EF4-FFF2-40B4-BE49-F238E27FC236}">
                <a16:creationId xmlns:a16="http://schemas.microsoft.com/office/drawing/2014/main" id="{7AE07BC0-5988-C7B9-E3E5-BDA9E9F75C21}"/>
              </a:ext>
            </a:extLst>
          </p:cNvPr>
          <p:cNvSpPr txBox="1"/>
          <p:nvPr/>
        </p:nvSpPr>
        <p:spPr>
          <a:xfrm>
            <a:off x="8367750" y="5326360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Value Visualization</a:t>
            </a:r>
          </a:p>
        </p:txBody>
      </p:sp>
      <p:sp>
        <p:nvSpPr>
          <p:cNvPr id="52" name="Text Box 3">
            <a:extLst>
              <a:ext uri="{FF2B5EF4-FFF2-40B4-BE49-F238E27FC236}">
                <a16:creationId xmlns:a16="http://schemas.microsoft.com/office/drawing/2014/main" id="{8505CC2A-657B-9918-208C-FE065CB05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24" y="3523338"/>
            <a:ext cx="1895089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part def IMM {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 …</a:t>
            </a:r>
          </a:p>
          <a:p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3A0F31A3-F046-2929-B1A7-2FE63B566495}"/>
              </a:ext>
            </a:extLst>
          </p:cNvPr>
          <p:cNvGrpSpPr/>
          <p:nvPr/>
        </p:nvGrpSpPr>
        <p:grpSpPr bwMode="auto">
          <a:xfrm>
            <a:off x="48391" y="4787786"/>
            <a:ext cx="3323266" cy="1057261"/>
            <a:chOff x="1106047" y="2740476"/>
            <a:chExt cx="3323266" cy="105726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71D703A4-247E-736B-BED0-41855FF79658}"/>
                </a:ext>
              </a:extLst>
            </p:cNvPr>
            <p:cNvSpPr/>
            <p:nvPr/>
          </p:nvSpPr>
          <p:spPr bwMode="auto">
            <a:xfrm>
              <a:off x="1106047" y="2966740"/>
              <a:ext cx="3323266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numCol="1">
              <a:spAutoFit/>
            </a:bodyPr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page </a:t>
              </a:r>
              <a:r>
                <a:rPr lang="en-US" sz="1200" b="1" dirty="0" err="1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DTCockpit</a:t>
              </a:r>
              <a:r>
                <a:rPr lang="en-US" sz="1200" b="1" dirty="0">
                  <a:latin typeface="Courier New"/>
                  <a:ea typeface="Roboto Mono"/>
                  <a:cs typeface="Courier New"/>
                </a:rPr>
                <a:t>(Function function) {</a:t>
              </a: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  </a:t>
              </a:r>
            </a:p>
            <a:p>
              <a:pPr>
                <a:defRPr/>
              </a:pPr>
              <a:r>
                <a:rPr lang="en-US" sz="1200" b="1" dirty="0">
                  <a:solidFill>
                    <a:schemeClr val="tx2"/>
                  </a:solidFill>
                  <a:latin typeface="Courier New"/>
                  <a:ea typeface="Roboto Mono"/>
                  <a:cs typeface="Courier New"/>
                </a:rPr>
                <a:t>  @StructureViz</a:t>
              </a:r>
              <a:r>
                <a:rPr lang="en-US" sz="1200" b="1" dirty="0">
                  <a:latin typeface="Courier New"/>
                  <a:ea typeface="Roboto Mono"/>
                  <a:cs typeface="Courier New"/>
                </a:rPr>
                <a:t>(function)</a:t>
              </a:r>
              <a:endParaRPr dirty="0"/>
            </a:p>
            <a:p>
              <a:pPr>
                <a:defRPr/>
              </a:pPr>
              <a:r>
                <a:rPr lang="en-US" sz="1200" b="1" dirty="0">
                  <a:latin typeface="Courier New"/>
                  <a:cs typeface="Courier New"/>
                </a:rPr>
                <a:t>}</a:t>
              </a:r>
              <a:endParaRPr lang="en-US" sz="1200" dirty="0"/>
            </a:p>
          </p:txBody>
        </p:sp>
        <p:sp>
          <p:nvSpPr>
            <p:cNvPr id="58" name="AutoShape 40">
              <a:extLst>
                <a:ext uri="{FF2B5EF4-FFF2-40B4-BE49-F238E27FC236}">
                  <a16:creationId xmlns:a16="http://schemas.microsoft.com/office/drawing/2014/main" id="{32189F50-0D3F-3DA1-902B-CAB3B79B2C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345797" y="2740476"/>
              <a:ext cx="1052038" cy="192391"/>
            </a:xfrm>
            <a:prstGeom prst="foldedCorner">
              <a:avLst>
                <a:gd name="adj" fmla="val 2760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10800000" wrap="none" anchor="ctr" anchorCtr="1"/>
            <a:lstStyle>
              <a:defPPr>
                <a:defRPr lang="de-DE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 err="1">
                  <a:solidFill>
                    <a:sysClr val="windowText" lastClr="000000"/>
                  </a:solidFill>
                </a:rPr>
                <a:t>DTCockpit.gui</a:t>
              </a:r>
              <a:endParaRPr lang="en-US" sz="12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B6A86728-204F-6C3B-5E8E-CDB364A2E220}"/>
              </a:ext>
            </a:extLst>
          </p:cNvPr>
          <p:cNvSpPr/>
          <p:nvPr/>
        </p:nvSpPr>
        <p:spPr>
          <a:xfrm>
            <a:off x="3460730" y="1326676"/>
            <a:ext cx="8559820" cy="3990925"/>
          </a:xfrm>
          <a:prstGeom prst="roundRect">
            <a:avLst>
              <a:gd name="adj" fmla="val 7436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E444C"/>
              </a:solidFill>
              <a:latin typeface="ArialMT"/>
            </a:endParaRP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DB5A72A8-F987-15E5-389C-DC2A852DF3F1}"/>
              </a:ext>
            </a:extLst>
          </p:cNvPr>
          <p:cNvSpPr/>
          <p:nvPr/>
        </p:nvSpPr>
        <p:spPr>
          <a:xfrm>
            <a:off x="8813801" y="3689028"/>
            <a:ext cx="3073400" cy="1546023"/>
          </a:xfrm>
          <a:prstGeom prst="roundRect">
            <a:avLst>
              <a:gd name="adj" fmla="val 677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6A0234F5-79C6-EE98-9DF3-26DA5044E1E7}"/>
              </a:ext>
            </a:extLst>
          </p:cNvPr>
          <p:cNvSpPr/>
          <p:nvPr/>
        </p:nvSpPr>
        <p:spPr>
          <a:xfrm>
            <a:off x="3460729" y="1326676"/>
            <a:ext cx="3323266" cy="3990925"/>
          </a:xfrm>
          <a:prstGeom prst="roundRect">
            <a:avLst>
              <a:gd name="adj" fmla="val 882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0CD9AABD-BAC9-27C7-F551-23C231EA8F82}"/>
              </a:ext>
            </a:extLst>
          </p:cNvPr>
          <p:cNvSpPr/>
          <p:nvPr/>
        </p:nvSpPr>
        <p:spPr>
          <a:xfrm>
            <a:off x="3562350" y="1408395"/>
            <a:ext cx="3121025" cy="3826656"/>
          </a:xfrm>
          <a:prstGeom prst="roundRect">
            <a:avLst>
              <a:gd name="adj" fmla="val 72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imm</a:t>
            </a:r>
            <a:r>
              <a:rPr lang="en-US" sz="1600" dirty="0">
                <a:solidFill>
                  <a:schemeClr val="tx1"/>
                </a:solidFill>
              </a:rPr>
              <a:t>: Function</a:t>
            </a: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granules: Input &lt;Material&gt;</a:t>
            </a: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part: Output &lt;Item&gt;</a:t>
            </a: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iUnit</a:t>
            </a:r>
            <a:r>
              <a:rPr lang="en-US" sz="1600" dirty="0">
                <a:solidFill>
                  <a:schemeClr val="tx1"/>
                </a:solidFill>
              </a:rPr>
              <a:t>: Function</a:t>
            </a:r>
          </a:p>
          <a:p>
            <a:pPr marL="542925" lvl="2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granules: Input &lt;Material&gt;</a:t>
            </a:r>
          </a:p>
          <a:p>
            <a:pPr marL="542925" lvl="2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melt: Output &lt;Material&gt;</a:t>
            </a: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cUnit</a:t>
            </a:r>
            <a:r>
              <a:rPr lang="en-US" sz="1600" dirty="0">
                <a:solidFill>
                  <a:schemeClr val="tx1"/>
                </a:solidFill>
              </a:rPr>
              <a:t>: Function</a:t>
            </a:r>
          </a:p>
          <a:p>
            <a:pPr marL="542925" lvl="2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melt: Input &lt;Material&gt;</a:t>
            </a:r>
          </a:p>
          <a:p>
            <a:pPr marL="542925" lvl="2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f: Output</a:t>
            </a: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49F"/>
                </a:solidFill>
              </a:rPr>
              <a:t>granules     </a:t>
            </a:r>
            <a:r>
              <a:rPr lang="en-US" sz="1600" b="1" dirty="0" err="1">
                <a:solidFill>
                  <a:srgbClr val="00549F"/>
                </a:solidFill>
              </a:rPr>
              <a:t>iUnit.granules</a:t>
            </a:r>
            <a:endParaRPr lang="en-US" sz="1600" dirty="0">
              <a:solidFill>
                <a:schemeClr val="tx1"/>
              </a:solidFill>
            </a:endParaRP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iUnit.melt</a:t>
            </a:r>
            <a:r>
              <a:rPr lang="en-US" sz="1600" b="1" dirty="0">
                <a:solidFill>
                  <a:srgbClr val="00549F"/>
                </a:solidFill>
              </a:rPr>
              <a:t>     </a:t>
            </a:r>
            <a:r>
              <a:rPr lang="en-US" sz="1600" dirty="0" err="1">
                <a:solidFill>
                  <a:schemeClr val="tx1"/>
                </a:solidFill>
              </a:rPr>
              <a:t>cUnit.melt</a:t>
            </a:r>
            <a:endParaRPr lang="en-US" sz="1600" dirty="0">
              <a:solidFill>
                <a:schemeClr val="tx1"/>
              </a:solidFill>
            </a:endParaRPr>
          </a:p>
          <a:p>
            <a:pPr marL="361950" lvl="1" indent="-180975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cUnit.part</a:t>
            </a:r>
            <a:r>
              <a:rPr lang="en-US" sz="1600" dirty="0">
                <a:solidFill>
                  <a:schemeClr val="tx1"/>
                </a:solidFill>
              </a:rPr>
              <a:t>     part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03C89A1D-79F7-318F-0C87-B5105DFC1C07}"/>
              </a:ext>
            </a:extLst>
          </p:cNvPr>
          <p:cNvSpPr/>
          <p:nvPr/>
        </p:nvSpPr>
        <p:spPr>
          <a:xfrm>
            <a:off x="3645543" y="3981307"/>
            <a:ext cx="2940050" cy="228600"/>
          </a:xfrm>
          <a:prstGeom prst="roundRect">
            <a:avLst/>
          </a:prstGeom>
          <a:noFill/>
          <a:ln w="19050">
            <a:solidFill>
              <a:srgbClr val="00549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Gerade Verbindung mit Pfeil 63">
            <a:extLst>
              <a:ext uri="{FF2B5EF4-FFF2-40B4-BE49-F238E27FC236}">
                <a16:creationId xmlns:a16="http://schemas.microsoft.com/office/drawing/2014/main" id="{481970E2-0575-02AF-9750-443BEF2FBF67}"/>
              </a:ext>
            </a:extLst>
          </p:cNvPr>
          <p:cNvCxnSpPr>
            <a:cxnSpLocks/>
          </p:cNvCxnSpPr>
          <p:nvPr/>
        </p:nvCxnSpPr>
        <p:spPr>
          <a:xfrm>
            <a:off x="4913343" y="4086060"/>
            <a:ext cx="188472" cy="330"/>
          </a:xfrm>
          <a:prstGeom prst="straightConnector1">
            <a:avLst/>
          </a:prstGeom>
          <a:ln w="28575">
            <a:solidFill>
              <a:srgbClr val="00549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mit Pfeil 63">
            <a:extLst>
              <a:ext uri="{FF2B5EF4-FFF2-40B4-BE49-F238E27FC236}">
                <a16:creationId xmlns:a16="http://schemas.microsoft.com/office/drawing/2014/main" id="{75A1EF6C-FBC7-7A48-9DD7-C1DC1847CD0A}"/>
              </a:ext>
            </a:extLst>
          </p:cNvPr>
          <p:cNvCxnSpPr>
            <a:cxnSpLocks/>
          </p:cNvCxnSpPr>
          <p:nvPr/>
        </p:nvCxnSpPr>
        <p:spPr>
          <a:xfrm>
            <a:off x="4929059" y="4337051"/>
            <a:ext cx="188472" cy="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63">
            <a:extLst>
              <a:ext uri="{FF2B5EF4-FFF2-40B4-BE49-F238E27FC236}">
                <a16:creationId xmlns:a16="http://schemas.microsoft.com/office/drawing/2014/main" id="{DF3AF0B6-0F32-04B6-40E6-0984DADEC322}"/>
              </a:ext>
            </a:extLst>
          </p:cNvPr>
          <p:cNvCxnSpPr>
            <a:cxnSpLocks/>
          </p:cNvCxnSpPr>
          <p:nvPr/>
        </p:nvCxnSpPr>
        <p:spPr>
          <a:xfrm>
            <a:off x="4929059" y="4578186"/>
            <a:ext cx="188472" cy="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2926348B-733A-09B2-6A06-ED3D88A7D3B6}"/>
              </a:ext>
            </a:extLst>
          </p:cNvPr>
          <p:cNvSpPr/>
          <p:nvPr/>
        </p:nvSpPr>
        <p:spPr>
          <a:xfrm rot="12728212" flipH="1">
            <a:off x="8563017" y="5069028"/>
            <a:ext cx="191210" cy="279064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9809BF33-3FCB-05BC-408B-8DE9DDCE7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964" y="3784308"/>
            <a:ext cx="2859603" cy="1350288"/>
          </a:xfrm>
          <a:prstGeom prst="rect">
            <a:avLst/>
          </a:prstGeom>
        </p:spPr>
      </p:pic>
      <p:sp>
        <p:nvSpPr>
          <p:cNvPr id="65" name="AutoShape 40">
            <a:extLst>
              <a:ext uri="{FF2B5EF4-FFF2-40B4-BE49-F238E27FC236}">
                <a16:creationId xmlns:a16="http://schemas.microsoft.com/office/drawing/2014/main" id="{47E8D563-58BB-9746-90D4-CF460FB6D06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410451" y="3162489"/>
            <a:ext cx="1001512" cy="304800"/>
          </a:xfrm>
          <a:prstGeom prst="foldedCorner">
            <a:avLst>
              <a:gd name="adj" fmla="val 2760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rot="10800000" wrap="none" anchor="ctr" anchorCtr="1"/>
          <a:lstStyle/>
          <a:p>
            <a:pPr marL="0" marR="0" lvl="0" indent="0" algn="l" defTabSz="914400" rtl="0" eaLnBrk="0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SysML</a:t>
            </a:r>
            <a:r>
              <a:rPr kumimoji="0" lang="en-US" altLang="de-DE" sz="16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v2</a:t>
            </a:r>
          </a:p>
        </p:txBody>
      </p:sp>
      <p:pic>
        <p:nvPicPr>
          <p:cNvPr id="67" name="Grafik 5" descr="Ein Bild, das Gebäude, drinnen, sitzend, Tisch enthält.&#10;&#10;Automatisch generierte Beschreibung">
            <a:extLst>
              <a:ext uri="{FF2B5EF4-FFF2-40B4-BE49-F238E27FC236}">
                <a16:creationId xmlns:a16="http://schemas.microsoft.com/office/drawing/2014/main" id="{5D340903-8C94-9FC1-656C-BA806E81789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3" t="13401" r="8093" b="38980"/>
          <a:stretch/>
        </p:blipFill>
        <p:spPr>
          <a:xfrm>
            <a:off x="237908" y="1255127"/>
            <a:ext cx="2930128" cy="1281132"/>
          </a:xfrm>
          <a:prstGeom prst="rect">
            <a:avLst/>
          </a:prstGeom>
        </p:spPr>
      </p:pic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F15977C4-2CF6-A4CE-E89C-F0A8D14FD82E}"/>
              </a:ext>
            </a:extLst>
          </p:cNvPr>
          <p:cNvSpPr/>
          <p:nvPr/>
        </p:nvSpPr>
        <p:spPr>
          <a:xfrm>
            <a:off x="682928" y="2616200"/>
            <a:ext cx="307672" cy="863600"/>
          </a:xfrm>
          <a:custGeom>
            <a:avLst/>
            <a:gdLst>
              <a:gd name="connsiteX0" fmla="*/ 307672 w 307672"/>
              <a:gd name="connsiteY0" fmla="*/ 0 h 863600"/>
              <a:gd name="connsiteX1" fmla="*/ 2872 w 307672"/>
              <a:gd name="connsiteY1" fmla="*/ 355600 h 863600"/>
              <a:gd name="connsiteX2" fmla="*/ 180672 w 307672"/>
              <a:gd name="connsiteY2" fmla="*/ 86360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672" h="863600">
                <a:moveTo>
                  <a:pt x="307672" y="0"/>
                </a:moveTo>
                <a:cubicBezTo>
                  <a:pt x="165855" y="105833"/>
                  <a:pt x="24039" y="211667"/>
                  <a:pt x="2872" y="355600"/>
                </a:cubicBezTo>
                <a:cubicBezTo>
                  <a:pt x="-18295" y="499533"/>
                  <a:pt x="81188" y="681566"/>
                  <a:pt x="180672" y="86360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dash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de-DE" kern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69" name="Textfeld 44">
            <a:extLst>
              <a:ext uri="{FF2B5EF4-FFF2-40B4-BE49-F238E27FC236}">
                <a16:creationId xmlns:a16="http://schemas.microsoft.com/office/drawing/2014/main" id="{007BA67E-D18D-6B52-D66F-C756841EBC58}"/>
              </a:ext>
            </a:extLst>
          </p:cNvPr>
          <p:cNvSpPr txBox="1"/>
          <p:nvPr/>
        </p:nvSpPr>
        <p:spPr>
          <a:xfrm>
            <a:off x="327736" y="2749361"/>
            <a:ext cx="2845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n-US" sz="1600" i="1" dirty="0">
                <a:solidFill>
                  <a:srgbClr val="00549F"/>
                </a:solidFill>
                <a:latin typeface="Trebuchet MS" panose="020B0603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described by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8C75834-89AC-DF6A-CFDE-8CC8B2DFACE5}"/>
              </a:ext>
            </a:extLst>
          </p:cNvPr>
          <p:cNvGrpSpPr>
            <a:grpSpLocks noChangeAspect="1"/>
          </p:cNvGrpSpPr>
          <p:nvPr/>
        </p:nvGrpSpPr>
        <p:grpSpPr>
          <a:xfrm>
            <a:off x="6885615" y="1499161"/>
            <a:ext cx="4931493" cy="2081183"/>
            <a:chOff x="6885615" y="1490074"/>
            <a:chExt cx="4201213" cy="1772991"/>
          </a:xfrm>
        </p:grpSpPr>
        <p:sp>
          <p:nvSpPr>
            <p:cNvPr id="30" name="Rectangle 22">
              <a:extLst>
                <a:ext uri="{FF2B5EF4-FFF2-40B4-BE49-F238E27FC236}">
                  <a16:creationId xmlns:a16="http://schemas.microsoft.com/office/drawing/2014/main" id="{320EFD96-763F-8427-5438-10DEF74C4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2637" y="1490074"/>
              <a:ext cx="3686663" cy="1772991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endParaRPr lang="en-US" sz="1400" b="1" noProof="1"/>
            </a:p>
          </p:txBody>
        </p:sp>
        <p:sp>
          <p:nvSpPr>
            <p:cNvPr id="32" name="Rectangle 41">
              <a:extLst>
                <a:ext uri="{FF2B5EF4-FFF2-40B4-BE49-F238E27FC236}">
                  <a16:creationId xmlns:a16="http://schemas.microsoft.com/office/drawing/2014/main" id="{288969E7-2D93-FE11-EEA9-89CA8B202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1721" y="1932741"/>
              <a:ext cx="974021" cy="503925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algn="ctr"/>
              <a:r>
                <a:rPr lang="en-US" sz="1200" dirty="0" err="1">
                  <a:solidFill>
                    <a:srgbClr val="000000"/>
                  </a:solidFill>
                </a:rPr>
                <a:t>InjectionUnit</a:t>
              </a:r>
              <a:br>
                <a:rPr lang="en-US" sz="1200" dirty="0">
                  <a:solidFill>
                    <a:srgbClr val="000000"/>
                  </a:solidFill>
                </a:rPr>
              </a:br>
              <a:br>
                <a:rPr lang="en-US" sz="1200" dirty="0">
                  <a:solidFill>
                    <a:srgbClr val="000000"/>
                  </a:solidFill>
                </a:rPr>
              </a:br>
              <a:r>
                <a:rPr lang="en-US" sz="1200" dirty="0" err="1">
                  <a:solidFill>
                    <a:srgbClr val="000000"/>
                  </a:solidFill>
                </a:rPr>
                <a:t>iUnit</a:t>
              </a:r>
              <a:endParaRPr lang="en-US" sz="1600" dirty="0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A18A9835-81C3-9EA4-BECE-F7E693BAA74B}"/>
                </a:ext>
              </a:extLst>
            </p:cNvPr>
            <p:cNvSpPr/>
            <p:nvPr/>
          </p:nvSpPr>
          <p:spPr>
            <a:xfrm>
              <a:off x="9137390" y="2232565"/>
              <a:ext cx="408463" cy="161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melt</a:t>
              </a:r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D00C170E-5A62-B6A2-771A-70335AD0B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5667" y="2637583"/>
              <a:ext cx="935932" cy="503925"/>
            </a:xfrm>
            <a:prstGeom prst="rect">
              <a:avLst/>
            </a:prstGeom>
            <a:solidFill>
              <a:schemeClr val="bg1"/>
            </a:solidFill>
            <a:ln w="9525" cap="rnd">
              <a:solidFill>
                <a:srgbClr val="000000"/>
              </a:solidFill>
              <a:round/>
              <a:headEnd/>
              <a:tailEnd/>
            </a:ln>
          </p:spPr>
          <p:txBody>
            <a:bodyPr anchor="t"/>
            <a:lstStyle/>
            <a:p>
              <a:pPr algn="ctr"/>
              <a:r>
                <a:rPr lang="en-US" sz="1200" dirty="0" err="1">
                  <a:solidFill>
                    <a:srgbClr val="000000"/>
                  </a:solidFill>
                </a:rPr>
                <a:t>ClampingUnit</a:t>
              </a:r>
              <a:br>
                <a:rPr lang="en-US" sz="1200" dirty="0">
                  <a:solidFill>
                    <a:srgbClr val="000000"/>
                  </a:solidFill>
                </a:rPr>
              </a:br>
              <a:br>
                <a:rPr lang="en-US" sz="1200" dirty="0">
                  <a:solidFill>
                    <a:srgbClr val="000000"/>
                  </a:solidFill>
                </a:rPr>
              </a:br>
              <a:r>
                <a:rPr lang="en-US" sz="1200" dirty="0" err="1">
                  <a:solidFill>
                    <a:srgbClr val="000000"/>
                  </a:solidFill>
                </a:rPr>
                <a:t>cUnit</a:t>
              </a:r>
              <a:endParaRPr lang="en-US" sz="1600" dirty="0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1F92CAF5-8E05-5220-CAC7-FCC6AC5B0172}"/>
                </a:ext>
              </a:extLst>
            </p:cNvPr>
            <p:cNvSpPr/>
            <p:nvPr/>
          </p:nvSpPr>
          <p:spPr>
            <a:xfrm>
              <a:off x="9912576" y="2937409"/>
              <a:ext cx="362129" cy="161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part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433E3004-7F47-E513-F6F0-8D71366A2FA7}"/>
                </a:ext>
              </a:extLst>
            </p:cNvPr>
            <p:cNvSpPr/>
            <p:nvPr/>
          </p:nvSpPr>
          <p:spPr>
            <a:xfrm>
              <a:off x="6885615" y="2232565"/>
              <a:ext cx="601201" cy="16168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549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granules</a:t>
              </a:r>
              <a:endParaRPr lang="en-US" sz="1000" dirty="0"/>
            </a:p>
          </p:txBody>
        </p: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1F216249-C641-FC7A-21B1-1FC1A7930D2C}"/>
                </a:ext>
              </a:extLst>
            </p:cNvPr>
            <p:cNvCxnSpPr>
              <a:cxnSpLocks/>
              <a:stCxn id="35" idx="3"/>
              <a:endCxn id="63" idx="1"/>
            </p:cNvCxnSpPr>
            <p:nvPr/>
          </p:nvCxnSpPr>
          <p:spPr>
            <a:xfrm>
              <a:off x="10274705" y="3018251"/>
              <a:ext cx="449992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348D883B-92A0-91D7-DBBC-8E66D26C2094}"/>
                </a:ext>
              </a:extLst>
            </p:cNvPr>
            <p:cNvCxnSpPr>
              <a:cxnSpLocks/>
              <a:stCxn id="39" idx="3"/>
              <a:endCxn id="61" idx="1"/>
            </p:cNvCxnSpPr>
            <p:nvPr/>
          </p:nvCxnSpPr>
          <p:spPr>
            <a:xfrm>
              <a:off x="7486816" y="2313407"/>
              <a:ext cx="576099" cy="0"/>
            </a:xfrm>
            <a:prstGeom prst="straightConnector1">
              <a:avLst/>
            </a:prstGeom>
            <a:ln w="15875">
              <a:solidFill>
                <a:srgbClr val="00549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31">
              <a:extLst>
                <a:ext uri="{FF2B5EF4-FFF2-40B4-BE49-F238E27FC236}">
                  <a16:creationId xmlns:a16="http://schemas.microsoft.com/office/drawing/2014/main" id="{BF8B6A2B-D248-0D9F-A8F1-20B8F6B20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3858" y="2140330"/>
              <a:ext cx="427440" cy="144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</a:rPr>
                <a:t>Material</a:t>
              </a:r>
              <a:endParaRPr lang="en-US" sz="1600" dirty="0"/>
            </a:p>
          </p:txBody>
        </p:sp>
        <p:sp>
          <p:nvSpPr>
            <p:cNvPr id="60" name="Rectangle 31">
              <a:extLst>
                <a:ext uri="{FF2B5EF4-FFF2-40B4-BE49-F238E27FC236}">
                  <a16:creationId xmlns:a16="http://schemas.microsoft.com/office/drawing/2014/main" id="{868B5CAA-4007-E46D-BF6D-5C8EA362B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9512" y="2845174"/>
              <a:ext cx="232155" cy="144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</a:rPr>
                <a:t>Item</a:t>
              </a:r>
              <a:endParaRPr lang="en-US" sz="1600" dirty="0"/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C0A25E8D-F5D5-9D15-90D5-31EE5DA496E4}"/>
                </a:ext>
              </a:extLst>
            </p:cNvPr>
            <p:cNvSpPr/>
            <p:nvPr/>
          </p:nvSpPr>
          <p:spPr>
            <a:xfrm>
              <a:off x="8062915" y="2232565"/>
              <a:ext cx="601201" cy="16168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549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granules</a:t>
              </a:r>
              <a:endParaRPr lang="en-US" sz="1000" dirty="0"/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495A62E2-0847-13CC-097D-74D720EE16E3}"/>
                </a:ext>
              </a:extLst>
            </p:cNvPr>
            <p:cNvSpPr/>
            <p:nvPr/>
          </p:nvSpPr>
          <p:spPr>
            <a:xfrm>
              <a:off x="8955556" y="2937409"/>
              <a:ext cx="408463" cy="161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melt</a:t>
              </a:r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1B538952-AEDC-1CE2-E234-B3A296307BC4}"/>
                </a:ext>
              </a:extLst>
            </p:cNvPr>
            <p:cNvSpPr/>
            <p:nvPr/>
          </p:nvSpPr>
          <p:spPr>
            <a:xfrm>
              <a:off x="10724699" y="2937409"/>
              <a:ext cx="362129" cy="1616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part</a:t>
              </a:r>
            </a:p>
          </p:txBody>
        </p:sp>
        <p:sp>
          <p:nvSpPr>
            <p:cNvPr id="64" name="Rectangle 31">
              <a:extLst>
                <a:ext uri="{FF2B5EF4-FFF2-40B4-BE49-F238E27FC236}">
                  <a16:creationId xmlns:a16="http://schemas.microsoft.com/office/drawing/2014/main" id="{7B1A261D-EBBB-6712-E04A-26D2D8B34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6682" y="2140330"/>
              <a:ext cx="427440" cy="144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</a:rPr>
                <a:t>Material</a:t>
              </a:r>
              <a:endParaRPr lang="en-US" sz="1600" dirty="0"/>
            </a:p>
          </p:txBody>
        </p:sp>
        <p:cxnSp>
          <p:nvCxnSpPr>
            <p:cNvPr id="6" name="Verbinder: gewinkelt 5">
              <a:extLst>
                <a:ext uri="{FF2B5EF4-FFF2-40B4-BE49-F238E27FC236}">
                  <a16:creationId xmlns:a16="http://schemas.microsoft.com/office/drawing/2014/main" id="{A9971F05-2A77-4205-3006-8D76A6FE81F1}"/>
                </a:ext>
              </a:extLst>
            </p:cNvPr>
            <p:cNvCxnSpPr>
              <a:stCxn id="33" idx="3"/>
              <a:endCxn id="62" idx="1"/>
            </p:cNvCxnSpPr>
            <p:nvPr/>
          </p:nvCxnSpPr>
          <p:spPr>
            <a:xfrm flipH="1">
              <a:off x="8955556" y="2313407"/>
              <a:ext cx="590297" cy="704844"/>
            </a:xfrm>
            <a:prstGeom prst="bentConnector5">
              <a:avLst>
                <a:gd name="adj1" fmla="val -38726"/>
                <a:gd name="adj2" fmla="val 30540"/>
                <a:gd name="adj3" fmla="val 138726"/>
              </a:avLst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Pfeil: nach oben gebogen 41">
            <a:extLst>
              <a:ext uri="{FF2B5EF4-FFF2-40B4-BE49-F238E27FC236}">
                <a16:creationId xmlns:a16="http://schemas.microsoft.com/office/drawing/2014/main" id="{0061544C-B24F-8462-B479-CEE81869BABC}"/>
              </a:ext>
            </a:extLst>
          </p:cNvPr>
          <p:cNvSpPr/>
          <p:nvPr/>
        </p:nvSpPr>
        <p:spPr>
          <a:xfrm rot="5400000">
            <a:off x="7275895" y="3181272"/>
            <a:ext cx="2052644" cy="811986"/>
          </a:xfrm>
          <a:prstGeom prst="bentUpArrow">
            <a:avLst>
              <a:gd name="adj1" fmla="val 13974"/>
              <a:gd name="adj2" fmla="val 18626"/>
              <a:gd name="adj3" fmla="val 27787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ihandform: Form 46">
            <a:extLst>
              <a:ext uri="{FF2B5EF4-FFF2-40B4-BE49-F238E27FC236}">
                <a16:creationId xmlns:a16="http://schemas.microsoft.com/office/drawing/2014/main" id="{C4C1F884-08BE-E819-F522-358B9D58D3F2}"/>
              </a:ext>
            </a:extLst>
          </p:cNvPr>
          <p:cNvSpPr/>
          <p:nvPr/>
        </p:nvSpPr>
        <p:spPr>
          <a:xfrm rot="2054873" flipH="1">
            <a:off x="9695006" y="1273911"/>
            <a:ext cx="191210" cy="279064"/>
          </a:xfrm>
          <a:custGeom>
            <a:avLst/>
            <a:gdLst>
              <a:gd name="connsiteX0" fmla="*/ 197910 w 197910"/>
              <a:gd name="connsiteY0" fmla="*/ 0 h 339970"/>
              <a:gd name="connsiteX1" fmla="*/ 4479 w 197910"/>
              <a:gd name="connsiteY1" fmla="*/ 58616 h 339970"/>
              <a:gd name="connsiteX2" fmla="*/ 80679 w 197910"/>
              <a:gd name="connsiteY2" fmla="*/ 339970 h 339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910" h="339970">
                <a:moveTo>
                  <a:pt x="197910" y="0"/>
                </a:moveTo>
                <a:cubicBezTo>
                  <a:pt x="110963" y="977"/>
                  <a:pt x="24017" y="1954"/>
                  <a:pt x="4479" y="58616"/>
                </a:cubicBezTo>
                <a:cubicBezTo>
                  <a:pt x="-15060" y="115278"/>
                  <a:pt x="32809" y="227624"/>
                  <a:pt x="80679" y="339970"/>
                </a:cubicBezTo>
              </a:path>
            </a:pathLst>
          </a:custGeom>
          <a:noFill/>
          <a:ln w="12700" cap="flat" cmpd="sng" algn="ctr">
            <a:solidFill>
              <a:srgbClr val="00549F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722F3C54-1988-AABA-22FF-F3F316FEC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201" y="1531263"/>
            <a:ext cx="3086206" cy="291197"/>
          </a:xfrm>
          <a:prstGeom prst="rect">
            <a:avLst/>
          </a:prstGeom>
          <a:solidFill>
            <a:schemeClr val="bg1">
              <a:alpha val="62000"/>
            </a:schemeClr>
          </a:solidFill>
          <a:ln w="9525" cap="rnd">
            <a:noFill/>
            <a:round/>
            <a:headEnd/>
            <a:tailEnd/>
          </a:ln>
        </p:spPr>
        <p:txBody>
          <a:bodyPr anchor="t"/>
          <a:lstStyle/>
          <a:p>
            <a:r>
              <a:rPr lang="en-US" sz="14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InjectionMoldingMachine</a:t>
            </a:r>
            <a:r>
              <a:rPr lang="en-US" sz="14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IMM</a:t>
            </a:r>
            <a:endParaRPr lang="en-US" sz="2000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C3EA8D5-7F6F-A873-4FB4-E1B6E5966524}"/>
              </a:ext>
            </a:extLst>
          </p:cNvPr>
          <p:cNvGrpSpPr/>
          <p:nvPr/>
        </p:nvGrpSpPr>
        <p:grpSpPr>
          <a:xfrm>
            <a:off x="2438128" y="3598919"/>
            <a:ext cx="5327536" cy="2799750"/>
            <a:chOff x="2438128" y="3598919"/>
            <a:chExt cx="5327536" cy="2799750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A31589DE-DB02-59C5-0B51-431351411D80}"/>
                </a:ext>
              </a:extLst>
            </p:cNvPr>
            <p:cNvSpPr/>
            <p:nvPr/>
          </p:nvSpPr>
          <p:spPr>
            <a:xfrm>
              <a:off x="3645543" y="4219051"/>
              <a:ext cx="2940050" cy="228600"/>
            </a:xfrm>
            <a:prstGeom prst="roundRect">
              <a:avLst/>
            </a:prstGeom>
            <a:noFill/>
            <a:ln w="19050">
              <a:solidFill>
                <a:srgbClr val="00549F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Gerade Verbindung mit Pfeil 63">
              <a:extLst>
                <a:ext uri="{FF2B5EF4-FFF2-40B4-BE49-F238E27FC236}">
                  <a16:creationId xmlns:a16="http://schemas.microsoft.com/office/drawing/2014/main" id="{B7DE767F-E5BA-8019-B694-3DA7DEE82891}"/>
                </a:ext>
              </a:extLst>
            </p:cNvPr>
            <p:cNvCxnSpPr>
              <a:cxnSpLocks/>
            </p:cNvCxnSpPr>
            <p:nvPr/>
          </p:nvCxnSpPr>
          <p:spPr>
            <a:xfrm>
              <a:off x="4254853" y="4111896"/>
              <a:ext cx="188472" cy="330"/>
            </a:xfrm>
            <a:prstGeom prst="straightConnector1">
              <a:avLst/>
            </a:prstGeom>
            <a:ln w="28575">
              <a:solidFill>
                <a:srgbClr val="00549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rade Verbindung mit Pfeil 63">
              <a:extLst>
                <a:ext uri="{FF2B5EF4-FFF2-40B4-BE49-F238E27FC236}">
                  <a16:creationId xmlns:a16="http://schemas.microsoft.com/office/drawing/2014/main" id="{6B47401D-A656-5517-297E-F01AAD4CB32D}"/>
                </a:ext>
              </a:extLst>
            </p:cNvPr>
            <p:cNvCxnSpPr>
              <a:cxnSpLocks/>
            </p:cNvCxnSpPr>
            <p:nvPr/>
          </p:nvCxnSpPr>
          <p:spPr>
            <a:xfrm>
              <a:off x="4448528" y="4361926"/>
              <a:ext cx="188472" cy="3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Gerade Verbindung mit Pfeil 63">
              <a:extLst>
                <a:ext uri="{FF2B5EF4-FFF2-40B4-BE49-F238E27FC236}">
                  <a16:creationId xmlns:a16="http://schemas.microsoft.com/office/drawing/2014/main" id="{2ACAF69C-2045-3A5B-49E5-9BFD32708742}"/>
                </a:ext>
              </a:extLst>
            </p:cNvPr>
            <p:cNvCxnSpPr>
              <a:cxnSpLocks/>
            </p:cNvCxnSpPr>
            <p:nvPr/>
          </p:nvCxnSpPr>
          <p:spPr>
            <a:xfrm>
              <a:off x="4448528" y="4603061"/>
              <a:ext cx="188472" cy="3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E54A950-D5A7-5061-BD44-7EF1527A01BD}"/>
                </a:ext>
              </a:extLst>
            </p:cNvPr>
            <p:cNvSpPr/>
            <p:nvPr/>
          </p:nvSpPr>
          <p:spPr>
            <a:xfrm>
              <a:off x="2442157" y="3598919"/>
              <a:ext cx="4309872" cy="1176528"/>
            </a:xfrm>
            <a:custGeom>
              <a:avLst/>
              <a:gdLst>
                <a:gd name="connsiteX0" fmla="*/ 195072 w 4309872"/>
                <a:gd name="connsiteY0" fmla="*/ 164592 h 1176528"/>
                <a:gd name="connsiteX1" fmla="*/ 0 w 4309872"/>
                <a:gd name="connsiteY1" fmla="*/ 1176528 h 1176528"/>
                <a:gd name="connsiteX2" fmla="*/ 4309872 w 4309872"/>
                <a:gd name="connsiteY2" fmla="*/ 707136 h 1176528"/>
                <a:gd name="connsiteX3" fmla="*/ 792480 w 4309872"/>
                <a:gd name="connsiteY3" fmla="*/ 0 h 1176528"/>
                <a:gd name="connsiteX4" fmla="*/ 195072 w 4309872"/>
                <a:gd name="connsiteY4" fmla="*/ 164592 h 117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9872" h="1176528">
                  <a:moveTo>
                    <a:pt x="195072" y="164592"/>
                  </a:moveTo>
                  <a:lnTo>
                    <a:pt x="0" y="1176528"/>
                  </a:lnTo>
                  <a:lnTo>
                    <a:pt x="4309872" y="707136"/>
                  </a:lnTo>
                  <a:lnTo>
                    <a:pt x="792480" y="0"/>
                  </a:lnTo>
                  <a:lnTo>
                    <a:pt x="195072" y="164592"/>
                  </a:lnTo>
                  <a:close/>
                </a:path>
              </a:pathLst>
            </a:custGeom>
            <a:solidFill>
              <a:schemeClr val="bg1">
                <a:alpha val="82000"/>
              </a:schemeClr>
            </a:solidFill>
            <a:ln w="19050">
              <a:solidFill>
                <a:srgbClr val="00549F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24D245F5-D769-1D3A-D187-F6B67D360837}"/>
                </a:ext>
              </a:extLst>
            </p:cNvPr>
            <p:cNvGrpSpPr/>
            <p:nvPr/>
          </p:nvGrpSpPr>
          <p:grpSpPr>
            <a:xfrm>
              <a:off x="2438128" y="4291760"/>
              <a:ext cx="5327536" cy="2106909"/>
              <a:chOff x="2251710" y="4063928"/>
              <a:chExt cx="5327536" cy="2106909"/>
            </a:xfrm>
          </p:grpSpPr>
          <p:sp>
            <p:nvSpPr>
              <p:cNvPr id="19" name="Rechteck: abgerundete Ecken 18">
                <a:extLst>
                  <a:ext uri="{FF2B5EF4-FFF2-40B4-BE49-F238E27FC236}">
                    <a16:creationId xmlns:a16="http://schemas.microsoft.com/office/drawing/2014/main" id="{44BFD14E-BE0D-8C24-DC91-3A4E31A7D86A}"/>
                  </a:ext>
                </a:extLst>
              </p:cNvPr>
              <p:cNvSpPr/>
              <p:nvPr/>
            </p:nvSpPr>
            <p:spPr>
              <a:xfrm>
                <a:off x="3645543" y="4219051"/>
                <a:ext cx="2940050" cy="228600"/>
              </a:xfrm>
              <a:prstGeom prst="roundRect">
                <a:avLst/>
              </a:prstGeom>
              <a:noFill/>
              <a:ln w="19050">
                <a:solidFill>
                  <a:srgbClr val="00549F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hteck: abgerundete Ecken 19">
                <a:extLst>
                  <a:ext uri="{FF2B5EF4-FFF2-40B4-BE49-F238E27FC236}">
                    <a16:creationId xmlns:a16="http://schemas.microsoft.com/office/drawing/2014/main" id="{B042994C-E541-1A1A-D745-9DA4D0088150}"/>
                  </a:ext>
                </a:extLst>
              </p:cNvPr>
              <p:cNvSpPr/>
              <p:nvPr/>
            </p:nvSpPr>
            <p:spPr>
              <a:xfrm>
                <a:off x="2251710" y="4063928"/>
                <a:ext cx="5327536" cy="2106909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00549F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1" name="Gruppieren 106">
                <a:extLst>
                  <a:ext uri="{FF2B5EF4-FFF2-40B4-BE49-F238E27FC236}">
                    <a16:creationId xmlns:a16="http://schemas.microsoft.com/office/drawing/2014/main" id="{0C5DFF40-B912-5944-DC17-2C10686CD7D1}"/>
                  </a:ext>
                </a:extLst>
              </p:cNvPr>
              <p:cNvGrpSpPr/>
              <p:nvPr/>
            </p:nvGrpSpPr>
            <p:grpSpPr>
              <a:xfrm>
                <a:off x="2427739" y="5270285"/>
                <a:ext cx="940415" cy="721656"/>
                <a:chOff x="2313529" y="2703391"/>
                <a:chExt cx="1043950" cy="798165"/>
              </a:xfrm>
            </p:grpSpPr>
            <p:sp>
              <p:nvSpPr>
                <p:cNvPr id="121" name="AutoShape 40">
                  <a:extLst>
                    <a:ext uri="{FF2B5EF4-FFF2-40B4-BE49-F238E27FC236}">
                      <a16:creationId xmlns:a16="http://schemas.microsoft.com/office/drawing/2014/main" id="{9D7BD03B-E80F-FED1-B9E7-3551BCB585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337423" y="2703391"/>
                  <a:ext cx="1020056" cy="798165"/>
                </a:xfrm>
                <a:prstGeom prst="foldedCorner">
                  <a:avLst>
                    <a:gd name="adj" fmla="val 20191"/>
                  </a:avLst>
                </a:prstGeom>
                <a:gradFill flip="none" rotWithShape="1">
                  <a:gsLst>
                    <a:gs pos="20000">
                      <a:srgbClr val="F5F8FB">
                        <a:lumMod val="0"/>
                        <a:lumOff val="100000"/>
                      </a:srgbClr>
                    </a:gs>
                    <a:gs pos="100000">
                      <a:srgbClr val="F5F8FB">
                        <a:lumMod val="46000"/>
                        <a:lumOff val="54000"/>
                      </a:srgbClr>
                    </a:gs>
                    <a:gs pos="74000">
                      <a:srgbClr val="F5F8FB">
                        <a:lumMod val="96000"/>
                      </a:srgbClr>
                    </a:gs>
                  </a:gsLst>
                  <a:lin ang="2700000" scaled="1"/>
                  <a:tileRect/>
                </a:gradFill>
                <a:ln w="12700" cap="rnd">
                  <a:gradFill flip="none" rotWithShape="1">
                    <a:gsLst>
                      <a:gs pos="0">
                        <a:schemeClr val="bg1">
                          <a:lumMod val="50000"/>
                        </a:schemeClr>
                      </a:gs>
                      <a:gs pos="62000">
                        <a:srgbClr val="00549F"/>
                      </a:gs>
                      <a:gs pos="83000">
                        <a:srgbClr val="00549F"/>
                      </a:gs>
                      <a:gs pos="100000">
                        <a:schemeClr val="tx1"/>
                      </a:gs>
                    </a:gsLst>
                    <a:lin ang="2700000" scaled="1"/>
                    <a:tileRect/>
                  </a:gradFill>
                  <a:round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 defTabSz="914365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altLang="de-DE" sz="11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sp>
              <p:nvSpPr>
                <p:cNvPr id="122" name="Textfeld 109">
                  <a:extLst>
                    <a:ext uri="{FF2B5EF4-FFF2-40B4-BE49-F238E27FC236}">
                      <a16:creationId xmlns:a16="http://schemas.microsoft.com/office/drawing/2014/main" id="{65B21028-737B-AD68-ADC2-2550B25C0A9B}"/>
                    </a:ext>
                  </a:extLst>
                </p:cNvPr>
                <p:cNvSpPr txBox="1"/>
                <p:nvPr/>
              </p:nvSpPr>
              <p:spPr>
                <a:xfrm>
                  <a:off x="2313529" y="3252858"/>
                  <a:ext cx="1010724" cy="2366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 err="1"/>
                    <a:t>SysML</a:t>
                  </a:r>
                  <a:endParaRPr lang="en-US" sz="800" dirty="0"/>
                </a:p>
              </p:txBody>
            </p:sp>
          </p:grpSp>
          <p:grpSp>
            <p:nvGrpSpPr>
              <p:cNvPr id="22" name="Group 67">
                <a:extLst>
                  <a:ext uri="{FF2B5EF4-FFF2-40B4-BE49-F238E27FC236}">
                    <a16:creationId xmlns:a16="http://schemas.microsoft.com/office/drawing/2014/main" id="{8DB56F74-6859-735F-A6F6-CFF10B00CA8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480130" y="5334493"/>
                <a:ext cx="741283" cy="432554"/>
                <a:chOff x="1387733" y="3710956"/>
                <a:chExt cx="4975322" cy="2892552"/>
              </a:xfrm>
            </p:grpSpPr>
            <p:sp>
              <p:nvSpPr>
                <p:cNvPr id="91" name="Rechteck 3">
                  <a:extLst>
                    <a:ext uri="{FF2B5EF4-FFF2-40B4-BE49-F238E27FC236}">
                      <a16:creationId xmlns:a16="http://schemas.microsoft.com/office/drawing/2014/main" id="{44D11327-2B81-1C00-BEEC-8E29E976819B}"/>
                    </a:ext>
                  </a:extLst>
                </p:cNvPr>
                <p:cNvSpPr/>
                <p:nvPr/>
              </p:nvSpPr>
              <p:spPr>
                <a:xfrm>
                  <a:off x="1893669" y="3710956"/>
                  <a:ext cx="1469692" cy="1314213"/>
                </a:xfrm>
                <a:prstGeom prst="rect">
                  <a:avLst/>
                </a:prstGeom>
                <a:noFill/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pPr algn="ctr"/>
                  <a:endParaRPr lang="en-US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Rechteck 4">
                  <a:extLst>
                    <a:ext uri="{FF2B5EF4-FFF2-40B4-BE49-F238E27FC236}">
                      <a16:creationId xmlns:a16="http://schemas.microsoft.com/office/drawing/2014/main" id="{F8765192-081F-4529-7D88-856DAE469E57}"/>
                    </a:ext>
                  </a:extLst>
                </p:cNvPr>
                <p:cNvSpPr/>
                <p:nvPr/>
              </p:nvSpPr>
              <p:spPr>
                <a:xfrm>
                  <a:off x="1900451" y="5289295"/>
                  <a:ext cx="1469692" cy="1314213"/>
                </a:xfrm>
                <a:prstGeom prst="rect">
                  <a:avLst/>
                </a:prstGeom>
                <a:noFill/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pPr algn="ctr"/>
                  <a:endParaRPr lang="en-US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Rechteck 5">
                  <a:extLst>
                    <a:ext uri="{FF2B5EF4-FFF2-40B4-BE49-F238E27FC236}">
                      <a16:creationId xmlns:a16="http://schemas.microsoft.com/office/drawing/2014/main" id="{B5A0446D-0B6B-9029-B83F-4300EF04D9C6}"/>
                    </a:ext>
                  </a:extLst>
                </p:cNvPr>
                <p:cNvSpPr/>
                <p:nvPr/>
              </p:nvSpPr>
              <p:spPr>
                <a:xfrm>
                  <a:off x="4431336" y="3710956"/>
                  <a:ext cx="1377896" cy="1314213"/>
                </a:xfrm>
                <a:prstGeom prst="rect">
                  <a:avLst/>
                </a:prstGeom>
                <a:noFill/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pPr algn="ctr"/>
                  <a:endParaRPr lang="en-US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4" name="Rechteck 6">
                  <a:extLst>
                    <a:ext uri="{FF2B5EF4-FFF2-40B4-BE49-F238E27FC236}">
                      <a16:creationId xmlns:a16="http://schemas.microsoft.com/office/drawing/2014/main" id="{CECC8D8D-D576-A67F-7FA5-3CD796436A7A}"/>
                    </a:ext>
                  </a:extLst>
                </p:cNvPr>
                <p:cNvSpPr/>
                <p:nvPr/>
              </p:nvSpPr>
              <p:spPr>
                <a:xfrm>
                  <a:off x="4436519" y="5289294"/>
                  <a:ext cx="1377896" cy="1314213"/>
                </a:xfrm>
                <a:prstGeom prst="rect">
                  <a:avLst/>
                </a:prstGeom>
                <a:noFill/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 anchorCtr="0"/>
                <a:lstStyle/>
                <a:p>
                  <a:pPr algn="ctr"/>
                  <a:endParaRPr lang="en-US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Rechteck 7">
                  <a:extLst>
                    <a:ext uri="{FF2B5EF4-FFF2-40B4-BE49-F238E27FC236}">
                      <a16:creationId xmlns:a16="http://schemas.microsoft.com/office/drawing/2014/main" id="{AB84704E-7032-5D4E-2A19-756890DA2F73}"/>
                    </a:ext>
                  </a:extLst>
                </p:cNvPr>
                <p:cNvSpPr/>
                <p:nvPr/>
              </p:nvSpPr>
              <p:spPr>
                <a:xfrm>
                  <a:off x="3235896" y="3896615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sp>
              <p:nvSpPr>
                <p:cNvPr id="96" name="Rechteck 8">
                  <a:extLst>
                    <a:ext uri="{FF2B5EF4-FFF2-40B4-BE49-F238E27FC236}">
                      <a16:creationId xmlns:a16="http://schemas.microsoft.com/office/drawing/2014/main" id="{E9F9910C-27AB-7CB8-34C5-3FBE4A723A72}"/>
                    </a:ext>
                  </a:extLst>
                </p:cNvPr>
                <p:cNvSpPr/>
                <p:nvPr/>
              </p:nvSpPr>
              <p:spPr>
                <a:xfrm>
                  <a:off x="3244459" y="5821304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sp>
              <p:nvSpPr>
                <p:cNvPr id="97" name="Rechteck 9">
                  <a:extLst>
                    <a:ext uri="{FF2B5EF4-FFF2-40B4-BE49-F238E27FC236}">
                      <a16:creationId xmlns:a16="http://schemas.microsoft.com/office/drawing/2014/main" id="{7070E5E7-AC5B-70FD-C70C-061928BC99E7}"/>
                    </a:ext>
                  </a:extLst>
                </p:cNvPr>
                <p:cNvSpPr/>
                <p:nvPr/>
              </p:nvSpPr>
              <p:spPr>
                <a:xfrm>
                  <a:off x="4297105" y="5824555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sp>
              <p:nvSpPr>
                <p:cNvPr id="98" name="Rechteck 10">
                  <a:extLst>
                    <a:ext uri="{FF2B5EF4-FFF2-40B4-BE49-F238E27FC236}">
                      <a16:creationId xmlns:a16="http://schemas.microsoft.com/office/drawing/2014/main" id="{11C4E3A9-64DC-7C6A-076F-C945F0500000}"/>
                    </a:ext>
                  </a:extLst>
                </p:cNvPr>
                <p:cNvSpPr/>
                <p:nvPr/>
              </p:nvSpPr>
              <p:spPr>
                <a:xfrm>
                  <a:off x="1753727" y="3938419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sp>
              <p:nvSpPr>
                <p:cNvPr id="99" name="Rechteck 11">
                  <a:extLst>
                    <a:ext uri="{FF2B5EF4-FFF2-40B4-BE49-F238E27FC236}">
                      <a16:creationId xmlns:a16="http://schemas.microsoft.com/office/drawing/2014/main" id="{CEA55863-EC14-58D7-99BC-F8F53DC83126}"/>
                    </a:ext>
                  </a:extLst>
                </p:cNvPr>
                <p:cNvSpPr/>
                <p:nvPr/>
              </p:nvSpPr>
              <p:spPr>
                <a:xfrm>
                  <a:off x="4289351" y="4253687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cxnSp>
              <p:nvCxnSpPr>
                <p:cNvPr id="100" name="Gewinkelter Verbinder 50">
                  <a:extLst>
                    <a:ext uri="{FF2B5EF4-FFF2-40B4-BE49-F238E27FC236}">
                      <a16:creationId xmlns:a16="http://schemas.microsoft.com/office/drawing/2014/main" id="{FF07D5DF-0B0B-6E50-F862-4CE961A6A9CD}"/>
                    </a:ext>
                  </a:extLst>
                </p:cNvPr>
                <p:cNvCxnSpPr>
                  <a:stCxn id="104" idx="3"/>
                  <a:endCxn id="99" idx="1"/>
                </p:cNvCxnSpPr>
                <p:nvPr/>
              </p:nvCxnSpPr>
              <p:spPr>
                <a:xfrm flipV="1">
                  <a:off x="3511728" y="4389931"/>
                  <a:ext cx="777623" cy="1204703"/>
                </a:xfrm>
                <a:prstGeom prst="bentConnector3">
                  <a:avLst>
                    <a:gd name="adj1" fmla="val 37457"/>
                  </a:avLst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Gerade Verbindung mit Pfeil 13">
                  <a:extLst>
                    <a:ext uri="{FF2B5EF4-FFF2-40B4-BE49-F238E27FC236}">
                      <a16:creationId xmlns:a16="http://schemas.microsoft.com/office/drawing/2014/main" id="{17F83040-FC17-F5F6-4111-10D1087FD195}"/>
                    </a:ext>
                  </a:extLst>
                </p:cNvPr>
                <p:cNvCxnSpPr>
                  <a:stCxn id="96" idx="3"/>
                  <a:endCxn id="97" idx="1"/>
                </p:cNvCxnSpPr>
                <p:nvPr/>
              </p:nvCxnSpPr>
              <p:spPr>
                <a:xfrm>
                  <a:off x="3516946" y="5957548"/>
                  <a:ext cx="780159" cy="3251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Gerade Verbindung mit Pfeil 14">
                  <a:extLst>
                    <a:ext uri="{FF2B5EF4-FFF2-40B4-BE49-F238E27FC236}">
                      <a16:creationId xmlns:a16="http://schemas.microsoft.com/office/drawing/2014/main" id="{955FC269-7499-BA47-2407-77930A81869E}"/>
                    </a:ext>
                  </a:extLst>
                </p:cNvPr>
                <p:cNvCxnSpPr>
                  <a:stCxn id="95" idx="3"/>
                  <a:endCxn id="107" idx="1"/>
                </p:cNvCxnSpPr>
                <p:nvPr/>
              </p:nvCxnSpPr>
              <p:spPr>
                <a:xfrm>
                  <a:off x="3508383" y="4032859"/>
                  <a:ext cx="779749" cy="0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3" name="Rechteck 15">
                  <a:extLst>
                    <a:ext uri="{FF2B5EF4-FFF2-40B4-BE49-F238E27FC236}">
                      <a16:creationId xmlns:a16="http://schemas.microsoft.com/office/drawing/2014/main" id="{770AEA06-55B2-6B6A-F637-B093B98FDC90}"/>
                    </a:ext>
                  </a:extLst>
                </p:cNvPr>
                <p:cNvSpPr/>
                <p:nvPr/>
              </p:nvSpPr>
              <p:spPr>
                <a:xfrm>
                  <a:off x="3244459" y="6205650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sp>
              <p:nvSpPr>
                <p:cNvPr id="104" name="Rechteck 16">
                  <a:extLst>
                    <a:ext uri="{FF2B5EF4-FFF2-40B4-BE49-F238E27FC236}">
                      <a16:creationId xmlns:a16="http://schemas.microsoft.com/office/drawing/2014/main" id="{5686409B-8FB6-9FBD-723E-D4F0EAFE82CC}"/>
                    </a:ext>
                  </a:extLst>
                </p:cNvPr>
                <p:cNvSpPr/>
                <p:nvPr/>
              </p:nvSpPr>
              <p:spPr>
                <a:xfrm>
                  <a:off x="3239241" y="5458390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sp>
              <p:nvSpPr>
                <p:cNvPr id="105" name="Rechteck 17">
                  <a:extLst>
                    <a:ext uri="{FF2B5EF4-FFF2-40B4-BE49-F238E27FC236}">
                      <a16:creationId xmlns:a16="http://schemas.microsoft.com/office/drawing/2014/main" id="{AFDB426E-D145-FF0A-5FA0-65FED0BAE368}"/>
                    </a:ext>
                  </a:extLst>
                </p:cNvPr>
                <p:cNvSpPr/>
                <p:nvPr/>
              </p:nvSpPr>
              <p:spPr>
                <a:xfrm>
                  <a:off x="1753725" y="4481261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sp>
              <p:nvSpPr>
                <p:cNvPr id="106" name="Rechteck 18">
                  <a:extLst>
                    <a:ext uri="{FF2B5EF4-FFF2-40B4-BE49-F238E27FC236}">
                      <a16:creationId xmlns:a16="http://schemas.microsoft.com/office/drawing/2014/main" id="{EF06DC39-862F-7F34-ED21-8A2F0023CDCD}"/>
                    </a:ext>
                  </a:extLst>
                </p:cNvPr>
                <p:cNvSpPr/>
                <p:nvPr/>
              </p:nvSpPr>
              <p:spPr>
                <a:xfrm>
                  <a:off x="4289351" y="4613649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sp>
              <p:nvSpPr>
                <p:cNvPr id="107" name="Rechteck 19">
                  <a:extLst>
                    <a:ext uri="{FF2B5EF4-FFF2-40B4-BE49-F238E27FC236}">
                      <a16:creationId xmlns:a16="http://schemas.microsoft.com/office/drawing/2014/main" id="{E6FFC0E8-7F82-3B84-5485-0145BE18EF24}"/>
                    </a:ext>
                  </a:extLst>
                </p:cNvPr>
                <p:cNvSpPr/>
                <p:nvPr/>
              </p:nvSpPr>
              <p:spPr>
                <a:xfrm>
                  <a:off x="4288132" y="3896615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sp>
              <p:nvSpPr>
                <p:cNvPr id="108" name="Rechteck 20">
                  <a:extLst>
                    <a:ext uri="{FF2B5EF4-FFF2-40B4-BE49-F238E27FC236}">
                      <a16:creationId xmlns:a16="http://schemas.microsoft.com/office/drawing/2014/main" id="{3AD78B67-5C91-D2EF-A9CF-3D820E9BFC7E}"/>
                    </a:ext>
                  </a:extLst>
                </p:cNvPr>
                <p:cNvSpPr/>
                <p:nvPr/>
              </p:nvSpPr>
              <p:spPr>
                <a:xfrm>
                  <a:off x="4300805" y="6208901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cxnSp>
              <p:nvCxnSpPr>
                <p:cNvPr id="109" name="Gerade Verbindung mit Pfeil 21">
                  <a:extLst>
                    <a:ext uri="{FF2B5EF4-FFF2-40B4-BE49-F238E27FC236}">
                      <a16:creationId xmlns:a16="http://schemas.microsoft.com/office/drawing/2014/main" id="{F1BBECC6-0E44-9654-0AED-22BA91E6BBAC}"/>
                    </a:ext>
                  </a:extLst>
                </p:cNvPr>
                <p:cNvCxnSpPr>
                  <a:stCxn id="103" idx="3"/>
                  <a:endCxn id="108" idx="1"/>
                </p:cNvCxnSpPr>
                <p:nvPr/>
              </p:nvCxnSpPr>
              <p:spPr>
                <a:xfrm>
                  <a:off x="3516946" y="6341894"/>
                  <a:ext cx="783859" cy="3251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Gewinkelter Verbinder 61">
                  <a:extLst>
                    <a:ext uri="{FF2B5EF4-FFF2-40B4-BE49-F238E27FC236}">
                      <a16:creationId xmlns:a16="http://schemas.microsoft.com/office/drawing/2014/main" id="{F6CACF61-BEFD-3053-5064-C5761AFD2BC8}"/>
                    </a:ext>
                  </a:extLst>
                </p:cNvPr>
                <p:cNvCxnSpPr>
                  <a:cxnSpLocks/>
                  <a:stCxn id="96" idx="3"/>
                  <a:endCxn id="106" idx="1"/>
                </p:cNvCxnSpPr>
                <p:nvPr/>
              </p:nvCxnSpPr>
              <p:spPr>
                <a:xfrm flipV="1">
                  <a:off x="3516948" y="4749894"/>
                  <a:ext cx="772403" cy="1207655"/>
                </a:xfrm>
                <a:prstGeom prst="bentConnector3">
                  <a:avLst>
                    <a:gd name="adj1" fmla="val 52172"/>
                  </a:avLst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1" name="Rechteck 23">
                  <a:extLst>
                    <a:ext uri="{FF2B5EF4-FFF2-40B4-BE49-F238E27FC236}">
                      <a16:creationId xmlns:a16="http://schemas.microsoft.com/office/drawing/2014/main" id="{A616ED2D-29D2-FBF2-6C23-C98CDD994A41}"/>
                    </a:ext>
                  </a:extLst>
                </p:cNvPr>
                <p:cNvSpPr/>
                <p:nvPr/>
              </p:nvSpPr>
              <p:spPr>
                <a:xfrm>
                  <a:off x="1760507" y="5491402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sp>
              <p:nvSpPr>
                <p:cNvPr id="112" name="Rechteck 24">
                  <a:extLst>
                    <a:ext uri="{FF2B5EF4-FFF2-40B4-BE49-F238E27FC236}">
                      <a16:creationId xmlns:a16="http://schemas.microsoft.com/office/drawing/2014/main" id="{F6A85064-747D-F10B-E0B8-63D0545AF726}"/>
                    </a:ext>
                  </a:extLst>
                </p:cNvPr>
                <p:cNvSpPr/>
                <p:nvPr/>
              </p:nvSpPr>
              <p:spPr>
                <a:xfrm>
                  <a:off x="5720089" y="3943629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cxnSp>
              <p:nvCxnSpPr>
                <p:cNvPr id="113" name="Gewinkelter Verbinder 15">
                  <a:extLst>
                    <a:ext uri="{FF2B5EF4-FFF2-40B4-BE49-F238E27FC236}">
                      <a16:creationId xmlns:a16="http://schemas.microsoft.com/office/drawing/2014/main" id="{21C4FC07-CA56-9E5A-547A-B9363806AC9D}"/>
                    </a:ext>
                  </a:extLst>
                </p:cNvPr>
                <p:cNvCxnSpPr>
                  <a:stCxn id="112" idx="3"/>
                </p:cNvCxnSpPr>
                <p:nvPr/>
              </p:nvCxnSpPr>
              <p:spPr>
                <a:xfrm flipV="1">
                  <a:off x="5992576" y="4075731"/>
                  <a:ext cx="365296" cy="4142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4" name="Rechteck 26">
                  <a:extLst>
                    <a:ext uri="{FF2B5EF4-FFF2-40B4-BE49-F238E27FC236}">
                      <a16:creationId xmlns:a16="http://schemas.microsoft.com/office/drawing/2014/main" id="{EF555B0C-23D7-A47E-654C-4206CD613E88}"/>
                    </a:ext>
                  </a:extLst>
                </p:cNvPr>
                <p:cNvSpPr/>
                <p:nvPr/>
              </p:nvSpPr>
              <p:spPr>
                <a:xfrm>
                  <a:off x="5705959" y="5514872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cxnSp>
              <p:nvCxnSpPr>
                <p:cNvPr id="115" name="Gewinkelter Verbinder 15">
                  <a:extLst>
                    <a:ext uri="{FF2B5EF4-FFF2-40B4-BE49-F238E27FC236}">
                      <a16:creationId xmlns:a16="http://schemas.microsoft.com/office/drawing/2014/main" id="{E1DF8990-834C-0833-D35D-99D23F4ACC05}"/>
                    </a:ext>
                  </a:extLst>
                </p:cNvPr>
                <p:cNvCxnSpPr>
                  <a:stCxn id="114" idx="3"/>
                </p:cNvCxnSpPr>
                <p:nvPr/>
              </p:nvCxnSpPr>
              <p:spPr>
                <a:xfrm>
                  <a:off x="5978446" y="5651116"/>
                  <a:ext cx="384609" cy="0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" name="Rechteck 28">
                  <a:extLst>
                    <a:ext uri="{FF2B5EF4-FFF2-40B4-BE49-F238E27FC236}">
                      <a16:creationId xmlns:a16="http://schemas.microsoft.com/office/drawing/2014/main" id="{AD8C4EB3-3CE6-4756-3287-3FEBA484DA32}"/>
                    </a:ext>
                  </a:extLst>
                </p:cNvPr>
                <p:cNvSpPr/>
                <p:nvPr/>
              </p:nvSpPr>
              <p:spPr>
                <a:xfrm>
                  <a:off x="5720089" y="6060666"/>
                  <a:ext cx="272487" cy="27248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tail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"/>
                </a:p>
              </p:txBody>
            </p:sp>
            <p:cxnSp>
              <p:nvCxnSpPr>
                <p:cNvPr id="117" name="Gewinkelter Verbinder 15">
                  <a:extLst>
                    <a:ext uri="{FF2B5EF4-FFF2-40B4-BE49-F238E27FC236}">
                      <a16:creationId xmlns:a16="http://schemas.microsoft.com/office/drawing/2014/main" id="{80F6B905-D03F-BD8B-A14A-397480AC969F}"/>
                    </a:ext>
                  </a:extLst>
                </p:cNvPr>
                <p:cNvCxnSpPr>
                  <a:stCxn id="116" idx="3"/>
                </p:cNvCxnSpPr>
                <p:nvPr/>
              </p:nvCxnSpPr>
              <p:spPr>
                <a:xfrm>
                  <a:off x="5992576" y="6196910"/>
                  <a:ext cx="370479" cy="0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Gewinkelter Verbinder 15">
                  <a:extLst>
                    <a:ext uri="{FF2B5EF4-FFF2-40B4-BE49-F238E27FC236}">
                      <a16:creationId xmlns:a16="http://schemas.microsoft.com/office/drawing/2014/main" id="{E1E4E45B-CA57-C90C-8143-23EAFBCC1201}"/>
                    </a:ext>
                  </a:extLst>
                </p:cNvPr>
                <p:cNvCxnSpPr/>
                <p:nvPr/>
              </p:nvCxnSpPr>
              <p:spPr>
                <a:xfrm flipV="1">
                  <a:off x="1395211" y="4086906"/>
                  <a:ext cx="365296" cy="4142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Gewinkelter Verbinder 15">
                  <a:extLst>
                    <a:ext uri="{FF2B5EF4-FFF2-40B4-BE49-F238E27FC236}">
                      <a16:creationId xmlns:a16="http://schemas.microsoft.com/office/drawing/2014/main" id="{9DE6A1E8-E216-3F35-B53E-12BFDEA22C4A}"/>
                    </a:ext>
                  </a:extLst>
                </p:cNvPr>
                <p:cNvCxnSpPr/>
                <p:nvPr/>
              </p:nvCxnSpPr>
              <p:spPr>
                <a:xfrm flipV="1">
                  <a:off x="1387733" y="4613649"/>
                  <a:ext cx="365296" cy="4142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Gewinkelter Verbinder 15">
                  <a:extLst>
                    <a:ext uri="{FF2B5EF4-FFF2-40B4-BE49-F238E27FC236}">
                      <a16:creationId xmlns:a16="http://schemas.microsoft.com/office/drawing/2014/main" id="{49E8998D-15AF-DEA6-29D9-89963109F52C}"/>
                    </a:ext>
                  </a:extLst>
                </p:cNvPr>
                <p:cNvCxnSpPr/>
                <p:nvPr/>
              </p:nvCxnSpPr>
              <p:spPr>
                <a:xfrm flipV="1">
                  <a:off x="1429097" y="5617703"/>
                  <a:ext cx="365296" cy="4142"/>
                </a:xfrm>
                <a:prstGeom prst="straightConnector1">
                  <a:avLst/>
                </a:prstGeom>
                <a:ln w="6350">
                  <a:solidFill>
                    <a:schemeClr val="tx1"/>
                  </a:solidFill>
                  <a:tailEnd type="arrow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Pfeil: nach rechts 22">
                <a:extLst>
                  <a:ext uri="{FF2B5EF4-FFF2-40B4-BE49-F238E27FC236}">
                    <a16:creationId xmlns:a16="http://schemas.microsoft.com/office/drawing/2014/main" id="{7F026E92-121A-B504-28CE-C35197F311D6}"/>
                  </a:ext>
                </a:extLst>
              </p:cNvPr>
              <p:cNvSpPr/>
              <p:nvPr/>
            </p:nvSpPr>
            <p:spPr>
              <a:xfrm>
                <a:off x="3591794" y="5272413"/>
                <a:ext cx="901273" cy="785002"/>
              </a:xfrm>
              <a:prstGeom prst="rightArrow">
                <a:avLst>
                  <a:gd name="adj1" fmla="val 50338"/>
                  <a:gd name="adj2" fmla="val 38762"/>
                </a:avLst>
              </a:prstGeom>
              <a:solidFill>
                <a:schemeClr val="bg1"/>
              </a:solidFill>
              <a:ln w="19050">
                <a:solidFill>
                  <a:srgbClr val="00549F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F69E3B06-31B3-364C-EE9A-5E395AF7A70D}"/>
                  </a:ext>
                </a:extLst>
              </p:cNvPr>
              <p:cNvGrpSpPr/>
              <p:nvPr/>
            </p:nvGrpSpPr>
            <p:grpSpPr>
              <a:xfrm>
                <a:off x="4640580" y="5481177"/>
                <a:ext cx="691421" cy="562184"/>
                <a:chOff x="4640580" y="5481177"/>
                <a:chExt cx="691421" cy="562184"/>
              </a:xfrm>
            </p:grpSpPr>
            <p:sp>
              <p:nvSpPr>
                <p:cNvPr id="83" name="AutoShape 40">
                  <a:extLst>
                    <a:ext uri="{FF2B5EF4-FFF2-40B4-BE49-F238E27FC236}">
                      <a16:creationId xmlns:a16="http://schemas.microsoft.com/office/drawing/2014/main" id="{E033AA54-2D09-7A80-091B-C72E584A1E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640580" y="5481177"/>
                  <a:ext cx="691421" cy="544568"/>
                </a:xfrm>
                <a:prstGeom prst="foldedCorner">
                  <a:avLst>
                    <a:gd name="adj" fmla="val 26825"/>
                  </a:avLst>
                </a:prstGeom>
                <a:gradFill flip="none" rotWithShape="1">
                  <a:gsLst>
                    <a:gs pos="20000">
                      <a:srgbClr val="F5F8FB">
                        <a:lumMod val="0"/>
                        <a:lumOff val="100000"/>
                      </a:srgbClr>
                    </a:gs>
                    <a:gs pos="100000">
                      <a:srgbClr val="F5F8FB">
                        <a:lumMod val="46000"/>
                        <a:lumOff val="54000"/>
                      </a:srgbClr>
                    </a:gs>
                    <a:gs pos="74000">
                      <a:srgbClr val="F5F8FB">
                        <a:lumMod val="96000"/>
                      </a:srgbClr>
                    </a:gs>
                  </a:gsLst>
                  <a:lin ang="2700000" scaled="1"/>
                  <a:tileRect/>
                </a:gradFill>
                <a:ln w="12700" cap="rnd">
                  <a:gradFill flip="none" rotWithShape="1">
                    <a:gsLst>
                      <a:gs pos="0">
                        <a:schemeClr val="bg1">
                          <a:lumMod val="50000"/>
                        </a:schemeClr>
                      </a:gs>
                      <a:gs pos="62000">
                        <a:srgbClr val="00549F"/>
                      </a:gs>
                      <a:gs pos="83000">
                        <a:srgbClr val="00549F"/>
                      </a:gs>
                      <a:gs pos="100000">
                        <a:schemeClr val="tx1"/>
                      </a:gs>
                    </a:gsLst>
                    <a:lin ang="2700000" scaled="1"/>
                    <a:tileRect/>
                  </a:gradFill>
                  <a:round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 defTabSz="914365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altLang="de-DE" sz="11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grpSp>
              <p:nvGrpSpPr>
                <p:cNvPr id="84" name="Gruppieren 108">
                  <a:extLst>
                    <a:ext uri="{FF2B5EF4-FFF2-40B4-BE49-F238E27FC236}">
                      <a16:creationId xmlns:a16="http://schemas.microsoft.com/office/drawing/2014/main" id="{DFB2A183-BD1F-6BA1-8DB8-736CA046B725}"/>
                    </a:ext>
                  </a:extLst>
                </p:cNvPr>
                <p:cNvGrpSpPr/>
                <p:nvPr/>
              </p:nvGrpSpPr>
              <p:grpSpPr>
                <a:xfrm>
                  <a:off x="4785239" y="5547128"/>
                  <a:ext cx="363784" cy="187678"/>
                  <a:chOff x="3079231" y="3457353"/>
                  <a:chExt cx="620843" cy="319118"/>
                </a:xfrm>
              </p:grpSpPr>
              <p:sp>
                <p:nvSpPr>
                  <p:cNvPr id="86" name="Rechteck 110">
                    <a:extLst>
                      <a:ext uri="{FF2B5EF4-FFF2-40B4-BE49-F238E27FC236}">
                        <a16:creationId xmlns:a16="http://schemas.microsoft.com/office/drawing/2014/main" id="{EF9E6677-AD2B-8A8E-520D-BA703A07808F}"/>
                      </a:ext>
                    </a:extLst>
                  </p:cNvPr>
                  <p:cNvSpPr/>
                  <p:nvPr/>
                </p:nvSpPr>
                <p:spPr>
                  <a:xfrm>
                    <a:off x="3286850" y="3457353"/>
                    <a:ext cx="228678" cy="11075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BA5"/>
                    </a:solidFill>
                    <a:round/>
                    <a:headEnd type="none" w="med" len="med"/>
                    <a:tailEnd type="arrow" w="med" len="med"/>
                  </a:ln>
                  <a:effectLst/>
                </p:spPr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1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▪▪▪</a:t>
                    </a:r>
                  </a:p>
                </p:txBody>
              </p:sp>
              <p:sp>
                <p:nvSpPr>
                  <p:cNvPr id="87" name="Rechteck 111">
                    <a:extLst>
                      <a:ext uri="{FF2B5EF4-FFF2-40B4-BE49-F238E27FC236}">
                        <a16:creationId xmlns:a16="http://schemas.microsoft.com/office/drawing/2014/main" id="{E7FC8474-BA95-E152-07EE-9EEA28F27A25}"/>
                      </a:ext>
                    </a:extLst>
                  </p:cNvPr>
                  <p:cNvSpPr/>
                  <p:nvPr/>
                </p:nvSpPr>
                <p:spPr>
                  <a:xfrm>
                    <a:off x="3471396" y="3665715"/>
                    <a:ext cx="228678" cy="1107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BA5"/>
                    </a:solidFill>
                    <a:round/>
                    <a:headEnd type="none" w="med" len="med"/>
                    <a:tailEnd type="arrow" w="med" len="med"/>
                  </a:ln>
                  <a:effectLst/>
                </p:spPr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1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▪▪▪</a:t>
                    </a:r>
                  </a:p>
                </p:txBody>
              </p:sp>
              <p:sp>
                <p:nvSpPr>
                  <p:cNvPr id="88" name="Rechteck 112">
                    <a:extLst>
                      <a:ext uri="{FF2B5EF4-FFF2-40B4-BE49-F238E27FC236}">
                        <a16:creationId xmlns:a16="http://schemas.microsoft.com/office/drawing/2014/main" id="{9E11D52C-02CD-9ECD-DE98-F52D2E78E961}"/>
                      </a:ext>
                    </a:extLst>
                  </p:cNvPr>
                  <p:cNvSpPr/>
                  <p:nvPr/>
                </p:nvSpPr>
                <p:spPr>
                  <a:xfrm>
                    <a:off x="3079231" y="3665712"/>
                    <a:ext cx="228678" cy="11075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BA5"/>
                    </a:solidFill>
                    <a:round/>
                    <a:headEnd type="none" w="med" len="med"/>
                    <a:tailEnd type="arrow" w="med" len="med"/>
                  </a:ln>
                  <a:effectLst/>
                </p:spPr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1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▪▪▪</a:t>
                    </a:r>
                  </a:p>
                </p:txBody>
              </p:sp>
              <p:cxnSp>
                <p:nvCxnSpPr>
                  <p:cNvPr id="89" name="Gerader Verbinder 113">
                    <a:extLst>
                      <a:ext uri="{FF2B5EF4-FFF2-40B4-BE49-F238E27FC236}">
                        <a16:creationId xmlns:a16="http://schemas.microsoft.com/office/drawing/2014/main" id="{AEF2DE81-2117-6DAE-A958-92863384BF98}"/>
                      </a:ext>
                    </a:extLst>
                  </p:cNvPr>
                  <p:cNvCxnSpPr>
                    <a:stCxn id="86" idx="2"/>
                    <a:endCxn id="88" idx="0"/>
                  </p:cNvCxnSpPr>
                  <p:nvPr/>
                </p:nvCxnSpPr>
                <p:spPr>
                  <a:xfrm flipH="1">
                    <a:off x="3193570" y="3568107"/>
                    <a:ext cx="207619" cy="97606"/>
                  </a:xfrm>
                  <a:prstGeom prst="line">
                    <a:avLst/>
                  </a:prstGeom>
                  <a:ln w="12700">
                    <a:solidFill>
                      <a:srgbClr val="006BA5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Gerader Verbinder 114">
                    <a:extLst>
                      <a:ext uri="{FF2B5EF4-FFF2-40B4-BE49-F238E27FC236}">
                        <a16:creationId xmlns:a16="http://schemas.microsoft.com/office/drawing/2014/main" id="{C1BE2AB8-E85D-1A15-FE33-56332D0FDB88}"/>
                      </a:ext>
                    </a:extLst>
                  </p:cNvPr>
                  <p:cNvCxnSpPr>
                    <a:stCxn id="86" idx="2"/>
                    <a:endCxn id="87" idx="0"/>
                  </p:cNvCxnSpPr>
                  <p:nvPr/>
                </p:nvCxnSpPr>
                <p:spPr>
                  <a:xfrm>
                    <a:off x="3401189" y="3568107"/>
                    <a:ext cx="184546" cy="97606"/>
                  </a:xfrm>
                  <a:prstGeom prst="line">
                    <a:avLst/>
                  </a:prstGeom>
                  <a:ln w="12700">
                    <a:solidFill>
                      <a:srgbClr val="006BA5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5" name="Textfeld 109">
                  <a:extLst>
                    <a:ext uri="{FF2B5EF4-FFF2-40B4-BE49-F238E27FC236}">
                      <a16:creationId xmlns:a16="http://schemas.microsoft.com/office/drawing/2014/main" id="{25E7E64E-9275-B402-90A0-1F2C44210086}"/>
                    </a:ext>
                  </a:extLst>
                </p:cNvPr>
                <p:cNvSpPr txBox="1"/>
                <p:nvPr/>
              </p:nvSpPr>
              <p:spPr>
                <a:xfrm>
                  <a:off x="4672574" y="5704807"/>
                  <a:ext cx="63717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 err="1"/>
                    <a:t>FunctionStructure</a:t>
                  </a:r>
                  <a:endParaRPr lang="en-US" sz="800" dirty="0"/>
                </a:p>
              </p:txBody>
            </p:sp>
          </p:grpSp>
          <p:grpSp>
            <p:nvGrpSpPr>
              <p:cNvPr id="27" name="Gruppieren 26">
                <a:extLst>
                  <a:ext uri="{FF2B5EF4-FFF2-40B4-BE49-F238E27FC236}">
                    <a16:creationId xmlns:a16="http://schemas.microsoft.com/office/drawing/2014/main" id="{59BAE991-362B-9B0D-9D97-53BF1C41B966}"/>
                  </a:ext>
                </a:extLst>
              </p:cNvPr>
              <p:cNvGrpSpPr/>
              <p:nvPr/>
            </p:nvGrpSpPr>
            <p:grpSpPr>
              <a:xfrm>
                <a:off x="4640579" y="4200591"/>
                <a:ext cx="691421" cy="685296"/>
                <a:chOff x="4131531" y="4375851"/>
                <a:chExt cx="691421" cy="685296"/>
              </a:xfrm>
            </p:grpSpPr>
            <p:sp>
              <p:nvSpPr>
                <p:cNvPr id="75" name="AutoShape 40">
                  <a:extLst>
                    <a:ext uri="{FF2B5EF4-FFF2-40B4-BE49-F238E27FC236}">
                      <a16:creationId xmlns:a16="http://schemas.microsoft.com/office/drawing/2014/main" id="{8F902387-89F9-4C18-9F72-69E54D3140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131531" y="4375851"/>
                  <a:ext cx="691421" cy="653275"/>
                </a:xfrm>
                <a:prstGeom prst="foldedCorner">
                  <a:avLst>
                    <a:gd name="adj" fmla="val 21576"/>
                  </a:avLst>
                </a:prstGeom>
                <a:gradFill flip="none" rotWithShape="1">
                  <a:gsLst>
                    <a:gs pos="20000">
                      <a:srgbClr val="F5F8FB">
                        <a:lumMod val="0"/>
                        <a:lumOff val="100000"/>
                      </a:srgbClr>
                    </a:gs>
                    <a:gs pos="100000">
                      <a:srgbClr val="F5F8FB">
                        <a:lumMod val="46000"/>
                        <a:lumOff val="54000"/>
                      </a:srgbClr>
                    </a:gs>
                    <a:gs pos="74000">
                      <a:srgbClr val="F5F8FB">
                        <a:lumMod val="96000"/>
                      </a:srgbClr>
                    </a:gs>
                  </a:gsLst>
                  <a:lin ang="2700000" scaled="1"/>
                  <a:tileRect/>
                </a:gradFill>
                <a:ln w="12700" cap="rnd">
                  <a:gradFill flip="none" rotWithShape="1">
                    <a:gsLst>
                      <a:gs pos="0">
                        <a:schemeClr val="bg1">
                          <a:lumMod val="50000"/>
                        </a:schemeClr>
                      </a:gs>
                      <a:gs pos="62000">
                        <a:srgbClr val="00549F"/>
                      </a:gs>
                      <a:gs pos="83000">
                        <a:srgbClr val="00549F"/>
                      </a:gs>
                      <a:gs pos="100000">
                        <a:schemeClr val="tx1"/>
                      </a:gs>
                    </a:gsLst>
                    <a:lin ang="2700000" scaled="1"/>
                    <a:tileRect/>
                  </a:gradFill>
                  <a:round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 defTabSz="914365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altLang="de-DE" sz="11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grpSp>
              <p:nvGrpSpPr>
                <p:cNvPr id="76" name="Gruppieren 108">
                  <a:extLst>
                    <a:ext uri="{FF2B5EF4-FFF2-40B4-BE49-F238E27FC236}">
                      <a16:creationId xmlns:a16="http://schemas.microsoft.com/office/drawing/2014/main" id="{AC36F5B6-27CE-1875-A4B7-315EF65CBCCD}"/>
                    </a:ext>
                  </a:extLst>
                </p:cNvPr>
                <p:cNvGrpSpPr/>
                <p:nvPr/>
              </p:nvGrpSpPr>
              <p:grpSpPr>
                <a:xfrm>
                  <a:off x="4276190" y="4441803"/>
                  <a:ext cx="363784" cy="187678"/>
                  <a:chOff x="3079231" y="3457353"/>
                  <a:chExt cx="620843" cy="319118"/>
                </a:xfrm>
              </p:grpSpPr>
              <p:sp>
                <p:nvSpPr>
                  <p:cNvPr id="78" name="Rechteck 110">
                    <a:extLst>
                      <a:ext uri="{FF2B5EF4-FFF2-40B4-BE49-F238E27FC236}">
                        <a16:creationId xmlns:a16="http://schemas.microsoft.com/office/drawing/2014/main" id="{285167E2-C579-4B15-6C95-C1BFF6DF815E}"/>
                      </a:ext>
                    </a:extLst>
                  </p:cNvPr>
                  <p:cNvSpPr/>
                  <p:nvPr/>
                </p:nvSpPr>
                <p:spPr>
                  <a:xfrm>
                    <a:off x="3286850" y="3457353"/>
                    <a:ext cx="228678" cy="11075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BA5"/>
                    </a:solidFill>
                    <a:round/>
                    <a:headEnd type="none" w="med" len="med"/>
                    <a:tailEnd type="arrow" w="med" len="med"/>
                  </a:ln>
                  <a:effectLst/>
                </p:spPr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1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▪▪▪</a:t>
                    </a:r>
                  </a:p>
                </p:txBody>
              </p:sp>
              <p:sp>
                <p:nvSpPr>
                  <p:cNvPr id="79" name="Rechteck 111">
                    <a:extLst>
                      <a:ext uri="{FF2B5EF4-FFF2-40B4-BE49-F238E27FC236}">
                        <a16:creationId xmlns:a16="http://schemas.microsoft.com/office/drawing/2014/main" id="{F1EEFC76-AC54-FC0E-C9F3-C89E24244E6D}"/>
                      </a:ext>
                    </a:extLst>
                  </p:cNvPr>
                  <p:cNvSpPr/>
                  <p:nvPr/>
                </p:nvSpPr>
                <p:spPr>
                  <a:xfrm>
                    <a:off x="3471396" y="3665715"/>
                    <a:ext cx="228678" cy="1107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BA5"/>
                    </a:solidFill>
                    <a:round/>
                    <a:headEnd type="none" w="med" len="med"/>
                    <a:tailEnd type="arrow" w="med" len="med"/>
                  </a:ln>
                  <a:effectLst/>
                </p:spPr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1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▪▪▪</a:t>
                    </a:r>
                  </a:p>
                </p:txBody>
              </p:sp>
              <p:sp>
                <p:nvSpPr>
                  <p:cNvPr id="80" name="Rechteck 112">
                    <a:extLst>
                      <a:ext uri="{FF2B5EF4-FFF2-40B4-BE49-F238E27FC236}">
                        <a16:creationId xmlns:a16="http://schemas.microsoft.com/office/drawing/2014/main" id="{42D8F09A-4155-C31C-CCF7-4F04AD25F629}"/>
                      </a:ext>
                    </a:extLst>
                  </p:cNvPr>
                  <p:cNvSpPr/>
                  <p:nvPr/>
                </p:nvSpPr>
                <p:spPr>
                  <a:xfrm>
                    <a:off x="3079231" y="3665712"/>
                    <a:ext cx="228678" cy="11075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BA5"/>
                    </a:solidFill>
                    <a:round/>
                    <a:headEnd type="none" w="med" len="med"/>
                    <a:tailEnd type="arrow" w="med" len="med"/>
                  </a:ln>
                  <a:effectLst/>
                </p:spPr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1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▪▪▪</a:t>
                    </a:r>
                  </a:p>
                </p:txBody>
              </p:sp>
              <p:cxnSp>
                <p:nvCxnSpPr>
                  <p:cNvPr id="81" name="Gerader Verbinder 113">
                    <a:extLst>
                      <a:ext uri="{FF2B5EF4-FFF2-40B4-BE49-F238E27FC236}">
                        <a16:creationId xmlns:a16="http://schemas.microsoft.com/office/drawing/2014/main" id="{42515DC6-C347-F0EE-ADAB-E509F413FBD2}"/>
                      </a:ext>
                    </a:extLst>
                  </p:cNvPr>
                  <p:cNvCxnSpPr>
                    <a:stCxn id="78" idx="2"/>
                    <a:endCxn id="80" idx="0"/>
                  </p:cNvCxnSpPr>
                  <p:nvPr/>
                </p:nvCxnSpPr>
                <p:spPr>
                  <a:xfrm flipH="1">
                    <a:off x="3193570" y="3568107"/>
                    <a:ext cx="207619" cy="97606"/>
                  </a:xfrm>
                  <a:prstGeom prst="line">
                    <a:avLst/>
                  </a:prstGeom>
                  <a:ln w="12700">
                    <a:solidFill>
                      <a:srgbClr val="006BA5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Gerader Verbinder 114">
                    <a:extLst>
                      <a:ext uri="{FF2B5EF4-FFF2-40B4-BE49-F238E27FC236}">
                        <a16:creationId xmlns:a16="http://schemas.microsoft.com/office/drawing/2014/main" id="{26844E7F-5277-8642-D681-B2B3507307FE}"/>
                      </a:ext>
                    </a:extLst>
                  </p:cNvPr>
                  <p:cNvCxnSpPr>
                    <a:stCxn id="78" idx="2"/>
                    <a:endCxn id="79" idx="0"/>
                  </p:cNvCxnSpPr>
                  <p:nvPr/>
                </p:nvCxnSpPr>
                <p:spPr>
                  <a:xfrm>
                    <a:off x="3401189" y="3568107"/>
                    <a:ext cx="184546" cy="97606"/>
                  </a:xfrm>
                  <a:prstGeom prst="line">
                    <a:avLst/>
                  </a:prstGeom>
                  <a:ln w="12700">
                    <a:solidFill>
                      <a:srgbClr val="006BA5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7" name="Textfeld 109">
                  <a:extLst>
                    <a:ext uri="{FF2B5EF4-FFF2-40B4-BE49-F238E27FC236}">
                      <a16:creationId xmlns:a16="http://schemas.microsoft.com/office/drawing/2014/main" id="{30538B42-D550-77C7-F0C2-37FB738729C2}"/>
                    </a:ext>
                  </a:extLst>
                </p:cNvPr>
                <p:cNvSpPr txBox="1"/>
                <p:nvPr/>
              </p:nvSpPr>
              <p:spPr>
                <a:xfrm>
                  <a:off x="4163525" y="4599482"/>
                  <a:ext cx="63717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 err="1"/>
                    <a:t>FunctionStructure</a:t>
                  </a:r>
                  <a:br>
                    <a:rPr lang="en-US" sz="800" dirty="0"/>
                  </a:br>
                  <a:r>
                    <a:rPr lang="en-US" sz="800" dirty="0"/>
                    <a:t>Model</a:t>
                  </a:r>
                </a:p>
              </p:txBody>
            </p:sp>
          </p:grpSp>
          <p:sp>
            <p:nvSpPr>
              <p:cNvPr id="28" name="Pfeil: nach rechts 27">
                <a:extLst>
                  <a:ext uri="{FF2B5EF4-FFF2-40B4-BE49-F238E27FC236}">
                    <a16:creationId xmlns:a16="http://schemas.microsoft.com/office/drawing/2014/main" id="{DFFC0305-15D4-33A4-631C-6263A6667845}"/>
                  </a:ext>
                </a:extLst>
              </p:cNvPr>
              <p:cNvSpPr/>
              <p:nvPr/>
            </p:nvSpPr>
            <p:spPr>
              <a:xfrm>
                <a:off x="5467694" y="5272413"/>
                <a:ext cx="980416" cy="785002"/>
              </a:xfrm>
              <a:prstGeom prst="rightArrow">
                <a:avLst>
                  <a:gd name="adj1" fmla="val 50338"/>
                  <a:gd name="adj2" fmla="val 38762"/>
                </a:avLst>
              </a:prstGeom>
              <a:solidFill>
                <a:schemeClr val="bg1"/>
              </a:solidFill>
              <a:ln w="19050">
                <a:solidFill>
                  <a:srgbClr val="00549F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9" name="Gruppieren 28">
                <a:extLst>
                  <a:ext uri="{FF2B5EF4-FFF2-40B4-BE49-F238E27FC236}">
                    <a16:creationId xmlns:a16="http://schemas.microsoft.com/office/drawing/2014/main" id="{62471C82-B5A5-0BF8-306A-F752C0C34283}"/>
                  </a:ext>
                </a:extLst>
              </p:cNvPr>
              <p:cNvGrpSpPr/>
              <p:nvPr/>
            </p:nvGrpSpPr>
            <p:grpSpPr>
              <a:xfrm>
                <a:off x="6637738" y="5481177"/>
                <a:ext cx="691421" cy="544568"/>
                <a:chOff x="4640580" y="5481177"/>
                <a:chExt cx="691421" cy="544568"/>
              </a:xfrm>
            </p:grpSpPr>
            <p:sp>
              <p:nvSpPr>
                <p:cNvPr id="53" name="AutoShape 40">
                  <a:extLst>
                    <a:ext uri="{FF2B5EF4-FFF2-40B4-BE49-F238E27FC236}">
                      <a16:creationId xmlns:a16="http://schemas.microsoft.com/office/drawing/2014/main" id="{81221345-AFA5-3A3D-1AAD-4EA61C2A87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4640580" y="5481177"/>
                  <a:ext cx="691421" cy="544568"/>
                </a:xfrm>
                <a:prstGeom prst="foldedCorner">
                  <a:avLst>
                    <a:gd name="adj" fmla="val 26825"/>
                  </a:avLst>
                </a:prstGeom>
                <a:gradFill flip="none" rotWithShape="1">
                  <a:gsLst>
                    <a:gs pos="20000">
                      <a:srgbClr val="F5F8FB">
                        <a:lumMod val="0"/>
                        <a:lumOff val="100000"/>
                      </a:srgbClr>
                    </a:gs>
                    <a:gs pos="100000">
                      <a:srgbClr val="F5F8FB">
                        <a:lumMod val="46000"/>
                        <a:lumOff val="54000"/>
                      </a:srgbClr>
                    </a:gs>
                    <a:gs pos="74000">
                      <a:srgbClr val="F5F8FB">
                        <a:lumMod val="96000"/>
                      </a:srgbClr>
                    </a:gs>
                  </a:gsLst>
                  <a:lin ang="2700000" scaled="1"/>
                  <a:tileRect/>
                </a:gradFill>
                <a:ln w="12700" cap="rnd">
                  <a:gradFill flip="none" rotWithShape="1">
                    <a:gsLst>
                      <a:gs pos="0">
                        <a:schemeClr val="bg1">
                          <a:lumMod val="50000"/>
                        </a:schemeClr>
                      </a:gs>
                      <a:gs pos="62000">
                        <a:srgbClr val="00549F"/>
                      </a:gs>
                      <a:gs pos="83000">
                        <a:srgbClr val="00549F"/>
                      </a:gs>
                      <a:gs pos="100000">
                        <a:schemeClr val="tx1"/>
                      </a:gs>
                    </a:gsLst>
                    <a:lin ang="2700000" scaled="1"/>
                    <a:tileRect/>
                  </a:gradFill>
                  <a:round/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 defTabSz="914365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 altLang="de-DE" sz="1100">
                    <a:solidFill>
                      <a:prstClr val="black"/>
                    </a:solidFill>
                    <a:latin typeface="Calibri"/>
                    <a:ea typeface="+mn-ea"/>
                  </a:endParaRPr>
                </a:p>
              </p:txBody>
            </p:sp>
            <p:grpSp>
              <p:nvGrpSpPr>
                <p:cNvPr id="54" name="Gruppieren 108">
                  <a:extLst>
                    <a:ext uri="{FF2B5EF4-FFF2-40B4-BE49-F238E27FC236}">
                      <a16:creationId xmlns:a16="http://schemas.microsoft.com/office/drawing/2014/main" id="{4B9BDD30-9807-C326-0BDB-4F73F7B7F987}"/>
                    </a:ext>
                  </a:extLst>
                </p:cNvPr>
                <p:cNvGrpSpPr/>
                <p:nvPr/>
              </p:nvGrpSpPr>
              <p:grpSpPr>
                <a:xfrm>
                  <a:off x="4785239" y="5547128"/>
                  <a:ext cx="363784" cy="187678"/>
                  <a:chOff x="3079231" y="3457353"/>
                  <a:chExt cx="620843" cy="319118"/>
                </a:xfrm>
              </p:grpSpPr>
              <p:sp>
                <p:nvSpPr>
                  <p:cNvPr id="66" name="Rechteck 110">
                    <a:extLst>
                      <a:ext uri="{FF2B5EF4-FFF2-40B4-BE49-F238E27FC236}">
                        <a16:creationId xmlns:a16="http://schemas.microsoft.com/office/drawing/2014/main" id="{F5A0D297-86F9-10C1-CB49-3C8257FE9F45}"/>
                      </a:ext>
                    </a:extLst>
                  </p:cNvPr>
                  <p:cNvSpPr/>
                  <p:nvPr/>
                </p:nvSpPr>
                <p:spPr>
                  <a:xfrm>
                    <a:off x="3286850" y="3457353"/>
                    <a:ext cx="228678" cy="11075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BA5"/>
                    </a:solidFill>
                    <a:round/>
                    <a:headEnd type="none" w="med" len="med"/>
                    <a:tailEnd type="arrow" w="med" len="med"/>
                  </a:ln>
                  <a:effectLst/>
                </p:spPr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1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▪▪▪</a:t>
                    </a:r>
                  </a:p>
                </p:txBody>
              </p:sp>
              <p:sp>
                <p:nvSpPr>
                  <p:cNvPr id="71" name="Rechteck 111">
                    <a:extLst>
                      <a:ext uri="{FF2B5EF4-FFF2-40B4-BE49-F238E27FC236}">
                        <a16:creationId xmlns:a16="http://schemas.microsoft.com/office/drawing/2014/main" id="{48202417-3F5E-1CC0-484C-8C5EE4DA868D}"/>
                      </a:ext>
                    </a:extLst>
                  </p:cNvPr>
                  <p:cNvSpPr/>
                  <p:nvPr/>
                </p:nvSpPr>
                <p:spPr>
                  <a:xfrm>
                    <a:off x="3471396" y="3665715"/>
                    <a:ext cx="228678" cy="1107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BA5"/>
                    </a:solidFill>
                    <a:round/>
                    <a:headEnd type="none" w="med" len="med"/>
                    <a:tailEnd type="arrow" w="med" len="med"/>
                  </a:ln>
                  <a:effectLst/>
                </p:spPr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1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▪▪▪</a:t>
                    </a:r>
                  </a:p>
                </p:txBody>
              </p:sp>
              <p:sp>
                <p:nvSpPr>
                  <p:cNvPr id="72" name="Rechteck 112">
                    <a:extLst>
                      <a:ext uri="{FF2B5EF4-FFF2-40B4-BE49-F238E27FC236}">
                        <a16:creationId xmlns:a16="http://schemas.microsoft.com/office/drawing/2014/main" id="{BB27ACB6-BD12-520F-4B93-A8374723FB16}"/>
                      </a:ext>
                    </a:extLst>
                  </p:cNvPr>
                  <p:cNvSpPr/>
                  <p:nvPr/>
                </p:nvSpPr>
                <p:spPr>
                  <a:xfrm>
                    <a:off x="3079231" y="3665712"/>
                    <a:ext cx="228678" cy="11075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006BA5"/>
                    </a:solidFill>
                    <a:round/>
                    <a:headEnd type="none" w="med" len="med"/>
                    <a:tailEnd type="arrow" w="med" len="med"/>
                  </a:ln>
                  <a:effectLst/>
                </p:spPr>
                <p:txBody>
                  <a:bodyPr lIns="0" tIns="0" rIns="0" bIns="0" rtlCol="0" anchor="ctr" anchorCtr="0"/>
                  <a:lstStyle/>
                  <a:p>
                    <a:pPr algn="ctr"/>
                    <a:r>
                      <a:rPr lang="en-US" sz="1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▪▪▪</a:t>
                    </a:r>
                  </a:p>
                </p:txBody>
              </p:sp>
              <p:cxnSp>
                <p:nvCxnSpPr>
                  <p:cNvPr id="73" name="Gerader Verbinder 113">
                    <a:extLst>
                      <a:ext uri="{FF2B5EF4-FFF2-40B4-BE49-F238E27FC236}">
                        <a16:creationId xmlns:a16="http://schemas.microsoft.com/office/drawing/2014/main" id="{95CA145C-08DE-086D-6FC6-DDAE213E8459}"/>
                      </a:ext>
                    </a:extLst>
                  </p:cNvPr>
                  <p:cNvCxnSpPr>
                    <a:stCxn id="66" idx="2"/>
                    <a:endCxn id="72" idx="0"/>
                  </p:cNvCxnSpPr>
                  <p:nvPr/>
                </p:nvCxnSpPr>
                <p:spPr>
                  <a:xfrm flipH="1">
                    <a:off x="3193570" y="3568107"/>
                    <a:ext cx="207619" cy="97606"/>
                  </a:xfrm>
                  <a:prstGeom prst="line">
                    <a:avLst/>
                  </a:prstGeom>
                  <a:ln w="12700">
                    <a:solidFill>
                      <a:srgbClr val="006BA5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Gerader Verbinder 114">
                    <a:extLst>
                      <a:ext uri="{FF2B5EF4-FFF2-40B4-BE49-F238E27FC236}">
                        <a16:creationId xmlns:a16="http://schemas.microsoft.com/office/drawing/2014/main" id="{5FC03404-B33F-0123-8D84-0EDD4352F622}"/>
                      </a:ext>
                    </a:extLst>
                  </p:cNvPr>
                  <p:cNvCxnSpPr>
                    <a:stCxn id="66" idx="2"/>
                    <a:endCxn id="71" idx="0"/>
                  </p:cNvCxnSpPr>
                  <p:nvPr/>
                </p:nvCxnSpPr>
                <p:spPr>
                  <a:xfrm>
                    <a:off x="3401189" y="3568107"/>
                    <a:ext cx="184546" cy="97606"/>
                  </a:xfrm>
                  <a:prstGeom prst="line">
                    <a:avLst/>
                  </a:prstGeom>
                  <a:ln w="12700">
                    <a:solidFill>
                      <a:srgbClr val="006BA5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5" name="Textfeld 109">
                  <a:extLst>
                    <a:ext uri="{FF2B5EF4-FFF2-40B4-BE49-F238E27FC236}">
                      <a16:creationId xmlns:a16="http://schemas.microsoft.com/office/drawing/2014/main" id="{B0C18525-E854-1B80-6B90-FDA321784D93}"/>
                    </a:ext>
                  </a:extLst>
                </p:cNvPr>
                <p:cNvSpPr txBox="1"/>
                <p:nvPr/>
              </p:nvSpPr>
              <p:spPr>
                <a:xfrm>
                  <a:off x="4672574" y="5704807"/>
                  <a:ext cx="637178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/>
                    <a:t>Gui</a:t>
                  </a:r>
                </a:p>
              </p:txBody>
            </p:sp>
          </p:grpSp>
          <p:cxnSp>
            <p:nvCxnSpPr>
              <p:cNvPr id="31" name="Gerade Verbindung mit Pfeil 30">
                <a:extLst>
                  <a:ext uri="{FF2B5EF4-FFF2-40B4-BE49-F238E27FC236}">
                    <a16:creationId xmlns:a16="http://schemas.microsoft.com/office/drawing/2014/main" id="{87182456-09D9-B4C8-4614-6599D0CFC972}"/>
                  </a:ext>
                </a:extLst>
              </p:cNvPr>
              <p:cNvCxnSpPr>
                <a:cxnSpLocks/>
                <a:endCxn id="77" idx="2"/>
              </p:cNvCxnSpPr>
              <p:nvPr/>
            </p:nvCxnSpPr>
            <p:spPr>
              <a:xfrm flipV="1">
                <a:off x="4991162" y="4885887"/>
                <a:ext cx="0" cy="550140"/>
              </a:xfrm>
              <a:prstGeom prst="straightConnector1">
                <a:avLst/>
              </a:prstGeom>
              <a:noFill/>
              <a:ln w="19050">
                <a:solidFill>
                  <a:srgbClr val="00549F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1" name="Textfeld 44">
                <a:extLst>
                  <a:ext uri="{FF2B5EF4-FFF2-40B4-BE49-F238E27FC236}">
                    <a16:creationId xmlns:a16="http://schemas.microsoft.com/office/drawing/2014/main" id="{EE251FD9-76F1-2628-3077-D388F4D28EF6}"/>
                  </a:ext>
                </a:extLst>
              </p:cNvPr>
              <p:cNvSpPr txBox="1"/>
              <p:nvPr/>
            </p:nvSpPr>
            <p:spPr>
              <a:xfrm>
                <a:off x="4157932" y="4969435"/>
                <a:ext cx="11882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/>
                <a:r>
                  <a:rPr lang="en-US" sz="1400" dirty="0">
                    <a:latin typeface="+mj-lt"/>
                    <a:cs typeface="Times New Roman" panose="02020603050405020304" pitchFamily="18" charset="0"/>
                  </a:rPr>
                  <a:t>c</a:t>
                </a:r>
                <a:r>
                  <a:rPr lang="en-US" sz="1400" dirty="0">
                    <a:latin typeface="+mj-lt"/>
                    <a:ea typeface="ＭＳ Ｐゴシック" panose="020B0600070205080204" pitchFamily="34" charset="-128"/>
                    <a:cs typeface="Times New Roman" panose="02020603050405020304" pitchFamily="18" charset="0"/>
                  </a:rPr>
                  <a:t>onforms to</a:t>
                </a:r>
              </a:p>
            </p:txBody>
          </p:sp>
        </p:grpSp>
        <p:sp>
          <p:nvSpPr>
            <p:cNvPr id="15" name="Textfeld 44">
              <a:extLst>
                <a:ext uri="{FF2B5EF4-FFF2-40B4-BE49-F238E27FC236}">
                  <a16:creationId xmlns:a16="http://schemas.microsoft.com/office/drawing/2014/main" id="{2847BBE3-A63A-4DAB-8206-FC409E1879C9}"/>
                </a:ext>
              </a:extLst>
            </p:cNvPr>
            <p:cNvSpPr txBox="1"/>
            <p:nvPr/>
          </p:nvSpPr>
          <p:spPr>
            <a:xfrm>
              <a:off x="2707270" y="4699557"/>
              <a:ext cx="11548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600" i="1" dirty="0">
                  <a:solidFill>
                    <a:srgbClr val="00549F"/>
                  </a:solidFill>
                  <a:latin typeface="Trebuchet MS" panose="020B0603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Structure </a:t>
              </a:r>
              <a:br>
                <a:rPr lang="en-US" sz="1600" i="1" dirty="0">
                  <a:solidFill>
                    <a:srgbClr val="00549F"/>
                  </a:solidFill>
                  <a:latin typeface="Trebuchet MS" panose="020B0603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</a:br>
              <a:r>
                <a:rPr lang="en-US" sz="1600" i="1" dirty="0">
                  <a:solidFill>
                    <a:srgbClr val="00549F"/>
                  </a:solidFill>
                  <a:latin typeface="Trebuchet MS" panose="020B0603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Extractor</a:t>
              </a:r>
            </a:p>
          </p:txBody>
        </p:sp>
        <p:sp>
          <p:nvSpPr>
            <p:cNvPr id="16" name="Textfeld 44">
              <a:extLst>
                <a:ext uri="{FF2B5EF4-FFF2-40B4-BE49-F238E27FC236}">
                  <a16:creationId xmlns:a16="http://schemas.microsoft.com/office/drawing/2014/main" id="{B39CF3DB-60EA-52AB-0191-0F79E29E2E36}"/>
                </a:ext>
              </a:extLst>
            </p:cNvPr>
            <p:cNvSpPr txBox="1"/>
            <p:nvPr/>
          </p:nvSpPr>
          <p:spPr>
            <a:xfrm>
              <a:off x="6140167" y="4699557"/>
              <a:ext cx="15496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sz="1600" i="1" dirty="0">
                  <a:solidFill>
                    <a:srgbClr val="00549F"/>
                  </a:solidFill>
                  <a:latin typeface="Trebuchet MS" panose="020B0603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Model-driven visualization</a:t>
              </a:r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BB40673-46E6-4076-40AC-8B91C11520A8}"/>
                </a:ext>
              </a:extLst>
            </p:cNvPr>
            <p:cNvSpPr/>
            <p:nvPr/>
          </p:nvSpPr>
          <p:spPr>
            <a:xfrm>
              <a:off x="3632188" y="4976134"/>
              <a:ext cx="417364" cy="660125"/>
            </a:xfrm>
            <a:custGeom>
              <a:avLst/>
              <a:gdLst>
                <a:gd name="connsiteX0" fmla="*/ 0 w 417364"/>
                <a:gd name="connsiteY0" fmla="*/ 43437 h 660125"/>
                <a:gd name="connsiteX1" fmla="*/ 382772 w 417364"/>
                <a:gd name="connsiteY1" fmla="*/ 64702 h 660125"/>
                <a:gd name="connsiteX2" fmla="*/ 375684 w 417364"/>
                <a:gd name="connsiteY2" fmla="*/ 660125 h 66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364" h="660125">
                  <a:moveTo>
                    <a:pt x="0" y="43437"/>
                  </a:moveTo>
                  <a:cubicBezTo>
                    <a:pt x="160079" y="2679"/>
                    <a:pt x="320158" y="-38079"/>
                    <a:pt x="382772" y="64702"/>
                  </a:cubicBezTo>
                  <a:cubicBezTo>
                    <a:pt x="445386" y="167483"/>
                    <a:pt x="410535" y="413804"/>
                    <a:pt x="375684" y="660125"/>
                  </a:cubicBezTo>
                </a:path>
              </a:pathLst>
            </a:custGeom>
            <a:noFill/>
            <a:ln w="12700" cap="flat" cmpd="sng" algn="ctr">
              <a:solidFill>
                <a:srgbClr val="00549F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kern="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AE9A3348-9447-CADC-0169-C6166F2C0C84}"/>
                </a:ext>
              </a:extLst>
            </p:cNvPr>
            <p:cNvSpPr/>
            <p:nvPr/>
          </p:nvSpPr>
          <p:spPr>
            <a:xfrm flipH="1">
              <a:off x="5798111" y="4976134"/>
              <a:ext cx="417364" cy="660125"/>
            </a:xfrm>
            <a:custGeom>
              <a:avLst/>
              <a:gdLst>
                <a:gd name="connsiteX0" fmla="*/ 0 w 417364"/>
                <a:gd name="connsiteY0" fmla="*/ 43437 h 660125"/>
                <a:gd name="connsiteX1" fmla="*/ 382772 w 417364"/>
                <a:gd name="connsiteY1" fmla="*/ 64702 h 660125"/>
                <a:gd name="connsiteX2" fmla="*/ 375684 w 417364"/>
                <a:gd name="connsiteY2" fmla="*/ 660125 h 660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364" h="660125">
                  <a:moveTo>
                    <a:pt x="0" y="43437"/>
                  </a:moveTo>
                  <a:cubicBezTo>
                    <a:pt x="160079" y="2679"/>
                    <a:pt x="320158" y="-38079"/>
                    <a:pt x="382772" y="64702"/>
                  </a:cubicBezTo>
                  <a:cubicBezTo>
                    <a:pt x="445386" y="167483"/>
                    <a:pt x="410535" y="413804"/>
                    <a:pt x="375684" y="660125"/>
                  </a:cubicBezTo>
                </a:path>
              </a:pathLst>
            </a:custGeom>
            <a:noFill/>
            <a:ln w="12700" cap="flat" cmpd="sng" algn="ctr">
              <a:solidFill>
                <a:srgbClr val="00549F"/>
              </a:solidFill>
              <a:prstDash val="solid"/>
              <a:miter lim="800000"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kern="0" dirty="0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70" name="Pfeil: nach rechts 69">
            <a:extLst>
              <a:ext uri="{FF2B5EF4-FFF2-40B4-BE49-F238E27FC236}">
                <a16:creationId xmlns:a16="http://schemas.microsoft.com/office/drawing/2014/main" id="{18BC3B3D-4D62-1AC4-3C4B-06B4F9C5DBD5}"/>
              </a:ext>
            </a:extLst>
          </p:cNvPr>
          <p:cNvSpPr/>
          <p:nvPr/>
        </p:nvSpPr>
        <p:spPr>
          <a:xfrm>
            <a:off x="2606253" y="3139859"/>
            <a:ext cx="734585" cy="1071483"/>
          </a:xfrm>
          <a:prstGeom prst="rightArrow">
            <a:avLst>
              <a:gd name="adj1" fmla="val 35777"/>
              <a:gd name="adj2" fmla="val 38762"/>
            </a:avLst>
          </a:prstGeom>
          <a:solidFill>
            <a:schemeClr val="bg1"/>
          </a:solidFill>
          <a:ln w="19050">
            <a:solidFill>
              <a:srgbClr val="00549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800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heme/theme1.xml><?xml version="1.0" encoding="utf-8"?>
<a:theme xmlns:a="http://schemas.openxmlformats.org/drawingml/2006/main" name="1_DesignSE">
  <a:themeElements>
    <a:clrScheme name="Editirmodus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339933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00549F"/>
          </a:solidFill>
          <a:headEnd type="none" w="med" len="med"/>
          <a:tailEnd type="arrow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itir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339933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Anzeige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C0C0C0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  <a:extraClrScheme>
      <a:clrScheme name="Druckmodus">
        <a:dk1>
          <a:sysClr val="windowText" lastClr="000000"/>
        </a:dk1>
        <a:lt1>
          <a:sysClr val="window" lastClr="FFFFFF"/>
        </a:lt1>
        <a:dk2>
          <a:srgbClr val="00549F"/>
        </a:dk2>
        <a:lt2>
          <a:srgbClr val="8EBAE5"/>
        </a:lt2>
        <a:accent1>
          <a:srgbClr val="006165"/>
        </a:accent1>
        <a:accent2>
          <a:srgbClr val="0098A1"/>
        </a:accent2>
        <a:accent3>
          <a:srgbClr val="57AB27"/>
        </a:accent3>
        <a:accent4>
          <a:srgbClr val="FFFFFF"/>
        </a:accent4>
        <a:accent5>
          <a:srgbClr val="F6A800"/>
        </a:accent5>
        <a:accent6>
          <a:srgbClr val="CC071E"/>
        </a:accent6>
        <a:hlink>
          <a:srgbClr val="612158"/>
        </a:hlink>
        <a:folHlink>
          <a:srgbClr val="7A6FAC"/>
        </a:folHlink>
      </a:clrScheme>
    </a:extraClrScheme>
  </a:extraClrSchemeLst>
  <a:extLst>
    <a:ext uri="{05A4C25C-085E-4340-85A3-A5531E510DB2}">
      <thm15:themeFamily xmlns:thm15="http://schemas.microsoft.com/office/thememl/2012/main" name="DesignSE" id="{EAFC8903-E4B1-467C-960D-91660CE78A0A}" vid="{99D41127-BE3F-4F81-BB33-06BFE3C930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1017</Words>
  <Application>Microsoft Office PowerPoint</Application>
  <PresentationFormat>Breitbild</PresentationFormat>
  <Paragraphs>374</Paragraphs>
  <Slides>6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4" baseType="lpstr">
      <vt:lpstr>Arial</vt:lpstr>
      <vt:lpstr>ArialMT</vt:lpstr>
      <vt:lpstr>Calibri</vt:lpstr>
      <vt:lpstr>Courier New</vt:lpstr>
      <vt:lpstr>Symbol</vt:lpstr>
      <vt:lpstr>Trebuchet MS</vt:lpstr>
      <vt:lpstr>Wingdings</vt:lpstr>
      <vt:lpstr>1_DesignSE</vt:lpstr>
      <vt:lpstr>Abstraction of C&amp;C languages</vt:lpstr>
      <vt:lpstr>DT Cockpit</vt:lpstr>
      <vt:lpstr>DT Cockpit</vt:lpstr>
      <vt:lpstr>Function-Structure Model: Abstraction of C&amp;C languages</vt:lpstr>
      <vt:lpstr>DT Cockpit – Containment Visualization </vt:lpstr>
      <vt:lpstr>DT Cockpit – Containment Visualization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Windows-Benutzer</dc:creator>
  <cp:lastModifiedBy>Malte Heithoff</cp:lastModifiedBy>
  <cp:revision>79</cp:revision>
  <cp:lastPrinted>2023-03-26T07:04:59Z</cp:lastPrinted>
  <dcterms:created xsi:type="dcterms:W3CDTF">2019-02-06T21:20:56Z</dcterms:created>
  <dcterms:modified xsi:type="dcterms:W3CDTF">2024-06-04T12:16:15Z</dcterms:modified>
</cp:coreProperties>
</file>