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03" r:id="rId1"/>
  </p:sldMasterIdLst>
  <p:notesMasterIdLst>
    <p:notesMasterId r:id="rId25"/>
  </p:notesMasterIdLst>
  <p:handoutMasterIdLst>
    <p:handoutMasterId r:id="rId26"/>
  </p:handoutMasterIdLst>
  <p:sldIdLst>
    <p:sldId id="396" r:id="rId2"/>
    <p:sldId id="305" r:id="rId3"/>
    <p:sldId id="2147376251" r:id="rId4"/>
    <p:sldId id="2147376261" r:id="rId5"/>
    <p:sldId id="2147376262" r:id="rId6"/>
    <p:sldId id="2147376242" r:id="rId7"/>
    <p:sldId id="2147376255" r:id="rId8"/>
    <p:sldId id="2147376252" r:id="rId9"/>
    <p:sldId id="2147376257" r:id="rId10"/>
    <p:sldId id="2147376241" r:id="rId11"/>
    <p:sldId id="2147376258" r:id="rId12"/>
    <p:sldId id="2147376260" r:id="rId13"/>
    <p:sldId id="2147376248" r:id="rId14"/>
    <p:sldId id="281" r:id="rId15"/>
    <p:sldId id="2147376249" r:id="rId16"/>
    <p:sldId id="2147376250" r:id="rId17"/>
    <p:sldId id="284" r:id="rId18"/>
    <p:sldId id="285" r:id="rId19"/>
    <p:sldId id="287" r:id="rId20"/>
    <p:sldId id="290" r:id="rId21"/>
    <p:sldId id="282" r:id="rId22"/>
    <p:sldId id="288" r:id="rId23"/>
    <p:sldId id="289" r:id="rId24"/>
  </p:sldIdLst>
  <p:sldSz cx="12192000" cy="6858000"/>
  <p:notesSz cx="6797675" cy="9926638"/>
  <p:custDataLst>
    <p:tags r:id="rId27"/>
  </p:custDataLst>
  <p:defaultTex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p:defaultTextStyle>
  <p:extLst>
    <p:ext uri="{521415D9-36F7-43E2-AB2F-B90AF26B5E84}">
      <p14:sectionLst xmlns:p14="http://schemas.microsoft.com/office/powerpoint/2010/main">
        <p14:section name="Intro" id="{310A5F1A-0976-42F7-BDDC-465CDDD9AA6D}">
          <p14:sldIdLst>
            <p14:sldId id="396"/>
            <p14:sldId id="305"/>
            <p14:sldId id="2147376251"/>
            <p14:sldId id="2147376261"/>
            <p14:sldId id="2147376262"/>
          </p14:sldIdLst>
        </p14:section>
        <p14:section name="Details" id="{0E57A188-C74A-42CB-B8A0-F9B9BD35DB8B}">
          <p14:sldIdLst>
            <p14:sldId id="2147376242"/>
            <p14:sldId id="2147376255"/>
            <p14:sldId id="2147376252"/>
            <p14:sldId id="2147376257"/>
            <p14:sldId id="2147376241"/>
          </p14:sldIdLst>
        </p14:section>
        <p14:section name="Additions" id="{0CD93277-50F5-48C9-9FEB-E08F82F0CBD4}">
          <p14:sldIdLst>
            <p14:sldId id="2147376258"/>
            <p14:sldId id="2147376260"/>
          </p14:sldIdLst>
        </p14:section>
        <p14:section name="Examples" id="{8277D73C-864A-48FD-AD18-D6262F800D31}">
          <p14:sldIdLst>
            <p14:sldId id="2147376248"/>
            <p14:sldId id="281"/>
            <p14:sldId id="2147376249"/>
            <p14:sldId id="2147376250"/>
            <p14:sldId id="284"/>
            <p14:sldId id="285"/>
            <p14:sldId id="287"/>
            <p14:sldId id="290"/>
            <p14:sldId id="282"/>
            <p14:sldId id="288"/>
            <p14:sldId id="28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d Schmalzing" initials="DS" lastIdx="1" clrIdx="0">
    <p:extLst>
      <p:ext uri="{19B8F6BF-5375-455C-9EA6-DF929625EA0E}">
        <p15:presenceInfo xmlns:p15="http://schemas.microsoft.com/office/powerpoint/2012/main" userId="David Schmalzi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49F"/>
    <a:srgbClr val="FFFFFF"/>
    <a:srgbClr val="CC001E"/>
    <a:srgbClr val="009999"/>
    <a:srgbClr val="071ECC"/>
    <a:srgbClr val="1E07CC"/>
    <a:srgbClr val="FF0000"/>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29EF90-D766-4FCC-8062-21DAA3F2F5DE}" v="17" dt="2024-01-18T21:27:04.621"/>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452" autoAdjust="0"/>
    <p:restoredTop sz="92645" autoAdjust="0"/>
  </p:normalViewPr>
  <p:slideViewPr>
    <p:cSldViewPr snapToGrid="0">
      <p:cViewPr varScale="1">
        <p:scale>
          <a:sx n="91" d="100"/>
          <a:sy n="91" d="100"/>
        </p:scale>
        <p:origin x="72" y="715"/>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2" d="100"/>
          <a:sy n="62" d="100"/>
        </p:scale>
        <p:origin x="2525" y="67"/>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gs" Target="tags/tag1.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lte Heithoff" userId="92960225c14ac204" providerId="LiveId" clId="{2429EF90-D766-4FCC-8062-21DAA3F2F5DE}"/>
    <pc:docChg chg="undo custSel addSld delSld modSld modSection">
      <pc:chgData name="Malte Heithoff" userId="92960225c14ac204" providerId="LiveId" clId="{2429EF90-D766-4FCC-8062-21DAA3F2F5DE}" dt="2024-01-18T21:50:18.368" v="1520"/>
      <pc:docMkLst>
        <pc:docMk/>
      </pc:docMkLst>
      <pc:sldChg chg="add">
        <pc:chgData name="Malte Heithoff" userId="92960225c14ac204" providerId="LiveId" clId="{2429EF90-D766-4FCC-8062-21DAA3F2F5DE}" dt="2024-01-18T16:40:10.624" v="386"/>
        <pc:sldMkLst>
          <pc:docMk/>
          <pc:sldMk cId="16724385" sldId="281"/>
        </pc:sldMkLst>
      </pc:sldChg>
      <pc:sldChg chg="add del">
        <pc:chgData name="Malte Heithoff" userId="92960225c14ac204" providerId="LiveId" clId="{2429EF90-D766-4FCC-8062-21DAA3F2F5DE}" dt="2024-01-18T16:40:08.901" v="385" actId="2696"/>
        <pc:sldMkLst>
          <pc:docMk/>
          <pc:sldMk cId="3730269555" sldId="281"/>
        </pc:sldMkLst>
      </pc:sldChg>
      <pc:sldChg chg="modSp add mod">
        <pc:chgData name="Malte Heithoff" userId="92960225c14ac204" providerId="LiveId" clId="{2429EF90-D766-4FCC-8062-21DAA3F2F5DE}" dt="2024-01-18T21:50:06.970" v="1512"/>
        <pc:sldMkLst>
          <pc:docMk/>
          <pc:sldMk cId="704160793" sldId="282"/>
        </pc:sldMkLst>
        <pc:spChg chg="mod">
          <ac:chgData name="Malte Heithoff" userId="92960225c14ac204" providerId="LiveId" clId="{2429EF90-D766-4FCC-8062-21DAA3F2F5DE}" dt="2024-01-18T16:47:10.555" v="912" actId="20577"/>
          <ac:spMkLst>
            <pc:docMk/>
            <pc:sldMk cId="704160793" sldId="282"/>
            <ac:spMk id="3" creationId="{65D4DAFC-9515-42DB-8509-9110B3158842}"/>
          </ac:spMkLst>
        </pc:spChg>
        <pc:spChg chg="mod">
          <ac:chgData name="Malte Heithoff" userId="92960225c14ac204" providerId="LiveId" clId="{2429EF90-D766-4FCC-8062-21DAA3F2F5DE}" dt="2024-01-18T21:50:06.346" v="1511"/>
          <ac:spMkLst>
            <pc:docMk/>
            <pc:sldMk cId="704160793" sldId="282"/>
            <ac:spMk id="56" creationId="{D4857F7E-3582-224C-A42B-E84ECA9D5E8C}"/>
          </ac:spMkLst>
        </pc:spChg>
        <pc:spChg chg="mod">
          <ac:chgData name="Malte Heithoff" userId="92960225c14ac204" providerId="LiveId" clId="{2429EF90-D766-4FCC-8062-21DAA3F2F5DE}" dt="2024-01-18T21:50:06.970" v="1512"/>
          <ac:spMkLst>
            <pc:docMk/>
            <pc:sldMk cId="704160793" sldId="282"/>
            <ac:spMk id="57" creationId="{483CD332-FBAD-3056-CD3A-55664C4CD565}"/>
          </ac:spMkLst>
        </pc:spChg>
      </pc:sldChg>
      <pc:sldChg chg="modSp add mod">
        <pc:chgData name="Malte Heithoff" userId="92960225c14ac204" providerId="LiveId" clId="{2429EF90-D766-4FCC-8062-21DAA3F2F5DE}" dt="2024-01-18T21:49:58.641" v="1504"/>
        <pc:sldMkLst>
          <pc:docMk/>
          <pc:sldMk cId="3354873879" sldId="284"/>
        </pc:sldMkLst>
        <pc:spChg chg="mod">
          <ac:chgData name="Malte Heithoff" userId="92960225c14ac204" providerId="LiveId" clId="{2429EF90-D766-4FCC-8062-21DAA3F2F5DE}" dt="2024-01-18T16:45:03.138" v="758" actId="20577"/>
          <ac:spMkLst>
            <pc:docMk/>
            <pc:sldMk cId="3354873879" sldId="284"/>
            <ac:spMk id="3" creationId="{4B272F56-17AC-C117-D06B-48EA9A9F71F8}"/>
          </ac:spMkLst>
        </pc:spChg>
        <pc:spChg chg="mod">
          <ac:chgData name="Malte Heithoff" userId="92960225c14ac204" providerId="LiveId" clId="{2429EF90-D766-4FCC-8062-21DAA3F2F5DE}" dt="2024-01-18T21:49:57.932" v="1503"/>
          <ac:spMkLst>
            <pc:docMk/>
            <pc:sldMk cId="3354873879" sldId="284"/>
            <ac:spMk id="109" creationId="{EFBAE506-71E4-F130-F2FF-CD9C2C7D25DA}"/>
          </ac:spMkLst>
        </pc:spChg>
        <pc:spChg chg="mod">
          <ac:chgData name="Malte Heithoff" userId="92960225c14ac204" providerId="LiveId" clId="{2429EF90-D766-4FCC-8062-21DAA3F2F5DE}" dt="2024-01-18T21:49:58.641" v="1504"/>
          <ac:spMkLst>
            <pc:docMk/>
            <pc:sldMk cId="3354873879" sldId="284"/>
            <ac:spMk id="110" creationId="{204E0A05-7FD7-629C-A96D-6EEAF7DBD313}"/>
          </ac:spMkLst>
        </pc:spChg>
      </pc:sldChg>
      <pc:sldChg chg="modSp add del mod">
        <pc:chgData name="Malte Heithoff" userId="92960225c14ac204" providerId="LiveId" clId="{2429EF90-D766-4FCC-8062-21DAA3F2F5DE}" dt="2024-01-18T21:50:01.376" v="1506"/>
        <pc:sldMkLst>
          <pc:docMk/>
          <pc:sldMk cId="3582229333" sldId="285"/>
        </pc:sldMkLst>
        <pc:spChg chg="mod">
          <ac:chgData name="Malte Heithoff" userId="92960225c14ac204" providerId="LiveId" clId="{2429EF90-D766-4FCC-8062-21DAA3F2F5DE}" dt="2024-01-18T16:45:48.705" v="808" actId="20577"/>
          <ac:spMkLst>
            <pc:docMk/>
            <pc:sldMk cId="3582229333" sldId="285"/>
            <ac:spMk id="3" creationId="{C51E4636-4869-B6F1-1066-8FAB5D1819C2}"/>
          </ac:spMkLst>
        </pc:spChg>
        <pc:spChg chg="mod">
          <ac:chgData name="Malte Heithoff" userId="92960225c14ac204" providerId="LiveId" clId="{2429EF90-D766-4FCC-8062-21DAA3F2F5DE}" dt="2024-01-18T21:50:00.607" v="1505"/>
          <ac:spMkLst>
            <pc:docMk/>
            <pc:sldMk cId="3582229333" sldId="285"/>
            <ac:spMk id="115" creationId="{6F17CA0C-E088-0836-7C52-14645C2AF72F}"/>
          </ac:spMkLst>
        </pc:spChg>
        <pc:spChg chg="mod">
          <ac:chgData name="Malte Heithoff" userId="92960225c14ac204" providerId="LiveId" clId="{2429EF90-D766-4FCC-8062-21DAA3F2F5DE}" dt="2024-01-18T21:50:01.376" v="1506"/>
          <ac:spMkLst>
            <pc:docMk/>
            <pc:sldMk cId="3582229333" sldId="285"/>
            <ac:spMk id="116" creationId="{B08A2115-2D2F-6473-E3CF-064C31011620}"/>
          </ac:spMkLst>
        </pc:spChg>
      </pc:sldChg>
      <pc:sldChg chg="modSp add mod">
        <pc:chgData name="Malte Heithoff" userId="92960225c14ac204" providerId="LiveId" clId="{2429EF90-D766-4FCC-8062-21DAA3F2F5DE}" dt="2024-01-18T21:50:03.320" v="1508"/>
        <pc:sldMkLst>
          <pc:docMk/>
          <pc:sldMk cId="2049283285" sldId="287"/>
        </pc:sldMkLst>
        <pc:spChg chg="mod">
          <ac:chgData name="Malte Heithoff" userId="92960225c14ac204" providerId="LiveId" clId="{2429EF90-D766-4FCC-8062-21DAA3F2F5DE}" dt="2024-01-18T16:46:16.076" v="838" actId="20577"/>
          <ac:spMkLst>
            <pc:docMk/>
            <pc:sldMk cId="2049283285" sldId="287"/>
            <ac:spMk id="3" creationId="{C51E4636-4869-B6F1-1066-8FAB5D1819C2}"/>
          </ac:spMkLst>
        </pc:spChg>
        <pc:spChg chg="mod">
          <ac:chgData name="Malte Heithoff" userId="92960225c14ac204" providerId="LiveId" clId="{2429EF90-D766-4FCC-8062-21DAA3F2F5DE}" dt="2024-01-18T21:50:02.661" v="1507"/>
          <ac:spMkLst>
            <pc:docMk/>
            <pc:sldMk cId="2049283285" sldId="287"/>
            <ac:spMk id="45" creationId="{3A44B988-685E-F06C-E88A-773D988329C1}"/>
          </ac:spMkLst>
        </pc:spChg>
        <pc:spChg chg="mod">
          <ac:chgData name="Malte Heithoff" userId="92960225c14ac204" providerId="LiveId" clId="{2429EF90-D766-4FCC-8062-21DAA3F2F5DE}" dt="2024-01-18T21:50:03.320" v="1508"/>
          <ac:spMkLst>
            <pc:docMk/>
            <pc:sldMk cId="2049283285" sldId="287"/>
            <ac:spMk id="46" creationId="{06E14DBA-5C82-A190-7705-A1F676B142F2}"/>
          </ac:spMkLst>
        </pc:spChg>
      </pc:sldChg>
      <pc:sldChg chg="modSp add mod">
        <pc:chgData name="Malte Heithoff" userId="92960225c14ac204" providerId="LiveId" clId="{2429EF90-D766-4FCC-8062-21DAA3F2F5DE}" dt="2024-01-18T21:50:08.842" v="1514"/>
        <pc:sldMkLst>
          <pc:docMk/>
          <pc:sldMk cId="989824294" sldId="288"/>
        </pc:sldMkLst>
        <pc:spChg chg="mod">
          <ac:chgData name="Malte Heithoff" userId="92960225c14ac204" providerId="LiveId" clId="{2429EF90-D766-4FCC-8062-21DAA3F2F5DE}" dt="2024-01-18T16:47:47.902" v="968" actId="20577"/>
          <ac:spMkLst>
            <pc:docMk/>
            <pc:sldMk cId="989824294" sldId="288"/>
            <ac:spMk id="3" creationId="{65D4DAFC-9515-42DB-8509-9110B3158842}"/>
          </ac:spMkLst>
        </pc:spChg>
        <pc:spChg chg="mod">
          <ac:chgData name="Malte Heithoff" userId="92960225c14ac204" providerId="LiveId" clId="{2429EF90-D766-4FCC-8062-21DAA3F2F5DE}" dt="2024-01-18T21:50:08.301" v="1513"/>
          <ac:spMkLst>
            <pc:docMk/>
            <pc:sldMk cId="989824294" sldId="288"/>
            <ac:spMk id="61" creationId="{9BA659C8-DE1F-DDB0-C72F-3145D71F6DEC}"/>
          </ac:spMkLst>
        </pc:spChg>
        <pc:spChg chg="mod">
          <ac:chgData name="Malte Heithoff" userId="92960225c14ac204" providerId="LiveId" clId="{2429EF90-D766-4FCC-8062-21DAA3F2F5DE}" dt="2024-01-18T21:50:08.842" v="1514"/>
          <ac:spMkLst>
            <pc:docMk/>
            <pc:sldMk cId="989824294" sldId="288"/>
            <ac:spMk id="64" creationId="{5D299D57-A5D4-9578-19DB-EDD01D390F3C}"/>
          </ac:spMkLst>
        </pc:spChg>
      </pc:sldChg>
      <pc:sldChg chg="modSp add mod">
        <pc:chgData name="Malte Heithoff" userId="92960225c14ac204" providerId="LiveId" clId="{2429EF90-D766-4FCC-8062-21DAA3F2F5DE}" dt="2024-01-18T21:50:10.836" v="1516"/>
        <pc:sldMkLst>
          <pc:docMk/>
          <pc:sldMk cId="608610879" sldId="289"/>
        </pc:sldMkLst>
        <pc:spChg chg="mod">
          <ac:chgData name="Malte Heithoff" userId="92960225c14ac204" providerId="LiveId" clId="{2429EF90-D766-4FCC-8062-21DAA3F2F5DE}" dt="2024-01-18T16:49:20.215" v="1024" actId="20577"/>
          <ac:spMkLst>
            <pc:docMk/>
            <pc:sldMk cId="608610879" sldId="289"/>
            <ac:spMk id="3" creationId="{65D4DAFC-9515-42DB-8509-9110B3158842}"/>
          </ac:spMkLst>
        </pc:spChg>
        <pc:spChg chg="mod">
          <ac:chgData name="Malte Heithoff" userId="92960225c14ac204" providerId="LiveId" clId="{2429EF90-D766-4FCC-8062-21DAA3F2F5DE}" dt="2024-01-18T21:50:10.052" v="1515"/>
          <ac:spMkLst>
            <pc:docMk/>
            <pc:sldMk cId="608610879" sldId="289"/>
            <ac:spMk id="34" creationId="{F85BAF63-2EF3-07C6-C1C2-378B617A7D45}"/>
          </ac:spMkLst>
        </pc:spChg>
        <pc:spChg chg="mod">
          <ac:chgData name="Malte Heithoff" userId="92960225c14ac204" providerId="LiveId" clId="{2429EF90-D766-4FCC-8062-21DAA3F2F5DE}" dt="2024-01-18T21:50:10.836" v="1516"/>
          <ac:spMkLst>
            <pc:docMk/>
            <pc:sldMk cId="608610879" sldId="289"/>
            <ac:spMk id="35" creationId="{B19AD6B5-410A-0E94-65B5-60482AD6C531}"/>
          </ac:spMkLst>
        </pc:spChg>
      </pc:sldChg>
      <pc:sldChg chg="modSp add mod">
        <pc:chgData name="Malte Heithoff" userId="92960225c14ac204" providerId="LiveId" clId="{2429EF90-D766-4FCC-8062-21DAA3F2F5DE}" dt="2024-01-18T21:50:05.163" v="1510"/>
        <pc:sldMkLst>
          <pc:docMk/>
          <pc:sldMk cId="1778707906" sldId="290"/>
        </pc:sldMkLst>
        <pc:spChg chg="mod">
          <ac:chgData name="Malte Heithoff" userId="92960225c14ac204" providerId="LiveId" clId="{2429EF90-D766-4FCC-8062-21DAA3F2F5DE}" dt="2024-01-18T16:47:32.630" v="935" actId="20577"/>
          <ac:spMkLst>
            <pc:docMk/>
            <pc:sldMk cId="1778707906" sldId="290"/>
            <ac:spMk id="3" creationId="{65D4DAFC-9515-42DB-8509-9110B3158842}"/>
          </ac:spMkLst>
        </pc:spChg>
        <pc:spChg chg="mod">
          <ac:chgData name="Malte Heithoff" userId="92960225c14ac204" providerId="LiveId" clId="{2429EF90-D766-4FCC-8062-21DAA3F2F5DE}" dt="2024-01-18T21:50:04.540" v="1509"/>
          <ac:spMkLst>
            <pc:docMk/>
            <pc:sldMk cId="1778707906" sldId="290"/>
            <ac:spMk id="64" creationId="{954A10F3-242D-D8C4-4C46-2CA5BD49680A}"/>
          </ac:spMkLst>
        </pc:spChg>
        <pc:spChg chg="mod">
          <ac:chgData name="Malte Heithoff" userId="92960225c14ac204" providerId="LiveId" clId="{2429EF90-D766-4FCC-8062-21DAA3F2F5DE}" dt="2024-01-18T21:50:05.163" v="1510"/>
          <ac:spMkLst>
            <pc:docMk/>
            <pc:sldMk cId="1778707906" sldId="290"/>
            <ac:spMk id="65" creationId="{8669A803-076A-8486-A9BD-DE80FC565227}"/>
          </ac:spMkLst>
        </pc:spChg>
      </pc:sldChg>
      <pc:sldChg chg="modSp mod">
        <pc:chgData name="Malte Heithoff" userId="92960225c14ac204" providerId="LiveId" clId="{2429EF90-D766-4FCC-8062-21DAA3F2F5DE}" dt="2024-01-18T21:29:30.648" v="1490" actId="20577"/>
        <pc:sldMkLst>
          <pc:docMk/>
          <pc:sldMk cId="1658125488" sldId="305"/>
        </pc:sldMkLst>
        <pc:spChg chg="mod">
          <ac:chgData name="Malte Heithoff" userId="92960225c14ac204" providerId="LiveId" clId="{2429EF90-D766-4FCC-8062-21DAA3F2F5DE}" dt="2024-01-18T21:29:30.648" v="1490" actId="20577"/>
          <ac:spMkLst>
            <pc:docMk/>
            <pc:sldMk cId="1658125488" sldId="305"/>
            <ac:spMk id="4" creationId="{33C43F92-72E7-5C19-A418-EAE1A0DB5BAE}"/>
          </ac:spMkLst>
        </pc:spChg>
      </pc:sldChg>
      <pc:sldChg chg="add">
        <pc:chgData name="Malte Heithoff" userId="92960225c14ac204" providerId="LiveId" clId="{2429EF90-D766-4FCC-8062-21DAA3F2F5DE}" dt="2024-01-18T13:03:30.362" v="5"/>
        <pc:sldMkLst>
          <pc:docMk/>
          <pc:sldMk cId="745184338" sldId="310"/>
        </pc:sldMkLst>
      </pc:sldChg>
      <pc:sldChg chg="del">
        <pc:chgData name="Malte Heithoff" userId="92960225c14ac204" providerId="LiveId" clId="{2429EF90-D766-4FCC-8062-21DAA3F2F5DE}" dt="2024-01-18T13:03:27.411" v="4" actId="2696"/>
        <pc:sldMkLst>
          <pc:docMk/>
          <pc:sldMk cId="1107447613" sldId="310"/>
        </pc:sldMkLst>
      </pc:sldChg>
      <pc:sldChg chg="del">
        <pc:chgData name="Malte Heithoff" userId="92960225c14ac204" providerId="LiveId" clId="{2429EF90-D766-4FCC-8062-21DAA3F2F5DE}" dt="2024-01-18T16:24:50.287" v="8" actId="2696"/>
        <pc:sldMkLst>
          <pc:docMk/>
          <pc:sldMk cId="38736551" sldId="375"/>
        </pc:sldMkLst>
      </pc:sldChg>
      <pc:sldChg chg="add">
        <pc:chgData name="Malte Heithoff" userId="92960225c14ac204" providerId="LiveId" clId="{2429EF90-D766-4FCC-8062-21DAA3F2F5DE}" dt="2024-01-18T16:24:52.076" v="9"/>
        <pc:sldMkLst>
          <pc:docMk/>
          <pc:sldMk cId="1172476044" sldId="375"/>
        </pc:sldMkLst>
      </pc:sldChg>
      <pc:sldChg chg="add">
        <pc:chgData name="Malte Heithoff" userId="92960225c14ac204" providerId="LiveId" clId="{2429EF90-D766-4FCC-8062-21DAA3F2F5DE}" dt="2024-01-18T16:24:52.076" v="9"/>
        <pc:sldMkLst>
          <pc:docMk/>
          <pc:sldMk cId="2338569663" sldId="378"/>
        </pc:sldMkLst>
      </pc:sldChg>
      <pc:sldChg chg="del">
        <pc:chgData name="Malte Heithoff" userId="92960225c14ac204" providerId="LiveId" clId="{2429EF90-D766-4FCC-8062-21DAA3F2F5DE}" dt="2024-01-18T16:24:50.287" v="8" actId="2696"/>
        <pc:sldMkLst>
          <pc:docMk/>
          <pc:sldMk cId="3875173637" sldId="378"/>
        </pc:sldMkLst>
      </pc:sldChg>
      <pc:sldChg chg="del">
        <pc:chgData name="Malte Heithoff" userId="92960225c14ac204" providerId="LiveId" clId="{2429EF90-D766-4FCC-8062-21DAA3F2F5DE}" dt="2024-01-18T16:24:50.287" v="8" actId="2696"/>
        <pc:sldMkLst>
          <pc:docMk/>
          <pc:sldMk cId="2399171705" sldId="379"/>
        </pc:sldMkLst>
      </pc:sldChg>
      <pc:sldChg chg="add">
        <pc:chgData name="Malte Heithoff" userId="92960225c14ac204" providerId="LiveId" clId="{2429EF90-D766-4FCC-8062-21DAA3F2F5DE}" dt="2024-01-18T16:24:52.076" v="9"/>
        <pc:sldMkLst>
          <pc:docMk/>
          <pc:sldMk cId="2622845099" sldId="379"/>
        </pc:sldMkLst>
      </pc:sldChg>
      <pc:sldChg chg="del">
        <pc:chgData name="Malte Heithoff" userId="92960225c14ac204" providerId="LiveId" clId="{2429EF90-D766-4FCC-8062-21DAA3F2F5DE}" dt="2024-01-18T16:24:50.287" v="8" actId="2696"/>
        <pc:sldMkLst>
          <pc:docMk/>
          <pc:sldMk cId="288858377" sldId="2147376225"/>
        </pc:sldMkLst>
      </pc:sldChg>
      <pc:sldChg chg="add">
        <pc:chgData name="Malte Heithoff" userId="92960225c14ac204" providerId="LiveId" clId="{2429EF90-D766-4FCC-8062-21DAA3F2F5DE}" dt="2024-01-18T16:24:52.076" v="9"/>
        <pc:sldMkLst>
          <pc:docMk/>
          <pc:sldMk cId="2149080164" sldId="2147376225"/>
        </pc:sldMkLst>
      </pc:sldChg>
      <pc:sldChg chg="del">
        <pc:chgData name="Malte Heithoff" userId="92960225c14ac204" providerId="LiveId" clId="{2429EF90-D766-4FCC-8062-21DAA3F2F5DE}" dt="2024-01-18T16:24:50.287" v="8" actId="2696"/>
        <pc:sldMkLst>
          <pc:docMk/>
          <pc:sldMk cId="687567106" sldId="2147376226"/>
        </pc:sldMkLst>
      </pc:sldChg>
      <pc:sldChg chg="add">
        <pc:chgData name="Malte Heithoff" userId="92960225c14ac204" providerId="LiveId" clId="{2429EF90-D766-4FCC-8062-21DAA3F2F5DE}" dt="2024-01-18T16:24:52.076" v="9"/>
        <pc:sldMkLst>
          <pc:docMk/>
          <pc:sldMk cId="3432452010" sldId="2147376226"/>
        </pc:sldMkLst>
      </pc:sldChg>
      <pc:sldChg chg="del">
        <pc:chgData name="Malte Heithoff" userId="92960225c14ac204" providerId="LiveId" clId="{2429EF90-D766-4FCC-8062-21DAA3F2F5DE}" dt="2024-01-18T16:24:34.969" v="6" actId="2696"/>
        <pc:sldMkLst>
          <pc:docMk/>
          <pc:sldMk cId="1102222037" sldId="2147376231"/>
        </pc:sldMkLst>
      </pc:sldChg>
      <pc:sldChg chg="add">
        <pc:chgData name="Malte Heithoff" userId="92960225c14ac204" providerId="LiveId" clId="{2429EF90-D766-4FCC-8062-21DAA3F2F5DE}" dt="2024-01-18T16:24:39.625" v="7"/>
        <pc:sldMkLst>
          <pc:docMk/>
          <pc:sldMk cId="3860713907" sldId="2147376231"/>
        </pc:sldMkLst>
      </pc:sldChg>
      <pc:sldChg chg="modSp add mod">
        <pc:chgData name="Malte Heithoff" userId="92960225c14ac204" providerId="LiveId" clId="{2429EF90-D766-4FCC-8062-21DAA3F2F5DE}" dt="2024-01-18T21:50:16.228" v="1518"/>
        <pc:sldMkLst>
          <pc:docMk/>
          <pc:sldMk cId="1768570713" sldId="2147376236"/>
        </pc:sldMkLst>
        <pc:spChg chg="mod">
          <ac:chgData name="Malte Heithoff" userId="92960225c14ac204" providerId="LiveId" clId="{2429EF90-D766-4FCC-8062-21DAA3F2F5DE}" dt="2024-01-18T16:50:39.369" v="1035" actId="6549"/>
          <ac:spMkLst>
            <pc:docMk/>
            <pc:sldMk cId="1768570713" sldId="2147376236"/>
            <ac:spMk id="14" creationId="{0BBFAED8-E268-7CC9-C076-09887EFB89EE}"/>
          </ac:spMkLst>
        </pc:spChg>
        <pc:spChg chg="mod">
          <ac:chgData name="Malte Heithoff" userId="92960225c14ac204" providerId="LiveId" clId="{2429EF90-D766-4FCC-8062-21DAA3F2F5DE}" dt="2024-01-18T21:50:15.695" v="1517"/>
          <ac:spMkLst>
            <pc:docMk/>
            <pc:sldMk cId="1768570713" sldId="2147376236"/>
            <ac:spMk id="20" creationId="{0E6FA59B-1FBA-40C3-B74E-688161A23EA8}"/>
          </ac:spMkLst>
        </pc:spChg>
        <pc:spChg chg="mod">
          <ac:chgData name="Malte Heithoff" userId="92960225c14ac204" providerId="LiveId" clId="{2429EF90-D766-4FCC-8062-21DAA3F2F5DE}" dt="2024-01-18T21:50:16.228" v="1518"/>
          <ac:spMkLst>
            <pc:docMk/>
            <pc:sldMk cId="1768570713" sldId="2147376236"/>
            <ac:spMk id="23" creationId="{FA3868F2-68A9-8175-ACA9-B0F910A881EF}"/>
          </ac:spMkLst>
        </pc:spChg>
      </pc:sldChg>
      <pc:sldChg chg="del">
        <pc:chgData name="Malte Heithoff" userId="92960225c14ac204" providerId="LiveId" clId="{2429EF90-D766-4FCC-8062-21DAA3F2F5DE}" dt="2024-01-18T13:03:17.242" v="2" actId="2696"/>
        <pc:sldMkLst>
          <pc:docMk/>
          <pc:sldMk cId="3557277754" sldId="2147376236"/>
        </pc:sldMkLst>
      </pc:sldChg>
      <pc:sldChg chg="del">
        <pc:chgData name="Malte Heithoff" userId="92960225c14ac204" providerId="LiveId" clId="{2429EF90-D766-4FCC-8062-21DAA3F2F5DE}" dt="2024-01-18T13:03:17.242" v="2" actId="2696"/>
        <pc:sldMkLst>
          <pc:docMk/>
          <pc:sldMk cId="556232215" sldId="2147376237"/>
        </pc:sldMkLst>
      </pc:sldChg>
      <pc:sldChg chg="modSp add mod">
        <pc:chgData name="Malte Heithoff" userId="92960225c14ac204" providerId="LiveId" clId="{2429EF90-D766-4FCC-8062-21DAA3F2F5DE}" dt="2024-01-18T21:50:18.368" v="1520"/>
        <pc:sldMkLst>
          <pc:docMk/>
          <pc:sldMk cId="2195882300" sldId="2147376237"/>
        </pc:sldMkLst>
        <pc:spChg chg="mod">
          <ac:chgData name="Malte Heithoff" userId="92960225c14ac204" providerId="LiveId" clId="{2429EF90-D766-4FCC-8062-21DAA3F2F5DE}" dt="2024-01-18T16:50:41.224" v="1038" actId="6549"/>
          <ac:spMkLst>
            <pc:docMk/>
            <pc:sldMk cId="2195882300" sldId="2147376237"/>
            <ac:spMk id="144" creationId="{91427A4C-96C2-CDF9-8050-6658BE127D80}"/>
          </ac:spMkLst>
        </pc:spChg>
        <pc:spChg chg="mod">
          <ac:chgData name="Malte Heithoff" userId="92960225c14ac204" providerId="LiveId" clId="{2429EF90-D766-4FCC-8062-21DAA3F2F5DE}" dt="2024-01-18T21:50:17.649" v="1519"/>
          <ac:spMkLst>
            <pc:docMk/>
            <pc:sldMk cId="2195882300" sldId="2147376237"/>
            <ac:spMk id="164" creationId="{FD433C7C-3589-D714-AA7E-4A004EFE5F64}"/>
          </ac:spMkLst>
        </pc:spChg>
        <pc:spChg chg="mod">
          <ac:chgData name="Malte Heithoff" userId="92960225c14ac204" providerId="LiveId" clId="{2429EF90-D766-4FCC-8062-21DAA3F2F5DE}" dt="2024-01-18T21:50:18.368" v="1520"/>
          <ac:spMkLst>
            <pc:docMk/>
            <pc:sldMk cId="2195882300" sldId="2147376237"/>
            <ac:spMk id="165" creationId="{B50B9B5C-50CB-5B6E-4016-EBE7913FCD9A}"/>
          </ac:spMkLst>
        </pc:spChg>
      </pc:sldChg>
      <pc:sldChg chg="del">
        <pc:chgData name="Malte Heithoff" userId="92960225c14ac204" providerId="LiveId" clId="{2429EF90-D766-4FCC-8062-21DAA3F2F5DE}" dt="2024-01-18T16:37:04.801" v="251" actId="2696"/>
        <pc:sldMkLst>
          <pc:docMk/>
          <pc:sldMk cId="3042876478" sldId="2147376239"/>
        </pc:sldMkLst>
      </pc:sldChg>
      <pc:sldChg chg="add">
        <pc:chgData name="Malte Heithoff" userId="92960225c14ac204" providerId="LiveId" clId="{2429EF90-D766-4FCC-8062-21DAA3F2F5DE}" dt="2024-01-18T16:37:06.869" v="252"/>
        <pc:sldMkLst>
          <pc:docMk/>
          <pc:sldMk cId="4163869063" sldId="2147376239"/>
        </pc:sldMkLst>
      </pc:sldChg>
      <pc:sldChg chg="add">
        <pc:chgData name="Malte Heithoff" userId="92960225c14ac204" providerId="LiveId" clId="{2429EF90-D766-4FCC-8062-21DAA3F2F5DE}" dt="2024-01-18T16:37:06.869" v="252"/>
        <pc:sldMkLst>
          <pc:docMk/>
          <pc:sldMk cId="1788187970" sldId="2147376240"/>
        </pc:sldMkLst>
      </pc:sldChg>
      <pc:sldChg chg="del">
        <pc:chgData name="Malte Heithoff" userId="92960225c14ac204" providerId="LiveId" clId="{2429EF90-D766-4FCC-8062-21DAA3F2F5DE}" dt="2024-01-18T16:37:04.801" v="251" actId="2696"/>
        <pc:sldMkLst>
          <pc:docMk/>
          <pc:sldMk cId="2496660636" sldId="2147376240"/>
        </pc:sldMkLst>
      </pc:sldChg>
      <pc:sldChg chg="modSp mod">
        <pc:chgData name="Malte Heithoff" userId="92960225c14ac204" providerId="LiveId" clId="{2429EF90-D766-4FCC-8062-21DAA3F2F5DE}" dt="2024-01-18T21:49:52.229" v="1502"/>
        <pc:sldMkLst>
          <pc:docMk/>
          <pc:sldMk cId="1277834785" sldId="2147376241"/>
        </pc:sldMkLst>
        <pc:spChg chg="mod">
          <ac:chgData name="Malte Heithoff" userId="92960225c14ac204" providerId="LiveId" clId="{2429EF90-D766-4FCC-8062-21DAA3F2F5DE}" dt="2024-01-18T16:51:00.557" v="1041" actId="20577"/>
          <ac:spMkLst>
            <pc:docMk/>
            <pc:sldMk cId="1277834785" sldId="2147376241"/>
            <ac:spMk id="3" creationId="{F2472BEB-1624-80A2-0806-D1BFE12760F5}"/>
          </ac:spMkLst>
        </pc:spChg>
        <pc:spChg chg="mod">
          <ac:chgData name="Malte Heithoff" userId="92960225c14ac204" providerId="LiveId" clId="{2429EF90-D766-4FCC-8062-21DAA3F2F5DE}" dt="2024-01-18T21:25:58.233" v="1456" actId="20577"/>
          <ac:spMkLst>
            <pc:docMk/>
            <pc:sldMk cId="1277834785" sldId="2147376241"/>
            <ac:spMk id="4" creationId="{4849778A-8294-48E6-7184-A569295144E9}"/>
          </ac:spMkLst>
        </pc:spChg>
        <pc:spChg chg="mod">
          <ac:chgData name="Malte Heithoff" userId="92960225c14ac204" providerId="LiveId" clId="{2429EF90-D766-4FCC-8062-21DAA3F2F5DE}" dt="2024-01-18T21:49:51.663" v="1501"/>
          <ac:spMkLst>
            <pc:docMk/>
            <pc:sldMk cId="1277834785" sldId="2147376241"/>
            <ac:spMk id="12" creationId="{F35E53D7-3EB7-54C3-E3B0-F964633BA1C6}"/>
          </ac:spMkLst>
        </pc:spChg>
        <pc:spChg chg="mod">
          <ac:chgData name="Malte Heithoff" userId="92960225c14ac204" providerId="LiveId" clId="{2429EF90-D766-4FCC-8062-21DAA3F2F5DE}" dt="2024-01-18T21:49:52.229" v="1502"/>
          <ac:spMkLst>
            <pc:docMk/>
            <pc:sldMk cId="1277834785" sldId="2147376241"/>
            <ac:spMk id="26" creationId="{D21334AF-956C-4983-93FD-0CAE7C37FFA5}"/>
          </ac:spMkLst>
        </pc:spChg>
      </pc:sldChg>
      <pc:sldChg chg="modSp mod">
        <pc:chgData name="Malte Heithoff" userId="92960225c14ac204" providerId="LiveId" clId="{2429EF90-D766-4FCC-8062-21DAA3F2F5DE}" dt="2024-01-18T21:49:49.459" v="1500"/>
        <pc:sldMkLst>
          <pc:docMk/>
          <pc:sldMk cId="1564369664" sldId="2147376242"/>
        </pc:sldMkLst>
        <pc:spChg chg="mod">
          <ac:chgData name="Malte Heithoff" userId="92960225c14ac204" providerId="LiveId" clId="{2429EF90-D766-4FCC-8062-21DAA3F2F5DE}" dt="2024-01-18T16:51:05.204" v="1042" actId="20577"/>
          <ac:spMkLst>
            <pc:docMk/>
            <pc:sldMk cId="1564369664" sldId="2147376242"/>
            <ac:spMk id="3" creationId="{F2472BEB-1624-80A2-0806-D1BFE12760F5}"/>
          </ac:spMkLst>
        </pc:spChg>
        <pc:spChg chg="mod">
          <ac:chgData name="Malte Heithoff" userId="92960225c14ac204" providerId="LiveId" clId="{2429EF90-D766-4FCC-8062-21DAA3F2F5DE}" dt="2024-01-18T16:56:38.651" v="1205" actId="5793"/>
          <ac:spMkLst>
            <pc:docMk/>
            <pc:sldMk cId="1564369664" sldId="2147376242"/>
            <ac:spMk id="5" creationId="{89ECDBD6-824D-5B6E-472C-B1A0051378B3}"/>
          </ac:spMkLst>
        </pc:spChg>
        <pc:spChg chg="mod">
          <ac:chgData name="Malte Heithoff" userId="92960225c14ac204" providerId="LiveId" clId="{2429EF90-D766-4FCC-8062-21DAA3F2F5DE}" dt="2024-01-18T16:35:59.803" v="249" actId="20577"/>
          <ac:spMkLst>
            <pc:docMk/>
            <pc:sldMk cId="1564369664" sldId="2147376242"/>
            <ac:spMk id="8" creationId="{90A96CA0-1796-32A3-10A2-D7DD5DFD92B3}"/>
          </ac:spMkLst>
        </pc:spChg>
        <pc:spChg chg="mod">
          <ac:chgData name="Malte Heithoff" userId="92960225c14ac204" providerId="LiveId" clId="{2429EF90-D766-4FCC-8062-21DAA3F2F5DE}" dt="2024-01-18T21:49:48.834" v="1499"/>
          <ac:spMkLst>
            <pc:docMk/>
            <pc:sldMk cId="1564369664" sldId="2147376242"/>
            <ac:spMk id="24" creationId="{FD6E5130-53ED-8B4F-1BB8-4DB7E480349E}"/>
          </ac:spMkLst>
        </pc:spChg>
        <pc:spChg chg="mod">
          <ac:chgData name="Malte Heithoff" userId="92960225c14ac204" providerId="LiveId" clId="{2429EF90-D766-4FCC-8062-21DAA3F2F5DE}" dt="2024-01-18T21:49:49.459" v="1500"/>
          <ac:spMkLst>
            <pc:docMk/>
            <pc:sldMk cId="1564369664" sldId="2147376242"/>
            <ac:spMk id="25" creationId="{09D2E8AA-A15C-577A-B62E-4A058116DE14}"/>
          </ac:spMkLst>
        </pc:spChg>
        <pc:spChg chg="mod">
          <ac:chgData name="Malte Heithoff" userId="92960225c14ac204" providerId="LiveId" clId="{2429EF90-D766-4FCC-8062-21DAA3F2F5DE}" dt="2024-01-18T16:50:04.424" v="1029" actId="6549"/>
          <ac:spMkLst>
            <pc:docMk/>
            <pc:sldMk cId="1564369664" sldId="2147376242"/>
            <ac:spMk id="132" creationId="{7BC0D25E-54CA-85CC-FF0D-817E2ADD0ABD}"/>
          </ac:spMkLst>
        </pc:spChg>
      </pc:sldChg>
      <pc:sldChg chg="modSp mod">
        <pc:chgData name="Malte Heithoff" userId="92960225c14ac204" providerId="LiveId" clId="{2429EF90-D766-4FCC-8062-21DAA3F2F5DE}" dt="2024-01-18T21:49:45.050" v="1498" actId="20577"/>
        <pc:sldMkLst>
          <pc:docMk/>
          <pc:sldMk cId="3661780645" sldId="2147376243"/>
        </pc:sldMkLst>
        <pc:spChg chg="mod">
          <ac:chgData name="Malte Heithoff" userId="92960225c14ac204" providerId="LiveId" clId="{2429EF90-D766-4FCC-8062-21DAA3F2F5DE}" dt="2024-01-18T16:50:55.158" v="1039" actId="20577"/>
          <ac:spMkLst>
            <pc:docMk/>
            <pc:sldMk cId="3661780645" sldId="2147376243"/>
            <ac:spMk id="3" creationId="{F2472BEB-1624-80A2-0806-D1BFE12760F5}"/>
          </ac:spMkLst>
        </pc:spChg>
        <pc:spChg chg="mod">
          <ac:chgData name="Malte Heithoff" userId="92960225c14ac204" providerId="LiveId" clId="{2429EF90-D766-4FCC-8062-21DAA3F2F5DE}" dt="2024-01-18T21:25:22.729" v="1445" actId="20577"/>
          <ac:spMkLst>
            <pc:docMk/>
            <pc:sldMk cId="3661780645" sldId="2147376243"/>
            <ac:spMk id="5" creationId="{89ECDBD6-824D-5B6E-472C-B1A0051378B3}"/>
          </ac:spMkLst>
        </pc:spChg>
        <pc:spChg chg="mod">
          <ac:chgData name="Malte Heithoff" userId="92960225c14ac204" providerId="LiveId" clId="{2429EF90-D766-4FCC-8062-21DAA3F2F5DE}" dt="2024-01-18T21:49:42.531" v="1494" actId="20577"/>
          <ac:spMkLst>
            <pc:docMk/>
            <pc:sldMk cId="3661780645" sldId="2147376243"/>
            <ac:spMk id="171" creationId="{5714A1D6-0320-8A38-CCC7-6E1DB9B206EA}"/>
          </ac:spMkLst>
        </pc:spChg>
        <pc:spChg chg="mod">
          <ac:chgData name="Malte Heithoff" userId="92960225c14ac204" providerId="LiveId" clId="{2429EF90-D766-4FCC-8062-21DAA3F2F5DE}" dt="2024-01-18T21:49:45.050" v="1498" actId="20577"/>
          <ac:spMkLst>
            <pc:docMk/>
            <pc:sldMk cId="3661780645" sldId="2147376243"/>
            <ac:spMk id="172" creationId="{6E4A60AE-3176-971C-2268-9AAD9EAFED02}"/>
          </ac:spMkLst>
        </pc:spChg>
        <pc:spChg chg="mod">
          <ac:chgData name="Malte Heithoff" userId="92960225c14ac204" providerId="LiveId" clId="{2429EF90-D766-4FCC-8062-21DAA3F2F5DE}" dt="2024-01-18T16:50:08.996" v="1032" actId="6549"/>
          <ac:spMkLst>
            <pc:docMk/>
            <pc:sldMk cId="3661780645" sldId="2147376243"/>
            <ac:spMk id="223" creationId="{EF4CF1AE-0D3F-7914-09B1-71771A948BF2}"/>
          </ac:spMkLst>
        </pc:spChg>
      </pc:sldChg>
      <pc:sldChg chg="add">
        <pc:chgData name="Malte Heithoff" userId="92960225c14ac204" providerId="LiveId" clId="{2429EF90-D766-4FCC-8062-21DAA3F2F5DE}" dt="2024-01-18T16:59:47.571" v="1328"/>
        <pc:sldMkLst>
          <pc:docMk/>
          <pc:sldMk cId="1059845257" sldId="2147376244"/>
        </pc:sldMkLst>
      </pc:sldChg>
      <pc:sldChg chg="modSp del mod modShow">
        <pc:chgData name="Malte Heithoff" userId="92960225c14ac204" providerId="LiveId" clId="{2429EF90-D766-4FCC-8062-21DAA3F2F5DE}" dt="2024-01-18T16:59:44.950" v="1327" actId="2696"/>
        <pc:sldMkLst>
          <pc:docMk/>
          <pc:sldMk cId="4202127202" sldId="2147376244"/>
        </pc:sldMkLst>
        <pc:spChg chg="mod">
          <ac:chgData name="Malte Heithoff" userId="92960225c14ac204" providerId="LiveId" clId="{2429EF90-D766-4FCC-8062-21DAA3F2F5DE}" dt="2024-01-18T16:50:58.143" v="1040" actId="20577"/>
          <ac:spMkLst>
            <pc:docMk/>
            <pc:sldMk cId="4202127202" sldId="2147376244"/>
            <ac:spMk id="3" creationId="{9066F73B-7FFD-AA6B-520B-D7CE68965066}"/>
          </ac:spMkLst>
        </pc:spChg>
      </pc:sldChg>
      <pc:sldChg chg="addSp delSp modSp new mod modClrScheme chgLayout">
        <pc:chgData name="Malte Heithoff" userId="92960225c14ac204" providerId="LiveId" clId="{2429EF90-D766-4FCC-8062-21DAA3F2F5DE}" dt="2024-01-18T16:25:05.996" v="20" actId="478"/>
        <pc:sldMkLst>
          <pc:docMk/>
          <pc:sldMk cId="183152789" sldId="2147376245"/>
        </pc:sldMkLst>
        <pc:spChg chg="del">
          <ac:chgData name="Malte Heithoff" userId="92960225c14ac204" providerId="LiveId" clId="{2429EF90-D766-4FCC-8062-21DAA3F2F5DE}" dt="2024-01-18T16:25:00.995" v="11" actId="700"/>
          <ac:spMkLst>
            <pc:docMk/>
            <pc:sldMk cId="183152789" sldId="2147376245"/>
            <ac:spMk id="2" creationId="{A2AADFDD-E2E1-2CF7-D4B1-65E852E6E9AB}"/>
          </ac:spMkLst>
        </pc:spChg>
        <pc:spChg chg="del mod ord">
          <ac:chgData name="Malte Heithoff" userId="92960225c14ac204" providerId="LiveId" clId="{2429EF90-D766-4FCC-8062-21DAA3F2F5DE}" dt="2024-01-18T16:25:00.995" v="11" actId="700"/>
          <ac:spMkLst>
            <pc:docMk/>
            <pc:sldMk cId="183152789" sldId="2147376245"/>
            <ac:spMk id="3" creationId="{93A4CEFC-1AB1-FDEA-3EE7-B1006BA3CD8A}"/>
          </ac:spMkLst>
        </pc:spChg>
        <pc:spChg chg="del mod ord">
          <ac:chgData name="Malte Heithoff" userId="92960225c14ac204" providerId="LiveId" clId="{2429EF90-D766-4FCC-8062-21DAA3F2F5DE}" dt="2024-01-18T16:25:00.995" v="11" actId="700"/>
          <ac:spMkLst>
            <pc:docMk/>
            <pc:sldMk cId="183152789" sldId="2147376245"/>
            <ac:spMk id="4" creationId="{F965094E-E587-B701-990E-8DED94237292}"/>
          </ac:spMkLst>
        </pc:spChg>
        <pc:spChg chg="add mod ord">
          <ac:chgData name="Malte Heithoff" userId="92960225c14ac204" providerId="LiveId" clId="{2429EF90-D766-4FCC-8062-21DAA3F2F5DE}" dt="2024-01-18T16:25:04.318" v="19" actId="20577"/>
          <ac:spMkLst>
            <pc:docMk/>
            <pc:sldMk cId="183152789" sldId="2147376245"/>
            <ac:spMk id="5" creationId="{69BF9D21-14D3-B113-7DA4-43C50D5CEA95}"/>
          </ac:spMkLst>
        </pc:spChg>
        <pc:spChg chg="add del mod ord">
          <ac:chgData name="Malte Heithoff" userId="92960225c14ac204" providerId="LiveId" clId="{2429EF90-D766-4FCC-8062-21DAA3F2F5DE}" dt="2024-01-18T16:25:05.996" v="20" actId="478"/>
          <ac:spMkLst>
            <pc:docMk/>
            <pc:sldMk cId="183152789" sldId="2147376245"/>
            <ac:spMk id="6" creationId="{13DB3EFB-A25C-E5BD-D0C7-B2A2B00273EB}"/>
          </ac:spMkLst>
        </pc:spChg>
      </pc:sldChg>
      <pc:sldChg chg="addSp delSp modSp new del mod">
        <pc:chgData name="Malte Heithoff" userId="92960225c14ac204" providerId="LiveId" clId="{2429EF90-D766-4FCC-8062-21DAA3F2F5DE}" dt="2024-01-18T16:39:30.187" v="372" actId="47"/>
        <pc:sldMkLst>
          <pc:docMk/>
          <pc:sldMk cId="2110064574" sldId="2147376246"/>
        </pc:sldMkLst>
        <pc:spChg chg="del">
          <ac:chgData name="Malte Heithoff" userId="92960225c14ac204" providerId="LiveId" clId="{2429EF90-D766-4FCC-8062-21DAA3F2F5DE}" dt="2024-01-18T16:38:17.263" v="353" actId="478"/>
          <ac:spMkLst>
            <pc:docMk/>
            <pc:sldMk cId="2110064574" sldId="2147376246"/>
            <ac:spMk id="2" creationId="{65B5B09F-76F0-DA35-BE1A-2F369DB2FBF4}"/>
          </ac:spMkLst>
        </pc:spChg>
        <pc:spChg chg="mod">
          <ac:chgData name="Malte Heithoff" userId="92960225c14ac204" providerId="LiveId" clId="{2429EF90-D766-4FCC-8062-21DAA3F2F5DE}" dt="2024-01-18T16:37:41.847" v="285" actId="20577"/>
          <ac:spMkLst>
            <pc:docMk/>
            <pc:sldMk cId="2110064574" sldId="2147376246"/>
            <ac:spMk id="3" creationId="{ED32E566-D912-AB79-06C5-582A5352EA1F}"/>
          </ac:spMkLst>
        </pc:spChg>
        <pc:spChg chg="mod">
          <ac:chgData name="Malte Heithoff" userId="92960225c14ac204" providerId="LiveId" clId="{2429EF90-D766-4FCC-8062-21DAA3F2F5DE}" dt="2024-01-18T16:38:50.652" v="368" actId="14100"/>
          <ac:spMkLst>
            <pc:docMk/>
            <pc:sldMk cId="2110064574" sldId="2147376246"/>
            <ac:spMk id="4" creationId="{BF0C860D-6D47-E755-F79A-3E9763E5B055}"/>
          </ac:spMkLst>
        </pc:spChg>
        <pc:spChg chg="add mod">
          <ac:chgData name="Malte Heithoff" userId="92960225c14ac204" providerId="LiveId" clId="{2429EF90-D766-4FCC-8062-21DAA3F2F5DE}" dt="2024-01-18T16:38:54.725" v="369" actId="1076"/>
          <ac:spMkLst>
            <pc:docMk/>
            <pc:sldMk cId="2110064574" sldId="2147376246"/>
            <ac:spMk id="5" creationId="{B3EDB7D4-6EC6-38D5-524D-E3BA078AD5CA}"/>
          </ac:spMkLst>
        </pc:spChg>
        <pc:spChg chg="add mod">
          <ac:chgData name="Malte Heithoff" userId="92960225c14ac204" providerId="LiveId" clId="{2429EF90-D766-4FCC-8062-21DAA3F2F5DE}" dt="2024-01-18T16:38:54.725" v="369" actId="1076"/>
          <ac:spMkLst>
            <pc:docMk/>
            <pc:sldMk cId="2110064574" sldId="2147376246"/>
            <ac:spMk id="6" creationId="{B182C47A-C7FC-5238-DCD7-948834420F37}"/>
          </ac:spMkLst>
        </pc:spChg>
        <pc:spChg chg="mod">
          <ac:chgData name="Malte Heithoff" userId="92960225c14ac204" providerId="LiveId" clId="{2429EF90-D766-4FCC-8062-21DAA3F2F5DE}" dt="2024-01-18T16:38:22.998" v="354"/>
          <ac:spMkLst>
            <pc:docMk/>
            <pc:sldMk cId="2110064574" sldId="2147376246"/>
            <ac:spMk id="9" creationId="{A95D342E-8FBD-62D8-72D8-16D3C0C81E1B}"/>
          </ac:spMkLst>
        </pc:spChg>
        <pc:spChg chg="mod">
          <ac:chgData name="Malte Heithoff" userId="92960225c14ac204" providerId="LiveId" clId="{2429EF90-D766-4FCC-8062-21DAA3F2F5DE}" dt="2024-01-18T16:38:22.998" v="354"/>
          <ac:spMkLst>
            <pc:docMk/>
            <pc:sldMk cId="2110064574" sldId="2147376246"/>
            <ac:spMk id="10" creationId="{684708ED-FE91-90B5-0223-4E4C5FD76A1F}"/>
          </ac:spMkLst>
        </pc:spChg>
        <pc:spChg chg="mod">
          <ac:chgData name="Malte Heithoff" userId="92960225c14ac204" providerId="LiveId" clId="{2429EF90-D766-4FCC-8062-21DAA3F2F5DE}" dt="2024-01-18T16:38:22.998" v="354"/>
          <ac:spMkLst>
            <pc:docMk/>
            <pc:sldMk cId="2110064574" sldId="2147376246"/>
            <ac:spMk id="11" creationId="{7BA6341B-C0E3-9755-6F37-521DEDA26556}"/>
          </ac:spMkLst>
        </pc:spChg>
        <pc:spChg chg="mod">
          <ac:chgData name="Malte Heithoff" userId="92960225c14ac204" providerId="LiveId" clId="{2429EF90-D766-4FCC-8062-21DAA3F2F5DE}" dt="2024-01-18T16:38:22.998" v="354"/>
          <ac:spMkLst>
            <pc:docMk/>
            <pc:sldMk cId="2110064574" sldId="2147376246"/>
            <ac:spMk id="14" creationId="{940A84EC-958A-FB7F-7AF4-0BF39BF391EC}"/>
          </ac:spMkLst>
        </pc:spChg>
        <pc:spChg chg="mod">
          <ac:chgData name="Malte Heithoff" userId="92960225c14ac204" providerId="LiveId" clId="{2429EF90-D766-4FCC-8062-21DAA3F2F5DE}" dt="2024-01-18T16:38:22.998" v="354"/>
          <ac:spMkLst>
            <pc:docMk/>
            <pc:sldMk cId="2110064574" sldId="2147376246"/>
            <ac:spMk id="15" creationId="{AB95E18D-4B53-8647-B83C-1A65C59E5051}"/>
          </ac:spMkLst>
        </pc:spChg>
        <pc:spChg chg="mod">
          <ac:chgData name="Malte Heithoff" userId="92960225c14ac204" providerId="LiveId" clId="{2429EF90-D766-4FCC-8062-21DAA3F2F5DE}" dt="2024-01-18T16:38:22.998" v="354"/>
          <ac:spMkLst>
            <pc:docMk/>
            <pc:sldMk cId="2110064574" sldId="2147376246"/>
            <ac:spMk id="16" creationId="{F4591298-9D9D-14FC-989E-357A0D0FF969}"/>
          </ac:spMkLst>
        </pc:spChg>
        <pc:spChg chg="add mod">
          <ac:chgData name="Malte Heithoff" userId="92960225c14ac204" providerId="LiveId" clId="{2429EF90-D766-4FCC-8062-21DAA3F2F5DE}" dt="2024-01-18T16:38:54.725" v="369" actId="1076"/>
          <ac:spMkLst>
            <pc:docMk/>
            <pc:sldMk cId="2110064574" sldId="2147376246"/>
            <ac:spMk id="22" creationId="{A0E04F49-55AA-E30F-78C4-7A17769448BF}"/>
          </ac:spMkLst>
        </pc:spChg>
        <pc:spChg chg="add mod">
          <ac:chgData name="Malte Heithoff" userId="92960225c14ac204" providerId="LiveId" clId="{2429EF90-D766-4FCC-8062-21DAA3F2F5DE}" dt="2024-01-18T16:38:54.725" v="369" actId="1076"/>
          <ac:spMkLst>
            <pc:docMk/>
            <pc:sldMk cId="2110064574" sldId="2147376246"/>
            <ac:spMk id="23" creationId="{BD81BE86-ED80-58CD-F383-C17604DA2D71}"/>
          </ac:spMkLst>
        </pc:spChg>
        <pc:spChg chg="add mod">
          <ac:chgData name="Malte Heithoff" userId="92960225c14ac204" providerId="LiveId" clId="{2429EF90-D766-4FCC-8062-21DAA3F2F5DE}" dt="2024-01-18T16:38:54.725" v="369" actId="1076"/>
          <ac:spMkLst>
            <pc:docMk/>
            <pc:sldMk cId="2110064574" sldId="2147376246"/>
            <ac:spMk id="24" creationId="{CF708E79-07FD-5471-5AA2-8467BE1DB58D}"/>
          </ac:spMkLst>
        </pc:spChg>
        <pc:spChg chg="mod">
          <ac:chgData name="Malte Heithoff" userId="92960225c14ac204" providerId="LiveId" clId="{2429EF90-D766-4FCC-8062-21DAA3F2F5DE}" dt="2024-01-18T16:38:22.998" v="354"/>
          <ac:spMkLst>
            <pc:docMk/>
            <pc:sldMk cId="2110064574" sldId="2147376246"/>
            <ac:spMk id="26" creationId="{B999C181-FC5D-A7AA-F38F-BFD2282CC1A4}"/>
          </ac:spMkLst>
        </pc:spChg>
        <pc:spChg chg="mod">
          <ac:chgData name="Malte Heithoff" userId="92960225c14ac204" providerId="LiveId" clId="{2429EF90-D766-4FCC-8062-21DAA3F2F5DE}" dt="2024-01-18T16:38:22.998" v="354"/>
          <ac:spMkLst>
            <pc:docMk/>
            <pc:sldMk cId="2110064574" sldId="2147376246"/>
            <ac:spMk id="27" creationId="{AFE88E9A-C005-FF3E-20AB-BB2882B9FF1F}"/>
          </ac:spMkLst>
        </pc:spChg>
        <pc:spChg chg="mod">
          <ac:chgData name="Malte Heithoff" userId="92960225c14ac204" providerId="LiveId" clId="{2429EF90-D766-4FCC-8062-21DAA3F2F5DE}" dt="2024-01-18T16:38:22.998" v="354"/>
          <ac:spMkLst>
            <pc:docMk/>
            <pc:sldMk cId="2110064574" sldId="2147376246"/>
            <ac:spMk id="28" creationId="{97AB9900-3686-D521-9BE8-98D2536D4CEC}"/>
          </ac:spMkLst>
        </pc:spChg>
        <pc:spChg chg="mod">
          <ac:chgData name="Malte Heithoff" userId="92960225c14ac204" providerId="LiveId" clId="{2429EF90-D766-4FCC-8062-21DAA3F2F5DE}" dt="2024-01-18T16:38:22.998" v="354"/>
          <ac:spMkLst>
            <pc:docMk/>
            <pc:sldMk cId="2110064574" sldId="2147376246"/>
            <ac:spMk id="29" creationId="{E1A2DC95-E112-A8DF-7A9A-F90FED65D602}"/>
          </ac:spMkLst>
        </pc:spChg>
        <pc:spChg chg="mod">
          <ac:chgData name="Malte Heithoff" userId="92960225c14ac204" providerId="LiveId" clId="{2429EF90-D766-4FCC-8062-21DAA3F2F5DE}" dt="2024-01-18T16:38:22.998" v="354"/>
          <ac:spMkLst>
            <pc:docMk/>
            <pc:sldMk cId="2110064574" sldId="2147376246"/>
            <ac:spMk id="30" creationId="{045EF6D2-1C55-04DC-A24A-66D998F84D2A}"/>
          </ac:spMkLst>
        </pc:spChg>
        <pc:spChg chg="mod">
          <ac:chgData name="Malte Heithoff" userId="92960225c14ac204" providerId="LiveId" clId="{2429EF90-D766-4FCC-8062-21DAA3F2F5DE}" dt="2024-01-18T16:38:22.998" v="354"/>
          <ac:spMkLst>
            <pc:docMk/>
            <pc:sldMk cId="2110064574" sldId="2147376246"/>
            <ac:spMk id="31" creationId="{40603F6B-731C-3A45-BC7C-621619C14319}"/>
          </ac:spMkLst>
        </pc:spChg>
        <pc:spChg chg="mod">
          <ac:chgData name="Malte Heithoff" userId="92960225c14ac204" providerId="LiveId" clId="{2429EF90-D766-4FCC-8062-21DAA3F2F5DE}" dt="2024-01-18T16:38:22.998" v="354"/>
          <ac:spMkLst>
            <pc:docMk/>
            <pc:sldMk cId="2110064574" sldId="2147376246"/>
            <ac:spMk id="32" creationId="{4DC64C64-CE7F-5BA5-E132-BB6ACB83F753}"/>
          </ac:spMkLst>
        </pc:spChg>
        <pc:spChg chg="add mod">
          <ac:chgData name="Malte Heithoff" userId="92960225c14ac204" providerId="LiveId" clId="{2429EF90-D766-4FCC-8062-21DAA3F2F5DE}" dt="2024-01-18T16:38:54.725" v="369" actId="1076"/>
          <ac:spMkLst>
            <pc:docMk/>
            <pc:sldMk cId="2110064574" sldId="2147376246"/>
            <ac:spMk id="33" creationId="{3978798E-C154-BA6F-9727-03DFE3A32165}"/>
          </ac:spMkLst>
        </pc:spChg>
        <pc:spChg chg="add mod">
          <ac:chgData name="Malte Heithoff" userId="92960225c14ac204" providerId="LiveId" clId="{2429EF90-D766-4FCC-8062-21DAA3F2F5DE}" dt="2024-01-18T16:38:54.725" v="369" actId="1076"/>
          <ac:spMkLst>
            <pc:docMk/>
            <pc:sldMk cId="2110064574" sldId="2147376246"/>
            <ac:spMk id="34" creationId="{AC49D9BE-855B-BFA1-684E-FD7379BF65AF}"/>
          </ac:spMkLst>
        </pc:spChg>
        <pc:spChg chg="add mod">
          <ac:chgData name="Malte Heithoff" userId="92960225c14ac204" providerId="LiveId" clId="{2429EF90-D766-4FCC-8062-21DAA3F2F5DE}" dt="2024-01-18T16:38:54.725" v="369" actId="1076"/>
          <ac:spMkLst>
            <pc:docMk/>
            <pc:sldMk cId="2110064574" sldId="2147376246"/>
            <ac:spMk id="35" creationId="{14DB39F8-DFA1-4280-EB40-B529B7B7F67A}"/>
          </ac:spMkLst>
        </pc:spChg>
        <pc:spChg chg="add mod">
          <ac:chgData name="Malte Heithoff" userId="92960225c14ac204" providerId="LiveId" clId="{2429EF90-D766-4FCC-8062-21DAA3F2F5DE}" dt="2024-01-18T16:38:54.725" v="369" actId="1076"/>
          <ac:spMkLst>
            <pc:docMk/>
            <pc:sldMk cId="2110064574" sldId="2147376246"/>
            <ac:spMk id="36" creationId="{A4613325-7689-C78F-CDDD-163AF0A01DC7}"/>
          </ac:spMkLst>
        </pc:spChg>
        <pc:spChg chg="add mod">
          <ac:chgData name="Malte Heithoff" userId="92960225c14ac204" providerId="LiveId" clId="{2429EF90-D766-4FCC-8062-21DAA3F2F5DE}" dt="2024-01-18T16:38:54.725" v="369" actId="1076"/>
          <ac:spMkLst>
            <pc:docMk/>
            <pc:sldMk cId="2110064574" sldId="2147376246"/>
            <ac:spMk id="37" creationId="{C94C3D1B-A705-589A-A5E4-233ECB51F9AF}"/>
          </ac:spMkLst>
        </pc:spChg>
        <pc:spChg chg="add mod">
          <ac:chgData name="Malte Heithoff" userId="92960225c14ac204" providerId="LiveId" clId="{2429EF90-D766-4FCC-8062-21DAA3F2F5DE}" dt="2024-01-18T16:38:54.725" v="369" actId="1076"/>
          <ac:spMkLst>
            <pc:docMk/>
            <pc:sldMk cId="2110064574" sldId="2147376246"/>
            <ac:spMk id="38" creationId="{58838755-E6B9-05B8-B42D-B064F9019617}"/>
          </ac:spMkLst>
        </pc:spChg>
        <pc:spChg chg="mod">
          <ac:chgData name="Malte Heithoff" userId="92960225c14ac204" providerId="LiveId" clId="{2429EF90-D766-4FCC-8062-21DAA3F2F5DE}" dt="2024-01-18T16:38:22.998" v="354"/>
          <ac:spMkLst>
            <pc:docMk/>
            <pc:sldMk cId="2110064574" sldId="2147376246"/>
            <ac:spMk id="41" creationId="{EB77EF43-199C-87E0-8170-FEF3DAF34711}"/>
          </ac:spMkLst>
        </pc:spChg>
        <pc:spChg chg="mod">
          <ac:chgData name="Malte Heithoff" userId="92960225c14ac204" providerId="LiveId" clId="{2429EF90-D766-4FCC-8062-21DAA3F2F5DE}" dt="2024-01-18T16:38:22.998" v="354"/>
          <ac:spMkLst>
            <pc:docMk/>
            <pc:sldMk cId="2110064574" sldId="2147376246"/>
            <ac:spMk id="42" creationId="{E3AFCBB7-F248-7279-CEE2-C991341A2417}"/>
          </ac:spMkLst>
        </pc:spChg>
        <pc:spChg chg="mod">
          <ac:chgData name="Malte Heithoff" userId="92960225c14ac204" providerId="LiveId" clId="{2429EF90-D766-4FCC-8062-21DAA3F2F5DE}" dt="2024-01-18T16:38:22.998" v="354"/>
          <ac:spMkLst>
            <pc:docMk/>
            <pc:sldMk cId="2110064574" sldId="2147376246"/>
            <ac:spMk id="43" creationId="{9BE62398-7231-D940-5D3E-C6912182AA8E}"/>
          </ac:spMkLst>
        </pc:spChg>
        <pc:spChg chg="mod">
          <ac:chgData name="Malte Heithoff" userId="92960225c14ac204" providerId="LiveId" clId="{2429EF90-D766-4FCC-8062-21DAA3F2F5DE}" dt="2024-01-18T16:38:22.998" v="354"/>
          <ac:spMkLst>
            <pc:docMk/>
            <pc:sldMk cId="2110064574" sldId="2147376246"/>
            <ac:spMk id="44" creationId="{F90E9B7E-E072-A9B9-D4D4-2C9C5B17C7A4}"/>
          </ac:spMkLst>
        </pc:spChg>
        <pc:spChg chg="mod">
          <ac:chgData name="Malte Heithoff" userId="92960225c14ac204" providerId="LiveId" clId="{2429EF90-D766-4FCC-8062-21DAA3F2F5DE}" dt="2024-01-18T16:38:22.998" v="354"/>
          <ac:spMkLst>
            <pc:docMk/>
            <pc:sldMk cId="2110064574" sldId="2147376246"/>
            <ac:spMk id="45" creationId="{FBAEF5C0-4050-2B26-2501-EDC831A2BC08}"/>
          </ac:spMkLst>
        </pc:spChg>
        <pc:spChg chg="add mod">
          <ac:chgData name="Malte Heithoff" userId="92960225c14ac204" providerId="LiveId" clId="{2429EF90-D766-4FCC-8062-21DAA3F2F5DE}" dt="2024-01-18T16:38:54.725" v="369" actId="1076"/>
          <ac:spMkLst>
            <pc:docMk/>
            <pc:sldMk cId="2110064574" sldId="2147376246"/>
            <ac:spMk id="46" creationId="{7789D734-1BF2-89BA-A25A-C7C9142B5043}"/>
          </ac:spMkLst>
        </pc:spChg>
        <pc:spChg chg="mod">
          <ac:chgData name="Malte Heithoff" userId="92960225c14ac204" providerId="LiveId" clId="{2429EF90-D766-4FCC-8062-21DAA3F2F5DE}" dt="2024-01-18T16:38:22.998" v="354"/>
          <ac:spMkLst>
            <pc:docMk/>
            <pc:sldMk cId="2110064574" sldId="2147376246"/>
            <ac:spMk id="48" creationId="{0E13638B-5873-3A25-2C82-C31A26574FF9}"/>
          </ac:spMkLst>
        </pc:spChg>
        <pc:spChg chg="mod">
          <ac:chgData name="Malte Heithoff" userId="92960225c14ac204" providerId="LiveId" clId="{2429EF90-D766-4FCC-8062-21DAA3F2F5DE}" dt="2024-01-18T16:38:22.998" v="354"/>
          <ac:spMkLst>
            <pc:docMk/>
            <pc:sldMk cId="2110064574" sldId="2147376246"/>
            <ac:spMk id="49" creationId="{7AE96C0C-1B05-06DA-14CE-C87C4F0B63E0}"/>
          </ac:spMkLst>
        </pc:spChg>
        <pc:spChg chg="mod">
          <ac:chgData name="Malte Heithoff" userId="92960225c14ac204" providerId="LiveId" clId="{2429EF90-D766-4FCC-8062-21DAA3F2F5DE}" dt="2024-01-18T16:38:22.998" v="354"/>
          <ac:spMkLst>
            <pc:docMk/>
            <pc:sldMk cId="2110064574" sldId="2147376246"/>
            <ac:spMk id="50" creationId="{8DF4EE92-0877-D8F4-5BE1-E81D0CD4649B}"/>
          </ac:spMkLst>
        </pc:spChg>
        <pc:spChg chg="add mod">
          <ac:chgData name="Malte Heithoff" userId="92960225c14ac204" providerId="LiveId" clId="{2429EF90-D766-4FCC-8062-21DAA3F2F5DE}" dt="2024-01-18T16:38:54.725" v="369" actId="1076"/>
          <ac:spMkLst>
            <pc:docMk/>
            <pc:sldMk cId="2110064574" sldId="2147376246"/>
            <ac:spMk id="51" creationId="{F6259AFE-23B1-0A73-9B91-505E1494A970}"/>
          </ac:spMkLst>
        </pc:spChg>
        <pc:spChg chg="add mod">
          <ac:chgData name="Malte Heithoff" userId="92960225c14ac204" providerId="LiveId" clId="{2429EF90-D766-4FCC-8062-21DAA3F2F5DE}" dt="2024-01-18T16:38:54.725" v="369" actId="1076"/>
          <ac:spMkLst>
            <pc:docMk/>
            <pc:sldMk cId="2110064574" sldId="2147376246"/>
            <ac:spMk id="52" creationId="{ED07EF95-AB23-0DDA-4670-268706224048}"/>
          </ac:spMkLst>
        </pc:spChg>
        <pc:spChg chg="add mod">
          <ac:chgData name="Malte Heithoff" userId="92960225c14ac204" providerId="LiveId" clId="{2429EF90-D766-4FCC-8062-21DAA3F2F5DE}" dt="2024-01-18T16:38:54.725" v="369" actId="1076"/>
          <ac:spMkLst>
            <pc:docMk/>
            <pc:sldMk cId="2110064574" sldId="2147376246"/>
            <ac:spMk id="53" creationId="{7A25E1EB-48CD-EC80-3687-E8D92AD733CC}"/>
          </ac:spMkLst>
        </pc:spChg>
        <pc:spChg chg="add mod">
          <ac:chgData name="Malte Heithoff" userId="92960225c14ac204" providerId="LiveId" clId="{2429EF90-D766-4FCC-8062-21DAA3F2F5DE}" dt="2024-01-18T16:38:54.725" v="369" actId="1076"/>
          <ac:spMkLst>
            <pc:docMk/>
            <pc:sldMk cId="2110064574" sldId="2147376246"/>
            <ac:spMk id="54" creationId="{19D335F5-0BED-1758-F8C1-36944CCA0B5D}"/>
          </ac:spMkLst>
        </pc:spChg>
        <pc:spChg chg="add mod">
          <ac:chgData name="Malte Heithoff" userId="92960225c14ac204" providerId="LiveId" clId="{2429EF90-D766-4FCC-8062-21DAA3F2F5DE}" dt="2024-01-18T16:38:54.725" v="369" actId="1076"/>
          <ac:spMkLst>
            <pc:docMk/>
            <pc:sldMk cId="2110064574" sldId="2147376246"/>
            <ac:spMk id="55" creationId="{6E0F26DE-3E62-FC28-4B18-E0FAE5A56B94}"/>
          </ac:spMkLst>
        </pc:spChg>
        <pc:spChg chg="add mod">
          <ac:chgData name="Malte Heithoff" userId="92960225c14ac204" providerId="LiveId" clId="{2429EF90-D766-4FCC-8062-21DAA3F2F5DE}" dt="2024-01-18T16:38:54.725" v="369" actId="1076"/>
          <ac:spMkLst>
            <pc:docMk/>
            <pc:sldMk cId="2110064574" sldId="2147376246"/>
            <ac:spMk id="56" creationId="{9135FE1D-B4B1-998D-FAF5-ACDFD97C9F14}"/>
          </ac:spMkLst>
        </pc:spChg>
        <pc:spChg chg="add del mod">
          <ac:chgData name="Malte Heithoff" userId="92960225c14ac204" providerId="LiveId" clId="{2429EF90-D766-4FCC-8062-21DAA3F2F5DE}" dt="2024-01-18T16:38:31.068" v="358" actId="478"/>
          <ac:spMkLst>
            <pc:docMk/>
            <pc:sldMk cId="2110064574" sldId="2147376246"/>
            <ac:spMk id="57" creationId="{D85E9067-E675-0146-2A47-9EA02A535763}"/>
          </ac:spMkLst>
        </pc:spChg>
        <pc:spChg chg="add del mod">
          <ac:chgData name="Malte Heithoff" userId="92960225c14ac204" providerId="LiveId" clId="{2429EF90-D766-4FCC-8062-21DAA3F2F5DE}" dt="2024-01-18T16:38:34.334" v="359" actId="478"/>
          <ac:spMkLst>
            <pc:docMk/>
            <pc:sldMk cId="2110064574" sldId="2147376246"/>
            <ac:spMk id="58" creationId="{1BAB9FB0-4BFC-5228-8992-75289EFDB2C9}"/>
          </ac:spMkLst>
        </pc:spChg>
        <pc:spChg chg="add del mod">
          <ac:chgData name="Malte Heithoff" userId="92960225c14ac204" providerId="LiveId" clId="{2429EF90-D766-4FCC-8062-21DAA3F2F5DE}" dt="2024-01-18T16:38:43.975" v="365" actId="478"/>
          <ac:spMkLst>
            <pc:docMk/>
            <pc:sldMk cId="2110064574" sldId="2147376246"/>
            <ac:spMk id="59" creationId="{1A363AE7-FB40-596D-1B19-26A7A10AD6A4}"/>
          </ac:spMkLst>
        </pc:spChg>
        <pc:spChg chg="add del mod">
          <ac:chgData name="Malte Heithoff" userId="92960225c14ac204" providerId="LiveId" clId="{2429EF90-D766-4FCC-8062-21DAA3F2F5DE}" dt="2024-01-18T16:38:34.334" v="359" actId="478"/>
          <ac:spMkLst>
            <pc:docMk/>
            <pc:sldMk cId="2110064574" sldId="2147376246"/>
            <ac:spMk id="60" creationId="{D8CFF0FF-0DA1-5445-CA4D-F00903DFBDA0}"/>
          </ac:spMkLst>
        </pc:spChg>
        <pc:spChg chg="add del mod">
          <ac:chgData name="Malte Heithoff" userId="92960225c14ac204" providerId="LiveId" clId="{2429EF90-D766-4FCC-8062-21DAA3F2F5DE}" dt="2024-01-18T16:38:34.334" v="359" actId="478"/>
          <ac:spMkLst>
            <pc:docMk/>
            <pc:sldMk cId="2110064574" sldId="2147376246"/>
            <ac:spMk id="61" creationId="{4A76D49E-78EA-C7C4-CA2F-198032F894E6}"/>
          </ac:spMkLst>
        </pc:spChg>
        <pc:spChg chg="add del mod">
          <ac:chgData name="Malte Heithoff" userId="92960225c14ac204" providerId="LiveId" clId="{2429EF90-D766-4FCC-8062-21DAA3F2F5DE}" dt="2024-01-18T16:38:34.334" v="359" actId="478"/>
          <ac:spMkLst>
            <pc:docMk/>
            <pc:sldMk cId="2110064574" sldId="2147376246"/>
            <ac:spMk id="62" creationId="{40A555A4-1B2F-7A95-AAFB-AB453BA827F8}"/>
          </ac:spMkLst>
        </pc:spChg>
        <pc:spChg chg="add del mod">
          <ac:chgData name="Malte Heithoff" userId="92960225c14ac204" providerId="LiveId" clId="{2429EF90-D766-4FCC-8062-21DAA3F2F5DE}" dt="2024-01-18T16:38:34.334" v="359" actId="478"/>
          <ac:spMkLst>
            <pc:docMk/>
            <pc:sldMk cId="2110064574" sldId="2147376246"/>
            <ac:spMk id="63" creationId="{3BF3BFEF-555A-0B67-72D7-E1F5AF08D007}"/>
          </ac:spMkLst>
        </pc:spChg>
        <pc:spChg chg="add del mod">
          <ac:chgData name="Malte Heithoff" userId="92960225c14ac204" providerId="LiveId" clId="{2429EF90-D766-4FCC-8062-21DAA3F2F5DE}" dt="2024-01-18T16:38:42.972" v="364" actId="478"/>
          <ac:spMkLst>
            <pc:docMk/>
            <pc:sldMk cId="2110064574" sldId="2147376246"/>
            <ac:spMk id="67" creationId="{622BF9E1-74EA-13AA-5202-609BA1CE224A}"/>
          </ac:spMkLst>
        </pc:spChg>
        <pc:spChg chg="add del mod">
          <ac:chgData name="Malte Heithoff" userId="92960225c14ac204" providerId="LiveId" clId="{2429EF90-D766-4FCC-8062-21DAA3F2F5DE}" dt="2024-01-18T16:38:26.755" v="355" actId="478"/>
          <ac:spMkLst>
            <pc:docMk/>
            <pc:sldMk cId="2110064574" sldId="2147376246"/>
            <ac:spMk id="68" creationId="{88DAE503-CBDC-A441-77E7-89AD503478BE}"/>
          </ac:spMkLst>
        </pc:spChg>
        <pc:spChg chg="add del mod">
          <ac:chgData name="Malte Heithoff" userId="92960225c14ac204" providerId="LiveId" clId="{2429EF90-D766-4FCC-8062-21DAA3F2F5DE}" dt="2024-01-18T16:38:27.657" v="356" actId="478"/>
          <ac:spMkLst>
            <pc:docMk/>
            <pc:sldMk cId="2110064574" sldId="2147376246"/>
            <ac:spMk id="69" creationId="{DBF92310-E480-245A-C792-8543ADBCE1EE}"/>
          </ac:spMkLst>
        </pc:spChg>
        <pc:spChg chg="add del mod">
          <ac:chgData name="Malte Heithoff" userId="92960225c14ac204" providerId="LiveId" clId="{2429EF90-D766-4FCC-8062-21DAA3F2F5DE}" dt="2024-01-18T16:38:36.514" v="360" actId="478"/>
          <ac:spMkLst>
            <pc:docMk/>
            <pc:sldMk cId="2110064574" sldId="2147376246"/>
            <ac:spMk id="70" creationId="{35FE8FA8-AB9F-9C69-F1C5-45089C809B94}"/>
          </ac:spMkLst>
        </pc:spChg>
        <pc:spChg chg="add mod">
          <ac:chgData name="Malte Heithoff" userId="92960225c14ac204" providerId="LiveId" clId="{2429EF90-D766-4FCC-8062-21DAA3F2F5DE}" dt="2024-01-18T16:38:54.725" v="369" actId="1076"/>
          <ac:spMkLst>
            <pc:docMk/>
            <pc:sldMk cId="2110064574" sldId="2147376246"/>
            <ac:spMk id="72" creationId="{A3E29936-0339-6C2B-E072-9C5D2005DB02}"/>
          </ac:spMkLst>
        </pc:spChg>
        <pc:spChg chg="add mod">
          <ac:chgData name="Malte Heithoff" userId="92960225c14ac204" providerId="LiveId" clId="{2429EF90-D766-4FCC-8062-21DAA3F2F5DE}" dt="2024-01-18T16:38:54.725" v="369" actId="1076"/>
          <ac:spMkLst>
            <pc:docMk/>
            <pc:sldMk cId="2110064574" sldId="2147376246"/>
            <ac:spMk id="73" creationId="{C4B1C66B-0951-12A7-94F5-684C0612CE08}"/>
          </ac:spMkLst>
        </pc:spChg>
        <pc:spChg chg="add mod">
          <ac:chgData name="Malte Heithoff" userId="92960225c14ac204" providerId="LiveId" clId="{2429EF90-D766-4FCC-8062-21DAA3F2F5DE}" dt="2024-01-18T16:38:54.725" v="369" actId="1076"/>
          <ac:spMkLst>
            <pc:docMk/>
            <pc:sldMk cId="2110064574" sldId="2147376246"/>
            <ac:spMk id="74" creationId="{8534C023-FB46-564F-ED53-EBEF19EDA643}"/>
          </ac:spMkLst>
        </pc:spChg>
        <pc:spChg chg="mod">
          <ac:chgData name="Malte Heithoff" userId="92960225c14ac204" providerId="LiveId" clId="{2429EF90-D766-4FCC-8062-21DAA3F2F5DE}" dt="2024-01-18T16:38:22.998" v="354"/>
          <ac:spMkLst>
            <pc:docMk/>
            <pc:sldMk cId="2110064574" sldId="2147376246"/>
            <ac:spMk id="77" creationId="{1D2EDB80-1392-DBCA-E6E2-C859A05ABE3F}"/>
          </ac:spMkLst>
        </pc:spChg>
        <pc:spChg chg="mod">
          <ac:chgData name="Malte Heithoff" userId="92960225c14ac204" providerId="LiveId" clId="{2429EF90-D766-4FCC-8062-21DAA3F2F5DE}" dt="2024-01-18T16:38:22.998" v="354"/>
          <ac:spMkLst>
            <pc:docMk/>
            <pc:sldMk cId="2110064574" sldId="2147376246"/>
            <ac:spMk id="78" creationId="{567CD48D-3258-6353-94CC-08874DE824C4}"/>
          </ac:spMkLst>
        </pc:spChg>
        <pc:spChg chg="mod">
          <ac:chgData name="Malte Heithoff" userId="92960225c14ac204" providerId="LiveId" clId="{2429EF90-D766-4FCC-8062-21DAA3F2F5DE}" dt="2024-01-18T16:38:22.998" v="354"/>
          <ac:spMkLst>
            <pc:docMk/>
            <pc:sldMk cId="2110064574" sldId="2147376246"/>
            <ac:spMk id="80" creationId="{F2AB23B5-4F7B-CC04-FCC3-7250FE5A3138}"/>
          </ac:spMkLst>
        </pc:spChg>
        <pc:spChg chg="mod">
          <ac:chgData name="Malte Heithoff" userId="92960225c14ac204" providerId="LiveId" clId="{2429EF90-D766-4FCC-8062-21DAA3F2F5DE}" dt="2024-01-18T16:38:22.998" v="354"/>
          <ac:spMkLst>
            <pc:docMk/>
            <pc:sldMk cId="2110064574" sldId="2147376246"/>
            <ac:spMk id="81" creationId="{B7EB1516-9AA1-54D3-46AF-472A4D4B6D9D}"/>
          </ac:spMkLst>
        </pc:spChg>
        <pc:spChg chg="mod">
          <ac:chgData name="Malte Heithoff" userId="92960225c14ac204" providerId="LiveId" clId="{2429EF90-D766-4FCC-8062-21DAA3F2F5DE}" dt="2024-01-18T16:38:22.998" v="354"/>
          <ac:spMkLst>
            <pc:docMk/>
            <pc:sldMk cId="2110064574" sldId="2147376246"/>
            <ac:spMk id="82" creationId="{F2C5D95E-7E55-DF7D-5D14-F6FFFB2A5E43}"/>
          </ac:spMkLst>
        </pc:spChg>
        <pc:spChg chg="mod">
          <ac:chgData name="Malte Heithoff" userId="92960225c14ac204" providerId="LiveId" clId="{2429EF90-D766-4FCC-8062-21DAA3F2F5DE}" dt="2024-01-18T16:38:22.998" v="354"/>
          <ac:spMkLst>
            <pc:docMk/>
            <pc:sldMk cId="2110064574" sldId="2147376246"/>
            <ac:spMk id="83" creationId="{76EAADD4-6975-5844-D029-B66F485A5C9D}"/>
          </ac:spMkLst>
        </pc:spChg>
        <pc:spChg chg="mod">
          <ac:chgData name="Malte Heithoff" userId="92960225c14ac204" providerId="LiveId" clId="{2429EF90-D766-4FCC-8062-21DAA3F2F5DE}" dt="2024-01-18T16:38:22.998" v="354"/>
          <ac:spMkLst>
            <pc:docMk/>
            <pc:sldMk cId="2110064574" sldId="2147376246"/>
            <ac:spMk id="84" creationId="{C039F7C6-959E-6E71-22B5-8C2B306F0B21}"/>
          </ac:spMkLst>
        </pc:spChg>
        <pc:spChg chg="mod">
          <ac:chgData name="Malte Heithoff" userId="92960225c14ac204" providerId="LiveId" clId="{2429EF90-D766-4FCC-8062-21DAA3F2F5DE}" dt="2024-01-18T16:38:22.998" v="354"/>
          <ac:spMkLst>
            <pc:docMk/>
            <pc:sldMk cId="2110064574" sldId="2147376246"/>
            <ac:spMk id="85" creationId="{DFB70698-0ECC-0A22-DF99-291C633B0DCD}"/>
          </ac:spMkLst>
        </pc:spChg>
        <pc:spChg chg="add del mod">
          <ac:chgData name="Malte Heithoff" userId="92960225c14ac204" providerId="LiveId" clId="{2429EF90-D766-4FCC-8062-21DAA3F2F5DE}" dt="2024-01-18T16:38:42.258" v="363" actId="478"/>
          <ac:spMkLst>
            <pc:docMk/>
            <pc:sldMk cId="2110064574" sldId="2147376246"/>
            <ac:spMk id="86" creationId="{FC96D9D4-2B8A-DD04-5D5F-1328FC3086A5}"/>
          </ac:spMkLst>
        </pc:spChg>
        <pc:spChg chg="add del mod">
          <ac:chgData name="Malte Heithoff" userId="92960225c14ac204" providerId="LiveId" clId="{2429EF90-D766-4FCC-8062-21DAA3F2F5DE}" dt="2024-01-18T16:38:40.785" v="362" actId="478"/>
          <ac:spMkLst>
            <pc:docMk/>
            <pc:sldMk cId="2110064574" sldId="2147376246"/>
            <ac:spMk id="87" creationId="{347FA8CB-6764-F139-7DC1-1C4BDEF40CD1}"/>
          </ac:spMkLst>
        </pc:spChg>
        <pc:spChg chg="add del mod">
          <ac:chgData name="Malte Heithoff" userId="92960225c14ac204" providerId="LiveId" clId="{2429EF90-D766-4FCC-8062-21DAA3F2F5DE}" dt="2024-01-18T16:38:40.785" v="362" actId="478"/>
          <ac:spMkLst>
            <pc:docMk/>
            <pc:sldMk cId="2110064574" sldId="2147376246"/>
            <ac:spMk id="88" creationId="{9CF87CEF-5D0A-D456-CEE7-5B7917EEFD91}"/>
          </ac:spMkLst>
        </pc:spChg>
        <pc:spChg chg="add del mod">
          <ac:chgData name="Malte Heithoff" userId="92960225c14ac204" providerId="LiveId" clId="{2429EF90-D766-4FCC-8062-21DAA3F2F5DE}" dt="2024-01-18T16:38:38.569" v="361" actId="478"/>
          <ac:spMkLst>
            <pc:docMk/>
            <pc:sldMk cId="2110064574" sldId="2147376246"/>
            <ac:spMk id="89" creationId="{DF22CCFB-5A90-16EB-1480-B1B8177D8D2F}"/>
          </ac:spMkLst>
        </pc:spChg>
        <pc:grpChg chg="add mod">
          <ac:chgData name="Malte Heithoff" userId="92960225c14ac204" providerId="LiveId" clId="{2429EF90-D766-4FCC-8062-21DAA3F2F5DE}" dt="2024-01-18T16:38:54.725" v="369" actId="1076"/>
          <ac:grpSpMkLst>
            <pc:docMk/>
            <pc:sldMk cId="2110064574" sldId="2147376246"/>
            <ac:grpSpMk id="7" creationId="{D8544CBE-747F-87D3-6FC2-1543C61EDE61}"/>
          </ac:grpSpMkLst>
        </pc:grpChg>
        <pc:grpChg chg="mod">
          <ac:chgData name="Malte Heithoff" userId="92960225c14ac204" providerId="LiveId" clId="{2429EF90-D766-4FCC-8062-21DAA3F2F5DE}" dt="2024-01-18T16:38:22.998" v="354"/>
          <ac:grpSpMkLst>
            <pc:docMk/>
            <pc:sldMk cId="2110064574" sldId="2147376246"/>
            <ac:grpSpMk id="8" creationId="{24471941-245C-3BCD-380D-9E1EC93E22F0}"/>
          </ac:grpSpMkLst>
        </pc:grpChg>
        <pc:grpChg chg="add mod">
          <ac:chgData name="Malte Heithoff" userId="92960225c14ac204" providerId="LiveId" clId="{2429EF90-D766-4FCC-8062-21DAA3F2F5DE}" dt="2024-01-18T16:38:54.725" v="369" actId="1076"/>
          <ac:grpSpMkLst>
            <pc:docMk/>
            <pc:sldMk cId="2110064574" sldId="2147376246"/>
            <ac:grpSpMk id="12" creationId="{654F877F-0FFE-F354-897B-30BED9BA164F}"/>
          </ac:grpSpMkLst>
        </pc:grpChg>
        <pc:grpChg chg="mod">
          <ac:chgData name="Malte Heithoff" userId="92960225c14ac204" providerId="LiveId" clId="{2429EF90-D766-4FCC-8062-21DAA3F2F5DE}" dt="2024-01-18T16:38:22.998" v="354"/>
          <ac:grpSpMkLst>
            <pc:docMk/>
            <pc:sldMk cId="2110064574" sldId="2147376246"/>
            <ac:grpSpMk id="13" creationId="{A148EC35-592C-2EF0-339C-64541662CB35}"/>
          </ac:grpSpMkLst>
        </pc:grpChg>
        <pc:grpChg chg="add mod">
          <ac:chgData name="Malte Heithoff" userId="92960225c14ac204" providerId="LiveId" clId="{2429EF90-D766-4FCC-8062-21DAA3F2F5DE}" dt="2024-01-18T16:38:54.725" v="369" actId="1076"/>
          <ac:grpSpMkLst>
            <pc:docMk/>
            <pc:sldMk cId="2110064574" sldId="2147376246"/>
            <ac:grpSpMk id="25" creationId="{E18C8CEA-BC7A-5FD0-C3DD-6567D66C00C1}"/>
          </ac:grpSpMkLst>
        </pc:grpChg>
        <pc:grpChg chg="add mod">
          <ac:chgData name="Malte Heithoff" userId="92960225c14ac204" providerId="LiveId" clId="{2429EF90-D766-4FCC-8062-21DAA3F2F5DE}" dt="2024-01-18T16:38:54.725" v="369" actId="1076"/>
          <ac:grpSpMkLst>
            <pc:docMk/>
            <pc:sldMk cId="2110064574" sldId="2147376246"/>
            <ac:grpSpMk id="39" creationId="{2588B640-62C3-564E-FBF9-F0878374D26F}"/>
          </ac:grpSpMkLst>
        </pc:grpChg>
        <pc:grpChg chg="mod">
          <ac:chgData name="Malte Heithoff" userId="92960225c14ac204" providerId="LiveId" clId="{2429EF90-D766-4FCC-8062-21DAA3F2F5DE}" dt="2024-01-18T16:38:22.998" v="354"/>
          <ac:grpSpMkLst>
            <pc:docMk/>
            <pc:sldMk cId="2110064574" sldId="2147376246"/>
            <ac:grpSpMk id="40" creationId="{CCF77A3C-9E70-B0FE-0F32-CEBE7D0DFD4C}"/>
          </ac:grpSpMkLst>
        </pc:grpChg>
        <pc:grpChg chg="add mod">
          <ac:chgData name="Malte Heithoff" userId="92960225c14ac204" providerId="LiveId" clId="{2429EF90-D766-4FCC-8062-21DAA3F2F5DE}" dt="2024-01-18T16:38:54.725" v="369" actId="1076"/>
          <ac:grpSpMkLst>
            <pc:docMk/>
            <pc:sldMk cId="2110064574" sldId="2147376246"/>
            <ac:grpSpMk id="47" creationId="{E13DC959-A805-F5D4-94ED-D417789ADA48}"/>
          </ac:grpSpMkLst>
        </pc:grpChg>
        <pc:grpChg chg="add mod">
          <ac:chgData name="Malte Heithoff" userId="92960225c14ac204" providerId="LiveId" clId="{2429EF90-D766-4FCC-8062-21DAA3F2F5DE}" dt="2024-01-18T16:38:54.725" v="369" actId="1076"/>
          <ac:grpSpMkLst>
            <pc:docMk/>
            <pc:sldMk cId="2110064574" sldId="2147376246"/>
            <ac:grpSpMk id="75" creationId="{7375AD4B-F3CE-0CC5-FA7A-1A504D136504}"/>
          </ac:grpSpMkLst>
        </pc:grpChg>
        <pc:grpChg chg="mod">
          <ac:chgData name="Malte Heithoff" userId="92960225c14ac204" providerId="LiveId" clId="{2429EF90-D766-4FCC-8062-21DAA3F2F5DE}" dt="2024-01-18T16:38:22.998" v="354"/>
          <ac:grpSpMkLst>
            <pc:docMk/>
            <pc:sldMk cId="2110064574" sldId="2147376246"/>
            <ac:grpSpMk id="76" creationId="{399658A8-AC6B-5874-A6E8-5361A31C66DD}"/>
          </ac:grpSpMkLst>
        </pc:grpChg>
        <pc:cxnChg chg="add mod">
          <ac:chgData name="Malte Heithoff" userId="92960225c14ac204" providerId="LiveId" clId="{2429EF90-D766-4FCC-8062-21DAA3F2F5DE}" dt="2024-01-18T16:38:54.725" v="369" actId="1076"/>
          <ac:cxnSpMkLst>
            <pc:docMk/>
            <pc:sldMk cId="2110064574" sldId="2147376246"/>
            <ac:cxnSpMk id="17" creationId="{64B6D9A8-602A-38C6-B633-DC6EDF5532F6}"/>
          </ac:cxnSpMkLst>
        </pc:cxnChg>
        <pc:cxnChg chg="add mod">
          <ac:chgData name="Malte Heithoff" userId="92960225c14ac204" providerId="LiveId" clId="{2429EF90-D766-4FCC-8062-21DAA3F2F5DE}" dt="2024-01-18T16:38:54.725" v="369" actId="1076"/>
          <ac:cxnSpMkLst>
            <pc:docMk/>
            <pc:sldMk cId="2110064574" sldId="2147376246"/>
            <ac:cxnSpMk id="18" creationId="{E5B8980C-5651-8067-7917-A80036E97A6F}"/>
          </ac:cxnSpMkLst>
        </pc:cxnChg>
        <pc:cxnChg chg="add mod">
          <ac:chgData name="Malte Heithoff" userId="92960225c14ac204" providerId="LiveId" clId="{2429EF90-D766-4FCC-8062-21DAA3F2F5DE}" dt="2024-01-18T16:38:54.725" v="369" actId="1076"/>
          <ac:cxnSpMkLst>
            <pc:docMk/>
            <pc:sldMk cId="2110064574" sldId="2147376246"/>
            <ac:cxnSpMk id="19" creationId="{C1386170-5787-7809-6762-1E28222E23E1}"/>
          </ac:cxnSpMkLst>
        </pc:cxnChg>
        <pc:cxnChg chg="add mod">
          <ac:chgData name="Malte Heithoff" userId="92960225c14ac204" providerId="LiveId" clId="{2429EF90-D766-4FCC-8062-21DAA3F2F5DE}" dt="2024-01-18T16:38:54.725" v="369" actId="1076"/>
          <ac:cxnSpMkLst>
            <pc:docMk/>
            <pc:sldMk cId="2110064574" sldId="2147376246"/>
            <ac:cxnSpMk id="20" creationId="{5E48AE94-D763-5CC2-2782-C91447D47C08}"/>
          </ac:cxnSpMkLst>
        </pc:cxnChg>
        <pc:cxnChg chg="add mod">
          <ac:chgData name="Malte Heithoff" userId="92960225c14ac204" providerId="LiveId" clId="{2429EF90-D766-4FCC-8062-21DAA3F2F5DE}" dt="2024-01-18T16:38:54.725" v="369" actId="1076"/>
          <ac:cxnSpMkLst>
            <pc:docMk/>
            <pc:sldMk cId="2110064574" sldId="2147376246"/>
            <ac:cxnSpMk id="21" creationId="{C5B09879-7FAE-88DC-11CA-D1AFAA8E3B9D}"/>
          </ac:cxnSpMkLst>
        </pc:cxnChg>
        <pc:cxnChg chg="add mod">
          <ac:chgData name="Malte Heithoff" userId="92960225c14ac204" providerId="LiveId" clId="{2429EF90-D766-4FCC-8062-21DAA3F2F5DE}" dt="2024-01-18T16:38:54.725" v="369" actId="1076"/>
          <ac:cxnSpMkLst>
            <pc:docMk/>
            <pc:sldMk cId="2110064574" sldId="2147376246"/>
            <ac:cxnSpMk id="64" creationId="{1B137806-9AD4-FCCE-9C0F-AED4DB752652}"/>
          </ac:cxnSpMkLst>
        </pc:cxnChg>
        <pc:cxnChg chg="add mod">
          <ac:chgData name="Malte Heithoff" userId="92960225c14ac204" providerId="LiveId" clId="{2429EF90-D766-4FCC-8062-21DAA3F2F5DE}" dt="2024-01-18T16:38:54.725" v="369" actId="1076"/>
          <ac:cxnSpMkLst>
            <pc:docMk/>
            <pc:sldMk cId="2110064574" sldId="2147376246"/>
            <ac:cxnSpMk id="65" creationId="{6068C9F4-D87B-6A4C-56A6-F6C0C7D73786}"/>
          </ac:cxnSpMkLst>
        </pc:cxnChg>
        <pc:cxnChg chg="add mod">
          <ac:chgData name="Malte Heithoff" userId="92960225c14ac204" providerId="LiveId" clId="{2429EF90-D766-4FCC-8062-21DAA3F2F5DE}" dt="2024-01-18T16:38:54.725" v="369" actId="1076"/>
          <ac:cxnSpMkLst>
            <pc:docMk/>
            <pc:sldMk cId="2110064574" sldId="2147376246"/>
            <ac:cxnSpMk id="66" creationId="{E2DF0D46-C22C-AC27-4CA2-54711CA15C61}"/>
          </ac:cxnSpMkLst>
        </pc:cxnChg>
        <pc:cxnChg chg="add mod">
          <ac:chgData name="Malte Heithoff" userId="92960225c14ac204" providerId="LiveId" clId="{2429EF90-D766-4FCC-8062-21DAA3F2F5DE}" dt="2024-01-18T16:38:54.725" v="369" actId="1076"/>
          <ac:cxnSpMkLst>
            <pc:docMk/>
            <pc:sldMk cId="2110064574" sldId="2147376246"/>
            <ac:cxnSpMk id="71" creationId="{4977D7ED-9CCC-D1DC-E004-E986A951A610}"/>
          </ac:cxnSpMkLst>
        </pc:cxnChg>
        <pc:cxnChg chg="mod">
          <ac:chgData name="Malte Heithoff" userId="92960225c14ac204" providerId="LiveId" clId="{2429EF90-D766-4FCC-8062-21DAA3F2F5DE}" dt="2024-01-18T16:38:22.998" v="354"/>
          <ac:cxnSpMkLst>
            <pc:docMk/>
            <pc:sldMk cId="2110064574" sldId="2147376246"/>
            <ac:cxnSpMk id="79" creationId="{85DDAE01-F0EB-C16A-B301-516E24186AFD}"/>
          </ac:cxnSpMkLst>
        </pc:cxnChg>
      </pc:sldChg>
      <pc:sldChg chg="modSp add mod">
        <pc:chgData name="Malte Heithoff" userId="92960225c14ac204" providerId="LiveId" clId="{2429EF90-D766-4FCC-8062-21DAA3F2F5DE}" dt="2024-01-18T16:39:19.754" v="371"/>
        <pc:sldMkLst>
          <pc:docMk/>
          <pc:sldMk cId="2199122437" sldId="2147376247"/>
        </pc:sldMkLst>
        <pc:spChg chg="mod">
          <ac:chgData name="Malte Heithoff" userId="92960225c14ac204" providerId="LiveId" clId="{2429EF90-D766-4FCC-8062-21DAA3F2F5DE}" dt="2024-01-18T16:39:19.754" v="371"/>
          <ac:spMkLst>
            <pc:docMk/>
            <pc:sldMk cId="2199122437" sldId="2147376247"/>
            <ac:spMk id="5" creationId="{69BF9D21-14D3-B113-7DA4-43C50D5CEA95}"/>
          </ac:spMkLst>
        </pc:spChg>
      </pc:sldChg>
      <pc:sldChg chg="addSp delSp modSp new mod modClrScheme chgLayout">
        <pc:chgData name="Malte Heithoff" userId="92960225c14ac204" providerId="LiveId" clId="{2429EF90-D766-4FCC-8062-21DAA3F2F5DE}" dt="2024-01-18T16:39:56.084" v="383" actId="478"/>
        <pc:sldMkLst>
          <pc:docMk/>
          <pc:sldMk cId="2274702046" sldId="2147376248"/>
        </pc:sldMkLst>
        <pc:spChg chg="del">
          <ac:chgData name="Malte Heithoff" userId="92960225c14ac204" providerId="LiveId" clId="{2429EF90-D766-4FCC-8062-21DAA3F2F5DE}" dt="2024-01-18T16:39:51.118" v="374" actId="700"/>
          <ac:spMkLst>
            <pc:docMk/>
            <pc:sldMk cId="2274702046" sldId="2147376248"/>
            <ac:spMk id="2" creationId="{B1CE11F4-BF4C-4549-F25B-382BC0C42C4B}"/>
          </ac:spMkLst>
        </pc:spChg>
        <pc:spChg chg="del mod ord">
          <ac:chgData name="Malte Heithoff" userId="92960225c14ac204" providerId="LiveId" clId="{2429EF90-D766-4FCC-8062-21DAA3F2F5DE}" dt="2024-01-18T16:39:51.118" v="374" actId="700"/>
          <ac:spMkLst>
            <pc:docMk/>
            <pc:sldMk cId="2274702046" sldId="2147376248"/>
            <ac:spMk id="3" creationId="{A9C709D2-5854-F126-D803-1DCA57257570}"/>
          </ac:spMkLst>
        </pc:spChg>
        <pc:spChg chg="del mod ord">
          <ac:chgData name="Malte Heithoff" userId="92960225c14ac204" providerId="LiveId" clId="{2429EF90-D766-4FCC-8062-21DAA3F2F5DE}" dt="2024-01-18T16:39:51.118" v="374" actId="700"/>
          <ac:spMkLst>
            <pc:docMk/>
            <pc:sldMk cId="2274702046" sldId="2147376248"/>
            <ac:spMk id="4" creationId="{913F85EF-2683-DB4D-CF1D-238610C02A4F}"/>
          </ac:spMkLst>
        </pc:spChg>
        <pc:spChg chg="add mod ord">
          <ac:chgData name="Malte Heithoff" userId="92960225c14ac204" providerId="LiveId" clId="{2429EF90-D766-4FCC-8062-21DAA3F2F5DE}" dt="2024-01-18T16:39:53.742" v="382" actId="20577"/>
          <ac:spMkLst>
            <pc:docMk/>
            <pc:sldMk cId="2274702046" sldId="2147376248"/>
            <ac:spMk id="5" creationId="{110AA1FC-B2CD-4ECE-6FC4-BF25C2DA85E3}"/>
          </ac:spMkLst>
        </pc:spChg>
        <pc:spChg chg="add del mod ord">
          <ac:chgData name="Malte Heithoff" userId="92960225c14ac204" providerId="LiveId" clId="{2429EF90-D766-4FCC-8062-21DAA3F2F5DE}" dt="2024-01-18T16:39:56.084" v="383" actId="478"/>
          <ac:spMkLst>
            <pc:docMk/>
            <pc:sldMk cId="2274702046" sldId="2147376248"/>
            <ac:spMk id="6" creationId="{F99ED835-E86C-1ADE-CFEB-915D3025E29B}"/>
          </ac:spMkLst>
        </pc:spChg>
      </pc:sldChg>
      <pc:sldChg chg="addSp delSp modSp add mod">
        <pc:chgData name="Malte Heithoff" userId="92960225c14ac204" providerId="LiveId" clId="{2429EF90-D766-4FCC-8062-21DAA3F2F5DE}" dt="2024-01-18T17:00:59.159" v="1337" actId="20577"/>
        <pc:sldMkLst>
          <pc:docMk/>
          <pc:sldMk cId="765649198" sldId="2147376249"/>
        </pc:sldMkLst>
        <pc:spChg chg="mod">
          <ac:chgData name="Malte Heithoff" userId="92960225c14ac204" providerId="LiveId" clId="{2429EF90-D766-4FCC-8062-21DAA3F2F5DE}" dt="2024-01-18T16:43:02.161" v="522" actId="20577"/>
          <ac:spMkLst>
            <pc:docMk/>
            <pc:sldMk cId="765649198" sldId="2147376249"/>
            <ac:spMk id="16" creationId="{6EEDD1B7-3DFF-799C-95E6-611CBA002EFD}"/>
          </ac:spMkLst>
        </pc:spChg>
        <pc:spChg chg="del">
          <ac:chgData name="Malte Heithoff" userId="92960225c14ac204" providerId="LiveId" clId="{2429EF90-D766-4FCC-8062-21DAA3F2F5DE}" dt="2024-01-18T16:42:42.444" v="517" actId="478"/>
          <ac:spMkLst>
            <pc:docMk/>
            <pc:sldMk cId="765649198" sldId="2147376249"/>
            <ac:spMk id="51" creationId="{2F8231CC-2707-4CEA-154B-26B5FBA56CFB}"/>
          </ac:spMkLst>
        </pc:spChg>
        <pc:spChg chg="mod">
          <ac:chgData name="Malte Heithoff" userId="92960225c14ac204" providerId="LiveId" clId="{2429EF90-D766-4FCC-8062-21DAA3F2F5DE}" dt="2024-01-18T16:43:06.249" v="528" actId="20577"/>
          <ac:spMkLst>
            <pc:docMk/>
            <pc:sldMk cId="765649198" sldId="2147376249"/>
            <ac:spMk id="113" creationId="{D33F942E-522C-9479-C29F-548F76CA3445}"/>
          </ac:spMkLst>
        </pc:spChg>
        <pc:spChg chg="mod">
          <ac:chgData name="Malte Heithoff" userId="92960225c14ac204" providerId="LiveId" clId="{2429EF90-D766-4FCC-8062-21DAA3F2F5DE}" dt="2024-01-18T17:00:59.159" v="1337" actId="20577"/>
          <ac:spMkLst>
            <pc:docMk/>
            <pc:sldMk cId="765649198" sldId="2147376249"/>
            <ac:spMk id="171" creationId="{C677517F-1134-7111-FBC7-220DFCEE240E}"/>
          </ac:spMkLst>
        </pc:spChg>
        <pc:spChg chg="mod">
          <ac:chgData name="Malte Heithoff" userId="92960225c14ac204" providerId="LiveId" clId="{2429EF90-D766-4FCC-8062-21DAA3F2F5DE}" dt="2024-01-18T16:41:58.586" v="511" actId="20577"/>
          <ac:spMkLst>
            <pc:docMk/>
            <pc:sldMk cId="765649198" sldId="2147376249"/>
            <ac:spMk id="176" creationId="{0A80357F-8C9C-3B12-4F55-485C2E4E0CC8}"/>
          </ac:spMkLst>
        </pc:spChg>
        <pc:spChg chg="mod">
          <ac:chgData name="Malte Heithoff" userId="92960225c14ac204" providerId="LiveId" clId="{2429EF90-D766-4FCC-8062-21DAA3F2F5DE}" dt="2024-01-18T16:41:51.766" v="501"/>
          <ac:spMkLst>
            <pc:docMk/>
            <pc:sldMk cId="765649198" sldId="2147376249"/>
            <ac:spMk id="177" creationId="{9E4263E4-C7C6-8783-A938-42621CA6667A}"/>
          </ac:spMkLst>
        </pc:spChg>
        <pc:spChg chg="add del mod">
          <ac:chgData name="Malte Heithoff" userId="92960225c14ac204" providerId="LiveId" clId="{2429EF90-D766-4FCC-8062-21DAA3F2F5DE}" dt="2024-01-18T16:41:51.766" v="501"/>
          <ac:spMkLst>
            <pc:docMk/>
            <pc:sldMk cId="765649198" sldId="2147376249"/>
            <ac:spMk id="178" creationId="{2D97B12B-3612-4C4F-9B2C-4A5D73B59D9B}"/>
          </ac:spMkLst>
        </pc:spChg>
        <pc:spChg chg="add del mod">
          <ac:chgData name="Malte Heithoff" userId="92960225c14ac204" providerId="LiveId" clId="{2429EF90-D766-4FCC-8062-21DAA3F2F5DE}" dt="2024-01-18T16:41:51.766" v="501"/>
          <ac:spMkLst>
            <pc:docMk/>
            <pc:sldMk cId="765649198" sldId="2147376249"/>
            <ac:spMk id="179" creationId="{F483DC58-FDC2-DD5D-884D-0D418B41B15D}"/>
          </ac:spMkLst>
        </pc:spChg>
        <pc:spChg chg="mod">
          <ac:chgData name="Malte Heithoff" userId="92960225c14ac204" providerId="LiveId" clId="{2429EF90-D766-4FCC-8062-21DAA3F2F5DE}" dt="2024-01-18T16:42:00.249" v="512"/>
          <ac:spMkLst>
            <pc:docMk/>
            <pc:sldMk cId="765649198" sldId="2147376249"/>
            <ac:spMk id="181" creationId="{CAAB7746-4851-8D9D-FF36-4F6C5F872A75}"/>
          </ac:spMkLst>
        </pc:spChg>
        <pc:spChg chg="mod">
          <ac:chgData name="Malte Heithoff" userId="92960225c14ac204" providerId="LiveId" clId="{2429EF90-D766-4FCC-8062-21DAA3F2F5DE}" dt="2024-01-18T16:41:44.330" v="491"/>
          <ac:spMkLst>
            <pc:docMk/>
            <pc:sldMk cId="765649198" sldId="2147376249"/>
            <ac:spMk id="182" creationId="{2C8048C6-CB58-7B29-13B3-332E4A28C5B0}"/>
          </ac:spMkLst>
        </pc:spChg>
        <pc:spChg chg="add del mod">
          <ac:chgData name="Malte Heithoff" userId="92960225c14ac204" providerId="LiveId" clId="{2429EF90-D766-4FCC-8062-21DAA3F2F5DE}" dt="2024-01-18T16:41:44.330" v="491"/>
          <ac:spMkLst>
            <pc:docMk/>
            <pc:sldMk cId="765649198" sldId="2147376249"/>
            <ac:spMk id="183" creationId="{1FA26872-2898-AB82-98BC-2039ACDF9F2D}"/>
          </ac:spMkLst>
        </pc:spChg>
        <pc:spChg chg="add del mod">
          <ac:chgData name="Malte Heithoff" userId="92960225c14ac204" providerId="LiveId" clId="{2429EF90-D766-4FCC-8062-21DAA3F2F5DE}" dt="2024-01-18T16:41:44.330" v="491"/>
          <ac:spMkLst>
            <pc:docMk/>
            <pc:sldMk cId="765649198" sldId="2147376249"/>
            <ac:spMk id="184" creationId="{5F569989-4173-3487-AD94-640E6DC15809}"/>
          </ac:spMkLst>
        </pc:spChg>
        <pc:spChg chg="mod">
          <ac:chgData name="Malte Heithoff" userId="92960225c14ac204" providerId="LiveId" clId="{2429EF90-D766-4FCC-8062-21DAA3F2F5DE}" dt="2024-01-18T16:42:00.942" v="513"/>
          <ac:spMkLst>
            <pc:docMk/>
            <pc:sldMk cId="765649198" sldId="2147376249"/>
            <ac:spMk id="186" creationId="{2DD155CE-04BF-8BB4-0BEA-5DA1169530DB}"/>
          </ac:spMkLst>
        </pc:spChg>
        <pc:spChg chg="mod">
          <ac:chgData name="Malte Heithoff" userId="92960225c14ac204" providerId="LiveId" clId="{2429EF90-D766-4FCC-8062-21DAA3F2F5DE}" dt="2024-01-18T16:41:56.333" v="507"/>
          <ac:spMkLst>
            <pc:docMk/>
            <pc:sldMk cId="765649198" sldId="2147376249"/>
            <ac:spMk id="187" creationId="{EF92951C-1EF2-BEDF-7DE7-64D769919104}"/>
          </ac:spMkLst>
        </pc:spChg>
        <pc:spChg chg="mod">
          <ac:chgData name="Malte Heithoff" userId="92960225c14ac204" providerId="LiveId" clId="{2429EF90-D766-4FCC-8062-21DAA3F2F5DE}" dt="2024-01-18T16:41:56.333" v="507"/>
          <ac:spMkLst>
            <pc:docMk/>
            <pc:sldMk cId="765649198" sldId="2147376249"/>
            <ac:spMk id="188" creationId="{43A9212B-7FC0-118D-B2DD-305CA5FAC82D}"/>
          </ac:spMkLst>
        </pc:spChg>
        <pc:spChg chg="mod">
          <ac:chgData name="Malte Heithoff" userId="92960225c14ac204" providerId="LiveId" clId="{2429EF90-D766-4FCC-8062-21DAA3F2F5DE}" dt="2024-01-18T16:41:56.333" v="507"/>
          <ac:spMkLst>
            <pc:docMk/>
            <pc:sldMk cId="765649198" sldId="2147376249"/>
            <ac:spMk id="189" creationId="{D5383BF2-9F79-043F-E701-FF9D8A939337}"/>
          </ac:spMkLst>
        </pc:spChg>
        <pc:spChg chg="mod">
          <ac:chgData name="Malte Heithoff" userId="92960225c14ac204" providerId="LiveId" clId="{2429EF90-D766-4FCC-8062-21DAA3F2F5DE}" dt="2024-01-18T17:00:45.231" v="1333" actId="20577"/>
          <ac:spMkLst>
            <pc:docMk/>
            <pc:sldMk cId="765649198" sldId="2147376249"/>
            <ac:spMk id="250" creationId="{0B05E06B-A769-7E83-DA01-519680E1A596}"/>
          </ac:spMkLst>
        </pc:spChg>
        <pc:spChg chg="mod">
          <ac:chgData name="Malte Heithoff" userId="92960225c14ac204" providerId="LiveId" clId="{2429EF90-D766-4FCC-8062-21DAA3F2F5DE}" dt="2024-01-18T16:43:33.877" v="536" actId="20577"/>
          <ac:spMkLst>
            <pc:docMk/>
            <pc:sldMk cId="765649198" sldId="2147376249"/>
            <ac:spMk id="264" creationId="{6B6BDD2F-B8F4-6E5A-A1EE-33F56F947617}"/>
          </ac:spMkLst>
        </pc:spChg>
        <pc:spChg chg="mod">
          <ac:chgData name="Malte Heithoff" userId="92960225c14ac204" providerId="LiveId" clId="{2429EF90-D766-4FCC-8062-21DAA3F2F5DE}" dt="2024-01-18T16:43:20.454" v="532" actId="20577"/>
          <ac:spMkLst>
            <pc:docMk/>
            <pc:sldMk cId="765649198" sldId="2147376249"/>
            <ac:spMk id="269" creationId="{6F804F52-A12C-99DC-D5E8-99B733DFA285}"/>
          </ac:spMkLst>
        </pc:spChg>
        <pc:spChg chg="mod">
          <ac:chgData name="Malte Heithoff" userId="92960225c14ac204" providerId="LiveId" clId="{2429EF90-D766-4FCC-8062-21DAA3F2F5DE}" dt="2024-01-18T16:43:37.475" v="540" actId="20577"/>
          <ac:spMkLst>
            <pc:docMk/>
            <pc:sldMk cId="765649198" sldId="2147376249"/>
            <ac:spMk id="274" creationId="{B8CB8D46-ED81-62DD-351D-96596FD0C538}"/>
          </ac:spMkLst>
        </pc:spChg>
        <pc:grpChg chg="del">
          <ac:chgData name="Malte Heithoff" userId="92960225c14ac204" providerId="LiveId" clId="{2429EF90-D766-4FCC-8062-21DAA3F2F5DE}" dt="2024-01-18T16:42:44.565" v="518" actId="478"/>
          <ac:grpSpMkLst>
            <pc:docMk/>
            <pc:sldMk cId="765649198" sldId="2147376249"/>
            <ac:grpSpMk id="18" creationId="{5730B20F-DD50-5AC4-DCB6-8F349921A79A}"/>
          </ac:grpSpMkLst>
        </pc:grpChg>
        <pc:grpChg chg="mod">
          <ac:chgData name="Malte Heithoff" userId="92960225c14ac204" providerId="LiveId" clId="{2429EF90-D766-4FCC-8062-21DAA3F2F5DE}" dt="2024-01-18T16:41:51.766" v="501"/>
          <ac:grpSpMkLst>
            <pc:docMk/>
            <pc:sldMk cId="765649198" sldId="2147376249"/>
            <ac:grpSpMk id="169" creationId="{0BACF1A3-6329-0A53-2E9F-A8C3C22C7056}"/>
          </ac:grpSpMkLst>
        </pc:grpChg>
        <pc:grpChg chg="mod">
          <ac:chgData name="Malte Heithoff" userId="92960225c14ac204" providerId="LiveId" clId="{2429EF90-D766-4FCC-8062-21DAA3F2F5DE}" dt="2024-01-18T16:41:44.330" v="491"/>
          <ac:grpSpMkLst>
            <pc:docMk/>
            <pc:sldMk cId="765649198" sldId="2147376249"/>
            <ac:grpSpMk id="180" creationId="{9FAD37F7-3050-A902-5F45-28B678B061CE}"/>
          </ac:grpSpMkLst>
        </pc:grpChg>
        <pc:grpChg chg="mod">
          <ac:chgData name="Malte Heithoff" userId="92960225c14ac204" providerId="LiveId" clId="{2429EF90-D766-4FCC-8062-21DAA3F2F5DE}" dt="2024-01-18T16:41:56.333" v="507"/>
          <ac:grpSpMkLst>
            <pc:docMk/>
            <pc:sldMk cId="765649198" sldId="2147376249"/>
            <ac:grpSpMk id="185" creationId="{8F111D09-78BA-0C26-8C77-DADDCCAAC4A6}"/>
          </ac:grpSpMkLst>
        </pc:grpChg>
        <pc:cxnChg chg="del mod">
          <ac:chgData name="Malte Heithoff" userId="92960225c14ac204" providerId="LiveId" clId="{2429EF90-D766-4FCC-8062-21DAA3F2F5DE}" dt="2024-01-18T16:42:45.123" v="519" actId="478"/>
          <ac:cxnSpMkLst>
            <pc:docMk/>
            <pc:sldMk cId="765649198" sldId="2147376249"/>
            <ac:cxnSpMk id="127" creationId="{7795C7DD-3B3A-9E02-044F-8FE4EB10D61F}"/>
          </ac:cxnSpMkLst>
        </pc:cxnChg>
        <pc:cxnChg chg="mod">
          <ac:chgData name="Malte Heithoff" userId="92960225c14ac204" providerId="LiveId" clId="{2429EF90-D766-4FCC-8062-21DAA3F2F5DE}" dt="2024-01-18T16:41:32.509" v="478" actId="1036"/>
          <ac:cxnSpMkLst>
            <pc:docMk/>
            <pc:sldMk cId="765649198" sldId="2147376249"/>
            <ac:cxnSpMk id="190" creationId="{F9E7EC61-CCD4-6173-33E2-68E9CA451DE8}"/>
          </ac:cxnSpMkLst>
        </pc:cxnChg>
        <pc:cxnChg chg="mod">
          <ac:chgData name="Malte Heithoff" userId="92960225c14ac204" providerId="LiveId" clId="{2429EF90-D766-4FCC-8062-21DAA3F2F5DE}" dt="2024-01-18T16:42:03.948" v="514" actId="14100"/>
          <ac:cxnSpMkLst>
            <pc:docMk/>
            <pc:sldMk cId="765649198" sldId="2147376249"/>
            <ac:cxnSpMk id="193" creationId="{FCC0D500-CE15-AC87-636E-EAA802BC4266}"/>
          </ac:cxnSpMkLst>
        </pc:cxnChg>
      </pc:sldChg>
      <pc:sldChg chg="add del">
        <pc:chgData name="Malte Heithoff" userId="92960225c14ac204" providerId="LiveId" clId="{2429EF90-D766-4FCC-8062-21DAA3F2F5DE}" dt="2024-01-18T16:40:08.901" v="385" actId="2696"/>
        <pc:sldMkLst>
          <pc:docMk/>
          <pc:sldMk cId="1555562881" sldId="2147376249"/>
        </pc:sldMkLst>
      </pc:sldChg>
      <pc:sldChg chg="addSp modSp new mod modClrScheme chgLayout">
        <pc:chgData name="Malte Heithoff" userId="92960225c14ac204" providerId="LiveId" clId="{2429EF90-D766-4FCC-8062-21DAA3F2F5DE}" dt="2024-01-18T16:49:24.856" v="1026"/>
        <pc:sldMkLst>
          <pc:docMk/>
          <pc:sldMk cId="3634839354" sldId="2147376250"/>
        </pc:sldMkLst>
        <pc:spChg chg="mod ord">
          <ac:chgData name="Malte Heithoff" userId="92960225c14ac204" providerId="LiveId" clId="{2429EF90-D766-4FCC-8062-21DAA3F2F5DE}" dt="2024-01-18T16:48:35.359" v="974" actId="790"/>
          <ac:spMkLst>
            <pc:docMk/>
            <pc:sldMk cId="3634839354" sldId="2147376250"/>
            <ac:spMk id="2" creationId="{3032B7B8-21FC-8069-DE13-240A65B2168E}"/>
          </ac:spMkLst>
        </pc:spChg>
        <pc:spChg chg="mod ord">
          <ac:chgData name="Malte Heithoff" userId="92960225c14ac204" providerId="LiveId" clId="{2429EF90-D766-4FCC-8062-21DAA3F2F5DE}" dt="2024-01-18T16:48:05.430" v="971" actId="700"/>
          <ac:spMkLst>
            <pc:docMk/>
            <pc:sldMk cId="3634839354" sldId="2147376250"/>
            <ac:spMk id="3" creationId="{76BFE74D-ECF6-C113-311D-9B8B9F01534B}"/>
          </ac:spMkLst>
        </pc:spChg>
        <pc:spChg chg="add mod ord">
          <ac:chgData name="Malte Heithoff" userId="92960225c14ac204" providerId="LiveId" clId="{2429EF90-D766-4FCC-8062-21DAA3F2F5DE}" dt="2024-01-18T16:49:24.856" v="1026"/>
          <ac:spMkLst>
            <pc:docMk/>
            <pc:sldMk cId="3634839354" sldId="2147376250"/>
            <ac:spMk id="4" creationId="{1F7E4ACA-16A8-B016-6373-E18AC055D17B}"/>
          </ac:spMkLst>
        </pc:spChg>
      </pc:sldChg>
      <pc:sldChg chg="modSp add mod">
        <pc:chgData name="Malte Heithoff" userId="92960225c14ac204" providerId="LiveId" clId="{2429EF90-D766-4FCC-8062-21DAA3F2F5DE}" dt="2024-01-18T21:29:19.959" v="1488"/>
        <pc:sldMkLst>
          <pc:docMk/>
          <pc:sldMk cId="1917804694" sldId="2147376251"/>
        </pc:sldMkLst>
        <pc:spChg chg="mod">
          <ac:chgData name="Malte Heithoff" userId="92960225c14ac204" providerId="LiveId" clId="{2429EF90-D766-4FCC-8062-21DAA3F2F5DE}" dt="2024-01-18T21:29:19.959" v="1488"/>
          <ac:spMkLst>
            <pc:docMk/>
            <pc:sldMk cId="1917804694" sldId="2147376251"/>
            <ac:spMk id="4" creationId="{33C43F92-72E7-5C19-A418-EAE1A0DB5BAE}"/>
          </ac:spMkLst>
        </pc:spChg>
      </pc:sldChg>
    </pc:docChg>
  </pc:docChgLst>
  <pc:docChgLst>
    <pc:chgData name="Malte Heithoff" userId="92960225c14ac204" providerId="LiveId" clId="{89B037E3-BE42-4C09-9EB8-C05A3BDB04E9}"/>
    <pc:docChg chg="delSld modSld modSection">
      <pc:chgData name="Malte Heithoff" userId="92960225c14ac204" providerId="LiveId" clId="{89B037E3-BE42-4C09-9EB8-C05A3BDB04E9}" dt="2023-11-29T09:10:10.818" v="60" actId="20577"/>
      <pc:docMkLst>
        <pc:docMk/>
      </pc:docMkLst>
      <pc:sldChg chg="del">
        <pc:chgData name="Malte Heithoff" userId="92960225c14ac204" providerId="LiveId" clId="{89B037E3-BE42-4C09-9EB8-C05A3BDB04E9}" dt="2023-11-29T09:09:32.738" v="58" actId="47"/>
        <pc:sldMkLst>
          <pc:docMk/>
          <pc:sldMk cId="341611194" sldId="2147376232"/>
        </pc:sldMkLst>
      </pc:sldChg>
      <pc:sldChg chg="del">
        <pc:chgData name="Malte Heithoff" userId="92960225c14ac204" providerId="LiveId" clId="{89B037E3-BE42-4C09-9EB8-C05A3BDB04E9}" dt="2023-11-29T09:09:33.404" v="59" actId="47"/>
        <pc:sldMkLst>
          <pc:docMk/>
          <pc:sldMk cId="3261410580" sldId="2147376233"/>
        </pc:sldMkLst>
      </pc:sldChg>
      <pc:sldChg chg="del">
        <pc:chgData name="Malte Heithoff" userId="92960225c14ac204" providerId="LiveId" clId="{89B037E3-BE42-4C09-9EB8-C05A3BDB04E9}" dt="2023-11-29T09:09:23.723" v="57" actId="47"/>
        <pc:sldMkLst>
          <pc:docMk/>
          <pc:sldMk cId="1400790841" sldId="2147376238"/>
        </pc:sldMkLst>
      </pc:sldChg>
      <pc:sldChg chg="modSp mod">
        <pc:chgData name="Malte Heithoff" userId="92960225c14ac204" providerId="LiveId" clId="{89B037E3-BE42-4C09-9EB8-C05A3BDB04E9}" dt="2023-11-29T09:09:15.523" v="56" actId="6549"/>
        <pc:sldMkLst>
          <pc:docMk/>
          <pc:sldMk cId="1277834785" sldId="2147376241"/>
        </pc:sldMkLst>
        <pc:spChg chg="mod">
          <ac:chgData name="Malte Heithoff" userId="92960225c14ac204" providerId="LiveId" clId="{89B037E3-BE42-4C09-9EB8-C05A3BDB04E9}" dt="2023-11-29T09:09:15.523" v="56" actId="6549"/>
          <ac:spMkLst>
            <pc:docMk/>
            <pc:sldMk cId="1277834785" sldId="2147376241"/>
            <ac:spMk id="3" creationId="{F2472BEB-1624-80A2-0806-D1BFE12760F5}"/>
          </ac:spMkLst>
        </pc:spChg>
      </pc:sldChg>
      <pc:sldChg chg="modSp mod">
        <pc:chgData name="Malte Heithoff" userId="92960225c14ac204" providerId="LiveId" clId="{89B037E3-BE42-4C09-9EB8-C05A3BDB04E9}" dt="2023-11-29T09:10:10.818" v="60" actId="20577"/>
        <pc:sldMkLst>
          <pc:docMk/>
          <pc:sldMk cId="1564369664" sldId="2147376242"/>
        </pc:sldMkLst>
        <pc:spChg chg="mod">
          <ac:chgData name="Malte Heithoff" userId="92960225c14ac204" providerId="LiveId" clId="{89B037E3-BE42-4C09-9EB8-C05A3BDB04E9}" dt="2023-11-29T09:10:10.818" v="60" actId="20577"/>
          <ac:spMkLst>
            <pc:docMk/>
            <pc:sldMk cId="1564369664" sldId="2147376242"/>
            <ac:spMk id="3" creationId="{F2472BEB-1624-80A2-0806-D1BFE12760F5}"/>
          </ac:spMkLst>
        </pc:spChg>
      </pc:sldChg>
      <pc:sldChg chg="modSp mod">
        <pc:chgData name="Malte Heithoff" userId="92960225c14ac204" providerId="LiveId" clId="{89B037E3-BE42-4C09-9EB8-C05A3BDB04E9}" dt="2023-11-29T09:09:01.947" v="28" actId="6549"/>
        <pc:sldMkLst>
          <pc:docMk/>
          <pc:sldMk cId="3661780645" sldId="2147376243"/>
        </pc:sldMkLst>
        <pc:spChg chg="mod">
          <ac:chgData name="Malte Heithoff" userId="92960225c14ac204" providerId="LiveId" clId="{89B037E3-BE42-4C09-9EB8-C05A3BDB04E9}" dt="2023-11-29T09:09:01.947" v="28" actId="6549"/>
          <ac:spMkLst>
            <pc:docMk/>
            <pc:sldMk cId="3661780645" sldId="2147376243"/>
            <ac:spMk id="3" creationId="{F2472BEB-1624-80A2-0806-D1BFE12760F5}"/>
          </ac:spMkLst>
        </pc:spChg>
      </pc:sldChg>
      <pc:sldChg chg="modSp mod">
        <pc:chgData name="Malte Heithoff" userId="92960225c14ac204" providerId="LiveId" clId="{89B037E3-BE42-4C09-9EB8-C05A3BDB04E9}" dt="2023-11-29T09:09:08.714" v="42" actId="20577"/>
        <pc:sldMkLst>
          <pc:docMk/>
          <pc:sldMk cId="4202127202" sldId="2147376244"/>
        </pc:sldMkLst>
        <pc:spChg chg="mod">
          <ac:chgData name="Malte Heithoff" userId="92960225c14ac204" providerId="LiveId" clId="{89B037E3-BE42-4C09-9EB8-C05A3BDB04E9}" dt="2023-11-29T09:09:08.714" v="42" actId="20577"/>
          <ac:spMkLst>
            <pc:docMk/>
            <pc:sldMk cId="4202127202" sldId="2147376244"/>
            <ac:spMk id="3" creationId="{9066F73B-7FFD-AA6B-520B-D7CE6896506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12" tIns="44106" rIns="88212" bIns="44106" rtlCol="0"/>
          <a:lstStyle>
            <a:lvl1pPr algn="l" eaLnBrk="1" fontAlgn="auto" hangingPunct="1">
              <a:spcBef>
                <a:spcPts val="0"/>
              </a:spcBef>
              <a:spcAft>
                <a:spcPts val="0"/>
              </a:spcAft>
              <a:defRPr sz="1200">
                <a:latin typeface="+mn-lt"/>
                <a:ea typeface="+mn-ea"/>
                <a:cs typeface="+mn-cs"/>
              </a:defRPr>
            </a:lvl1pPr>
          </a:lstStyle>
          <a:p>
            <a:pPr>
              <a:defRPr/>
            </a:pPr>
            <a:endParaRPr lang="de-DE"/>
          </a:p>
        </p:txBody>
      </p:sp>
      <p:sp>
        <p:nvSpPr>
          <p:cNvPr id="3" name="Datumsplatzhalter 2"/>
          <p:cNvSpPr>
            <a:spLocks noGrp="1"/>
          </p:cNvSpPr>
          <p:nvPr>
            <p:ph type="dt" sz="quarter" idx="1"/>
          </p:nvPr>
        </p:nvSpPr>
        <p:spPr>
          <a:xfrm>
            <a:off x="3850295" y="1"/>
            <a:ext cx="2945862" cy="497333"/>
          </a:xfrm>
          <a:prstGeom prst="rect">
            <a:avLst/>
          </a:prstGeom>
        </p:spPr>
        <p:txBody>
          <a:bodyPr vert="horz" wrap="square" lIns="88212" tIns="44106" rIns="88212" bIns="44106" numCol="1" anchor="t" anchorCtr="0" compatLnSpc="1">
            <a:prstTxWarp prst="textNoShape">
              <a:avLst/>
            </a:prstTxWarp>
          </a:bodyPr>
          <a:lstStyle>
            <a:lvl1pPr algn="r" eaLnBrk="1" hangingPunct="1">
              <a:defRPr sz="1000" smtClean="0"/>
            </a:lvl1pPr>
          </a:lstStyle>
          <a:p>
            <a:pPr>
              <a:defRPr/>
            </a:pPr>
            <a:fld id="{88BCBB3B-932A-4D6C-900D-9F4B28686221}" type="datetimeFigureOut">
              <a:rPr lang="de-DE" altLang="de-DE"/>
              <a:pPr>
                <a:defRPr/>
              </a:pPr>
              <a:t>01.03.2024</a:t>
            </a:fld>
            <a:endParaRPr lang="de-DE" altLang="de-DE"/>
          </a:p>
        </p:txBody>
      </p:sp>
      <p:sp>
        <p:nvSpPr>
          <p:cNvPr id="4" name="Fußzeilenplatzhalter 3"/>
          <p:cNvSpPr>
            <a:spLocks noGrp="1"/>
          </p:cNvSpPr>
          <p:nvPr>
            <p:ph type="ftr" sz="quarter" idx="2"/>
          </p:nvPr>
        </p:nvSpPr>
        <p:spPr>
          <a:xfrm>
            <a:off x="0" y="9429306"/>
            <a:ext cx="2945862" cy="497333"/>
          </a:xfrm>
          <a:prstGeom prst="rect">
            <a:avLst/>
          </a:prstGeom>
        </p:spPr>
        <p:txBody>
          <a:bodyPr vert="horz" lIns="88212" tIns="44106" rIns="88212" bIns="44106" rtlCol="0" anchor="b"/>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5" name="Foliennummernplatzhalter 4"/>
          <p:cNvSpPr>
            <a:spLocks noGrp="1"/>
          </p:cNvSpPr>
          <p:nvPr>
            <p:ph type="sldNum" sz="quarter" idx="3"/>
          </p:nvPr>
        </p:nvSpPr>
        <p:spPr>
          <a:xfrm>
            <a:off x="3850295" y="9429306"/>
            <a:ext cx="2945862" cy="497333"/>
          </a:xfrm>
          <a:prstGeom prst="rect">
            <a:avLst/>
          </a:prstGeom>
        </p:spPr>
        <p:txBody>
          <a:bodyPr vert="horz" wrap="square" lIns="88212" tIns="44106" rIns="88212" bIns="44106" numCol="1" anchor="b" anchorCtr="0" compatLnSpc="1">
            <a:prstTxWarp prst="textNoShape">
              <a:avLst/>
            </a:prstTxWarp>
          </a:bodyPr>
          <a:lstStyle>
            <a:lvl1pPr algn="r" eaLnBrk="1" hangingPunct="1">
              <a:defRPr sz="1000"/>
            </a:lvl1pPr>
          </a:lstStyle>
          <a:p>
            <a:fld id="{935FA329-B071-4BC1-BBB5-3B07BBB55D93}" type="slidenum">
              <a:rPr lang="de-DE" altLang="de-DE"/>
              <a:pPr/>
              <a:t>‹Nr.›</a:t>
            </a:fld>
            <a:endParaRPr lang="de-DE" altLang="de-D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12" tIns="44106" rIns="88212" bIns="44106" rtlCol="0"/>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3" name="Datumsplatzhalter 2"/>
          <p:cNvSpPr>
            <a:spLocks noGrp="1"/>
          </p:cNvSpPr>
          <p:nvPr>
            <p:ph type="dt" idx="1"/>
          </p:nvPr>
        </p:nvSpPr>
        <p:spPr>
          <a:xfrm>
            <a:off x="3850295" y="1"/>
            <a:ext cx="2945862" cy="497333"/>
          </a:xfrm>
          <a:prstGeom prst="rect">
            <a:avLst/>
          </a:prstGeom>
        </p:spPr>
        <p:txBody>
          <a:bodyPr vert="horz" wrap="square" lIns="88212" tIns="44106" rIns="88212" bIns="44106" numCol="1" anchor="t" anchorCtr="0" compatLnSpc="1">
            <a:prstTxWarp prst="textNoShape">
              <a:avLst/>
            </a:prstTxWarp>
          </a:bodyPr>
          <a:lstStyle>
            <a:lvl1pPr algn="r" eaLnBrk="1" hangingPunct="1">
              <a:defRPr sz="1000" smtClean="0"/>
            </a:lvl1pPr>
          </a:lstStyle>
          <a:p>
            <a:pPr>
              <a:defRPr/>
            </a:pPr>
            <a:fld id="{B02CD211-E599-4F87-85BA-4D602CEE05A3}" type="datetimeFigureOut">
              <a:rPr lang="de-DE" altLang="de-DE"/>
              <a:pPr>
                <a:defRPr/>
              </a:pPr>
              <a:t>01.03.2024</a:t>
            </a:fld>
            <a:endParaRPr lang="de-DE" altLang="de-DE"/>
          </a:p>
        </p:txBody>
      </p:sp>
      <p:sp>
        <p:nvSpPr>
          <p:cNvPr id="4" name="Folienbildplatzhalter 3"/>
          <p:cNvSpPr>
            <a:spLocks noGrp="1" noRot="1" noChangeAspect="1"/>
          </p:cNvSpPr>
          <p:nvPr>
            <p:ph type="sldImg" idx="2"/>
          </p:nvPr>
        </p:nvSpPr>
        <p:spPr>
          <a:xfrm>
            <a:off x="420688" y="1241425"/>
            <a:ext cx="5956300" cy="3351213"/>
          </a:xfrm>
          <a:prstGeom prst="rect">
            <a:avLst/>
          </a:prstGeom>
          <a:noFill/>
          <a:ln w="12700">
            <a:solidFill>
              <a:prstClr val="black"/>
            </a:solidFill>
          </a:ln>
        </p:spPr>
        <p:txBody>
          <a:bodyPr vert="horz" lIns="88212" tIns="44106" rIns="88212" bIns="44106" rtlCol="0" anchor="ctr"/>
          <a:lstStyle/>
          <a:p>
            <a:pPr lvl="0"/>
            <a:endParaRPr lang="de-DE" noProof="0"/>
          </a:p>
        </p:txBody>
      </p:sp>
      <p:sp>
        <p:nvSpPr>
          <p:cNvPr id="5" name="Notizenplatzhalter 4"/>
          <p:cNvSpPr>
            <a:spLocks noGrp="1"/>
          </p:cNvSpPr>
          <p:nvPr>
            <p:ph type="body" sz="quarter" idx="3"/>
          </p:nvPr>
        </p:nvSpPr>
        <p:spPr>
          <a:xfrm>
            <a:off x="679465" y="4777782"/>
            <a:ext cx="5438748" cy="3907834"/>
          </a:xfrm>
          <a:prstGeom prst="rect">
            <a:avLst/>
          </a:prstGeom>
        </p:spPr>
        <p:txBody>
          <a:bodyPr vert="horz" wrap="square" lIns="88212" tIns="44106" rIns="88212" bIns="44106" numCol="1" anchor="t" anchorCtr="0" compatLnSpc="1">
            <a:prstTxWarp prst="textNoShape">
              <a:avLst/>
            </a:prstTxWarp>
          </a:bodyPr>
          <a:lstStyle/>
          <a:p>
            <a:pPr lvl="0"/>
            <a:r>
              <a:rPr lang="de-DE" altLang="de-DE" noProof="0"/>
              <a:t>Textmasterformat bearbeiten</a:t>
            </a:r>
          </a:p>
          <a:p>
            <a:pPr lvl="1"/>
            <a:r>
              <a:rPr lang="de-DE" altLang="de-DE" noProof="0"/>
              <a:t>Zweite Ebene</a:t>
            </a:r>
          </a:p>
          <a:p>
            <a:pPr lvl="2"/>
            <a:r>
              <a:rPr lang="de-DE" altLang="de-DE" noProof="0"/>
              <a:t>Dritte Ebene</a:t>
            </a:r>
          </a:p>
          <a:p>
            <a:pPr lvl="3"/>
            <a:r>
              <a:rPr lang="de-DE" altLang="de-DE" noProof="0"/>
              <a:t>Vierte Ebene</a:t>
            </a:r>
          </a:p>
          <a:p>
            <a:pPr lvl="4"/>
            <a:r>
              <a:rPr lang="de-DE" altLang="de-DE" noProof="0"/>
              <a:t>Fünfte Ebene</a:t>
            </a:r>
          </a:p>
        </p:txBody>
      </p:sp>
      <p:sp>
        <p:nvSpPr>
          <p:cNvPr id="6" name="Fußzeilenplatzhalter 5"/>
          <p:cNvSpPr>
            <a:spLocks noGrp="1"/>
          </p:cNvSpPr>
          <p:nvPr>
            <p:ph type="ftr" sz="quarter" idx="4"/>
          </p:nvPr>
        </p:nvSpPr>
        <p:spPr>
          <a:xfrm>
            <a:off x="0" y="9429306"/>
            <a:ext cx="2945862" cy="497333"/>
          </a:xfrm>
          <a:prstGeom prst="rect">
            <a:avLst/>
          </a:prstGeom>
        </p:spPr>
        <p:txBody>
          <a:bodyPr vert="horz" lIns="88212" tIns="44106" rIns="88212" bIns="44106" rtlCol="0" anchor="b"/>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7" name="Foliennummernplatzhalter 6"/>
          <p:cNvSpPr>
            <a:spLocks noGrp="1"/>
          </p:cNvSpPr>
          <p:nvPr>
            <p:ph type="sldNum" sz="quarter" idx="5"/>
          </p:nvPr>
        </p:nvSpPr>
        <p:spPr>
          <a:xfrm>
            <a:off x="3850295" y="9429306"/>
            <a:ext cx="2945862" cy="497333"/>
          </a:xfrm>
          <a:prstGeom prst="rect">
            <a:avLst/>
          </a:prstGeom>
        </p:spPr>
        <p:txBody>
          <a:bodyPr vert="horz" wrap="square" lIns="88212" tIns="44106" rIns="88212" bIns="44106" numCol="1" anchor="b" anchorCtr="0" compatLnSpc="1">
            <a:prstTxWarp prst="textNoShape">
              <a:avLst/>
            </a:prstTxWarp>
          </a:bodyPr>
          <a:lstStyle>
            <a:lvl1pPr algn="r" eaLnBrk="1" hangingPunct="1">
              <a:defRPr sz="1000"/>
            </a:lvl1pPr>
          </a:lstStyle>
          <a:p>
            <a:fld id="{1BC8D279-B8BC-4FA6-86F2-E41329D88EBB}" type="slidenum">
              <a:rPr lang="de-DE" altLang="de-DE"/>
              <a:pPr/>
              <a:t>‹Nr.›</a:t>
            </a:fld>
            <a:endParaRPr lang="de-DE" altLang="de-DE"/>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000" kern="1200">
        <a:solidFill>
          <a:schemeClr val="tx1"/>
        </a:solidFill>
        <a:latin typeface="Arial" pitchFamily="34" charset="0"/>
        <a:ea typeface="ＭＳ Ｐゴシック" charset="0"/>
        <a:cs typeface="Arial" pitchFamily="34" charset="0"/>
      </a:defRPr>
    </a:lvl1pPr>
    <a:lvl2pPr marL="4572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2pPr>
    <a:lvl3pPr marL="9144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3pPr>
    <a:lvl4pPr marL="13716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4pPr>
    <a:lvl5pPr marL="18288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p:spPr>
        <p:txBody>
          <a:bodyPr/>
          <a:lstStyle/>
          <a:p>
            <a:fld id="{668E4ED0-4097-48FF-9E2B-CD0FFFCB8F54}" type="slidenum">
              <a:rPr lang="de-DE" smtClean="0"/>
              <a:pPr/>
              <a:t>1</a:t>
            </a:fld>
            <a:endParaRPr lang="de-DE"/>
          </a:p>
        </p:txBody>
      </p:sp>
      <p:sp>
        <p:nvSpPr>
          <p:cNvPr id="44035" name="Rectangle 2"/>
          <p:cNvSpPr>
            <a:spLocks noGrp="1" noRot="1" noChangeAspect="1" noChangeArrowheads="1" noTextEdit="1"/>
          </p:cNvSpPr>
          <p:nvPr>
            <p:ph type="sldImg"/>
          </p:nvPr>
        </p:nvSpPr>
        <p:spPr>
          <a:xfrm>
            <a:off x="150813" y="704850"/>
            <a:ext cx="6262687" cy="3524250"/>
          </a:xfrm>
          <a:ln/>
        </p:spPr>
      </p:sp>
      <p:sp>
        <p:nvSpPr>
          <p:cNvPr id="44036"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4040458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30180846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592528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867471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12212954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9691692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96916925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image" Target="../media/image3.emf"/><Relationship Id="rId4" Type="http://schemas.openxmlformats.org/officeDocument/2006/relationships/oleObject" Target="../embeddings/oleObject1.bin"/></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el und Foto">
    <p:spTree>
      <p:nvGrpSpPr>
        <p:cNvPr id="1" name=""/>
        <p:cNvGrpSpPr/>
        <p:nvPr/>
      </p:nvGrpSpPr>
      <p:grpSpPr>
        <a:xfrm>
          <a:off x="0" y="0"/>
          <a:ext cx="0" cy="0"/>
          <a:chOff x="0" y="0"/>
          <a:chExt cx="0" cy="0"/>
        </a:xfrm>
      </p:grpSpPr>
      <p:pic>
        <p:nvPicPr>
          <p:cNvPr id="9"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4" name="Gruppieren 13">
            <a:extLst>
              <a:ext uri="{FF2B5EF4-FFF2-40B4-BE49-F238E27FC236}">
                <a16:creationId xmlns:a16="http://schemas.microsoft.com/office/drawing/2014/main" id="{88F71EE3-D70A-4C02-A968-4B934D1A0EFF}"/>
              </a:ext>
            </a:extLst>
          </p:cNvPr>
          <p:cNvGrpSpPr/>
          <p:nvPr/>
        </p:nvGrpSpPr>
        <p:grpSpPr>
          <a:xfrm>
            <a:off x="107622" y="2351366"/>
            <a:ext cx="11972884" cy="50805"/>
            <a:chOff x="107622" y="6209964"/>
            <a:chExt cx="11972884" cy="50805"/>
          </a:xfrm>
        </p:grpSpPr>
        <p:grpSp>
          <p:nvGrpSpPr>
            <p:cNvPr id="15" name="Gruppieren 14">
              <a:extLst>
                <a:ext uri="{FF2B5EF4-FFF2-40B4-BE49-F238E27FC236}">
                  <a16:creationId xmlns:a16="http://schemas.microsoft.com/office/drawing/2014/main" id="{7C845E14-D05D-4847-8D0F-48B225F97F2B}"/>
                </a:ext>
              </a:extLst>
            </p:cNvPr>
            <p:cNvGrpSpPr/>
            <p:nvPr/>
          </p:nvGrpSpPr>
          <p:grpSpPr>
            <a:xfrm>
              <a:off x="107622" y="6209964"/>
              <a:ext cx="11533593" cy="50805"/>
              <a:chOff x="348640" y="815854"/>
              <a:chExt cx="11533593" cy="50805"/>
            </a:xfrm>
          </p:grpSpPr>
          <p:cxnSp>
            <p:nvCxnSpPr>
              <p:cNvPr id="22" name="Gerader Verbinder 21">
                <a:extLst>
                  <a:ext uri="{FF2B5EF4-FFF2-40B4-BE49-F238E27FC236}">
                    <a16:creationId xmlns:a16="http://schemas.microsoft.com/office/drawing/2014/main" id="{DEAA3F24-7ABD-43F2-AA45-BF5173CF32C5}"/>
                  </a:ext>
                </a:extLst>
              </p:cNvPr>
              <p:cNvCxnSpPr/>
              <p:nvPr/>
            </p:nvCxnSpPr>
            <p:spPr>
              <a:xfrm>
                <a:off x="348640" y="815854"/>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6AFAD796-294C-4678-84E4-36609DA3DE96}"/>
                  </a:ext>
                </a:extLst>
              </p:cNvPr>
              <p:cNvCxnSpPr/>
              <p:nvPr/>
            </p:nvCxnSpPr>
            <p:spPr>
              <a:xfrm>
                <a:off x="398258" y="866659"/>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9" name="Gruppieren 18">
              <a:extLst>
                <a:ext uri="{FF2B5EF4-FFF2-40B4-BE49-F238E27FC236}">
                  <a16:creationId xmlns:a16="http://schemas.microsoft.com/office/drawing/2014/main" id="{2C515608-7894-4009-BE21-62D65B382976}"/>
                </a:ext>
              </a:extLst>
            </p:cNvPr>
            <p:cNvGrpSpPr/>
            <p:nvPr/>
          </p:nvGrpSpPr>
          <p:grpSpPr>
            <a:xfrm>
              <a:off x="11552113" y="6209964"/>
              <a:ext cx="528393" cy="50805"/>
              <a:chOff x="422890" y="1711364"/>
              <a:chExt cx="528393" cy="50805"/>
            </a:xfrm>
          </p:grpSpPr>
          <p:cxnSp>
            <p:nvCxnSpPr>
              <p:cNvPr id="20" name="Gerader Verbinder 19">
                <a:extLst>
                  <a:ext uri="{FF2B5EF4-FFF2-40B4-BE49-F238E27FC236}">
                    <a16:creationId xmlns:a16="http://schemas.microsoft.com/office/drawing/2014/main" id="{0334CBD9-C046-4B8D-8306-1B31D1E6CD28}"/>
                  </a:ext>
                </a:extLst>
              </p:cNvPr>
              <p:cNvCxnSpPr/>
              <p:nvPr/>
            </p:nvCxnSpPr>
            <p:spPr>
              <a:xfrm>
                <a:off x="422890" y="1711364"/>
                <a:ext cx="4787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10AEC939-0940-4439-A734-7AAF6763DFF8}"/>
                  </a:ext>
                </a:extLst>
              </p:cNvPr>
              <p:cNvCxnSpPr/>
              <p:nvPr/>
            </p:nvCxnSpPr>
            <p:spPr>
              <a:xfrm>
                <a:off x="472508" y="1762169"/>
                <a:ext cx="4787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grpSp>
        <p:nvGrpSpPr>
          <p:cNvPr id="24" name="Gruppieren 23">
            <a:extLst>
              <a:ext uri="{FF2B5EF4-FFF2-40B4-BE49-F238E27FC236}">
                <a16:creationId xmlns:a16="http://schemas.microsoft.com/office/drawing/2014/main" id="{942CAEF3-4F48-4FEC-9E09-79D3F41BC518}"/>
              </a:ext>
            </a:extLst>
          </p:cNvPr>
          <p:cNvGrpSpPr/>
          <p:nvPr/>
        </p:nvGrpSpPr>
        <p:grpSpPr>
          <a:xfrm>
            <a:off x="643376" y="2351364"/>
            <a:ext cx="50806" cy="4388819"/>
            <a:chOff x="643376" y="2351365"/>
            <a:chExt cx="50806" cy="3909404"/>
          </a:xfrm>
        </p:grpSpPr>
        <p:cxnSp>
          <p:nvCxnSpPr>
            <p:cNvPr id="25" name="Gerader Verbinder 24">
              <a:extLst>
                <a:ext uri="{FF2B5EF4-FFF2-40B4-BE49-F238E27FC236}">
                  <a16:creationId xmlns:a16="http://schemas.microsoft.com/office/drawing/2014/main" id="{15E654C8-5ED2-482F-82FE-D8B7AB672D1B}"/>
                </a:ext>
              </a:extLst>
            </p:cNvPr>
            <p:cNvCxnSpPr/>
            <p:nvPr/>
          </p:nvCxnSpPr>
          <p:spPr>
            <a:xfrm flipH="1">
              <a:off x="643376" y="2351365"/>
              <a:ext cx="1" cy="3858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85CBF0CD-26F9-4ACF-A893-9837FC6A792A}"/>
                </a:ext>
              </a:extLst>
            </p:cNvPr>
            <p:cNvCxnSpPr/>
            <p:nvPr/>
          </p:nvCxnSpPr>
          <p:spPr>
            <a:xfrm flipH="1">
              <a:off x="694181" y="2400983"/>
              <a:ext cx="1" cy="38597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7" name="Title 1">
            <a:extLst>
              <a:ext uri="{FF2B5EF4-FFF2-40B4-BE49-F238E27FC236}">
                <a16:creationId xmlns:a16="http://schemas.microsoft.com/office/drawing/2014/main" id="{3B422C15-1DE6-4DF9-8E96-5CA1632191C0}"/>
              </a:ext>
            </a:extLst>
          </p:cNvPr>
          <p:cNvSpPr>
            <a:spLocks noGrp="1"/>
          </p:cNvSpPr>
          <p:nvPr>
            <p:ph type="ctrTitle"/>
          </p:nvPr>
        </p:nvSpPr>
        <p:spPr>
          <a:xfrm>
            <a:off x="932434" y="2584876"/>
            <a:ext cx="10886925"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noProof="0"/>
              <a:t>Mastertitelformat bearbeiten</a:t>
            </a:r>
            <a:endParaRPr lang="en-US" noProof="0"/>
          </a:p>
        </p:txBody>
      </p:sp>
      <p:sp>
        <p:nvSpPr>
          <p:cNvPr id="28" name="Subtitle 2">
            <a:extLst>
              <a:ext uri="{FF2B5EF4-FFF2-40B4-BE49-F238E27FC236}">
                <a16:creationId xmlns:a16="http://schemas.microsoft.com/office/drawing/2014/main" id="{983979DD-F31A-4483-BB1A-22D5710FA3C4}"/>
              </a:ext>
            </a:extLst>
          </p:cNvPr>
          <p:cNvSpPr>
            <a:spLocks noGrp="1"/>
          </p:cNvSpPr>
          <p:nvPr>
            <p:ph type="subTitle" idx="1" hasCustomPrompt="1"/>
          </p:nvPr>
        </p:nvSpPr>
        <p:spPr>
          <a:xfrm>
            <a:off x="932434" y="3078076"/>
            <a:ext cx="10886925" cy="926892"/>
          </a:xfrm>
          <a:prstGeom prst="rect">
            <a:avLst/>
          </a:prstGeom>
        </p:spPr>
        <p:txBody>
          <a:bodyPr lIns="0" tIns="0" rIns="0" bIns="0"/>
          <a:lstStyle>
            <a:lvl1pPr marL="0" indent="0" algn="l" eaLnBrk="1" hangingPunct="1">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eaLnBrk="1" hangingPunct="1"/>
            <a:r>
              <a:rPr lang="en-US" noProof="0" err="1"/>
              <a:t>Untertitelmasters</a:t>
            </a:r>
            <a:r>
              <a:rPr lang="en-US" noProof="0"/>
              <a:t> </a:t>
            </a:r>
            <a:r>
              <a:rPr lang="en-US" noProof="0" err="1"/>
              <a:t>durch</a:t>
            </a:r>
            <a:r>
              <a:rPr lang="en-US" noProof="0"/>
              <a:t> </a:t>
            </a:r>
            <a:r>
              <a:rPr lang="en-US" noProof="0" err="1"/>
              <a:t>Klicken</a:t>
            </a:r>
            <a:r>
              <a:rPr lang="en-US" noProof="0"/>
              <a:t> </a:t>
            </a:r>
            <a:r>
              <a:rPr lang="en-US" noProof="0" err="1"/>
              <a:t>bearbeiten</a:t>
            </a:r>
            <a:endParaRPr lang="en-US" noProof="0"/>
          </a:p>
        </p:txBody>
      </p:sp>
      <p:grpSp>
        <p:nvGrpSpPr>
          <p:cNvPr id="16" name="Gruppieren 15">
            <a:extLst>
              <a:ext uri="{FF2B5EF4-FFF2-40B4-BE49-F238E27FC236}">
                <a16:creationId xmlns:a16="http://schemas.microsoft.com/office/drawing/2014/main" id="{7EE02E37-16C7-4AED-B03D-D2D32DD5AE21}"/>
              </a:ext>
            </a:extLst>
          </p:cNvPr>
          <p:cNvGrpSpPr/>
          <p:nvPr userDrawn="1"/>
        </p:nvGrpSpPr>
        <p:grpSpPr>
          <a:xfrm>
            <a:off x="107622" y="2351366"/>
            <a:ext cx="11972884" cy="50805"/>
            <a:chOff x="107622" y="6209964"/>
            <a:chExt cx="11972884" cy="50805"/>
          </a:xfrm>
        </p:grpSpPr>
        <p:grpSp>
          <p:nvGrpSpPr>
            <p:cNvPr id="17" name="Gruppieren 16">
              <a:extLst>
                <a:ext uri="{FF2B5EF4-FFF2-40B4-BE49-F238E27FC236}">
                  <a16:creationId xmlns:a16="http://schemas.microsoft.com/office/drawing/2014/main" id="{757562EE-1B2D-44E7-A590-9E9EDBC85B94}"/>
                </a:ext>
              </a:extLst>
            </p:cNvPr>
            <p:cNvGrpSpPr/>
            <p:nvPr userDrawn="1"/>
          </p:nvGrpSpPr>
          <p:grpSpPr>
            <a:xfrm>
              <a:off x="107622" y="6209964"/>
              <a:ext cx="11533593" cy="50805"/>
              <a:chOff x="348640" y="815854"/>
              <a:chExt cx="11533593" cy="50805"/>
            </a:xfrm>
          </p:grpSpPr>
          <p:cxnSp>
            <p:nvCxnSpPr>
              <p:cNvPr id="31" name="Gerader Verbinder 30">
                <a:extLst>
                  <a:ext uri="{FF2B5EF4-FFF2-40B4-BE49-F238E27FC236}">
                    <a16:creationId xmlns:a16="http://schemas.microsoft.com/office/drawing/2014/main" id="{5705C926-C661-4870-90F5-B8FE6824FA3E}"/>
                  </a:ext>
                </a:extLst>
              </p:cNvPr>
              <p:cNvCxnSpPr/>
              <p:nvPr userDrawn="1"/>
            </p:nvCxnSpPr>
            <p:spPr>
              <a:xfrm>
                <a:off x="348640" y="815854"/>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61340FDD-0028-43F6-9B43-780A9256EA84}"/>
                  </a:ext>
                </a:extLst>
              </p:cNvPr>
              <p:cNvCxnSpPr/>
              <p:nvPr userDrawn="1"/>
            </p:nvCxnSpPr>
            <p:spPr>
              <a:xfrm>
                <a:off x="398258" y="866659"/>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8" name="Gruppieren 17">
              <a:extLst>
                <a:ext uri="{FF2B5EF4-FFF2-40B4-BE49-F238E27FC236}">
                  <a16:creationId xmlns:a16="http://schemas.microsoft.com/office/drawing/2014/main" id="{67471FCE-9EBC-4563-B643-791B6D9CF2C5}"/>
                </a:ext>
              </a:extLst>
            </p:cNvPr>
            <p:cNvGrpSpPr/>
            <p:nvPr userDrawn="1"/>
          </p:nvGrpSpPr>
          <p:grpSpPr>
            <a:xfrm>
              <a:off x="11552113" y="6209964"/>
              <a:ext cx="528393" cy="50805"/>
              <a:chOff x="422890" y="1711364"/>
              <a:chExt cx="528393" cy="50805"/>
            </a:xfrm>
          </p:grpSpPr>
          <p:cxnSp>
            <p:nvCxnSpPr>
              <p:cNvPr id="29" name="Gerader Verbinder 28">
                <a:extLst>
                  <a:ext uri="{FF2B5EF4-FFF2-40B4-BE49-F238E27FC236}">
                    <a16:creationId xmlns:a16="http://schemas.microsoft.com/office/drawing/2014/main" id="{DEBBEDD9-913B-43A7-92D2-70200277794A}"/>
                  </a:ext>
                </a:extLst>
              </p:cNvPr>
              <p:cNvCxnSpPr/>
              <p:nvPr userDrawn="1"/>
            </p:nvCxnSpPr>
            <p:spPr>
              <a:xfrm>
                <a:off x="422890" y="1711364"/>
                <a:ext cx="4787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F7EBB47A-B507-4D7F-9E88-09CE2A7386CD}"/>
                  </a:ext>
                </a:extLst>
              </p:cNvPr>
              <p:cNvCxnSpPr/>
              <p:nvPr userDrawn="1"/>
            </p:nvCxnSpPr>
            <p:spPr>
              <a:xfrm>
                <a:off x="472508" y="1762169"/>
                <a:ext cx="4787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grpSp>
        <p:nvGrpSpPr>
          <p:cNvPr id="33" name="Gruppieren 32">
            <a:extLst>
              <a:ext uri="{FF2B5EF4-FFF2-40B4-BE49-F238E27FC236}">
                <a16:creationId xmlns:a16="http://schemas.microsoft.com/office/drawing/2014/main" id="{B17A0267-74CA-449E-AFFC-93B6796DAFC7}"/>
              </a:ext>
            </a:extLst>
          </p:cNvPr>
          <p:cNvGrpSpPr/>
          <p:nvPr userDrawn="1"/>
        </p:nvGrpSpPr>
        <p:grpSpPr>
          <a:xfrm>
            <a:off x="643376" y="2351364"/>
            <a:ext cx="50806" cy="4388819"/>
            <a:chOff x="643376" y="2351365"/>
            <a:chExt cx="50806" cy="3909404"/>
          </a:xfrm>
        </p:grpSpPr>
        <p:cxnSp>
          <p:nvCxnSpPr>
            <p:cNvPr id="34" name="Gerader Verbinder 33">
              <a:extLst>
                <a:ext uri="{FF2B5EF4-FFF2-40B4-BE49-F238E27FC236}">
                  <a16:creationId xmlns:a16="http://schemas.microsoft.com/office/drawing/2014/main" id="{298FA662-EA6F-40FE-BBAD-CBDF6AB6DBCB}"/>
                </a:ext>
              </a:extLst>
            </p:cNvPr>
            <p:cNvCxnSpPr/>
            <p:nvPr userDrawn="1"/>
          </p:nvCxnSpPr>
          <p:spPr>
            <a:xfrm flipH="1">
              <a:off x="643376" y="2351365"/>
              <a:ext cx="1" cy="3858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A789B2B-F6CE-4245-989C-4A30EA0B1352}"/>
                </a:ext>
              </a:extLst>
            </p:cNvPr>
            <p:cNvCxnSpPr/>
            <p:nvPr userDrawn="1"/>
          </p:nvCxnSpPr>
          <p:spPr>
            <a:xfrm flipH="1">
              <a:off x="694181" y="2400983"/>
              <a:ext cx="1" cy="38597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pic>
        <p:nvPicPr>
          <p:cNvPr id="36" name="Grafik 35">
            <a:extLst>
              <a:ext uri="{FF2B5EF4-FFF2-40B4-BE49-F238E27FC236}">
                <a16:creationId xmlns:a16="http://schemas.microsoft.com/office/drawing/2014/main" id="{E5F32772-7E67-4104-809E-A67B38C64C1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10299"/>
            <a:ext cx="12199620" cy="2307643"/>
          </a:xfrm>
          <a:prstGeom prst="rect">
            <a:avLst/>
          </a:prstGeom>
        </p:spPr>
      </p:pic>
    </p:spTree>
    <p:extLst>
      <p:ext uri="{BB962C8B-B14F-4D97-AF65-F5344CB8AC3E}">
        <p14:creationId xmlns:p14="http://schemas.microsoft.com/office/powerpoint/2010/main" val="4265886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33F02B50-D467-41F6-8F0B-DF2AA821368B}"/>
              </a:ext>
            </a:extLst>
          </p:cNvPr>
          <p:cNvSpPr>
            <a:spLocks noGrp="1"/>
          </p:cNvSpPr>
          <p:nvPr>
            <p:ph sz="quarter" idx="14" hasCustomPrompt="1"/>
          </p:nvPr>
        </p:nvSpPr>
        <p:spPr>
          <a:xfrm>
            <a:off x="384000" y="1236273"/>
            <a:ext cx="11483975" cy="4385455"/>
          </a:xfrm>
          <a:prstGeom prst="rect">
            <a:avLst/>
          </a:prstGeom>
        </p:spPr>
        <p:txBody>
          <a:bodyPr wrap="square" lIns="0" tIns="0" rIns="0" bIns="0"/>
          <a:lstStyle>
            <a:lvl1pPr marL="216000" indent="-216000">
              <a:buFont typeface="Arial" panose="020B0604020202020204" pitchFamily="34" charset="0"/>
              <a:buChar char="•"/>
              <a:defRPr/>
            </a:lvl1pPr>
            <a:lvl2pPr marL="432000" indent="-216000">
              <a:buFont typeface="Symbol" panose="05050102010706020507" pitchFamily="18" charset="2"/>
              <a:buChar char="-"/>
              <a:defRPr/>
            </a:lvl2pPr>
            <a:lvl3pPr marL="648000" marR="0" indent="-216000" algn="l" defTabSz="215900" rtl="0" eaLnBrk="1" fontAlgn="base" latinLnBrk="0" hangingPunct="1">
              <a:lnSpc>
                <a:spcPct val="100000"/>
              </a:lnSpc>
              <a:spcBef>
                <a:spcPct val="0"/>
              </a:spcBef>
              <a:spcAft>
                <a:spcPct val="0"/>
              </a:spcAft>
              <a:buClr>
                <a:schemeClr val="tx2"/>
              </a:buClr>
              <a:buSzPct val="80000"/>
              <a:buFont typeface="Wingdings" panose="05000000000000000000" pitchFamily="2" charset="2"/>
              <a:buChar char="§"/>
              <a:tabLst>
                <a:tab pos="647700" algn="l"/>
              </a:tabLst>
              <a:defRPr/>
            </a:lvl3pPr>
            <a:lvl4pPr marL="864000" indent="-216000">
              <a:buFont typeface="Symbol" panose="05050102010706020507" pitchFamily="18" charset="2"/>
              <a:buChar char="-"/>
              <a:defRPr/>
            </a:lvl4pPr>
            <a:lvl5pPr marL="647700" indent="0">
              <a:buNone/>
              <a:defRPr/>
            </a:lvl5pPr>
          </a:lstStyle>
          <a:p>
            <a:pPr lvl="0"/>
            <a:r>
              <a:rPr lang="de-DE"/>
              <a:t>Formatvorlagen des Textmasters bearbeiten</a:t>
            </a:r>
          </a:p>
          <a:p>
            <a:pPr lvl="1"/>
            <a:r>
              <a:rPr lang="de-DE"/>
              <a:t>Zweite Ebene</a:t>
            </a:r>
          </a:p>
          <a:p>
            <a:pPr lvl="2"/>
            <a:r>
              <a:rPr lang="de-DE"/>
              <a:t>Dritte Ebene</a:t>
            </a:r>
          </a:p>
          <a:p>
            <a:pPr lvl="3"/>
            <a:r>
              <a:rPr lang="de-DE"/>
              <a:t>Vierte Ebene</a:t>
            </a:r>
          </a:p>
          <a:p>
            <a:pPr lvl="0"/>
            <a:endParaRPr lang="de-DE"/>
          </a:p>
        </p:txBody>
      </p:sp>
      <p:sp>
        <p:nvSpPr>
          <p:cNvPr id="2" name="Title 1"/>
          <p:cNvSpPr>
            <a:spLocks noGrp="1"/>
          </p:cNvSpPr>
          <p:nvPr>
            <p:ph type="title"/>
          </p:nvPr>
        </p:nvSpPr>
        <p:spPr>
          <a:xfrm>
            <a:off x="384000" y="211432"/>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Tree>
    <p:extLst>
      <p:ext uri="{BB962C8B-B14F-4D97-AF65-F5344CB8AC3E}">
        <p14:creationId xmlns:p14="http://schemas.microsoft.com/office/powerpoint/2010/main" val="2770794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el und Farbe">
    <p:spTree>
      <p:nvGrpSpPr>
        <p:cNvPr id="1" name=""/>
        <p:cNvGrpSpPr/>
        <p:nvPr/>
      </p:nvGrpSpPr>
      <p:grpSpPr>
        <a:xfrm>
          <a:off x="0" y="0"/>
          <a:ext cx="0" cy="0"/>
          <a:chOff x="0" y="0"/>
          <a:chExt cx="0" cy="0"/>
        </a:xfrm>
      </p:grpSpPr>
      <p:grpSp>
        <p:nvGrpSpPr>
          <p:cNvPr id="16" name="Gruppieren 15">
            <a:extLst>
              <a:ext uri="{FF2B5EF4-FFF2-40B4-BE49-F238E27FC236}">
                <a16:creationId xmlns:a16="http://schemas.microsoft.com/office/drawing/2014/main" id="{AD89513B-8A7E-430E-8F63-7469EC1FB664}"/>
              </a:ext>
            </a:extLst>
          </p:cNvPr>
          <p:cNvGrpSpPr/>
          <p:nvPr/>
        </p:nvGrpSpPr>
        <p:grpSpPr>
          <a:xfrm>
            <a:off x="116980" y="5981715"/>
            <a:ext cx="11958041" cy="47645"/>
            <a:chOff x="118201" y="5981715"/>
            <a:chExt cx="11958041" cy="47645"/>
          </a:xfrm>
        </p:grpSpPr>
        <p:cxnSp>
          <p:nvCxnSpPr>
            <p:cNvPr id="17" name="Gerader Verbinder 16">
              <a:extLst>
                <a:ext uri="{FF2B5EF4-FFF2-40B4-BE49-F238E27FC236}">
                  <a16:creationId xmlns:a16="http://schemas.microsoft.com/office/drawing/2014/main" id="{D6F83956-15CC-418E-B737-9061141E4CD3}"/>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766B5100-86F8-4E8C-9DE1-10AD5FB9BE9B}"/>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5" name="Title 1"/>
          <p:cNvSpPr>
            <a:spLocks noGrp="1"/>
          </p:cNvSpPr>
          <p:nvPr>
            <p:ph type="ctrTitle"/>
          </p:nvPr>
        </p:nvSpPr>
        <p:spPr>
          <a:xfrm>
            <a:off x="3852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pic>
        <p:nvPicPr>
          <p:cNvPr id="9"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sp>
        <p:nvSpPr>
          <p:cNvPr id="8" name="Subtitle 2">
            <a:extLst>
              <a:ext uri="{FF2B5EF4-FFF2-40B4-BE49-F238E27FC236}">
                <a16:creationId xmlns:a16="http://schemas.microsoft.com/office/drawing/2014/main" id="{5703F518-B554-4AC1-A90D-7EDD58F262CC}"/>
              </a:ext>
            </a:extLst>
          </p:cNvPr>
          <p:cNvSpPr>
            <a:spLocks noGrp="1"/>
          </p:cNvSpPr>
          <p:nvPr>
            <p:ph type="subTitle" idx="1" hasCustomPrompt="1"/>
          </p:nvPr>
        </p:nvSpPr>
        <p:spPr>
          <a:xfrm>
            <a:off x="384000" y="2980800"/>
            <a:ext cx="11484000" cy="926892"/>
          </a:xfrm>
          <a:prstGeom prst="rect">
            <a:avLst/>
          </a:prstGeom>
        </p:spPr>
        <p:txBody>
          <a:bodyPr lIns="0" tIns="0" rIns="0" bIns="0"/>
          <a:lstStyle>
            <a:lvl1pPr marL="0" indent="0" algn="l" eaLnBrk="1" hangingPunct="1">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eaLnBrk="1" hangingPunct="1"/>
            <a:r>
              <a:rPr lang="de-DE"/>
              <a:t>Untertitelmasters durch Klicken bearbeiten</a:t>
            </a:r>
            <a:endParaRPr lang="en-US"/>
          </a:p>
        </p:txBody>
      </p:sp>
      <p:grpSp>
        <p:nvGrpSpPr>
          <p:cNvPr id="10" name="Gruppieren 9">
            <a:extLst>
              <a:ext uri="{FF2B5EF4-FFF2-40B4-BE49-F238E27FC236}">
                <a16:creationId xmlns:a16="http://schemas.microsoft.com/office/drawing/2014/main" id="{7D9FA7CF-D871-4A92-B637-6BD1D2660BDF}"/>
              </a:ext>
            </a:extLst>
          </p:cNvPr>
          <p:cNvGrpSpPr/>
          <p:nvPr userDrawn="1"/>
        </p:nvGrpSpPr>
        <p:grpSpPr>
          <a:xfrm>
            <a:off x="116980" y="5981715"/>
            <a:ext cx="11958041" cy="47645"/>
            <a:chOff x="118201" y="5981715"/>
            <a:chExt cx="11958041" cy="47645"/>
          </a:xfrm>
        </p:grpSpPr>
        <p:cxnSp>
          <p:nvCxnSpPr>
            <p:cNvPr id="11" name="Gerader Verbinder 10">
              <a:extLst>
                <a:ext uri="{FF2B5EF4-FFF2-40B4-BE49-F238E27FC236}">
                  <a16:creationId xmlns:a16="http://schemas.microsoft.com/office/drawing/2014/main" id="{2A6B56BE-B7D9-4ABB-9FC4-4C2C40CB6703}"/>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B385CDCE-8F09-4AAB-B014-0073E7D0486B}"/>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3" name="Textfeld 12"/>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335253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el und zwei Inhalte">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D1A05299-2FF2-4A4F-A821-7C9F84547683}"/>
              </a:ext>
            </a:extLst>
          </p:cNvPr>
          <p:cNvSpPr>
            <a:spLocks noGrp="1"/>
          </p:cNvSpPr>
          <p:nvPr>
            <p:ph sz="quarter" idx="15" hasCustomPrompt="1"/>
          </p:nvPr>
        </p:nvSpPr>
        <p:spPr>
          <a:xfrm>
            <a:off x="384000" y="1235175"/>
            <a:ext cx="5652000" cy="4385941"/>
          </a:xfrm>
          <a:prstGeom prst="rect">
            <a:avLst/>
          </a:prstGeom>
        </p:spPr>
        <p:txBody>
          <a:bodyPr lIns="0" tIns="0" rIns="0" bIns="0"/>
          <a:lstStyle>
            <a:lvl1pPr>
              <a:defRPr/>
            </a:lvl1pPr>
            <a:lvl2pPr>
              <a:defRPr/>
            </a:lvl2pPr>
            <a:lvl3pPr marL="648000" indent="-216000">
              <a:buFont typeface="Wingdings" panose="05000000000000000000" pitchFamily="2" charset="2"/>
              <a:buChar char="§"/>
              <a:defRPr/>
            </a:lvl3pPr>
            <a:lvl4pPr marL="864000" marR="0" indent="-216000" algn="l" defTabSz="215900" rtl="0" eaLnBrk="1" fontAlgn="base" latinLnBrk="0" hangingPunct="1">
              <a:lnSpc>
                <a:spcPct val="100000"/>
              </a:lnSpc>
              <a:spcBef>
                <a:spcPct val="0"/>
              </a:spcBef>
              <a:spcAft>
                <a:spcPct val="0"/>
              </a:spcAft>
              <a:buClr>
                <a:schemeClr val="tx2"/>
              </a:buClr>
              <a:buSzPct val="100000"/>
              <a:buFont typeface="Symbol" panose="05050102010706020507" pitchFamily="18" charset="2"/>
              <a:buChar char="-"/>
              <a:tabLst>
                <a:tab pos="863600" algn="l"/>
              </a:tabLst>
              <a:defRPr spc="0" baseline="0"/>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2" name="Title 1"/>
          <p:cNvSpPr>
            <a:spLocks noGrp="1"/>
          </p:cNvSpPr>
          <p:nvPr>
            <p:ph type="title"/>
          </p:nvPr>
        </p:nvSpPr>
        <p:spPr>
          <a:xfrm>
            <a:off x="384000" y="201600"/>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
        <p:nvSpPr>
          <p:cNvPr id="9" name="Inhaltsplatzhalter 8">
            <a:extLst>
              <a:ext uri="{FF2B5EF4-FFF2-40B4-BE49-F238E27FC236}">
                <a16:creationId xmlns:a16="http://schemas.microsoft.com/office/drawing/2014/main" id="{31E01F76-AA87-4FC5-AF89-220C0D5275B1}"/>
              </a:ext>
            </a:extLst>
          </p:cNvPr>
          <p:cNvSpPr>
            <a:spLocks noGrp="1"/>
          </p:cNvSpPr>
          <p:nvPr>
            <p:ph sz="quarter" idx="14" hasCustomPrompt="1"/>
          </p:nvPr>
        </p:nvSpPr>
        <p:spPr>
          <a:xfrm>
            <a:off x="6216000" y="1236273"/>
            <a:ext cx="5652000" cy="4385455"/>
          </a:xfrm>
          <a:prstGeom prst="rect">
            <a:avLst/>
          </a:prstGeom>
        </p:spPr>
        <p:txBody>
          <a:bodyPr lIns="0" tIns="0" rIns="0" bIns="0"/>
          <a:lstStyle>
            <a:lvl1pPr>
              <a:defRPr/>
            </a:lvl1pPr>
            <a:lvl2pPr>
              <a:defRPr/>
            </a:lvl2pPr>
            <a:lvl3pPr>
              <a:defRPr/>
            </a:lvl3pPr>
            <a:lvl4pPr>
              <a:defRPr/>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3" name="Textfeld 2"/>
          <p:cNvSpPr txBox="1"/>
          <p:nvPr userDrawn="1"/>
        </p:nvSpPr>
        <p:spPr>
          <a:xfrm>
            <a:off x="779929" y="2430576"/>
            <a:ext cx="11195648" cy="3600986"/>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sz="9600">
                <a:solidFill>
                  <a:schemeClr val="accent6"/>
                </a:solidFill>
              </a:rPr>
              <a:t>DO NOT USE </a:t>
            </a:r>
            <a:r>
              <a:rPr kumimoji="0" lang="en-US" sz="1800" b="0" i="0" u="none" strike="noStrike" kern="1200" cap="none" spc="0" normalizeH="0" baseline="0" noProof="0">
                <a:ln>
                  <a:noFill/>
                </a:ln>
                <a:solidFill>
                  <a:srgbClr val="CC071E"/>
                </a:solidFill>
                <a:effectLst/>
                <a:uLnTx/>
                <a:uFillTx/>
                <a:latin typeface="Arial" panose="020B0604020202020204" pitchFamily="34" charset="0"/>
                <a:ea typeface="ＭＳ Ｐゴシック" panose="020B0600070205080204" pitchFamily="34" charset="-128"/>
                <a:cs typeface="+mn-cs"/>
              </a:rPr>
              <a:t>use the flipped one instead (and manually copy the content(!) of the flipped pages)</a:t>
            </a:r>
          </a:p>
          <a:p>
            <a:pPr marL="0" marR="0" lvl="0" indent="0" algn="l" defTabSz="914400" rtl="0" eaLnBrk="0" fontAlgn="base" latinLnBrk="0" hangingPunct="0">
              <a:lnSpc>
                <a:spcPct val="100000"/>
              </a:lnSpc>
              <a:spcBef>
                <a:spcPct val="0"/>
              </a:spcBef>
              <a:spcAft>
                <a:spcPct val="0"/>
              </a:spcAft>
              <a:buClrTx/>
              <a:buSzTx/>
              <a:buFontTx/>
              <a:buNone/>
              <a:tabLst/>
              <a:defRPr/>
            </a:pPr>
            <a:r>
              <a:rPr lang="en-US" sz="1800">
                <a:solidFill>
                  <a:schemeClr val="accent6"/>
                </a:solidFill>
              </a:rPr>
              <a:t>(DO NOT REMOVE LAYOUT DUE TO REASONS OF BACKWARD COMPATIBILITY)</a:t>
            </a:r>
            <a:endParaRPr kumimoji="0" lang="en-US" sz="1800" b="0" i="0" u="none" strike="noStrike" kern="1200" cap="none" spc="0" normalizeH="0" baseline="0" noProof="0">
              <a:ln>
                <a:noFill/>
              </a:ln>
              <a:solidFill>
                <a:srgbClr val="CC071E"/>
              </a:solidFill>
              <a:effectLst/>
              <a:uLnTx/>
              <a:uFillTx/>
              <a:latin typeface="Arial" panose="020B060402020202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492100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el und zwei Inhalte">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D1A05299-2FF2-4A4F-A821-7C9F84547683}"/>
              </a:ext>
            </a:extLst>
          </p:cNvPr>
          <p:cNvSpPr>
            <a:spLocks noGrp="1"/>
          </p:cNvSpPr>
          <p:nvPr>
            <p:ph sz="quarter" idx="15" hasCustomPrompt="1"/>
          </p:nvPr>
        </p:nvSpPr>
        <p:spPr>
          <a:xfrm>
            <a:off x="6216000" y="1234689"/>
            <a:ext cx="5652000" cy="4385941"/>
          </a:xfrm>
          <a:prstGeom prst="rect">
            <a:avLst/>
          </a:prstGeom>
        </p:spPr>
        <p:txBody>
          <a:bodyPr lIns="0" tIns="0" rIns="0" bIns="0"/>
          <a:lstStyle>
            <a:lvl1pPr>
              <a:defRPr/>
            </a:lvl1pPr>
            <a:lvl2pPr>
              <a:defRPr/>
            </a:lvl2pPr>
            <a:lvl3pPr marL="648000" indent="-216000">
              <a:buFont typeface="Wingdings" panose="05000000000000000000" pitchFamily="2" charset="2"/>
              <a:buChar char="§"/>
              <a:defRPr/>
            </a:lvl3pPr>
            <a:lvl4pPr marL="864000" marR="0" indent="-216000" algn="l" defTabSz="215900" rtl="0" eaLnBrk="1" fontAlgn="base" latinLnBrk="0" hangingPunct="1">
              <a:lnSpc>
                <a:spcPct val="100000"/>
              </a:lnSpc>
              <a:spcBef>
                <a:spcPct val="0"/>
              </a:spcBef>
              <a:spcAft>
                <a:spcPct val="0"/>
              </a:spcAft>
              <a:buClr>
                <a:schemeClr val="tx2"/>
              </a:buClr>
              <a:buSzPct val="100000"/>
              <a:buFont typeface="Symbol" panose="05050102010706020507" pitchFamily="18" charset="2"/>
              <a:buChar char="-"/>
              <a:tabLst>
                <a:tab pos="863600" algn="l"/>
              </a:tabLst>
              <a:defRPr spc="0" baseline="0"/>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2" name="Title 1"/>
          <p:cNvSpPr>
            <a:spLocks noGrp="1"/>
          </p:cNvSpPr>
          <p:nvPr>
            <p:ph type="title"/>
          </p:nvPr>
        </p:nvSpPr>
        <p:spPr>
          <a:xfrm>
            <a:off x="384000" y="201600"/>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
        <p:nvSpPr>
          <p:cNvPr id="9" name="Inhaltsplatzhalter 8">
            <a:extLst>
              <a:ext uri="{FF2B5EF4-FFF2-40B4-BE49-F238E27FC236}">
                <a16:creationId xmlns:a16="http://schemas.microsoft.com/office/drawing/2014/main" id="{31E01F76-AA87-4FC5-AF89-220C0D5275B1}"/>
              </a:ext>
            </a:extLst>
          </p:cNvPr>
          <p:cNvSpPr>
            <a:spLocks noGrp="1"/>
          </p:cNvSpPr>
          <p:nvPr>
            <p:ph sz="quarter" idx="14" hasCustomPrompt="1"/>
          </p:nvPr>
        </p:nvSpPr>
        <p:spPr>
          <a:xfrm>
            <a:off x="384000" y="1235175"/>
            <a:ext cx="5652000" cy="4385455"/>
          </a:xfrm>
          <a:prstGeom prst="rect">
            <a:avLst/>
          </a:prstGeom>
        </p:spPr>
        <p:txBody>
          <a:bodyPr lIns="0" tIns="0" rIns="0" bIns="0"/>
          <a:lstStyle>
            <a:lvl1pPr>
              <a:defRPr/>
            </a:lvl1pPr>
            <a:lvl2pPr>
              <a:defRPr/>
            </a:lvl2pPr>
            <a:lvl3pPr>
              <a:defRPr/>
            </a:lvl3pPr>
            <a:lvl4pPr>
              <a:defRPr/>
            </a:lvl4pPr>
          </a:lstStyle>
          <a:p>
            <a:pPr lvl="0"/>
            <a:r>
              <a:rPr lang="de-DE"/>
              <a:t>Formatvorlagen des Textmasters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257279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itel_mittig, Linie_unten">
    <p:spTree>
      <p:nvGrpSpPr>
        <p:cNvPr id="1" name=""/>
        <p:cNvGrpSpPr/>
        <p:nvPr/>
      </p:nvGrpSpPr>
      <p:grpSpPr>
        <a:xfrm>
          <a:off x="0" y="0"/>
          <a:ext cx="0" cy="0"/>
          <a:chOff x="0" y="0"/>
          <a:chExt cx="0" cy="0"/>
        </a:xfrm>
      </p:grpSpPr>
      <p:sp>
        <p:nvSpPr>
          <p:cNvPr id="7" name="Title 1"/>
          <p:cNvSpPr>
            <a:spLocks noGrp="1"/>
          </p:cNvSpPr>
          <p:nvPr>
            <p:ph type="ctrTitle"/>
          </p:nvPr>
        </p:nvSpPr>
        <p:spPr>
          <a:xfrm>
            <a:off x="3840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sp>
        <p:nvSpPr>
          <p:cNvPr id="12" name="Subtitle 2"/>
          <p:cNvSpPr>
            <a:spLocks noGrp="1"/>
          </p:cNvSpPr>
          <p:nvPr>
            <p:ph type="subTitle" idx="1"/>
          </p:nvPr>
        </p:nvSpPr>
        <p:spPr>
          <a:xfrm>
            <a:off x="384000" y="2980800"/>
            <a:ext cx="11484000" cy="1655762"/>
          </a:xfrm>
          <a:prstGeom prst="rect">
            <a:avLst/>
          </a:prstGeom>
        </p:spPr>
        <p:txBody>
          <a:bodyPr lIns="0" tIns="0" rIns="0" bIns="0"/>
          <a:lstStyle>
            <a:lvl1pPr marL="0" indent="0" algn="l">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uppieren 10">
            <a:extLst>
              <a:ext uri="{FF2B5EF4-FFF2-40B4-BE49-F238E27FC236}">
                <a16:creationId xmlns:a16="http://schemas.microsoft.com/office/drawing/2014/main" id="{BE9EC9F2-3C9F-4A4B-9463-32200C1888C5}"/>
              </a:ext>
            </a:extLst>
          </p:cNvPr>
          <p:cNvGrpSpPr/>
          <p:nvPr/>
        </p:nvGrpSpPr>
        <p:grpSpPr>
          <a:xfrm>
            <a:off x="116980" y="5981715"/>
            <a:ext cx="11958041" cy="47645"/>
            <a:chOff x="118201" y="5981715"/>
            <a:chExt cx="11958041" cy="47645"/>
          </a:xfrm>
        </p:grpSpPr>
        <p:cxnSp>
          <p:nvCxnSpPr>
            <p:cNvPr id="13" name="Gerader Verbinder 12">
              <a:extLst>
                <a:ext uri="{FF2B5EF4-FFF2-40B4-BE49-F238E27FC236}">
                  <a16:creationId xmlns:a16="http://schemas.microsoft.com/office/drawing/2014/main" id="{5BE7F8F3-90E3-4324-B96F-F4C733799980}"/>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FB93F6E7-9B79-444E-9797-C017CBCD9F5B}"/>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8" name="Gruppieren 7">
            <a:extLst>
              <a:ext uri="{FF2B5EF4-FFF2-40B4-BE49-F238E27FC236}">
                <a16:creationId xmlns:a16="http://schemas.microsoft.com/office/drawing/2014/main" id="{7966A802-7238-4572-8B31-F10BAD15BE6A}"/>
              </a:ext>
            </a:extLst>
          </p:cNvPr>
          <p:cNvGrpSpPr/>
          <p:nvPr userDrawn="1"/>
        </p:nvGrpSpPr>
        <p:grpSpPr>
          <a:xfrm>
            <a:off x="116980" y="5981715"/>
            <a:ext cx="11958041" cy="47645"/>
            <a:chOff x="118201" y="5981715"/>
            <a:chExt cx="11958041" cy="47645"/>
          </a:xfrm>
        </p:grpSpPr>
        <p:cxnSp>
          <p:nvCxnSpPr>
            <p:cNvPr id="9" name="Gerader Verbinder 8">
              <a:extLst>
                <a:ext uri="{FF2B5EF4-FFF2-40B4-BE49-F238E27FC236}">
                  <a16:creationId xmlns:a16="http://schemas.microsoft.com/office/drawing/2014/main" id="{01C63A65-01F5-4E3D-9EE7-E225D07B1954}"/>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97CBACAB-4E61-4BA4-A7E8-012536F511A8}"/>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5" name="Textfeld 14"/>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2733699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el_mittig, Linie_mittig">
    <p:spTree>
      <p:nvGrpSpPr>
        <p:cNvPr id="1" name=""/>
        <p:cNvGrpSpPr/>
        <p:nvPr/>
      </p:nvGrpSpPr>
      <p:grpSpPr>
        <a:xfrm>
          <a:off x="0" y="0"/>
          <a:ext cx="0" cy="0"/>
          <a:chOff x="0" y="0"/>
          <a:chExt cx="0" cy="0"/>
        </a:xfrm>
      </p:grpSpPr>
      <p:sp>
        <p:nvSpPr>
          <p:cNvPr id="8" name="Title 1"/>
          <p:cNvSpPr>
            <a:spLocks noGrp="1"/>
          </p:cNvSpPr>
          <p:nvPr>
            <p:ph type="ctrTitle"/>
          </p:nvPr>
        </p:nvSpPr>
        <p:spPr>
          <a:xfrm>
            <a:off x="3840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sp>
        <p:nvSpPr>
          <p:cNvPr id="9" name="Subtitle 2"/>
          <p:cNvSpPr>
            <a:spLocks noGrp="1"/>
          </p:cNvSpPr>
          <p:nvPr>
            <p:ph type="subTitle" idx="1"/>
          </p:nvPr>
        </p:nvSpPr>
        <p:spPr>
          <a:xfrm>
            <a:off x="384000" y="3196800"/>
            <a:ext cx="11484000" cy="1655762"/>
          </a:xfrm>
          <a:prstGeom prst="rect">
            <a:avLst/>
          </a:prstGeom>
        </p:spPr>
        <p:txBody>
          <a:bodyPr lIns="0" tIns="0" rIns="0" bIns="0"/>
          <a:lstStyle>
            <a:lvl1pPr marL="0" indent="0" algn="l">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5" name="Gruppieren 14"/>
          <p:cNvGrpSpPr/>
          <p:nvPr/>
        </p:nvGrpSpPr>
        <p:grpSpPr>
          <a:xfrm>
            <a:off x="392113" y="3036888"/>
            <a:ext cx="11558225" cy="50805"/>
            <a:chOff x="360363" y="6040438"/>
            <a:chExt cx="11558225" cy="50805"/>
          </a:xfrm>
        </p:grpSpPr>
        <p:cxnSp>
          <p:nvCxnSpPr>
            <p:cNvPr id="16" name="Gerader Verbinder 15"/>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Gerader Verbinder 16"/>
            <p:cNvCxnSpPr/>
            <p:nvPr/>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0" name="Gruppieren 19">
            <a:extLst>
              <a:ext uri="{FF2B5EF4-FFF2-40B4-BE49-F238E27FC236}">
                <a16:creationId xmlns:a16="http://schemas.microsoft.com/office/drawing/2014/main" id="{20B61E83-F62A-4E6F-9728-ABDE5413BA68}"/>
              </a:ext>
            </a:extLst>
          </p:cNvPr>
          <p:cNvGrpSpPr/>
          <p:nvPr/>
        </p:nvGrpSpPr>
        <p:grpSpPr>
          <a:xfrm>
            <a:off x="392113" y="3036888"/>
            <a:ext cx="11558225" cy="50805"/>
            <a:chOff x="360363" y="6040438"/>
            <a:chExt cx="11558225" cy="50805"/>
          </a:xfrm>
        </p:grpSpPr>
        <p:cxnSp>
          <p:nvCxnSpPr>
            <p:cNvPr id="21" name="Gerader Verbinder 20">
              <a:extLst>
                <a:ext uri="{FF2B5EF4-FFF2-40B4-BE49-F238E27FC236}">
                  <a16:creationId xmlns:a16="http://schemas.microsoft.com/office/drawing/2014/main" id="{D3ED25C8-3644-4C59-B80C-B3EC3EBB6C18}"/>
                </a:ext>
              </a:extLst>
            </p:cNvPr>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394E318B-6CC6-4660-9EC9-B8FEB8D24174}"/>
                </a:ext>
              </a:extLst>
            </p:cNvPr>
            <p:cNvCxnSpPr/>
            <p:nvPr/>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3" name="Gruppieren 22">
            <a:extLst>
              <a:ext uri="{FF2B5EF4-FFF2-40B4-BE49-F238E27FC236}">
                <a16:creationId xmlns:a16="http://schemas.microsoft.com/office/drawing/2014/main" id="{F7E0399E-000C-4919-9189-D72AC9F21B27}"/>
              </a:ext>
            </a:extLst>
          </p:cNvPr>
          <p:cNvGrpSpPr/>
          <p:nvPr/>
        </p:nvGrpSpPr>
        <p:grpSpPr>
          <a:xfrm>
            <a:off x="116980" y="5981715"/>
            <a:ext cx="11958041" cy="47645"/>
            <a:chOff x="118201" y="5981715"/>
            <a:chExt cx="11958041" cy="47645"/>
          </a:xfrm>
        </p:grpSpPr>
        <p:cxnSp>
          <p:nvCxnSpPr>
            <p:cNvPr id="24" name="Gerader Verbinder 23">
              <a:extLst>
                <a:ext uri="{FF2B5EF4-FFF2-40B4-BE49-F238E27FC236}">
                  <a16:creationId xmlns:a16="http://schemas.microsoft.com/office/drawing/2014/main" id="{D39B952C-73F9-4639-9C6B-D79F321E7652}"/>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BD1F7EFE-C1E5-46CC-AC0C-2ACADE80B3A3}"/>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4" name="Gruppieren 13">
            <a:extLst>
              <a:ext uri="{FF2B5EF4-FFF2-40B4-BE49-F238E27FC236}">
                <a16:creationId xmlns:a16="http://schemas.microsoft.com/office/drawing/2014/main" id="{3BEA13B8-67E5-4E0C-87FF-5C3A86F3E1BB}"/>
              </a:ext>
            </a:extLst>
          </p:cNvPr>
          <p:cNvGrpSpPr/>
          <p:nvPr userDrawn="1"/>
        </p:nvGrpSpPr>
        <p:grpSpPr>
          <a:xfrm>
            <a:off x="392113" y="3036888"/>
            <a:ext cx="11558225" cy="50805"/>
            <a:chOff x="360363" y="6040438"/>
            <a:chExt cx="11558225" cy="50805"/>
          </a:xfrm>
        </p:grpSpPr>
        <p:cxnSp>
          <p:nvCxnSpPr>
            <p:cNvPr id="18" name="Gerader Verbinder 17">
              <a:extLst>
                <a:ext uri="{FF2B5EF4-FFF2-40B4-BE49-F238E27FC236}">
                  <a16:creationId xmlns:a16="http://schemas.microsoft.com/office/drawing/2014/main" id="{2D7C05B6-2FEC-4BCF-B0D2-C4E0FBD988C4}"/>
                </a:ext>
              </a:extLst>
            </p:cNvPr>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1DD01610-9DF8-4DC4-93DF-34D4ADF39035}"/>
                </a:ext>
              </a:extLst>
            </p:cNvPr>
            <p:cNvCxnSpPr/>
            <p:nvPr userDrawn="1"/>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6" name="Gruppieren 25">
            <a:extLst>
              <a:ext uri="{FF2B5EF4-FFF2-40B4-BE49-F238E27FC236}">
                <a16:creationId xmlns:a16="http://schemas.microsoft.com/office/drawing/2014/main" id="{EE00B62C-5012-43AC-B2B8-7ABCCC897041}"/>
              </a:ext>
            </a:extLst>
          </p:cNvPr>
          <p:cNvGrpSpPr/>
          <p:nvPr userDrawn="1"/>
        </p:nvGrpSpPr>
        <p:grpSpPr>
          <a:xfrm>
            <a:off x="116980" y="5981715"/>
            <a:ext cx="11958041" cy="47645"/>
            <a:chOff x="118201" y="5981715"/>
            <a:chExt cx="11958041" cy="47645"/>
          </a:xfrm>
        </p:grpSpPr>
        <p:cxnSp>
          <p:nvCxnSpPr>
            <p:cNvPr id="27" name="Gerader Verbinder 26">
              <a:extLst>
                <a:ext uri="{FF2B5EF4-FFF2-40B4-BE49-F238E27FC236}">
                  <a16:creationId xmlns:a16="http://schemas.microsoft.com/office/drawing/2014/main" id="{98204F29-F5C4-4D02-857A-E600F35F2E4F}"/>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5F4B9776-75B3-46D2-8C19-AE6D80A6416D}"/>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9" name="Textfeld 28"/>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6052032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Abschlussfolie">
    <p:spTree>
      <p:nvGrpSpPr>
        <p:cNvPr id="1" name=""/>
        <p:cNvGrpSpPr/>
        <p:nvPr/>
      </p:nvGrpSpPr>
      <p:grpSpPr>
        <a:xfrm>
          <a:off x="0" y="0"/>
          <a:ext cx="0" cy="0"/>
          <a:chOff x="0" y="0"/>
          <a:chExt cx="0" cy="0"/>
        </a:xfrm>
      </p:grpSpPr>
      <p:sp>
        <p:nvSpPr>
          <p:cNvPr id="3" name="Title 1"/>
          <p:cNvSpPr txBox="1">
            <a:spLocks/>
          </p:cNvSpPr>
          <p:nvPr/>
        </p:nvSpPr>
        <p:spPr>
          <a:xfrm>
            <a:off x="382588" y="2487613"/>
            <a:ext cx="11483975" cy="1079500"/>
          </a:xfrm>
          <a:prstGeom prst="rect">
            <a:avLst/>
          </a:prstGeom>
        </p:spPr>
        <p:txBody>
          <a:bodyPr lIns="0" tIns="0" rIns="0" bIns="0"/>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lnSpc>
                <a:spcPct val="90000"/>
              </a:lnSpc>
              <a:defRPr/>
            </a:pPr>
            <a:r>
              <a:rPr lang="de-DE" altLang="de-DE" sz="3200" b="1">
                <a:solidFill>
                  <a:schemeClr val="tx2"/>
                </a:solidFill>
              </a:rPr>
              <a:t>Vielen Dank</a:t>
            </a:r>
            <a:br>
              <a:rPr lang="de-DE" altLang="de-DE" sz="3200" b="1">
                <a:solidFill>
                  <a:schemeClr val="tx2"/>
                </a:solidFill>
              </a:rPr>
            </a:br>
            <a:r>
              <a:rPr lang="de-DE" altLang="de-DE" sz="3200" b="1">
                <a:solidFill>
                  <a:schemeClr val="tx2"/>
                </a:solidFill>
              </a:rPr>
              <a:t>für Ihre Aufmerksamkeit</a:t>
            </a:r>
            <a:endParaRPr lang="en-US" altLang="de-DE" sz="3200" b="1">
              <a:solidFill>
                <a:schemeClr val="tx2"/>
              </a:solidFill>
            </a:endParaRPr>
          </a:p>
        </p:txBody>
      </p:sp>
      <p:sp>
        <p:nvSpPr>
          <p:cNvPr id="9" name="Textplatzhalter 24"/>
          <p:cNvSpPr>
            <a:spLocks noGrp="1"/>
          </p:cNvSpPr>
          <p:nvPr>
            <p:ph type="body" sz="quarter" idx="11"/>
          </p:nvPr>
        </p:nvSpPr>
        <p:spPr>
          <a:xfrm>
            <a:off x="384000" y="3988800"/>
            <a:ext cx="11484000" cy="1656000"/>
          </a:xfrm>
          <a:prstGeom prst="rect">
            <a:avLst/>
          </a:prstGeom>
        </p:spPr>
        <p:txBody>
          <a:bodyPr lIns="0" tIns="0" rIns="0" bIns="0"/>
          <a:lstStyle>
            <a:lvl1pPr marL="0" indent="0">
              <a:lnSpc>
                <a:spcPct val="100000"/>
              </a:lnSpc>
              <a:spcBef>
                <a:spcPts val="0"/>
              </a:spcBef>
              <a:buFontTx/>
              <a:buNone/>
              <a:defRPr sz="1600" b="0"/>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2" name="Gruppieren 11">
            <a:extLst>
              <a:ext uri="{FF2B5EF4-FFF2-40B4-BE49-F238E27FC236}">
                <a16:creationId xmlns:a16="http://schemas.microsoft.com/office/drawing/2014/main" id="{AD42372E-A88B-49BE-BF8B-A349B6BE88BB}"/>
              </a:ext>
            </a:extLst>
          </p:cNvPr>
          <p:cNvGrpSpPr/>
          <p:nvPr/>
        </p:nvGrpSpPr>
        <p:grpSpPr>
          <a:xfrm>
            <a:off x="116980" y="5981715"/>
            <a:ext cx="11958041" cy="47645"/>
            <a:chOff x="118201" y="5981715"/>
            <a:chExt cx="11958041" cy="47645"/>
          </a:xfrm>
        </p:grpSpPr>
        <p:cxnSp>
          <p:nvCxnSpPr>
            <p:cNvPr id="13" name="Gerader Verbinder 12">
              <a:extLst>
                <a:ext uri="{FF2B5EF4-FFF2-40B4-BE49-F238E27FC236}">
                  <a16:creationId xmlns:a16="http://schemas.microsoft.com/office/drawing/2014/main" id="{5E73DD95-497D-41DA-AE15-231D472ACF12}"/>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833C7AEA-7E75-4F96-A29D-6E01AE30A7AD}"/>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8" name="Gruppieren 7">
            <a:extLst>
              <a:ext uri="{FF2B5EF4-FFF2-40B4-BE49-F238E27FC236}">
                <a16:creationId xmlns:a16="http://schemas.microsoft.com/office/drawing/2014/main" id="{754A51D3-6BB0-4789-89BC-481D89445CBE}"/>
              </a:ext>
            </a:extLst>
          </p:cNvPr>
          <p:cNvGrpSpPr/>
          <p:nvPr userDrawn="1"/>
        </p:nvGrpSpPr>
        <p:grpSpPr>
          <a:xfrm>
            <a:off x="116980" y="5981715"/>
            <a:ext cx="11958041" cy="47645"/>
            <a:chOff x="118201" y="5981715"/>
            <a:chExt cx="11958041" cy="47645"/>
          </a:xfrm>
        </p:grpSpPr>
        <p:cxnSp>
          <p:nvCxnSpPr>
            <p:cNvPr id="10" name="Gerader Verbinder 9">
              <a:extLst>
                <a:ext uri="{FF2B5EF4-FFF2-40B4-BE49-F238E27FC236}">
                  <a16:creationId xmlns:a16="http://schemas.microsoft.com/office/drawing/2014/main" id="{6F4FEE0A-400B-495A-BBAD-43B3BB9910CB}"/>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9BA932F8-ADAD-449E-8505-B146C5E26062}"/>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5" name="Textfeld 14"/>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132144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1_Titel und Inhalt">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userDrawn="1">
            <p:custDataLst>
              <p:tags r:id="rId1"/>
            </p:custDataLst>
            <p:extLst>
              <p:ext uri="{D42A27DB-BD31-4B8C-83A1-F6EECF244321}">
                <p14:modId xmlns:p14="http://schemas.microsoft.com/office/powerpoint/2010/main" val="2279053655"/>
              </p:ext>
            </p:extLst>
          </p:nvPr>
        </p:nvGraphicFramePr>
        <p:xfrm>
          <a:off x="1956" y="1591"/>
          <a:ext cx="1953"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4" name="Objekt 3" hidden="1"/>
                      <p:cNvPicPr/>
                      <p:nvPr/>
                    </p:nvPicPr>
                    <p:blipFill>
                      <a:blip r:embed="rId5"/>
                      <a:stretch>
                        <a:fillRect/>
                      </a:stretch>
                    </p:blipFill>
                    <p:spPr>
                      <a:xfrm>
                        <a:off x="1956" y="1591"/>
                        <a:ext cx="1953" cy="1587"/>
                      </a:xfrm>
                      <a:prstGeom prst="rect">
                        <a:avLst/>
                      </a:prstGeom>
                    </p:spPr>
                  </p:pic>
                </p:oleObj>
              </mc:Fallback>
            </mc:AlternateContent>
          </a:graphicData>
        </a:graphic>
      </p:graphicFrame>
      <p:sp>
        <p:nvSpPr>
          <p:cNvPr id="5" name="Rechteck 4" hidden="1"/>
          <p:cNvSpPr/>
          <p:nvPr userDrawn="1">
            <p:custDataLst>
              <p:tags r:id="rId2"/>
            </p:custDataLst>
          </p:nvPr>
        </p:nvSpPr>
        <p:spPr bwMode="auto">
          <a:xfrm>
            <a:off x="0" y="0"/>
            <a:ext cx="158750" cy="158750"/>
          </a:xfrm>
          <a:prstGeom prst="rect">
            <a:avLst/>
          </a:prstGeom>
          <a:solidFill>
            <a:srgbClr val="DDDDDD"/>
          </a:solidFill>
          <a:ln w="1079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de-DE" sz="2708" b="1" i="0" u="none" strike="noStrike" cap="none" normalizeH="0" baseline="0" dirty="0">
              <a:ln>
                <a:noFill/>
              </a:ln>
              <a:solidFill>
                <a:schemeClr val="tx1"/>
              </a:solidFill>
              <a:effectLst/>
              <a:latin typeface="Arial" panose="020B0604020202020204" pitchFamily="34" charset="0"/>
              <a:ea typeface="+mj-ea"/>
              <a:cs typeface="+mj-cs"/>
              <a:sym typeface="Arial" panose="020B0604020202020204" pitchFamily="34" charset="0"/>
            </a:endParaRPr>
          </a:p>
        </p:txBody>
      </p:sp>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idx="1"/>
          </p:nvPr>
        </p:nvSpPr>
        <p:spPr/>
        <p:txBody>
          <a:bodyPr/>
          <a:lstStyle>
            <a:lvl1pPr marL="328254" indent="-328254">
              <a:buFont typeface="Arial" panose="020B0604020202020204" pitchFamily="34" charset="0"/>
              <a:buChar char="•"/>
              <a:defRPr sz="2000"/>
            </a:lvl1pPr>
            <a:lvl2pPr>
              <a:defRPr sz="1800"/>
            </a:lvl2pPr>
            <a:lvl3pPr>
              <a:defRPr sz="1800"/>
            </a:lvl3pPr>
            <a:lvl4pPr>
              <a:defRPr sz="1800"/>
            </a:lvl4pPr>
            <a:lvl5pPr>
              <a:defRPr sz="1800"/>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355580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83" name="Gruppieren 82">
            <a:extLst>
              <a:ext uri="{FF2B5EF4-FFF2-40B4-BE49-F238E27FC236}">
                <a16:creationId xmlns:a16="http://schemas.microsoft.com/office/drawing/2014/main" id="{739CD8DE-4C7D-4115-826C-095081C9C550}"/>
              </a:ext>
            </a:extLst>
          </p:cNvPr>
          <p:cNvGrpSpPr/>
          <p:nvPr/>
        </p:nvGrpSpPr>
        <p:grpSpPr>
          <a:xfrm>
            <a:off x="173529" y="815854"/>
            <a:ext cx="11958041" cy="47645"/>
            <a:chOff x="118201" y="5981715"/>
            <a:chExt cx="11958041" cy="47645"/>
          </a:xfrm>
        </p:grpSpPr>
        <p:cxnSp>
          <p:nvCxnSpPr>
            <p:cNvPr id="84" name="Gerader Verbinder 83">
              <a:extLst>
                <a:ext uri="{FF2B5EF4-FFF2-40B4-BE49-F238E27FC236}">
                  <a16:creationId xmlns:a16="http://schemas.microsoft.com/office/drawing/2014/main" id="{E7A10CC4-C78C-496F-ADD8-BFFEA15832AC}"/>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5" name="Gerader Verbinder 84">
              <a:extLst>
                <a:ext uri="{FF2B5EF4-FFF2-40B4-BE49-F238E27FC236}">
                  <a16:creationId xmlns:a16="http://schemas.microsoft.com/office/drawing/2014/main" id="{8D031218-F43F-4F64-8EFA-18FF5CC8D4BA}"/>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9" name="Slide Number Placeholder 5"/>
          <p:cNvSpPr txBox="1">
            <a:spLocks/>
          </p:cNvSpPr>
          <p:nvPr/>
        </p:nvSpPr>
        <p:spPr>
          <a:xfrm>
            <a:off x="1195388" y="6227763"/>
            <a:ext cx="7002462" cy="630237"/>
          </a:xfrm>
          <a:prstGeom prst="rect">
            <a:avLst/>
          </a:prstGeom>
        </p:spPr>
        <p:txBody>
          <a:bodyPr lIns="0" tIns="0" rIns="0" bIns="0"/>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r>
              <a:rPr lang="de-DE" altLang="de-DE" sz="900" dirty="0">
                <a:solidFill>
                  <a:schemeClr val="tx2"/>
                </a:solidFill>
              </a:rPr>
              <a:t>Software Engineering | RWTH-Aachen</a:t>
            </a:r>
          </a:p>
        </p:txBody>
      </p:sp>
      <p:sp>
        <p:nvSpPr>
          <p:cNvPr id="1031" name="Textfeld 13"/>
          <p:cNvSpPr txBox="1">
            <a:spLocks noChangeArrowheads="1"/>
          </p:cNvSpPr>
          <p:nvPr/>
        </p:nvSpPr>
        <p:spPr bwMode="auto">
          <a:xfrm>
            <a:off x="360363" y="6227763"/>
            <a:ext cx="730250" cy="395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eaLnBrk="1" hangingPunct="1"/>
            <a:fld id="{6546A872-26C7-4E5C-9125-775206BCBEA4}" type="slidenum">
              <a:rPr lang="de-DE" altLang="de-DE" sz="900">
                <a:solidFill>
                  <a:schemeClr val="tx2"/>
                </a:solidFill>
              </a:rPr>
              <a:pPr eaLnBrk="1" hangingPunct="1"/>
              <a:t>‹Nr.›</a:t>
            </a:fld>
            <a:endParaRPr lang="de-DE" altLang="de-DE" sz="900">
              <a:solidFill>
                <a:schemeClr val="tx2"/>
              </a:solidFill>
            </a:endParaRPr>
          </a:p>
        </p:txBody>
      </p:sp>
      <p:pic>
        <p:nvPicPr>
          <p:cNvPr id="8"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userDrawn="1"/>
        </p:nvPicPr>
        <p:blipFill rotWithShape="1">
          <a:blip r:embed="rId11"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73" name="Gruppieren 72">
            <a:extLst>
              <a:ext uri="{FF2B5EF4-FFF2-40B4-BE49-F238E27FC236}">
                <a16:creationId xmlns:a16="http://schemas.microsoft.com/office/drawing/2014/main" id="{B07601A5-C709-41D1-A3FB-1067D511C6A0}"/>
              </a:ext>
            </a:extLst>
          </p:cNvPr>
          <p:cNvGrpSpPr/>
          <p:nvPr/>
        </p:nvGrpSpPr>
        <p:grpSpPr>
          <a:xfrm>
            <a:off x="116980" y="5981715"/>
            <a:ext cx="11958041" cy="47645"/>
            <a:chOff x="118201" y="5981715"/>
            <a:chExt cx="11958041" cy="47645"/>
          </a:xfrm>
        </p:grpSpPr>
        <p:cxnSp>
          <p:nvCxnSpPr>
            <p:cNvPr id="17" name="Gerader Verbinder 16">
              <a:extLst>
                <a:ext uri="{FF2B5EF4-FFF2-40B4-BE49-F238E27FC236}">
                  <a16:creationId xmlns:a16="http://schemas.microsoft.com/office/drawing/2014/main" id="{23116334-B9FF-486F-853F-2FC0FEBBB345}"/>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0B09F16D-C13E-41E9-9D8E-F62185B5F9E8}"/>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74" name="Gruppieren 73">
            <a:extLst>
              <a:ext uri="{FF2B5EF4-FFF2-40B4-BE49-F238E27FC236}">
                <a16:creationId xmlns:a16="http://schemas.microsoft.com/office/drawing/2014/main" id="{3137B7CE-1B7B-4BD9-84EC-35BB2F899117}"/>
              </a:ext>
            </a:extLst>
          </p:cNvPr>
          <p:cNvGrpSpPr/>
          <p:nvPr/>
        </p:nvGrpSpPr>
        <p:grpSpPr>
          <a:xfrm>
            <a:off x="837717" y="5981714"/>
            <a:ext cx="60076" cy="756405"/>
            <a:chOff x="875817" y="5981714"/>
            <a:chExt cx="60076" cy="756405"/>
          </a:xfrm>
        </p:grpSpPr>
        <p:cxnSp>
          <p:nvCxnSpPr>
            <p:cNvPr id="19" name="Gerader Verbinder 18">
              <a:extLst>
                <a:ext uri="{FF2B5EF4-FFF2-40B4-BE49-F238E27FC236}">
                  <a16:creationId xmlns:a16="http://schemas.microsoft.com/office/drawing/2014/main" id="{662A21AE-7533-4515-8E6B-0629BDE1E199}"/>
                </a:ext>
              </a:extLst>
            </p:cNvPr>
            <p:cNvCxnSpPr>
              <a:cxnSpLocks/>
            </p:cNvCxnSpPr>
            <p:nvPr/>
          </p:nvCxnSpPr>
          <p:spPr>
            <a:xfrm>
              <a:off x="875817" y="5981714"/>
              <a:ext cx="0" cy="705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C2D2DC96-2606-46A7-BE47-231944BE7F88}"/>
                </a:ext>
              </a:extLst>
            </p:cNvPr>
            <p:cNvCxnSpPr>
              <a:cxnSpLocks/>
            </p:cNvCxnSpPr>
            <p:nvPr/>
          </p:nvCxnSpPr>
          <p:spPr>
            <a:xfrm>
              <a:off x="935893" y="6032519"/>
              <a:ext cx="0" cy="70560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4" name="Gruppieren 13">
            <a:extLst>
              <a:ext uri="{FF2B5EF4-FFF2-40B4-BE49-F238E27FC236}">
                <a16:creationId xmlns:a16="http://schemas.microsoft.com/office/drawing/2014/main" id="{95E8F4D0-8DD9-4778-8FAF-1A3AAD236EE6}"/>
              </a:ext>
            </a:extLst>
          </p:cNvPr>
          <p:cNvGrpSpPr/>
          <p:nvPr userDrawn="1"/>
        </p:nvGrpSpPr>
        <p:grpSpPr>
          <a:xfrm>
            <a:off x="173529" y="815854"/>
            <a:ext cx="11958041" cy="47645"/>
            <a:chOff x="118201" y="5981715"/>
            <a:chExt cx="11958041" cy="47645"/>
          </a:xfrm>
        </p:grpSpPr>
        <p:cxnSp>
          <p:nvCxnSpPr>
            <p:cNvPr id="15" name="Gerader Verbinder 14">
              <a:extLst>
                <a:ext uri="{FF2B5EF4-FFF2-40B4-BE49-F238E27FC236}">
                  <a16:creationId xmlns:a16="http://schemas.microsoft.com/office/drawing/2014/main" id="{F39390DE-7CDF-413A-BA63-9DBE991A03FE}"/>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38FE4379-972E-42EA-875D-205082A0626A}"/>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2" name="Gruppieren 21">
            <a:extLst>
              <a:ext uri="{FF2B5EF4-FFF2-40B4-BE49-F238E27FC236}">
                <a16:creationId xmlns:a16="http://schemas.microsoft.com/office/drawing/2014/main" id="{FD885A2B-353E-4CC6-AE36-D7FBA6412355}"/>
              </a:ext>
            </a:extLst>
          </p:cNvPr>
          <p:cNvGrpSpPr/>
          <p:nvPr userDrawn="1"/>
        </p:nvGrpSpPr>
        <p:grpSpPr>
          <a:xfrm>
            <a:off x="116980" y="5981715"/>
            <a:ext cx="11958041" cy="47645"/>
            <a:chOff x="118201" y="5981715"/>
            <a:chExt cx="11958041" cy="47645"/>
          </a:xfrm>
        </p:grpSpPr>
        <p:cxnSp>
          <p:nvCxnSpPr>
            <p:cNvPr id="23" name="Gerader Verbinder 22">
              <a:extLst>
                <a:ext uri="{FF2B5EF4-FFF2-40B4-BE49-F238E27FC236}">
                  <a16:creationId xmlns:a16="http://schemas.microsoft.com/office/drawing/2014/main" id="{542BAD79-77B5-4F17-9B1B-118759906CC7}"/>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D49B137E-A382-4784-8424-D97BEBD109FB}"/>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5" name="Gruppieren 24">
            <a:extLst>
              <a:ext uri="{FF2B5EF4-FFF2-40B4-BE49-F238E27FC236}">
                <a16:creationId xmlns:a16="http://schemas.microsoft.com/office/drawing/2014/main" id="{64B58725-E025-476C-8EFF-8D44F3A77022}"/>
              </a:ext>
            </a:extLst>
          </p:cNvPr>
          <p:cNvGrpSpPr/>
          <p:nvPr userDrawn="1"/>
        </p:nvGrpSpPr>
        <p:grpSpPr>
          <a:xfrm>
            <a:off x="837717" y="5981714"/>
            <a:ext cx="60076" cy="756405"/>
            <a:chOff x="875817" y="5981714"/>
            <a:chExt cx="60076" cy="756405"/>
          </a:xfrm>
        </p:grpSpPr>
        <p:cxnSp>
          <p:nvCxnSpPr>
            <p:cNvPr id="26" name="Gerader Verbinder 25">
              <a:extLst>
                <a:ext uri="{FF2B5EF4-FFF2-40B4-BE49-F238E27FC236}">
                  <a16:creationId xmlns:a16="http://schemas.microsoft.com/office/drawing/2014/main" id="{1243A30B-762F-4D0C-8856-A9541783A9AC}"/>
                </a:ext>
              </a:extLst>
            </p:cNvPr>
            <p:cNvCxnSpPr>
              <a:cxnSpLocks/>
            </p:cNvCxnSpPr>
            <p:nvPr userDrawn="1"/>
          </p:nvCxnSpPr>
          <p:spPr>
            <a:xfrm>
              <a:off x="875817" y="5981714"/>
              <a:ext cx="0" cy="705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BCB409D8-D56C-486C-ABAB-CCD3DECF1835}"/>
                </a:ext>
              </a:extLst>
            </p:cNvPr>
            <p:cNvCxnSpPr>
              <a:cxnSpLocks/>
            </p:cNvCxnSpPr>
            <p:nvPr userDrawn="1"/>
          </p:nvCxnSpPr>
          <p:spPr>
            <a:xfrm>
              <a:off x="935893" y="6032519"/>
              <a:ext cx="0" cy="70560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28331341"/>
      </p:ext>
    </p:extLst>
  </p:cSld>
  <p:clrMap bg1="lt1" tx1="dk1" bg2="lt2" tx2="dk2" accent1="accent1" accent2="accent2" accent3="accent3" accent4="accent4" accent5="accent5" accent6="accent6" hlink="hlink" folHlink="folHlink"/>
  <p:sldLayoutIdLst>
    <p:sldLayoutId id="2147483904" r:id="rId1"/>
    <p:sldLayoutId id="2147483906" r:id="rId2"/>
    <p:sldLayoutId id="2147483905" r:id="rId3"/>
    <p:sldLayoutId id="2147483907" r:id="rId4"/>
    <p:sldLayoutId id="2147483911" r:id="rId5"/>
    <p:sldLayoutId id="2147483908" r:id="rId6"/>
    <p:sldLayoutId id="2147483909" r:id="rId7"/>
    <p:sldLayoutId id="2147483910" r:id="rId8"/>
    <p:sldLayoutId id="2147483944" r:id="rId9"/>
  </p:sldLayoutIdLst>
  <p:hf hdr="0" ftr="0" dt="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ctrTitle"/>
          </p:nvPr>
        </p:nvSpPr>
        <p:spPr/>
        <p:txBody>
          <a:bodyPr>
            <a:normAutofit/>
          </a:bodyPr>
          <a:lstStyle/>
          <a:p>
            <a:r>
              <a:rPr lang="en-US" dirty="0" err="1"/>
              <a:t>FunctionStructure</a:t>
            </a:r>
            <a:r>
              <a:rPr lang="en-US" dirty="0"/>
              <a:t> Reference Model </a:t>
            </a:r>
            <a:endParaRPr lang="de-DE" dirty="0"/>
          </a:p>
        </p:txBody>
      </p:sp>
      <p:sp>
        <p:nvSpPr>
          <p:cNvPr id="9" name="Text Box 7">
            <a:extLst>
              <a:ext uri="{FF2B5EF4-FFF2-40B4-BE49-F238E27FC236}">
                <a16:creationId xmlns:a16="http://schemas.microsoft.com/office/drawing/2014/main" id="{74EF9740-1DC3-44C4-BFAD-144CF7D8EE02}"/>
              </a:ext>
            </a:extLst>
          </p:cNvPr>
          <p:cNvSpPr txBox="1">
            <a:spLocks noChangeArrowheads="1"/>
          </p:cNvSpPr>
          <p:nvPr/>
        </p:nvSpPr>
        <p:spPr bwMode="auto">
          <a:xfrm>
            <a:off x="852138" y="4405079"/>
            <a:ext cx="2518575" cy="1538883"/>
          </a:xfrm>
          <a:prstGeom prst="rect">
            <a:avLst/>
          </a:prstGeom>
          <a:noFill/>
          <a:ln w="9525">
            <a:noFill/>
            <a:miter lim="800000"/>
            <a:headEnd/>
            <a:tailEnd/>
          </a:ln>
        </p:spPr>
        <p:txBody>
          <a:bodyPr wrap="none" lIns="0" tIns="0" rIns="0" bIns="0">
            <a:spAutoFit/>
          </a:bodyPr>
          <a:lstStyle/>
          <a:p>
            <a:endParaRPr lang="en-US" sz="2000" dirty="0"/>
          </a:p>
          <a:p>
            <a:r>
              <a:rPr lang="en-US" sz="2000" dirty="0"/>
              <a:t>Software Engineering</a:t>
            </a:r>
          </a:p>
          <a:p>
            <a:r>
              <a:rPr lang="en-US" sz="2000" dirty="0"/>
              <a:t>RWTH Aachen </a:t>
            </a:r>
          </a:p>
          <a:p>
            <a:endParaRPr lang="en-US" sz="2000" dirty="0"/>
          </a:p>
          <a:p>
            <a:r>
              <a:rPr lang="en-US" sz="2000" dirty="0"/>
              <a:t>http://www.se-rwth.de/</a:t>
            </a:r>
          </a:p>
        </p:txBody>
      </p:sp>
      <p:grpSp>
        <p:nvGrpSpPr>
          <p:cNvPr id="2" name="Gruppieren 1">
            <a:extLst>
              <a:ext uri="{FF2B5EF4-FFF2-40B4-BE49-F238E27FC236}">
                <a16:creationId xmlns:a16="http://schemas.microsoft.com/office/drawing/2014/main" id="{9B48C8A0-5E06-613A-BB9E-C64900E2C1C9}"/>
              </a:ext>
            </a:extLst>
          </p:cNvPr>
          <p:cNvGrpSpPr>
            <a:grpSpLocks noChangeAspect="1"/>
          </p:cNvGrpSpPr>
          <p:nvPr/>
        </p:nvGrpSpPr>
        <p:grpSpPr>
          <a:xfrm>
            <a:off x="4294416" y="3097267"/>
            <a:ext cx="7524943" cy="2834640"/>
            <a:chOff x="7238764" y="3177220"/>
            <a:chExt cx="4550031" cy="1713991"/>
          </a:xfrm>
        </p:grpSpPr>
        <p:sp>
          <p:nvSpPr>
            <p:cNvPr id="3" name="Cube 6">
              <a:extLst>
                <a:ext uri="{FF2B5EF4-FFF2-40B4-BE49-F238E27FC236}">
                  <a16:creationId xmlns:a16="http://schemas.microsoft.com/office/drawing/2014/main" id="{6BA445C4-D951-34C1-10D2-05DA0EEFE495}"/>
                </a:ext>
              </a:extLst>
            </p:cNvPr>
            <p:cNvSpPr/>
            <p:nvPr/>
          </p:nvSpPr>
          <p:spPr>
            <a:xfrm>
              <a:off x="8920122" y="3298765"/>
              <a:ext cx="1388853" cy="1592446"/>
            </a:xfrm>
            <a:prstGeom prst="cube">
              <a:avLst/>
            </a:prstGeom>
            <a:solidFill>
              <a:schemeClr val="bg1"/>
            </a:solid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cxnSp>
          <p:nvCxnSpPr>
            <p:cNvPr id="4" name="Gerade Verbindung mit Pfeil 3">
              <a:extLst>
                <a:ext uri="{FF2B5EF4-FFF2-40B4-BE49-F238E27FC236}">
                  <a16:creationId xmlns:a16="http://schemas.microsoft.com/office/drawing/2014/main" id="{CCC334C0-8C60-08ED-9212-8CE394024BD6}"/>
                </a:ext>
              </a:extLst>
            </p:cNvPr>
            <p:cNvCxnSpPr/>
            <p:nvPr/>
          </p:nvCxnSpPr>
          <p:spPr>
            <a:xfrm>
              <a:off x="7979843" y="3806997"/>
              <a:ext cx="940279" cy="0"/>
            </a:xfrm>
            <a:prstGeom prst="straightConnector1">
              <a:avLst/>
            </a:prstGeom>
            <a:ln w="28575">
              <a:solidFill>
                <a:schemeClr val="tx1"/>
              </a:solidFill>
              <a:tailEnd type="triangle" w="med" len="lg"/>
            </a:ln>
          </p:spPr>
          <p:style>
            <a:lnRef idx="1">
              <a:schemeClr val="accent1"/>
            </a:lnRef>
            <a:fillRef idx="0">
              <a:schemeClr val="accent1"/>
            </a:fillRef>
            <a:effectRef idx="0">
              <a:schemeClr val="accent1"/>
            </a:effectRef>
            <a:fontRef idx="minor">
              <a:schemeClr val="tx1"/>
            </a:fontRef>
          </p:style>
        </p:cxnSp>
        <p:sp>
          <p:nvSpPr>
            <p:cNvPr id="5" name="Pfeil nach rechts 9">
              <a:extLst>
                <a:ext uri="{FF2B5EF4-FFF2-40B4-BE49-F238E27FC236}">
                  <a16:creationId xmlns:a16="http://schemas.microsoft.com/office/drawing/2014/main" id="{08F45EFD-49A1-C529-C94F-99EE8D47C0D2}"/>
                </a:ext>
              </a:extLst>
            </p:cNvPr>
            <p:cNvSpPr/>
            <p:nvPr/>
          </p:nvSpPr>
          <p:spPr>
            <a:xfrm>
              <a:off x="7941714" y="4189836"/>
              <a:ext cx="978408" cy="79914"/>
            </a:xfrm>
            <a:prstGeom prst="rightArrow">
              <a:avLst>
                <a:gd name="adj1" fmla="val 50000"/>
                <a:gd name="adj2" fmla="val 150746"/>
              </a:avLst>
            </a:prstGeom>
            <a:no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sp>
          <p:nvSpPr>
            <p:cNvPr id="6" name="Textfeld 10">
              <a:extLst>
                <a:ext uri="{FF2B5EF4-FFF2-40B4-BE49-F238E27FC236}">
                  <a16:creationId xmlns:a16="http://schemas.microsoft.com/office/drawing/2014/main" id="{0378BF45-E575-606C-E386-5DA4920FD2A8}"/>
                </a:ext>
              </a:extLst>
            </p:cNvPr>
            <p:cNvSpPr txBox="1"/>
            <p:nvPr/>
          </p:nvSpPr>
          <p:spPr>
            <a:xfrm>
              <a:off x="8920123" y="3844699"/>
              <a:ext cx="979211" cy="72579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Cyber-</a:t>
              </a:r>
              <a:br>
                <a:rPr lang="de-DE" sz="2400" dirty="0"/>
              </a:br>
              <a:r>
                <a:rPr lang="de-DE" sz="2400" dirty="0"/>
                <a:t>Physical System</a:t>
              </a:r>
              <a:endParaRPr lang="en-US" sz="2400" dirty="0"/>
            </a:p>
          </p:txBody>
        </p:sp>
        <p:cxnSp>
          <p:nvCxnSpPr>
            <p:cNvPr id="7" name="Gerade Verbindung mit Pfeil 6">
              <a:extLst>
                <a:ext uri="{FF2B5EF4-FFF2-40B4-BE49-F238E27FC236}">
                  <a16:creationId xmlns:a16="http://schemas.microsoft.com/office/drawing/2014/main" id="{75F8C01C-9059-26E3-92D2-BAB5662BF593}"/>
                </a:ext>
              </a:extLst>
            </p:cNvPr>
            <p:cNvCxnSpPr/>
            <p:nvPr/>
          </p:nvCxnSpPr>
          <p:spPr>
            <a:xfrm>
              <a:off x="7979842" y="4703676"/>
              <a:ext cx="940279" cy="0"/>
            </a:xfrm>
            <a:prstGeom prst="straightConnector1">
              <a:avLst/>
            </a:prstGeom>
            <a:ln w="28575">
              <a:solidFill>
                <a:schemeClr val="tx1"/>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8" name="Gerade Verbindung mit Pfeil 7">
              <a:extLst>
                <a:ext uri="{FF2B5EF4-FFF2-40B4-BE49-F238E27FC236}">
                  <a16:creationId xmlns:a16="http://schemas.microsoft.com/office/drawing/2014/main" id="{E36A4FD3-B734-3353-1D3B-67E6A628478E}"/>
                </a:ext>
              </a:extLst>
            </p:cNvPr>
            <p:cNvCxnSpPr/>
            <p:nvPr/>
          </p:nvCxnSpPr>
          <p:spPr>
            <a:xfrm>
              <a:off x="10099833" y="3806932"/>
              <a:ext cx="940279" cy="0"/>
            </a:xfrm>
            <a:prstGeom prst="straightConnector1">
              <a:avLst/>
            </a:prstGeom>
            <a:ln w="28575">
              <a:solidFill>
                <a:schemeClr val="tx1"/>
              </a:solidFill>
              <a:tailEnd type="triangle" w="med" len="lg"/>
            </a:ln>
          </p:spPr>
          <p:style>
            <a:lnRef idx="1">
              <a:schemeClr val="accent1"/>
            </a:lnRef>
            <a:fillRef idx="0">
              <a:schemeClr val="accent1"/>
            </a:fillRef>
            <a:effectRef idx="0">
              <a:schemeClr val="accent1"/>
            </a:effectRef>
            <a:fontRef idx="minor">
              <a:schemeClr val="tx1"/>
            </a:fontRef>
          </p:style>
        </p:cxnSp>
        <p:sp>
          <p:nvSpPr>
            <p:cNvPr id="10" name="Pfeil nach rechts 13">
              <a:extLst>
                <a:ext uri="{FF2B5EF4-FFF2-40B4-BE49-F238E27FC236}">
                  <a16:creationId xmlns:a16="http://schemas.microsoft.com/office/drawing/2014/main" id="{69AC3D63-A862-98AB-FB0E-0B21EDAC24FD}"/>
                </a:ext>
              </a:extLst>
            </p:cNvPr>
            <p:cNvSpPr/>
            <p:nvPr/>
          </p:nvSpPr>
          <p:spPr>
            <a:xfrm>
              <a:off x="10061704" y="4168505"/>
              <a:ext cx="978408" cy="79914"/>
            </a:xfrm>
            <a:prstGeom prst="rightArrow">
              <a:avLst>
                <a:gd name="adj1" fmla="val 50000"/>
                <a:gd name="adj2" fmla="val 150746"/>
              </a:avLst>
            </a:prstGeom>
            <a:no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cxnSp>
          <p:nvCxnSpPr>
            <p:cNvPr id="11" name="Gerade Verbindung mit Pfeil 10">
              <a:extLst>
                <a:ext uri="{FF2B5EF4-FFF2-40B4-BE49-F238E27FC236}">
                  <a16:creationId xmlns:a16="http://schemas.microsoft.com/office/drawing/2014/main" id="{C1C1E368-B029-EC83-AFFD-255AD8B1C32A}"/>
                </a:ext>
              </a:extLst>
            </p:cNvPr>
            <p:cNvCxnSpPr/>
            <p:nvPr/>
          </p:nvCxnSpPr>
          <p:spPr>
            <a:xfrm>
              <a:off x="10099832" y="4703611"/>
              <a:ext cx="940279" cy="0"/>
            </a:xfrm>
            <a:prstGeom prst="straightConnector1">
              <a:avLst/>
            </a:prstGeom>
            <a:ln w="28575">
              <a:solidFill>
                <a:schemeClr val="tx1"/>
              </a:solidFill>
              <a:prstDash val="dash"/>
              <a:tailEnd type="triangle" w="med" len="lg"/>
            </a:ln>
          </p:spPr>
          <p:style>
            <a:lnRef idx="1">
              <a:schemeClr val="accent1"/>
            </a:lnRef>
            <a:fillRef idx="0">
              <a:schemeClr val="accent1"/>
            </a:fillRef>
            <a:effectRef idx="0">
              <a:schemeClr val="accent1"/>
            </a:effectRef>
            <a:fontRef idx="minor">
              <a:schemeClr val="tx1"/>
            </a:fontRef>
          </p:style>
        </p:cxnSp>
        <p:sp>
          <p:nvSpPr>
            <p:cNvPr id="12" name="Textfeld 15">
              <a:extLst>
                <a:ext uri="{FF2B5EF4-FFF2-40B4-BE49-F238E27FC236}">
                  <a16:creationId xmlns:a16="http://schemas.microsoft.com/office/drawing/2014/main" id="{F409FFEF-437A-DC5A-002E-A6BA7BB60049}"/>
                </a:ext>
              </a:extLst>
            </p:cNvPr>
            <p:cNvSpPr txBox="1"/>
            <p:nvPr/>
          </p:nvSpPr>
          <p:spPr>
            <a:xfrm>
              <a:off x="7244886" y="3390718"/>
              <a:ext cx="979211"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Energy</a:t>
              </a:r>
              <a:endParaRPr lang="en-US" sz="2400" dirty="0"/>
            </a:p>
          </p:txBody>
        </p:sp>
        <p:sp>
          <p:nvSpPr>
            <p:cNvPr id="13" name="Textfeld 16">
              <a:extLst>
                <a:ext uri="{FF2B5EF4-FFF2-40B4-BE49-F238E27FC236}">
                  <a16:creationId xmlns:a16="http://schemas.microsoft.com/office/drawing/2014/main" id="{CA09DF99-B8F9-49F2-CD6F-1C5D53508FB1}"/>
                </a:ext>
              </a:extLst>
            </p:cNvPr>
            <p:cNvSpPr txBox="1"/>
            <p:nvPr/>
          </p:nvSpPr>
          <p:spPr>
            <a:xfrm>
              <a:off x="7244378" y="3870430"/>
              <a:ext cx="979212"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Material</a:t>
              </a:r>
              <a:endParaRPr lang="en-US" sz="2400" dirty="0"/>
            </a:p>
          </p:txBody>
        </p:sp>
        <p:sp>
          <p:nvSpPr>
            <p:cNvPr id="14" name="Textfeld 17">
              <a:extLst>
                <a:ext uri="{FF2B5EF4-FFF2-40B4-BE49-F238E27FC236}">
                  <a16:creationId xmlns:a16="http://schemas.microsoft.com/office/drawing/2014/main" id="{81C1863B-805A-09CF-DF6B-E80D09A21C82}"/>
                </a:ext>
              </a:extLst>
            </p:cNvPr>
            <p:cNvSpPr txBox="1"/>
            <p:nvPr/>
          </p:nvSpPr>
          <p:spPr>
            <a:xfrm>
              <a:off x="7238764" y="4389428"/>
              <a:ext cx="979211"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Data</a:t>
              </a:r>
              <a:endParaRPr lang="en-US" sz="2400" dirty="0"/>
            </a:p>
          </p:txBody>
        </p:sp>
        <p:sp>
          <p:nvSpPr>
            <p:cNvPr id="15" name="AutoShape 40">
              <a:extLst>
                <a:ext uri="{FF2B5EF4-FFF2-40B4-BE49-F238E27FC236}">
                  <a16:creationId xmlns:a16="http://schemas.microsoft.com/office/drawing/2014/main" id="{D878364E-F3EA-AE8B-AA61-89E30F06CE0D}"/>
                </a:ext>
              </a:extLst>
            </p:cNvPr>
            <p:cNvSpPr>
              <a:spLocks noChangeArrowheads="1"/>
            </p:cNvSpPr>
            <p:nvPr/>
          </p:nvSpPr>
          <p:spPr bwMode="auto">
            <a:xfrm flipV="1">
              <a:off x="11179195" y="3177220"/>
              <a:ext cx="609600" cy="304800"/>
            </a:xfrm>
            <a:prstGeom prst="foldedCorner">
              <a:avLst>
                <a:gd name="adj" fmla="val 27606"/>
              </a:avLst>
            </a:prstGeom>
            <a:solidFill>
              <a:schemeClr val="bg1"/>
            </a:solidFill>
            <a:ln w="9525">
              <a:solidFill>
                <a:schemeClr val="tx1"/>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eaLnBrk="0" hangingPunct="0">
                <a:lnSpc>
                  <a:spcPct val="70000"/>
                </a:lnSpc>
              </a:pPr>
              <a:r>
                <a:rPr lang="en-US" altLang="de-DE" sz="2400" dirty="0"/>
                <a:t>CPF</a:t>
              </a:r>
            </a:p>
          </p:txBody>
        </p:sp>
      </p:grpSp>
    </p:spTree>
    <p:extLst>
      <p:ext uri="{BB962C8B-B14F-4D97-AF65-F5344CB8AC3E}">
        <p14:creationId xmlns:p14="http://schemas.microsoft.com/office/powerpoint/2010/main" val="5909684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15"/>
          </p:nvPr>
        </p:nvSpPr>
        <p:spPr/>
        <p:txBody>
          <a:bodyPr/>
          <a:lstStyle/>
          <a:p>
            <a:pPr marL="0" indent="0">
              <a:buNone/>
            </a:pPr>
            <a:endParaRPr lang="de-DE" kern="100" dirty="0">
              <a:latin typeface="+mj-lt"/>
              <a:ea typeface="Calibri" panose="020F0502020204030204" pitchFamily="34" charset="0"/>
            </a:endParaRPr>
          </a:p>
          <a:p>
            <a:r>
              <a:rPr lang="de-DE" kern="100" dirty="0">
                <a:latin typeface="+mj-lt"/>
                <a:ea typeface="Calibri" panose="020F0502020204030204" pitchFamily="34" charset="0"/>
              </a:rPr>
              <a:t>Funktionen sind </a:t>
            </a:r>
            <a:r>
              <a:rPr lang="de-DE" kern="100" dirty="0">
                <a:solidFill>
                  <a:srgbClr val="00549F"/>
                </a:solidFill>
                <a:latin typeface="+mj-lt"/>
                <a:ea typeface="Calibri" panose="020F0502020204030204" pitchFamily="34" charset="0"/>
              </a:rPr>
              <a:t>dekomponiert</a:t>
            </a:r>
            <a:r>
              <a:rPr lang="de-DE" kern="100" dirty="0">
                <a:latin typeface="+mj-lt"/>
                <a:ea typeface="Calibri" panose="020F0502020204030204" pitchFamily="34" charset="0"/>
              </a:rPr>
              <a:t> </a:t>
            </a:r>
            <a:r>
              <a:rPr lang="de-DE" kern="100" dirty="0">
                <a:solidFill>
                  <a:srgbClr val="00549F"/>
                </a:solidFill>
                <a:latin typeface="+mj-lt"/>
                <a:ea typeface="Calibri" panose="020F0502020204030204" pitchFamily="34" charset="0"/>
              </a:rPr>
              <a:t>in</a:t>
            </a:r>
            <a:r>
              <a:rPr lang="de-DE" kern="100" dirty="0">
                <a:latin typeface="+mj-lt"/>
                <a:ea typeface="Calibri" panose="020F0502020204030204" pitchFamily="34" charset="0"/>
              </a:rPr>
              <a:t> </a:t>
            </a:r>
            <a:r>
              <a:rPr lang="de-DE" kern="100" dirty="0">
                <a:solidFill>
                  <a:srgbClr val="00549F"/>
                </a:solidFill>
                <a:latin typeface="+mj-lt"/>
                <a:ea typeface="Calibri" panose="020F0502020204030204" pitchFamily="34" charset="0"/>
              </a:rPr>
              <a:t>Substrukturen</a:t>
            </a:r>
            <a:r>
              <a:rPr lang="de-DE" kern="100" dirty="0">
                <a:latin typeface="+mj-lt"/>
                <a:ea typeface="Calibri" panose="020F0502020204030204" pitchFamily="34" charset="0"/>
              </a:rPr>
              <a:t> (Architekturen), die ihrerseits über interne Kanäle interagieren</a:t>
            </a:r>
          </a:p>
          <a:p>
            <a:endParaRPr lang="de-DE" kern="100" dirty="0">
              <a:latin typeface="+mj-lt"/>
              <a:ea typeface="Calibri" panose="020F0502020204030204" pitchFamily="34" charset="0"/>
            </a:endParaRPr>
          </a:p>
          <a:p>
            <a:r>
              <a:rPr lang="de-DE" kern="100" dirty="0">
                <a:latin typeface="+mj-lt"/>
                <a:ea typeface="Calibri" panose="020F0502020204030204" pitchFamily="34" charset="0"/>
              </a:rPr>
              <a:t>Funktionen können einen </a:t>
            </a:r>
            <a:r>
              <a:rPr lang="de-DE" kern="100" dirty="0">
                <a:solidFill>
                  <a:srgbClr val="00549F"/>
                </a:solidFill>
                <a:latin typeface="+mj-lt"/>
                <a:ea typeface="Calibri" panose="020F0502020204030204" pitchFamily="34" charset="0"/>
              </a:rPr>
              <a:t>internen</a:t>
            </a:r>
            <a:r>
              <a:rPr lang="de-DE" kern="100" dirty="0">
                <a:latin typeface="+mj-lt"/>
                <a:ea typeface="Calibri" panose="020F0502020204030204" pitchFamily="34" charset="0"/>
              </a:rPr>
              <a:t> </a:t>
            </a:r>
            <a:r>
              <a:rPr lang="de-DE" kern="100" dirty="0">
                <a:solidFill>
                  <a:srgbClr val="00549F"/>
                </a:solidFill>
                <a:latin typeface="+mj-lt"/>
                <a:ea typeface="Calibri" panose="020F0502020204030204" pitchFamily="34" charset="0"/>
              </a:rPr>
              <a:t>Zustand</a:t>
            </a:r>
            <a:r>
              <a:rPr lang="de-DE" kern="100" dirty="0">
                <a:latin typeface="+mj-lt"/>
                <a:ea typeface="Calibri" panose="020F0502020204030204" pitchFamily="34" charset="0"/>
              </a:rPr>
              <a:t> haben (und auf durch die Interaktionen mit der Umgebung wechseln)</a:t>
            </a:r>
          </a:p>
          <a:p>
            <a:endParaRPr lang="de-DE" dirty="0">
              <a:latin typeface="+mj-lt"/>
            </a:endParaRPr>
          </a:p>
          <a:p>
            <a:r>
              <a:rPr lang="de-DE" kern="100" dirty="0">
                <a:latin typeface="+mj-lt"/>
                <a:ea typeface="Calibri" panose="020F0502020204030204" pitchFamily="34" charset="0"/>
              </a:rPr>
              <a:t>Die Funktionen können komplexe Eigenschaften besitzen, brechen sich aber letztlich runter auf entweder reine Software, Sensoren, Aktuatoren oder elementare physikalische Funktionen, wie sie der Koller-Katalog in Form von etwa 300 Stück kennt</a:t>
            </a:r>
          </a:p>
          <a:p>
            <a:endParaRPr lang="en-US" dirty="0">
              <a:latin typeface="+mj-lt"/>
            </a:endParaRPr>
          </a:p>
        </p:txBody>
      </p:sp>
      <p:sp>
        <p:nvSpPr>
          <p:cNvPr id="3" name="Titel 2">
            <a:extLst>
              <a:ext uri="{FF2B5EF4-FFF2-40B4-BE49-F238E27FC236}">
                <a16:creationId xmlns:a16="http://schemas.microsoft.com/office/drawing/2014/main" id="{D1DE7FE1-C0CA-F4B3-3D14-744CC8EE3E7B}"/>
              </a:ext>
            </a:extLst>
          </p:cNvPr>
          <p:cNvSpPr>
            <a:spLocks noGrp="1"/>
          </p:cNvSpPr>
          <p:nvPr>
            <p:ph type="title"/>
          </p:nvPr>
        </p:nvSpPr>
        <p:spPr/>
        <p:txBody>
          <a:bodyPr/>
          <a:lstStyle/>
          <a:p>
            <a:r>
              <a:rPr lang="en-US" dirty="0" err="1"/>
              <a:t>FunctionStructure</a:t>
            </a:r>
            <a:r>
              <a:rPr lang="en-US" dirty="0"/>
              <a:t> : das </a:t>
            </a:r>
            <a:r>
              <a:rPr lang="de-DE" dirty="0"/>
              <a:t>Referenzmodell</a:t>
            </a:r>
          </a:p>
        </p:txBody>
      </p:sp>
      <p:sp>
        <p:nvSpPr>
          <p:cNvPr id="4" name="Inhaltsplatzhalter 3">
            <a:extLst>
              <a:ext uri="{FF2B5EF4-FFF2-40B4-BE49-F238E27FC236}">
                <a16:creationId xmlns:a16="http://schemas.microsoft.com/office/drawing/2014/main" id="{33C43F92-72E7-5C19-A418-EAE1A0DB5BAE}"/>
              </a:ext>
            </a:extLst>
          </p:cNvPr>
          <p:cNvSpPr>
            <a:spLocks noGrp="1"/>
          </p:cNvSpPr>
          <p:nvPr>
            <p:ph sz="quarter" idx="14"/>
          </p:nvPr>
        </p:nvSpPr>
        <p:spPr/>
        <p:txBody>
          <a:bodyPr/>
          <a:lstStyle/>
          <a:p>
            <a:pPr marL="0" indent="0">
              <a:buNone/>
            </a:pPr>
            <a:r>
              <a:rPr lang="en-US" dirty="0" err="1">
                <a:latin typeface="+mj-lt"/>
              </a:rPr>
              <a:t>FunctionStructure</a:t>
            </a:r>
            <a:r>
              <a:rPr lang="de-DE" sz="1800" kern="100" dirty="0">
                <a:effectLst/>
                <a:latin typeface="+mj-lt"/>
                <a:ea typeface="Calibri" panose="020F0502020204030204" pitchFamily="34" charset="0"/>
                <a:cs typeface="Arial" panose="020B0604020202020204" pitchFamily="34" charset="0"/>
              </a:rPr>
              <a:t> beschreibt die </a:t>
            </a:r>
            <a:r>
              <a:rPr lang="de-DE" sz="1800" b="1" kern="100" dirty="0">
                <a:solidFill>
                  <a:schemeClr val="tx2"/>
                </a:solidFill>
                <a:effectLst/>
                <a:latin typeface="+mj-lt"/>
                <a:ea typeface="Calibri" panose="020F0502020204030204" pitchFamily="34" charset="0"/>
                <a:cs typeface="Arial" panose="020B0604020202020204" pitchFamily="34" charset="0"/>
              </a:rPr>
              <a:t>funktionale Struktur </a:t>
            </a:r>
            <a:r>
              <a:rPr lang="de-DE" sz="1800" kern="100" dirty="0">
                <a:effectLst/>
                <a:latin typeface="+mj-lt"/>
                <a:ea typeface="Calibri" panose="020F0502020204030204" pitchFamily="34" charset="0"/>
                <a:cs typeface="Arial" panose="020B0604020202020204" pitchFamily="34" charset="0"/>
              </a:rPr>
              <a:t>von Maschinen, Produkten, verteilt arbeitender Software</a:t>
            </a:r>
          </a:p>
          <a:p>
            <a:pPr marL="342900" indent="-342900">
              <a:buFont typeface="+mj-lt"/>
              <a:buAutoNum type="alphaLcParenR"/>
            </a:pPr>
            <a:endParaRPr lang="de-DE" sz="1800" kern="100" dirty="0">
              <a:effectLst/>
              <a:latin typeface="+mj-lt"/>
              <a:ea typeface="Calibri" panose="020F0502020204030204" pitchFamily="34" charset="0"/>
              <a:cs typeface="Arial" panose="020B0604020202020204" pitchFamily="34" charset="0"/>
            </a:endParaRPr>
          </a:p>
          <a:p>
            <a:pPr marL="0" indent="0">
              <a:buNone/>
            </a:pPr>
            <a:r>
              <a:rPr lang="de-DE" sz="1800" kern="100" dirty="0">
                <a:effectLst/>
                <a:latin typeface="+mj-lt"/>
                <a:ea typeface="Calibri" panose="020F0502020204030204" pitchFamily="34" charset="0"/>
                <a:cs typeface="Arial" panose="020B0604020202020204" pitchFamily="34" charset="0"/>
              </a:rPr>
              <a:t>Beschrieben wird die </a:t>
            </a:r>
            <a:r>
              <a:rPr lang="de-DE" sz="1800" kern="100" dirty="0">
                <a:solidFill>
                  <a:srgbClr val="00549F"/>
                </a:solidFill>
                <a:effectLst/>
                <a:latin typeface="+mj-lt"/>
                <a:ea typeface="Calibri" panose="020F0502020204030204" pitchFamily="34" charset="0"/>
                <a:cs typeface="Arial" panose="020B0604020202020204" pitchFamily="34" charset="0"/>
              </a:rPr>
              <a:t>Funktion</a:t>
            </a:r>
            <a:r>
              <a:rPr lang="de-DE" sz="1800" kern="100" dirty="0">
                <a:effectLst/>
                <a:latin typeface="+mj-lt"/>
                <a:ea typeface="Calibri" panose="020F0502020204030204" pitchFamily="34" charset="0"/>
                <a:cs typeface="Arial" panose="020B0604020202020204" pitchFamily="34" charset="0"/>
              </a:rPr>
              <a:t> </a:t>
            </a:r>
            <a:r>
              <a:rPr lang="de-DE" sz="1800" kern="100" dirty="0">
                <a:solidFill>
                  <a:srgbClr val="00549F"/>
                </a:solidFill>
                <a:effectLst/>
                <a:latin typeface="+mj-lt"/>
                <a:ea typeface="Calibri" panose="020F0502020204030204" pitchFamily="34" charset="0"/>
                <a:cs typeface="Arial" panose="020B0604020202020204" pitchFamily="34" charset="0"/>
              </a:rPr>
              <a:t>eines</a:t>
            </a:r>
            <a:r>
              <a:rPr lang="de-DE" sz="1800" kern="100" dirty="0">
                <a:effectLst/>
                <a:latin typeface="+mj-lt"/>
                <a:ea typeface="Calibri" panose="020F0502020204030204" pitchFamily="34" charset="0"/>
                <a:cs typeface="Arial" panose="020B0604020202020204" pitchFamily="34" charset="0"/>
              </a:rPr>
              <a:t> </a:t>
            </a:r>
            <a:r>
              <a:rPr lang="de-DE" sz="1800" kern="100" dirty="0">
                <a:solidFill>
                  <a:srgbClr val="00549F"/>
                </a:solidFill>
                <a:effectLst/>
                <a:latin typeface="+mj-lt"/>
                <a:ea typeface="Calibri" panose="020F0502020204030204" pitchFamily="34" charset="0"/>
                <a:cs typeface="Arial" panose="020B0604020202020204" pitchFamily="34" charset="0"/>
              </a:rPr>
              <a:t>Systems</a:t>
            </a:r>
            <a:r>
              <a:rPr lang="de-DE" sz="1800" kern="100" dirty="0">
                <a:effectLst/>
                <a:latin typeface="+mj-lt"/>
                <a:ea typeface="Calibri" panose="020F0502020204030204" pitchFamily="34" charset="0"/>
                <a:cs typeface="Arial" panose="020B0604020202020204" pitchFamily="34" charset="0"/>
              </a:rPr>
              <a:t> (oder einer </a:t>
            </a:r>
            <a:r>
              <a:rPr lang="de-DE" sz="1800" kern="100" dirty="0">
                <a:solidFill>
                  <a:srgbClr val="00549F"/>
                </a:solidFill>
                <a:effectLst/>
                <a:latin typeface="+mj-lt"/>
                <a:ea typeface="Calibri" panose="020F0502020204030204" pitchFamily="34" charset="0"/>
                <a:cs typeface="Arial" panose="020B0604020202020204" pitchFamily="34" charset="0"/>
              </a:rPr>
              <a:t>Komponente</a:t>
            </a:r>
            <a:r>
              <a:rPr lang="de-DE" sz="1800" kern="100" dirty="0">
                <a:effectLst/>
                <a:latin typeface="+mj-lt"/>
                <a:ea typeface="Calibri" panose="020F0502020204030204" pitchFamily="34" charset="0"/>
                <a:cs typeface="Arial" panose="020B0604020202020204" pitchFamily="34" charset="0"/>
              </a:rPr>
              <a:t>)</a:t>
            </a:r>
          </a:p>
          <a:p>
            <a:pPr marL="0" indent="0">
              <a:buNone/>
            </a:pPr>
            <a:endParaRPr lang="de-DE" sz="1800" kern="100" dirty="0">
              <a:effectLst/>
              <a:latin typeface="+mj-lt"/>
              <a:ea typeface="Calibri" panose="020F0502020204030204" pitchFamily="34" charset="0"/>
              <a:cs typeface="Arial" panose="020B0604020202020204" pitchFamily="34" charset="0"/>
            </a:endParaRPr>
          </a:p>
          <a:p>
            <a:r>
              <a:rPr lang="de-DE" sz="1800" kern="100" dirty="0">
                <a:effectLst/>
                <a:latin typeface="+mj-lt"/>
                <a:ea typeface="Calibri" panose="020F0502020204030204" pitchFamily="34" charset="0"/>
                <a:cs typeface="Arial" panose="020B0604020202020204" pitchFamily="34" charset="0"/>
              </a:rPr>
              <a:t>in Form von </a:t>
            </a:r>
            <a:r>
              <a:rPr lang="de-DE" sz="1800" kern="100" dirty="0">
                <a:solidFill>
                  <a:srgbClr val="00549F"/>
                </a:solidFill>
                <a:effectLst/>
                <a:latin typeface="+mj-lt"/>
                <a:ea typeface="Calibri" panose="020F0502020204030204" pitchFamily="34" charset="0"/>
                <a:cs typeface="Arial" panose="020B0604020202020204" pitchFamily="34" charset="0"/>
              </a:rPr>
              <a:t>Input-</a:t>
            </a:r>
            <a:r>
              <a:rPr lang="de-DE" sz="1800" kern="100" dirty="0">
                <a:effectLst/>
                <a:latin typeface="+mj-lt"/>
                <a:ea typeface="Calibri" panose="020F0502020204030204" pitchFamily="34" charset="0"/>
                <a:cs typeface="Arial" panose="020B0604020202020204" pitchFamily="34" charset="0"/>
              </a:rPr>
              <a:t> und </a:t>
            </a:r>
            <a:r>
              <a:rPr lang="de-DE" sz="1800" kern="100" dirty="0">
                <a:solidFill>
                  <a:srgbClr val="00549F"/>
                </a:solidFill>
                <a:effectLst/>
                <a:latin typeface="+mj-lt"/>
                <a:ea typeface="Calibri" panose="020F0502020204030204" pitchFamily="34" charset="0"/>
                <a:cs typeface="Arial" panose="020B0604020202020204" pitchFamily="34" charset="0"/>
              </a:rPr>
              <a:t>Output-Kanälen</a:t>
            </a:r>
            <a:r>
              <a:rPr lang="de-DE" sz="1800" kern="100" dirty="0">
                <a:effectLst/>
                <a:latin typeface="+mj-lt"/>
                <a:ea typeface="Calibri" panose="020F0502020204030204" pitchFamily="34" charset="0"/>
                <a:cs typeface="Arial" panose="020B0604020202020204" pitchFamily="34" charset="0"/>
              </a:rPr>
              <a:t> </a:t>
            </a:r>
          </a:p>
          <a:p>
            <a:endParaRPr lang="de-DE" sz="1800" kern="100" dirty="0">
              <a:effectLst/>
              <a:latin typeface="+mj-lt"/>
              <a:ea typeface="Calibri" panose="020F0502020204030204" pitchFamily="34" charset="0"/>
              <a:cs typeface="Arial" panose="020B0604020202020204" pitchFamily="34" charset="0"/>
            </a:endParaRPr>
          </a:p>
          <a:p>
            <a:r>
              <a:rPr lang="de-DE" sz="1800" kern="100" dirty="0">
                <a:effectLst/>
                <a:latin typeface="+mj-lt"/>
                <a:ea typeface="Calibri" panose="020F0502020204030204" pitchFamily="34" charset="0"/>
                <a:cs typeface="Arial" panose="020B0604020202020204" pitchFamily="34" charset="0"/>
              </a:rPr>
              <a:t>mit konkreter, zumeist </a:t>
            </a:r>
            <a:r>
              <a:rPr lang="de-DE" sz="1800" kern="100" dirty="0">
                <a:solidFill>
                  <a:srgbClr val="00549F"/>
                </a:solidFill>
                <a:effectLst/>
                <a:latin typeface="+mj-lt"/>
                <a:ea typeface="Calibri" panose="020F0502020204030204" pitchFamily="34" charset="0"/>
                <a:cs typeface="Arial" panose="020B0604020202020204" pitchFamily="34" charset="0"/>
              </a:rPr>
              <a:t>getypter</a:t>
            </a:r>
            <a:r>
              <a:rPr lang="de-DE" sz="1800" kern="100" dirty="0">
                <a:effectLst/>
                <a:latin typeface="+mj-lt"/>
                <a:ea typeface="Calibri" panose="020F0502020204030204" pitchFamily="34" charset="0"/>
                <a:cs typeface="Arial" panose="020B0604020202020204" pitchFamily="34" charset="0"/>
              </a:rPr>
              <a:t> </a:t>
            </a:r>
            <a:r>
              <a:rPr lang="de-DE" sz="1800" kern="100" dirty="0">
                <a:solidFill>
                  <a:srgbClr val="00549F"/>
                </a:solidFill>
                <a:effectLst/>
                <a:latin typeface="+mj-lt"/>
                <a:ea typeface="Calibri" panose="020F0502020204030204" pitchFamily="34" charset="0"/>
                <a:cs typeface="Arial" panose="020B0604020202020204" pitchFamily="34" charset="0"/>
              </a:rPr>
              <a:t>Signatur</a:t>
            </a:r>
          </a:p>
          <a:p>
            <a:endParaRPr lang="de-DE" sz="1800" kern="100" dirty="0">
              <a:effectLst/>
              <a:latin typeface="+mj-lt"/>
              <a:ea typeface="Calibri" panose="020F0502020204030204" pitchFamily="34" charset="0"/>
              <a:cs typeface="Arial" panose="020B0604020202020204" pitchFamily="34" charset="0"/>
            </a:endParaRPr>
          </a:p>
          <a:p>
            <a:r>
              <a:rPr lang="de-DE" kern="100" dirty="0">
                <a:latin typeface="+mj-lt"/>
                <a:ea typeface="Calibri" panose="020F0502020204030204" pitchFamily="34" charset="0"/>
              </a:rPr>
              <a:t>a</a:t>
            </a:r>
            <a:r>
              <a:rPr lang="de-DE" sz="1800" kern="100" dirty="0">
                <a:effectLst/>
                <a:latin typeface="+mj-lt"/>
                <a:ea typeface="Calibri" panose="020F0502020204030204" pitchFamily="34" charset="0"/>
                <a:cs typeface="Arial" panose="020B0604020202020204" pitchFamily="34" charset="0"/>
              </a:rPr>
              <a:t>uf den Kanälen fließen </a:t>
            </a:r>
            <a:r>
              <a:rPr lang="de-DE" sz="1800" kern="100" dirty="0">
                <a:solidFill>
                  <a:srgbClr val="00549F"/>
                </a:solidFill>
                <a:effectLst/>
                <a:latin typeface="+mj-lt"/>
                <a:ea typeface="Calibri" panose="020F0502020204030204" pitchFamily="34" charset="0"/>
                <a:cs typeface="Arial" panose="020B0604020202020204" pitchFamily="34" charset="0"/>
              </a:rPr>
              <a:t>energetische-</a:t>
            </a:r>
            <a:r>
              <a:rPr lang="de-DE" sz="1800" kern="100" dirty="0">
                <a:effectLst/>
                <a:latin typeface="+mj-lt"/>
                <a:ea typeface="Calibri" panose="020F0502020204030204" pitchFamily="34" charset="0"/>
                <a:cs typeface="Arial" panose="020B0604020202020204" pitchFamily="34" charset="0"/>
              </a:rPr>
              <a:t>, </a:t>
            </a:r>
            <a:r>
              <a:rPr lang="de-DE" sz="1800" kern="100" dirty="0">
                <a:solidFill>
                  <a:srgbClr val="00549F"/>
                </a:solidFill>
                <a:effectLst/>
                <a:latin typeface="+mj-lt"/>
                <a:ea typeface="Calibri" panose="020F0502020204030204" pitchFamily="34" charset="0"/>
                <a:cs typeface="Arial" panose="020B0604020202020204" pitchFamily="34" charset="0"/>
              </a:rPr>
              <a:t>physikalische-</a:t>
            </a:r>
            <a:r>
              <a:rPr lang="de-DE" sz="1800" kern="100" dirty="0">
                <a:effectLst/>
                <a:latin typeface="+mj-lt"/>
                <a:ea typeface="Calibri" panose="020F0502020204030204" pitchFamily="34" charset="0"/>
                <a:cs typeface="Arial" panose="020B0604020202020204" pitchFamily="34" charset="0"/>
              </a:rPr>
              <a:t> oder </a:t>
            </a:r>
            <a:r>
              <a:rPr lang="de-DE" sz="1800" kern="100" dirty="0">
                <a:solidFill>
                  <a:srgbClr val="00549F"/>
                </a:solidFill>
                <a:effectLst/>
                <a:latin typeface="+mj-lt"/>
                <a:ea typeface="Calibri" panose="020F0502020204030204" pitchFamily="34" charset="0"/>
                <a:cs typeface="Arial" panose="020B0604020202020204" pitchFamily="34" charset="0"/>
              </a:rPr>
              <a:t>Datenströme</a:t>
            </a:r>
            <a:r>
              <a:rPr lang="de-DE" sz="1800" kern="100" dirty="0">
                <a:effectLst/>
                <a:latin typeface="+mj-lt"/>
                <a:ea typeface="Calibri" panose="020F0502020204030204" pitchFamily="34" charset="0"/>
                <a:cs typeface="Arial" panose="020B0604020202020204" pitchFamily="34" charset="0"/>
              </a:rPr>
              <a:t>, diese können als diskrete Events (Button, Schraube) oder kontinuierlicher Fluss (Wasser, Strom, Wärme) verstanden (und modelliert) werden.</a:t>
            </a:r>
            <a:endParaRPr lang="de-DE" kern="100" dirty="0">
              <a:latin typeface="+mj-lt"/>
              <a:ea typeface="Calibri" panose="020F0502020204030204" pitchFamily="34" charset="0"/>
            </a:endParaRPr>
          </a:p>
        </p:txBody>
      </p:sp>
    </p:spTree>
    <p:extLst>
      <p:ext uri="{BB962C8B-B14F-4D97-AF65-F5344CB8AC3E}">
        <p14:creationId xmlns:p14="http://schemas.microsoft.com/office/powerpoint/2010/main" val="16581254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p:cNvSpPr>
            <a:spLocks noGrp="1"/>
          </p:cNvSpPr>
          <p:nvPr>
            <p:ph sz="quarter" idx="15"/>
          </p:nvPr>
        </p:nvSpPr>
        <p:spPr>
          <a:xfrm>
            <a:off x="6215999" y="1234689"/>
            <a:ext cx="5780257" cy="4385941"/>
          </a:xfrm>
        </p:spPr>
        <p:txBody>
          <a:bodyPr/>
          <a:lstStyle/>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a:solidFill>
                  <a:srgbClr val="00549F"/>
                </a:solidFill>
                <a:latin typeface="Trebuchet MS" panose="020B0603020202020204" pitchFamily="34" charset="0"/>
              </a:rPr>
              <a:t>FunctionStructure.cd</a:t>
            </a:r>
            <a:r>
              <a:rPr lang="en-US" dirty="0">
                <a:latin typeface="+mj-lt"/>
              </a:rPr>
              <a:t> </a:t>
            </a:r>
            <a:r>
              <a:rPr lang="en-US" dirty="0"/>
              <a:t>–</a:t>
            </a:r>
            <a:r>
              <a:rPr lang="en-US" dirty="0">
                <a:latin typeface="+mj-lt"/>
              </a:rPr>
              <a:t> </a:t>
            </a:r>
            <a:r>
              <a:rPr lang="en-US" dirty="0" err="1"/>
              <a:t>Referenzmodell</a:t>
            </a: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err="1">
                <a:solidFill>
                  <a:srgbClr val="00549F"/>
                </a:solidFill>
                <a:latin typeface="Trebuchet MS" panose="020B0603020202020204" pitchFamily="34" charset="0"/>
              </a:rPr>
              <a:t>FunctionStructure.ocl</a:t>
            </a:r>
            <a:r>
              <a:rPr lang="en-US" dirty="0"/>
              <a:t> – OCL </a:t>
            </a:r>
            <a:r>
              <a:rPr lang="en-US" dirty="0" err="1"/>
              <a:t>Bedingungen</a:t>
            </a:r>
            <a:endParaRPr lang="en-US" dirty="0"/>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a:solidFill>
                  <a:srgbClr val="00549F"/>
                </a:solidFill>
                <a:latin typeface="Trebuchet MS" panose="020B0603020202020204" pitchFamily="34" charset="0"/>
              </a:rPr>
              <a:t>FunctionStructure4Fenix.cd </a:t>
            </a:r>
            <a:r>
              <a:rPr lang="en-US" dirty="0"/>
              <a:t>– Modell für die </a:t>
            </a:r>
            <a:r>
              <a:rPr lang="en-US" dirty="0" err="1"/>
              <a:t>Implementierung</a:t>
            </a:r>
            <a:r>
              <a:rPr lang="en-US" dirty="0"/>
              <a:t> in Fenix</a:t>
            </a:r>
          </a:p>
        </p:txBody>
      </p:sp>
      <p:sp>
        <p:nvSpPr>
          <p:cNvPr id="3" name="Titel 2"/>
          <p:cNvSpPr>
            <a:spLocks noGrp="1"/>
          </p:cNvSpPr>
          <p:nvPr>
            <p:ph type="title"/>
          </p:nvPr>
        </p:nvSpPr>
        <p:spPr/>
        <p:txBody>
          <a:bodyPr/>
          <a:lstStyle/>
          <a:p>
            <a:r>
              <a:rPr lang="en-US" dirty="0" err="1"/>
              <a:t>FunctionStructure</a:t>
            </a:r>
            <a:endParaRPr lang="en-US" dirty="0"/>
          </a:p>
        </p:txBody>
      </p:sp>
      <p:sp>
        <p:nvSpPr>
          <p:cNvPr id="4" name="Inhaltsplatzhalter 3"/>
          <p:cNvSpPr>
            <a:spLocks noGrp="1"/>
          </p:cNvSpPr>
          <p:nvPr>
            <p:ph sz="quarter" idx="14"/>
          </p:nvPr>
        </p:nvSpPr>
        <p:spPr/>
        <p:txBody>
          <a:bodyPr/>
          <a:lstStyle/>
          <a:p>
            <a:pPr marL="0" indent="0">
              <a:buNone/>
            </a:pPr>
            <a:endParaRPr lang="de-DE" dirty="0"/>
          </a:p>
          <a:p>
            <a:pPr marL="0" indent="0">
              <a:buNone/>
            </a:pPr>
            <a:r>
              <a:rPr lang="de-DE" b="1" dirty="0" err="1">
                <a:solidFill>
                  <a:srgbClr val="00549F"/>
                </a:solidFill>
              </a:rPr>
              <a:t>FunctionStructure</a:t>
            </a:r>
            <a:endParaRPr lang="de-DE" b="1" dirty="0">
              <a:solidFill>
                <a:srgbClr val="00549F"/>
              </a:solidFill>
            </a:endParaRPr>
          </a:p>
          <a:p>
            <a:r>
              <a:rPr lang="de-DE" dirty="0"/>
              <a:t>wird primär definiert durch ein </a:t>
            </a:r>
            <a:r>
              <a:rPr lang="de-DE" dirty="0">
                <a:solidFill>
                  <a:srgbClr val="00549F"/>
                </a:solidFill>
              </a:rPr>
              <a:t>Klassendiagramm</a:t>
            </a:r>
            <a:r>
              <a:rPr lang="de-DE" dirty="0"/>
              <a:t> </a:t>
            </a:r>
          </a:p>
          <a:p>
            <a:endParaRPr lang="de-DE" dirty="0"/>
          </a:p>
          <a:p>
            <a:r>
              <a:rPr lang="de-DE" dirty="0"/>
              <a:t>und assoziierte </a:t>
            </a:r>
            <a:r>
              <a:rPr lang="de-DE" dirty="0">
                <a:solidFill>
                  <a:srgbClr val="00549F"/>
                </a:solidFill>
              </a:rPr>
              <a:t>OCL-</a:t>
            </a:r>
            <a:r>
              <a:rPr lang="de-DE" dirty="0"/>
              <a:t> </a:t>
            </a:r>
            <a:r>
              <a:rPr lang="de-DE" dirty="0" err="1">
                <a:solidFill>
                  <a:srgbClr val="00549F"/>
                </a:solidFill>
              </a:rPr>
              <a:t>Constraints</a:t>
            </a:r>
            <a:endParaRPr lang="de-DE" dirty="0">
              <a:solidFill>
                <a:srgbClr val="00549F"/>
              </a:solidFill>
            </a:endParaRPr>
          </a:p>
          <a:p>
            <a:pPr marL="215900" lvl="1" indent="0">
              <a:buNone/>
            </a:pPr>
            <a:endParaRPr lang="de-DE" dirty="0"/>
          </a:p>
          <a:p>
            <a:r>
              <a:rPr lang="de-DE" dirty="0"/>
              <a:t>welche die grundsätzliche Struktur der Schnittstellen, und die hierarchische Dekomposition inclusive der Verschaltung innerer Strukturen dekomponierter Systeme </a:t>
            </a:r>
            <a:r>
              <a:rPr lang="de-DE" dirty="0" err="1"/>
              <a:t>representieren</a:t>
            </a:r>
            <a:r>
              <a:rPr lang="de-DE" dirty="0"/>
              <a:t>.</a:t>
            </a:r>
          </a:p>
          <a:p>
            <a:endParaRPr lang="de-DE" dirty="0"/>
          </a:p>
          <a:p>
            <a:endParaRPr lang="de-DE" dirty="0"/>
          </a:p>
          <a:p>
            <a:r>
              <a:rPr lang="de-DE" dirty="0"/>
              <a:t>Des Weiteren gibt es ein Modell zu </a:t>
            </a:r>
            <a:r>
              <a:rPr lang="de-DE" dirty="0">
                <a:solidFill>
                  <a:srgbClr val="00549F"/>
                </a:solidFill>
              </a:rPr>
              <a:t>Implementierungszwecken</a:t>
            </a:r>
            <a:r>
              <a:rPr lang="de-DE" dirty="0"/>
              <a:t> </a:t>
            </a:r>
            <a:r>
              <a:rPr lang="de-DE" dirty="0">
                <a:solidFill>
                  <a:srgbClr val="00549F"/>
                </a:solidFill>
              </a:rPr>
              <a:t>in</a:t>
            </a:r>
            <a:r>
              <a:rPr lang="de-DE" dirty="0"/>
              <a:t> </a:t>
            </a:r>
            <a:r>
              <a:rPr lang="de-DE" dirty="0">
                <a:solidFill>
                  <a:srgbClr val="00549F"/>
                </a:solidFill>
              </a:rPr>
              <a:t>Fenix</a:t>
            </a:r>
          </a:p>
          <a:p>
            <a:pPr lvl="1"/>
            <a:r>
              <a:rPr lang="de-DE" sz="1800" dirty="0"/>
              <a:t>spezifiziert einige Konzepte weiter</a:t>
            </a:r>
          </a:p>
          <a:p>
            <a:pPr lvl="1"/>
            <a:r>
              <a:rPr lang="de-DE" sz="1800" dirty="0" err="1"/>
              <a:t>überweindet</a:t>
            </a:r>
            <a:r>
              <a:rPr lang="de-DE" sz="1800" dirty="0"/>
              <a:t> Hindernisse in der Implementierung</a:t>
            </a:r>
          </a:p>
        </p:txBody>
      </p:sp>
    </p:spTree>
    <p:extLst>
      <p:ext uri="{BB962C8B-B14F-4D97-AF65-F5344CB8AC3E}">
        <p14:creationId xmlns:p14="http://schemas.microsoft.com/office/powerpoint/2010/main" val="11707855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29481-35D8-37C4-FDE5-7B727378FAE2}"/>
            </a:ext>
          </a:extLst>
        </p:cNvPr>
        <p:cNvGrpSpPr/>
        <p:nvPr/>
      </p:nvGrpSpPr>
      <p:grpSpPr>
        <a:xfrm>
          <a:off x="0" y="0"/>
          <a:ext cx="0" cy="0"/>
          <a:chOff x="0" y="0"/>
          <a:chExt cx="0" cy="0"/>
        </a:xfrm>
      </p:grpSpPr>
      <p:sp>
        <p:nvSpPr>
          <p:cNvPr id="2" name="Inhaltsplatzhalter 1">
            <a:extLst>
              <a:ext uri="{FF2B5EF4-FFF2-40B4-BE49-F238E27FC236}">
                <a16:creationId xmlns:a16="http://schemas.microsoft.com/office/drawing/2014/main" id="{FDC257E2-1FCB-EFF5-3B1D-11CBF73978FC}"/>
              </a:ext>
            </a:extLst>
          </p:cNvPr>
          <p:cNvSpPr>
            <a:spLocks noGrp="1"/>
          </p:cNvSpPr>
          <p:nvPr>
            <p:ph sz="quarter" idx="15"/>
          </p:nvPr>
        </p:nvSpPr>
        <p:spPr/>
        <p:txBody>
          <a:bodyPr/>
          <a:lstStyle/>
          <a:p>
            <a:endParaRPr lang="en-US" kern="100" dirty="0">
              <a:latin typeface="+mj-lt"/>
              <a:ea typeface="Calibri" panose="020F0502020204030204" pitchFamily="34" charset="0"/>
            </a:endParaRPr>
          </a:p>
          <a:p>
            <a:r>
              <a:rPr lang="en-US" kern="100" dirty="0">
                <a:latin typeface="+mj-lt"/>
                <a:ea typeface="Calibri" panose="020F0502020204030204" pitchFamily="34" charset="0"/>
              </a:rPr>
              <a:t>Functions are </a:t>
            </a:r>
            <a:r>
              <a:rPr lang="en-US" kern="100" dirty="0">
                <a:solidFill>
                  <a:srgbClr val="00549F"/>
                </a:solidFill>
                <a:latin typeface="+mj-lt"/>
                <a:ea typeface="Calibri" panose="020F0502020204030204" pitchFamily="34" charset="0"/>
              </a:rPr>
              <a:t>decomposed</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into</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substructures</a:t>
            </a:r>
            <a:r>
              <a:rPr lang="en-US" kern="100" dirty="0">
                <a:latin typeface="+mj-lt"/>
                <a:ea typeface="Calibri" panose="020F0502020204030204" pitchFamily="34" charset="0"/>
              </a:rPr>
              <a:t> (architectures), which in turn interact via internal channels</a:t>
            </a:r>
          </a:p>
          <a:p>
            <a:endParaRPr lang="en-US" kern="100" dirty="0">
              <a:latin typeface="+mj-lt"/>
              <a:ea typeface="Calibri" panose="020F0502020204030204" pitchFamily="34" charset="0"/>
            </a:endParaRPr>
          </a:p>
          <a:p>
            <a:r>
              <a:rPr lang="en-US" kern="100" dirty="0">
                <a:latin typeface="+mj-lt"/>
                <a:ea typeface="Calibri" panose="020F0502020204030204" pitchFamily="34" charset="0"/>
              </a:rPr>
              <a:t>Functions can have an </a:t>
            </a:r>
            <a:r>
              <a:rPr lang="en-US" kern="100" dirty="0">
                <a:solidFill>
                  <a:srgbClr val="00549F"/>
                </a:solidFill>
                <a:latin typeface="+mj-lt"/>
                <a:ea typeface="Calibri" panose="020F0502020204030204" pitchFamily="34" charset="0"/>
              </a:rPr>
              <a:t>internal</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state</a:t>
            </a:r>
            <a:r>
              <a:rPr lang="en-US" kern="100" dirty="0">
                <a:latin typeface="+mj-lt"/>
                <a:ea typeface="Calibri" panose="020F0502020204030204" pitchFamily="34" charset="0"/>
              </a:rPr>
              <a:t> (and change to through interactions with the environment)</a:t>
            </a:r>
          </a:p>
          <a:p>
            <a:endParaRPr lang="en-US" dirty="0">
              <a:latin typeface="+mj-lt"/>
            </a:endParaRPr>
          </a:p>
          <a:p>
            <a:r>
              <a:rPr lang="en-US" kern="100" dirty="0">
                <a:latin typeface="+mj-lt"/>
                <a:ea typeface="Calibri" panose="020F0502020204030204" pitchFamily="34" charset="0"/>
              </a:rPr>
              <a:t>Functions can have complex properties, but ultimately break down to either pure software, sensors, actuators, or elementary functions, as the Koller catalog knows them in the form of about 300 pieces</a:t>
            </a:r>
          </a:p>
          <a:p>
            <a:endParaRPr lang="en-US" dirty="0">
              <a:latin typeface="+mj-lt"/>
            </a:endParaRPr>
          </a:p>
        </p:txBody>
      </p:sp>
      <p:sp>
        <p:nvSpPr>
          <p:cNvPr id="3" name="Titel 2">
            <a:extLst>
              <a:ext uri="{FF2B5EF4-FFF2-40B4-BE49-F238E27FC236}">
                <a16:creationId xmlns:a16="http://schemas.microsoft.com/office/drawing/2014/main" id="{E14E22E3-286A-8B00-917E-B4A8636F0616}"/>
              </a:ext>
            </a:extLst>
          </p:cNvPr>
          <p:cNvSpPr>
            <a:spLocks noGrp="1"/>
          </p:cNvSpPr>
          <p:nvPr>
            <p:ph type="title"/>
          </p:nvPr>
        </p:nvSpPr>
        <p:spPr/>
        <p:txBody>
          <a:bodyPr/>
          <a:lstStyle/>
          <a:p>
            <a:r>
              <a:rPr lang="en-US" dirty="0" err="1"/>
              <a:t>FunctionStructure</a:t>
            </a:r>
            <a:r>
              <a:rPr lang="en-US" dirty="0"/>
              <a:t> : the reference model</a:t>
            </a:r>
          </a:p>
        </p:txBody>
      </p:sp>
      <p:sp>
        <p:nvSpPr>
          <p:cNvPr id="4" name="Inhaltsplatzhalter 3">
            <a:extLst>
              <a:ext uri="{FF2B5EF4-FFF2-40B4-BE49-F238E27FC236}">
                <a16:creationId xmlns:a16="http://schemas.microsoft.com/office/drawing/2014/main" id="{AC16D587-5C07-DEF7-0793-62F0E3C41A61}"/>
              </a:ext>
            </a:extLst>
          </p:cNvPr>
          <p:cNvSpPr>
            <a:spLocks noGrp="1"/>
          </p:cNvSpPr>
          <p:nvPr>
            <p:ph sz="quarter" idx="14"/>
          </p:nvPr>
        </p:nvSpPr>
        <p:spPr/>
        <p:txBody>
          <a:bodyPr/>
          <a:lstStyle/>
          <a:p>
            <a:pPr marL="0" indent="0">
              <a:buNone/>
            </a:pPr>
            <a:r>
              <a:rPr lang="en-US" dirty="0" err="1">
                <a:latin typeface="+mj-lt"/>
              </a:rPr>
              <a:t>FunctionStructure</a:t>
            </a:r>
            <a:r>
              <a:rPr lang="en-US" dirty="0">
                <a:latin typeface="+mj-lt"/>
              </a:rPr>
              <a:t> describes the </a:t>
            </a:r>
            <a:r>
              <a:rPr lang="en-US" b="1" dirty="0">
                <a:solidFill>
                  <a:srgbClr val="00549F"/>
                </a:solidFill>
                <a:latin typeface="+mj-lt"/>
              </a:rPr>
              <a:t>functional</a:t>
            </a:r>
            <a:r>
              <a:rPr lang="en-US" dirty="0">
                <a:latin typeface="+mj-lt"/>
              </a:rPr>
              <a:t> </a:t>
            </a:r>
            <a:r>
              <a:rPr lang="en-US" b="1" dirty="0">
                <a:solidFill>
                  <a:srgbClr val="00549F"/>
                </a:solidFill>
                <a:latin typeface="+mj-lt"/>
              </a:rPr>
              <a:t>structure</a:t>
            </a:r>
            <a:r>
              <a:rPr lang="en-US" dirty="0">
                <a:latin typeface="+mj-lt"/>
              </a:rPr>
              <a:t> of machines, products, and distributed software</a:t>
            </a:r>
            <a:endParaRPr lang="en-US" sz="1800" kern="100" dirty="0">
              <a:effectLst/>
              <a:latin typeface="+mj-lt"/>
              <a:ea typeface="Calibri" panose="020F0502020204030204" pitchFamily="34" charset="0"/>
              <a:cs typeface="Arial" panose="020B0604020202020204" pitchFamily="34" charset="0"/>
            </a:endParaRPr>
          </a:p>
          <a:p>
            <a:pPr marL="342900" indent="-342900">
              <a:buFont typeface="+mj-lt"/>
              <a:buAutoNum type="alphaLcParenR"/>
            </a:pPr>
            <a:endParaRPr lang="en-US" sz="1800" kern="100" dirty="0">
              <a:effectLst/>
              <a:latin typeface="+mj-lt"/>
              <a:ea typeface="Calibri" panose="020F0502020204030204" pitchFamily="34" charset="0"/>
              <a:cs typeface="Arial" panose="020B0604020202020204" pitchFamily="34" charset="0"/>
            </a:endParaRPr>
          </a:p>
          <a:p>
            <a:pPr marL="0" indent="0">
              <a:buNone/>
            </a:pPr>
            <a:r>
              <a:rPr lang="en-US" sz="1800" kern="100" dirty="0">
                <a:effectLst/>
                <a:latin typeface="+mj-lt"/>
                <a:ea typeface="Calibri" panose="020F0502020204030204" pitchFamily="34" charset="0"/>
                <a:cs typeface="Arial" panose="020B0604020202020204" pitchFamily="34" charset="0"/>
              </a:rPr>
              <a:t>The </a:t>
            </a:r>
            <a:r>
              <a:rPr lang="en-US" sz="1800" kern="100" dirty="0">
                <a:solidFill>
                  <a:srgbClr val="00549F"/>
                </a:solidFill>
                <a:effectLst/>
                <a:latin typeface="+mj-lt"/>
                <a:ea typeface="Calibri" panose="020F0502020204030204" pitchFamily="34" charset="0"/>
                <a:cs typeface="Arial" panose="020B0604020202020204" pitchFamily="34" charset="0"/>
              </a:rPr>
              <a:t>function</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of</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a</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system</a:t>
            </a:r>
            <a:r>
              <a:rPr lang="en-US" sz="1800" kern="100" dirty="0">
                <a:effectLst/>
                <a:latin typeface="+mj-lt"/>
                <a:ea typeface="Calibri" panose="020F0502020204030204" pitchFamily="34" charset="0"/>
                <a:cs typeface="Arial" panose="020B0604020202020204" pitchFamily="34" charset="0"/>
              </a:rPr>
              <a:t> (or </a:t>
            </a:r>
            <a:r>
              <a:rPr lang="en-US" sz="1800" kern="100" dirty="0">
                <a:solidFill>
                  <a:srgbClr val="00549F"/>
                </a:solidFill>
                <a:effectLst/>
                <a:latin typeface="+mj-lt"/>
                <a:ea typeface="Calibri" panose="020F0502020204030204" pitchFamily="34" charset="0"/>
                <a:cs typeface="Arial" panose="020B0604020202020204" pitchFamily="34" charset="0"/>
              </a:rPr>
              <a:t>component</a:t>
            </a:r>
            <a:r>
              <a:rPr lang="en-US" sz="1800" kern="100" dirty="0">
                <a:effectLst/>
                <a:latin typeface="+mj-lt"/>
                <a:ea typeface="Calibri" panose="020F0502020204030204" pitchFamily="34" charset="0"/>
                <a:cs typeface="Arial" panose="020B0604020202020204" pitchFamily="34" charset="0"/>
              </a:rPr>
              <a:t>) is described</a:t>
            </a:r>
          </a:p>
          <a:p>
            <a:pPr marL="0" indent="0">
              <a:buNone/>
            </a:pPr>
            <a:endParaRPr lang="en-US" sz="1800" kern="100" dirty="0">
              <a:effectLst/>
              <a:latin typeface="+mj-lt"/>
              <a:ea typeface="Calibri" panose="020F0502020204030204" pitchFamily="34" charset="0"/>
              <a:cs typeface="Arial" panose="020B0604020202020204" pitchFamily="34" charset="0"/>
            </a:endParaRPr>
          </a:p>
          <a:p>
            <a:r>
              <a:rPr lang="en-US" sz="1800" kern="100" dirty="0">
                <a:effectLst/>
                <a:latin typeface="+mj-lt"/>
                <a:ea typeface="Calibri" panose="020F0502020204030204" pitchFamily="34" charset="0"/>
                <a:cs typeface="Arial" panose="020B0604020202020204" pitchFamily="34" charset="0"/>
              </a:rPr>
              <a:t>in the form of </a:t>
            </a:r>
            <a:r>
              <a:rPr lang="en-US" sz="1800" kern="100" dirty="0">
                <a:solidFill>
                  <a:srgbClr val="00549F"/>
                </a:solidFill>
                <a:effectLst/>
                <a:latin typeface="+mj-lt"/>
                <a:ea typeface="Calibri" panose="020F0502020204030204" pitchFamily="34" charset="0"/>
                <a:cs typeface="Arial" panose="020B0604020202020204" pitchFamily="34" charset="0"/>
              </a:rPr>
              <a:t>input</a:t>
            </a:r>
            <a:r>
              <a:rPr lang="en-US" sz="1800" kern="100" dirty="0">
                <a:effectLst/>
                <a:latin typeface="+mj-lt"/>
                <a:ea typeface="Calibri" panose="020F0502020204030204" pitchFamily="34" charset="0"/>
                <a:cs typeface="Arial" panose="020B0604020202020204" pitchFamily="34" charset="0"/>
              </a:rPr>
              <a:t> and </a:t>
            </a:r>
            <a:r>
              <a:rPr lang="en-US" sz="1800" kern="100" dirty="0">
                <a:solidFill>
                  <a:srgbClr val="00549F"/>
                </a:solidFill>
                <a:effectLst/>
                <a:latin typeface="+mj-lt"/>
                <a:ea typeface="Calibri" panose="020F0502020204030204" pitchFamily="34" charset="0"/>
                <a:cs typeface="Arial" panose="020B0604020202020204" pitchFamily="34" charset="0"/>
              </a:rPr>
              <a:t>out</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channels</a:t>
            </a:r>
          </a:p>
          <a:p>
            <a:endParaRPr lang="en-US" sz="1800" kern="100" dirty="0">
              <a:effectLst/>
              <a:latin typeface="+mj-lt"/>
              <a:ea typeface="Calibri" panose="020F0502020204030204" pitchFamily="34" charset="0"/>
              <a:cs typeface="Arial" panose="020B0604020202020204" pitchFamily="34" charset="0"/>
            </a:endParaRPr>
          </a:p>
          <a:p>
            <a:r>
              <a:rPr lang="en-US" kern="100" dirty="0">
                <a:latin typeface="+mj-lt"/>
                <a:ea typeface="Calibri" panose="020F0502020204030204" pitchFamily="34" charset="0"/>
              </a:rPr>
              <a:t>w</a:t>
            </a:r>
            <a:r>
              <a:rPr lang="en-US" sz="1800" kern="100" dirty="0">
                <a:effectLst/>
                <a:latin typeface="+mj-lt"/>
                <a:ea typeface="Calibri" panose="020F0502020204030204" pitchFamily="34" charset="0"/>
                <a:cs typeface="Arial" panose="020B0604020202020204" pitchFamily="34" charset="0"/>
              </a:rPr>
              <a:t>ith a concrete, mostly </a:t>
            </a:r>
            <a:r>
              <a:rPr lang="en-US" sz="1800" kern="100" dirty="0">
                <a:solidFill>
                  <a:srgbClr val="00549F"/>
                </a:solidFill>
                <a:effectLst/>
                <a:latin typeface="+mj-lt"/>
                <a:ea typeface="Calibri" panose="020F0502020204030204" pitchFamily="34" charset="0"/>
                <a:cs typeface="Arial" panose="020B0604020202020204" pitchFamily="34" charset="0"/>
              </a:rPr>
              <a:t>typed</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signature</a:t>
            </a:r>
          </a:p>
          <a:p>
            <a:endParaRPr lang="en-US" sz="1800" kern="100" dirty="0">
              <a:effectLst/>
              <a:latin typeface="+mj-lt"/>
              <a:ea typeface="Calibri" panose="020F0502020204030204" pitchFamily="34" charset="0"/>
              <a:cs typeface="Arial" panose="020B0604020202020204" pitchFamily="34" charset="0"/>
            </a:endParaRPr>
          </a:p>
          <a:p>
            <a:r>
              <a:rPr lang="en-US" kern="100" dirty="0">
                <a:solidFill>
                  <a:srgbClr val="00549F"/>
                </a:solidFill>
                <a:latin typeface="+mj-lt"/>
                <a:ea typeface="Calibri" panose="020F0502020204030204" pitchFamily="34" charset="0"/>
              </a:rPr>
              <a:t>e</a:t>
            </a:r>
            <a:r>
              <a:rPr lang="en-US" sz="1800" kern="100" dirty="0">
                <a:solidFill>
                  <a:srgbClr val="00549F"/>
                </a:solidFill>
                <a:effectLst/>
                <a:latin typeface="+mj-lt"/>
                <a:ea typeface="Calibri" panose="020F0502020204030204" pitchFamily="34" charset="0"/>
                <a:cs typeface="Arial" panose="020B0604020202020204" pitchFamily="34" charset="0"/>
              </a:rPr>
              <a:t>nergy</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physical</a:t>
            </a:r>
            <a:r>
              <a:rPr lang="en-US" sz="1800" kern="100" dirty="0">
                <a:effectLst/>
                <a:latin typeface="+mj-lt"/>
                <a:ea typeface="Calibri" panose="020F0502020204030204" pitchFamily="34" charset="0"/>
                <a:cs typeface="Arial" panose="020B0604020202020204" pitchFamily="34" charset="0"/>
              </a:rPr>
              <a:t>, or </a:t>
            </a:r>
            <a:r>
              <a:rPr lang="en-US" sz="1800" kern="100" dirty="0">
                <a:solidFill>
                  <a:srgbClr val="00549F"/>
                </a:solidFill>
                <a:effectLst/>
                <a:latin typeface="+mj-lt"/>
                <a:ea typeface="Calibri" panose="020F0502020204030204" pitchFamily="34" charset="0"/>
                <a:cs typeface="Arial" panose="020B0604020202020204" pitchFamily="34" charset="0"/>
              </a:rPr>
              <a:t>data</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streams</a:t>
            </a:r>
            <a:r>
              <a:rPr lang="en-US" sz="1800" kern="100" dirty="0">
                <a:effectLst/>
                <a:latin typeface="+mj-lt"/>
                <a:ea typeface="Calibri" panose="020F0502020204030204" pitchFamily="34" charset="0"/>
                <a:cs typeface="Arial" panose="020B0604020202020204" pitchFamily="34" charset="0"/>
              </a:rPr>
              <a:t> flow on the channels; these can be understood (and modeled) as discrete events (button, screw) or continuous flows (water, electricity, heat)</a:t>
            </a:r>
            <a:endParaRPr lang="en-US" kern="100" dirty="0">
              <a:latin typeface="+mj-lt"/>
              <a:ea typeface="Calibri" panose="020F0502020204030204" pitchFamily="34" charset="0"/>
            </a:endParaRPr>
          </a:p>
        </p:txBody>
      </p:sp>
    </p:spTree>
    <p:extLst>
      <p:ext uri="{BB962C8B-B14F-4D97-AF65-F5344CB8AC3E}">
        <p14:creationId xmlns:p14="http://schemas.microsoft.com/office/powerpoint/2010/main" val="38039168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434F4-27A3-EA1E-EDD8-4CCB6AFEF27E}"/>
            </a:ext>
          </a:extLst>
        </p:cNvPr>
        <p:cNvGrpSpPr/>
        <p:nvPr/>
      </p:nvGrpSpPr>
      <p:grpSpPr>
        <a:xfrm>
          <a:off x="0" y="0"/>
          <a:ext cx="0" cy="0"/>
          <a:chOff x="0" y="0"/>
          <a:chExt cx="0" cy="0"/>
        </a:xfrm>
      </p:grpSpPr>
      <p:sp>
        <p:nvSpPr>
          <p:cNvPr id="2" name="Inhaltsplatzhalter 1">
            <a:extLst>
              <a:ext uri="{FF2B5EF4-FFF2-40B4-BE49-F238E27FC236}">
                <a16:creationId xmlns:a16="http://schemas.microsoft.com/office/drawing/2014/main" id="{753A9B8A-293E-9A89-BC56-2F36E1720D1F}"/>
              </a:ext>
            </a:extLst>
          </p:cNvPr>
          <p:cNvSpPr>
            <a:spLocks noGrp="1"/>
          </p:cNvSpPr>
          <p:nvPr>
            <p:ph sz="quarter" idx="15"/>
          </p:nvPr>
        </p:nvSpPr>
        <p:spPr>
          <a:xfrm>
            <a:off x="6215999" y="1234689"/>
            <a:ext cx="5780257" cy="4385941"/>
          </a:xfrm>
        </p:spPr>
        <p:txBody>
          <a:bodyPr/>
          <a:lstStyle/>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a:solidFill>
                  <a:srgbClr val="00549F"/>
                </a:solidFill>
                <a:latin typeface="Trebuchet MS" panose="020B0603020202020204" pitchFamily="34" charset="0"/>
              </a:rPr>
              <a:t>FunctionStructure.cd</a:t>
            </a:r>
            <a:r>
              <a:rPr lang="en-US" dirty="0">
                <a:latin typeface="+mj-lt"/>
              </a:rPr>
              <a:t> </a:t>
            </a:r>
            <a:r>
              <a:rPr lang="en-US" dirty="0"/>
              <a:t>–</a:t>
            </a:r>
            <a:r>
              <a:rPr lang="en-US" dirty="0">
                <a:latin typeface="+mj-lt"/>
              </a:rPr>
              <a:t> </a:t>
            </a:r>
            <a:r>
              <a:rPr lang="en-US" dirty="0"/>
              <a:t>reference model</a:t>
            </a: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err="1">
                <a:solidFill>
                  <a:srgbClr val="00549F"/>
                </a:solidFill>
                <a:latin typeface="Trebuchet MS" panose="020B0603020202020204" pitchFamily="34" charset="0"/>
              </a:rPr>
              <a:t>FunctionStructure.ocl</a:t>
            </a:r>
            <a:r>
              <a:rPr lang="en-US" dirty="0"/>
              <a:t> – OCL constraints</a:t>
            </a: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a:solidFill>
                  <a:srgbClr val="00549F"/>
                </a:solidFill>
                <a:latin typeface="Trebuchet MS" panose="020B0603020202020204" pitchFamily="34" charset="0"/>
              </a:rPr>
              <a:t>FunctionStructure4Fenix.cd </a:t>
            </a:r>
            <a:r>
              <a:rPr lang="en-US" dirty="0"/>
              <a:t>– model for the implementation in Fenix</a:t>
            </a:r>
          </a:p>
        </p:txBody>
      </p:sp>
      <p:sp>
        <p:nvSpPr>
          <p:cNvPr id="3" name="Titel 2">
            <a:extLst>
              <a:ext uri="{FF2B5EF4-FFF2-40B4-BE49-F238E27FC236}">
                <a16:creationId xmlns:a16="http://schemas.microsoft.com/office/drawing/2014/main" id="{3456B3A6-E383-BFCF-ABE6-78B49E2B02DA}"/>
              </a:ext>
            </a:extLst>
          </p:cNvPr>
          <p:cNvSpPr>
            <a:spLocks noGrp="1"/>
          </p:cNvSpPr>
          <p:nvPr>
            <p:ph type="title"/>
          </p:nvPr>
        </p:nvSpPr>
        <p:spPr/>
        <p:txBody>
          <a:bodyPr/>
          <a:lstStyle/>
          <a:p>
            <a:r>
              <a:rPr lang="en-US" dirty="0" err="1"/>
              <a:t>FunctionStructure</a:t>
            </a:r>
            <a:endParaRPr lang="en-US" dirty="0"/>
          </a:p>
        </p:txBody>
      </p:sp>
      <p:sp>
        <p:nvSpPr>
          <p:cNvPr id="4" name="Inhaltsplatzhalter 3">
            <a:extLst>
              <a:ext uri="{FF2B5EF4-FFF2-40B4-BE49-F238E27FC236}">
                <a16:creationId xmlns:a16="http://schemas.microsoft.com/office/drawing/2014/main" id="{B7CC510B-C52B-8E4B-DFB8-36DE0DEE3947}"/>
              </a:ext>
            </a:extLst>
          </p:cNvPr>
          <p:cNvSpPr>
            <a:spLocks noGrp="1"/>
          </p:cNvSpPr>
          <p:nvPr>
            <p:ph sz="quarter" idx="14"/>
          </p:nvPr>
        </p:nvSpPr>
        <p:spPr/>
        <p:txBody>
          <a:bodyPr/>
          <a:lstStyle/>
          <a:p>
            <a:pPr marL="0" indent="0">
              <a:buNone/>
            </a:pPr>
            <a:endParaRPr lang="de-DE" dirty="0"/>
          </a:p>
          <a:p>
            <a:pPr marL="0" indent="0">
              <a:buNone/>
            </a:pPr>
            <a:r>
              <a:rPr lang="de-DE" b="1" dirty="0" err="1">
                <a:solidFill>
                  <a:srgbClr val="00549F"/>
                </a:solidFill>
              </a:rPr>
              <a:t>FunctionStructure</a:t>
            </a:r>
            <a:endParaRPr lang="de-DE" b="1" dirty="0">
              <a:solidFill>
                <a:srgbClr val="00549F"/>
              </a:solidFill>
            </a:endParaRPr>
          </a:p>
          <a:p>
            <a:r>
              <a:rPr lang="en-US" dirty="0"/>
              <a:t>is primarily defined by a </a:t>
            </a:r>
            <a:r>
              <a:rPr lang="en-US" dirty="0">
                <a:solidFill>
                  <a:srgbClr val="00549F"/>
                </a:solidFill>
              </a:rPr>
              <a:t>class</a:t>
            </a:r>
            <a:r>
              <a:rPr lang="en-US" dirty="0"/>
              <a:t> </a:t>
            </a:r>
            <a:r>
              <a:rPr lang="en-US" dirty="0">
                <a:solidFill>
                  <a:srgbClr val="00549F"/>
                </a:solidFill>
              </a:rPr>
              <a:t>diagram</a:t>
            </a:r>
            <a:r>
              <a:rPr lang="de-DE" dirty="0"/>
              <a:t> </a:t>
            </a:r>
          </a:p>
          <a:p>
            <a:endParaRPr lang="de-DE" dirty="0"/>
          </a:p>
          <a:p>
            <a:r>
              <a:rPr lang="de-DE" dirty="0"/>
              <a:t>and </a:t>
            </a:r>
            <a:r>
              <a:rPr lang="de-DE" dirty="0" err="1"/>
              <a:t>associated</a:t>
            </a:r>
            <a:r>
              <a:rPr lang="de-DE" dirty="0"/>
              <a:t> </a:t>
            </a:r>
            <a:r>
              <a:rPr lang="de-DE" dirty="0">
                <a:solidFill>
                  <a:srgbClr val="00549F"/>
                </a:solidFill>
              </a:rPr>
              <a:t>OCL-</a:t>
            </a:r>
            <a:r>
              <a:rPr lang="de-DE" dirty="0"/>
              <a:t> </a:t>
            </a:r>
            <a:r>
              <a:rPr lang="de-DE" dirty="0" err="1">
                <a:solidFill>
                  <a:srgbClr val="00549F"/>
                </a:solidFill>
              </a:rPr>
              <a:t>constraints</a:t>
            </a:r>
            <a:endParaRPr lang="de-DE" dirty="0">
              <a:solidFill>
                <a:srgbClr val="00549F"/>
              </a:solidFill>
            </a:endParaRPr>
          </a:p>
          <a:p>
            <a:pPr marL="215900" lvl="1" indent="0">
              <a:buNone/>
            </a:pPr>
            <a:endParaRPr lang="de-DE" dirty="0"/>
          </a:p>
          <a:p>
            <a:r>
              <a:rPr lang="en-US" dirty="0"/>
              <a:t>which represent the basic structure of the interfaces and the hierarchical decomposition including the interconnection of internal structures of decomposed systems.</a:t>
            </a:r>
            <a:endParaRPr lang="de-DE" dirty="0"/>
          </a:p>
          <a:p>
            <a:endParaRPr lang="de-DE" dirty="0"/>
          </a:p>
          <a:p>
            <a:endParaRPr lang="de-DE" dirty="0"/>
          </a:p>
          <a:p>
            <a:r>
              <a:rPr lang="en-US" dirty="0"/>
              <a:t>Furthermore, there is a model for </a:t>
            </a:r>
            <a:r>
              <a:rPr lang="en-US" dirty="0">
                <a:solidFill>
                  <a:srgbClr val="00549F"/>
                </a:solidFill>
              </a:rPr>
              <a:t>implementation</a:t>
            </a:r>
            <a:r>
              <a:rPr lang="en-US" dirty="0"/>
              <a:t> </a:t>
            </a:r>
            <a:r>
              <a:rPr lang="en-US" dirty="0">
                <a:solidFill>
                  <a:srgbClr val="00549F"/>
                </a:solidFill>
              </a:rPr>
              <a:t>purposes</a:t>
            </a:r>
            <a:r>
              <a:rPr lang="en-US" dirty="0"/>
              <a:t> </a:t>
            </a:r>
            <a:r>
              <a:rPr lang="en-US" dirty="0">
                <a:solidFill>
                  <a:srgbClr val="00549F"/>
                </a:solidFill>
              </a:rPr>
              <a:t>in</a:t>
            </a:r>
            <a:r>
              <a:rPr lang="en-US" dirty="0"/>
              <a:t> </a:t>
            </a:r>
            <a:r>
              <a:rPr lang="en-US" dirty="0">
                <a:solidFill>
                  <a:srgbClr val="00549F"/>
                </a:solidFill>
              </a:rPr>
              <a:t>Fenix</a:t>
            </a:r>
            <a:endParaRPr lang="de-DE" dirty="0">
              <a:solidFill>
                <a:srgbClr val="00549F"/>
              </a:solidFill>
            </a:endParaRPr>
          </a:p>
          <a:p>
            <a:pPr lvl="1"/>
            <a:r>
              <a:rPr lang="de-DE" sz="1800" dirty="0" err="1"/>
              <a:t>further</a:t>
            </a:r>
            <a:r>
              <a:rPr lang="de-DE" sz="1800" dirty="0"/>
              <a:t> </a:t>
            </a:r>
            <a:r>
              <a:rPr lang="de-DE" sz="1800" dirty="0" err="1"/>
              <a:t>specifies</a:t>
            </a:r>
            <a:r>
              <a:rPr lang="de-DE" sz="1800" dirty="0"/>
              <a:t> </a:t>
            </a:r>
            <a:r>
              <a:rPr lang="de-DE" sz="1800" dirty="0" err="1"/>
              <a:t>certain</a:t>
            </a:r>
            <a:r>
              <a:rPr lang="de-DE" sz="1800" dirty="0"/>
              <a:t> </a:t>
            </a:r>
            <a:r>
              <a:rPr lang="de-DE" sz="1800" dirty="0" err="1"/>
              <a:t>concepts</a:t>
            </a:r>
            <a:endParaRPr lang="de-DE" sz="1800" dirty="0"/>
          </a:p>
          <a:p>
            <a:pPr lvl="1"/>
            <a:r>
              <a:rPr lang="de-DE" sz="1800" dirty="0" err="1"/>
              <a:t>overcomes</a:t>
            </a:r>
            <a:r>
              <a:rPr lang="de-DE" sz="1800" dirty="0"/>
              <a:t> </a:t>
            </a:r>
            <a:r>
              <a:rPr lang="de-DE" sz="1800" dirty="0" err="1"/>
              <a:t>obstacles</a:t>
            </a:r>
            <a:r>
              <a:rPr lang="de-DE" sz="1800" dirty="0"/>
              <a:t> in </a:t>
            </a:r>
            <a:r>
              <a:rPr lang="de-DE" sz="1800" dirty="0" err="1"/>
              <a:t>the</a:t>
            </a:r>
            <a:r>
              <a:rPr lang="de-DE" sz="1800" dirty="0"/>
              <a:t> </a:t>
            </a:r>
            <a:r>
              <a:rPr lang="de-DE" sz="1800" dirty="0" err="1"/>
              <a:t>implementation</a:t>
            </a:r>
            <a:endParaRPr lang="de-DE" sz="1800" dirty="0"/>
          </a:p>
        </p:txBody>
      </p:sp>
    </p:spTree>
    <p:extLst>
      <p:ext uri="{BB962C8B-B14F-4D97-AF65-F5344CB8AC3E}">
        <p14:creationId xmlns:p14="http://schemas.microsoft.com/office/powerpoint/2010/main" val="25867651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the CD</a:t>
            </a:r>
            <a:endParaRPr lang="de-DE" dirty="0"/>
          </a:p>
        </p:txBody>
      </p:sp>
      <p:sp>
        <p:nvSpPr>
          <p:cNvPr id="143" name="Inhaltsplatzhalter 142"/>
          <p:cNvSpPr>
            <a:spLocks noGrp="1"/>
          </p:cNvSpPr>
          <p:nvPr>
            <p:ph sz="quarter" idx="14"/>
          </p:nvPr>
        </p:nvSpPr>
        <p:spPr/>
        <p:txBody>
          <a:bodyPr/>
          <a:lstStyle/>
          <a:p>
            <a:endParaRPr lang="en-US" dirty="0"/>
          </a:p>
          <a:p>
            <a:r>
              <a:rPr lang="en-US" dirty="0"/>
              <a:t>Function has a signature</a:t>
            </a:r>
          </a:p>
          <a:p>
            <a:pPr lvl="1"/>
            <a:r>
              <a:rPr lang="en-US" dirty="0"/>
              <a:t>Named input channels and</a:t>
            </a:r>
          </a:p>
          <a:p>
            <a:pPr lvl="1"/>
            <a:r>
              <a:rPr lang="en-US" dirty="0"/>
              <a:t>Named output channels</a:t>
            </a:r>
          </a:p>
          <a:p>
            <a:endParaRPr lang="en-US" dirty="0"/>
          </a:p>
          <a:p>
            <a:endParaRPr lang="en-US" dirty="0"/>
          </a:p>
          <a:p>
            <a:r>
              <a:rPr lang="en-US" dirty="0"/>
              <a:t>Channels contain observations:</a:t>
            </a:r>
          </a:p>
          <a:p>
            <a:pPr lvl="1"/>
            <a:r>
              <a:rPr lang="en-US" dirty="0"/>
              <a:t>modelled as streams of values</a:t>
            </a:r>
          </a:p>
          <a:p>
            <a:endParaRPr lang="en-US" dirty="0"/>
          </a:p>
          <a:p>
            <a:endParaRPr lang="en-US" dirty="0"/>
          </a:p>
          <a:p>
            <a:r>
              <a:rPr lang="en-US" dirty="0"/>
              <a:t>Function contain state: </a:t>
            </a:r>
          </a:p>
          <a:p>
            <a:pPr lvl="1"/>
            <a:r>
              <a:rPr lang="en-US" dirty="0"/>
              <a:t>observed as stream of states</a:t>
            </a:r>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2" name="Textfeld 44">
            <a:extLst>
              <a:ext uri="{FF2B5EF4-FFF2-40B4-BE49-F238E27FC236}">
                <a16:creationId xmlns:a16="http://schemas.microsoft.com/office/drawing/2014/main" id="{7BC0D25E-54CA-85CC-FF0D-817E2ADD0ABD}"/>
              </a:ext>
            </a:extLst>
          </p:cNvPr>
          <p:cNvSpPr txBox="1"/>
          <p:nvPr/>
        </p:nvSpPr>
        <p:spPr>
          <a:xfrm>
            <a:off x="7273391" y="1052258"/>
            <a:ext cx="2845721"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hierarchical tree structure</a:t>
            </a:r>
          </a:p>
        </p:txBody>
      </p:sp>
      <p:sp>
        <p:nvSpPr>
          <p:cNvPr id="133" name="Freihandform: Form 132">
            <a:extLst>
              <a:ext uri="{FF2B5EF4-FFF2-40B4-BE49-F238E27FC236}">
                <a16:creationId xmlns:a16="http://schemas.microsoft.com/office/drawing/2014/main" id="{B68167CA-5AFD-8B5C-64B2-2D3360C8737F}"/>
              </a:ext>
            </a:extLst>
          </p:cNvPr>
          <p:cNvSpPr/>
          <p:nvPr/>
        </p:nvSpPr>
        <p:spPr>
          <a:xfrm>
            <a:off x="7151251" y="1326029"/>
            <a:ext cx="197910" cy="339970"/>
          </a:xfrm>
          <a:custGeom>
            <a:avLst/>
            <a:gdLst>
              <a:gd name="connsiteX0" fmla="*/ 197910 w 197910"/>
              <a:gd name="connsiteY0" fmla="*/ 0 h 339970"/>
              <a:gd name="connsiteX1" fmla="*/ 4479 w 197910"/>
              <a:gd name="connsiteY1" fmla="*/ 58616 h 339970"/>
              <a:gd name="connsiteX2" fmla="*/ 80679 w 197910"/>
              <a:gd name="connsiteY2" fmla="*/ 339970 h 339970"/>
            </a:gdLst>
            <a:ahLst/>
            <a:cxnLst>
              <a:cxn ang="0">
                <a:pos x="connsiteX0" y="connsiteY0"/>
              </a:cxn>
              <a:cxn ang="0">
                <a:pos x="connsiteX1" y="connsiteY1"/>
              </a:cxn>
              <a:cxn ang="0">
                <a:pos x="connsiteX2" y="connsiteY2"/>
              </a:cxn>
            </a:cxnLst>
            <a:rect l="l" t="t" r="r" b="b"/>
            <a:pathLst>
              <a:path w="197910" h="339970">
                <a:moveTo>
                  <a:pt x="197910" y="0"/>
                </a:moveTo>
                <a:cubicBezTo>
                  <a:pt x="110963" y="977"/>
                  <a:pt x="24017" y="1954"/>
                  <a:pt x="4479" y="58616"/>
                </a:cubicBezTo>
                <a:cubicBezTo>
                  <a:pt x="-15060" y="115278"/>
                  <a:pt x="32809" y="227624"/>
                  <a:pt x="80679" y="339970"/>
                </a:cubicBezTo>
              </a:path>
            </a:pathLst>
          </a:custGeom>
          <a:noFill/>
          <a:ln w="12700" cap="flat" cmpd="sng" algn="ctr">
            <a:solidFill>
              <a:srgbClr val="00549F"/>
            </a:solidFill>
            <a:prstDash val="solid"/>
            <a:miter lim="800000"/>
            <a:headEnd type="none" w="med" len="med"/>
            <a:tailEnd type="arrow" w="med" len="med"/>
          </a:ln>
          <a:effectLst/>
        </p:spPr>
        <p:txBody>
          <a:bodyPr rtlCol="0" anchor="ctr"/>
          <a:lstStyle/>
          <a:p>
            <a:pPr marL="0" marR="0" lvl="0" indent="0" algn="ctr"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ea typeface="+mn-ea"/>
              <a:cs typeface="+mn-cs"/>
            </a:endParaRPr>
          </a:p>
        </p:txBody>
      </p:sp>
      <p:sp>
        <p:nvSpPr>
          <p:cNvPr id="134" name="Textfeld 44">
            <a:extLst>
              <a:ext uri="{FF2B5EF4-FFF2-40B4-BE49-F238E27FC236}">
                <a16:creationId xmlns:a16="http://schemas.microsoft.com/office/drawing/2014/main" id="{2785E3F6-30EB-4C35-F245-F7BF99D58E15}"/>
              </a:ext>
            </a:extLst>
          </p:cNvPr>
          <p:cNvSpPr txBox="1"/>
          <p:nvPr/>
        </p:nvSpPr>
        <p:spPr>
          <a:xfrm>
            <a:off x="9398392" y="1321035"/>
            <a:ext cx="1769718"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Time series of </a:t>
            </a:r>
            <a:b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b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observed values</a:t>
            </a:r>
          </a:p>
        </p:txBody>
      </p:sp>
      <p:sp>
        <p:nvSpPr>
          <p:cNvPr id="135" name="Freihandform: Form 134">
            <a:extLst>
              <a:ext uri="{FF2B5EF4-FFF2-40B4-BE49-F238E27FC236}">
                <a16:creationId xmlns:a16="http://schemas.microsoft.com/office/drawing/2014/main" id="{D0018BB0-969D-7C7B-BF90-14EE8218CEC8}"/>
              </a:ext>
            </a:extLst>
          </p:cNvPr>
          <p:cNvSpPr/>
          <p:nvPr/>
        </p:nvSpPr>
        <p:spPr bwMode="auto">
          <a:xfrm>
            <a:off x="10953003" y="1442213"/>
            <a:ext cx="445268" cy="532186"/>
          </a:xfrm>
          <a:custGeom>
            <a:avLst/>
            <a:gdLst>
              <a:gd name="connsiteX0" fmla="*/ 0 w 445268"/>
              <a:gd name="connsiteY0" fmla="*/ 52126 h 532186"/>
              <a:gd name="connsiteX1" fmla="*/ 419100 w 445268"/>
              <a:gd name="connsiteY1" fmla="*/ 44506 h 532186"/>
              <a:gd name="connsiteX2" fmla="*/ 365760 w 445268"/>
              <a:gd name="connsiteY2" fmla="*/ 532186 h 532186"/>
            </a:gdLst>
            <a:ahLst/>
            <a:cxnLst>
              <a:cxn ang="0">
                <a:pos x="connsiteX0" y="connsiteY0"/>
              </a:cxn>
              <a:cxn ang="0">
                <a:pos x="connsiteX1" y="connsiteY1"/>
              </a:cxn>
              <a:cxn ang="0">
                <a:pos x="connsiteX2" y="connsiteY2"/>
              </a:cxn>
            </a:cxnLst>
            <a:rect l="l" t="t" r="r" b="b"/>
            <a:pathLst>
              <a:path w="445268" h="532186">
                <a:moveTo>
                  <a:pt x="0" y="52126"/>
                </a:moveTo>
                <a:cubicBezTo>
                  <a:pt x="179070" y="8311"/>
                  <a:pt x="358140" y="-35504"/>
                  <a:pt x="419100" y="44506"/>
                </a:cubicBezTo>
                <a:cubicBezTo>
                  <a:pt x="480060" y="124516"/>
                  <a:pt x="422910" y="328351"/>
                  <a:pt x="365760" y="532186"/>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39" name="Freihandform: Form 138">
            <a:extLst>
              <a:ext uri="{FF2B5EF4-FFF2-40B4-BE49-F238E27FC236}">
                <a16:creationId xmlns:a16="http://schemas.microsoft.com/office/drawing/2014/main" id="{6BCFBB93-5028-E55A-7926-6CEE60C790EB}"/>
              </a:ext>
            </a:extLst>
          </p:cNvPr>
          <p:cNvSpPr/>
          <p:nvPr/>
        </p:nvSpPr>
        <p:spPr bwMode="auto">
          <a:xfrm>
            <a:off x="9221703" y="3942136"/>
            <a:ext cx="677331" cy="463550"/>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81"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82"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83" name="Textfeld 82">
            <a:extLst>
              <a:ext uri="{FF2B5EF4-FFF2-40B4-BE49-F238E27FC236}">
                <a16:creationId xmlns:a16="http://schemas.microsoft.com/office/drawing/2014/main" id="{D0BE9134-1FE8-3A4B-D68E-78D1901AF42C}"/>
              </a:ext>
            </a:extLst>
          </p:cNvPr>
          <p:cNvSpPr txBox="1"/>
          <p:nvPr/>
        </p:nvSpPr>
        <p:spPr>
          <a:xfrm>
            <a:off x="7539421" y="4320696"/>
            <a:ext cx="4560429" cy="1077218"/>
          </a:xfrm>
          <a:prstGeom prst="rect">
            <a:avLst/>
          </a:prstGeom>
          <a:noFill/>
        </p:spPr>
        <p:txBody>
          <a:bodyPr wrap="square" rtlCol="0">
            <a:spAutoFit/>
          </a:bodyPr>
          <a:lstStyle/>
          <a:p>
            <a:r>
              <a:rPr lang="de-DE" sz="1600" i="1" dirty="0">
                <a:solidFill>
                  <a:srgbClr val="00549F"/>
                </a:solidFill>
                <a:latin typeface="Trebuchet MS" panose="020B0603020202020204" pitchFamily="34" charset="0"/>
                <a:cs typeface="Times New Roman" panose="02020603050405020304" pitchFamily="18" charset="0"/>
              </a:rPr>
              <a:t>Material, Data, Energy</a:t>
            </a:r>
            <a:br>
              <a:rPr lang="de-DE" sz="1600" i="1" dirty="0">
                <a:solidFill>
                  <a:srgbClr val="00549F"/>
                </a:solidFill>
                <a:latin typeface="Trebuchet MS" panose="020B0603020202020204" pitchFamily="34" charset="0"/>
                <a:cs typeface="Times New Roman" panose="02020603050405020304" pitchFamily="18" charset="0"/>
              </a:rPr>
            </a:br>
            <a:r>
              <a:rPr lang="de-DE" sz="1600" i="1" dirty="0" err="1">
                <a:solidFill>
                  <a:srgbClr val="00549F"/>
                </a:solidFill>
                <a:latin typeface="Trebuchet MS" panose="020B0603020202020204" pitchFamily="34" charset="0"/>
                <a:cs typeface="Times New Roman" panose="02020603050405020304" pitchFamily="18" charset="0"/>
              </a:rPr>
              <a:t>using</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UnitTypes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and</a:t>
            </a:r>
            <a:r>
              <a:rPr lang="de-DE" sz="1600" i="1" dirty="0">
                <a:solidFill>
                  <a:srgbClr val="00549F"/>
                </a:solidFill>
                <a:latin typeface="Trebuchet MS" panose="020B0603020202020204" pitchFamily="34" charset="0"/>
                <a:cs typeface="Times New Roman" panose="02020603050405020304" pitchFamily="18" charset="0"/>
              </a:rPr>
              <a:t> IT-</a:t>
            </a:r>
            <a:r>
              <a:rPr lang="de-DE" sz="1600" i="1" dirty="0" err="1">
                <a:solidFill>
                  <a:srgbClr val="00549F"/>
                </a:solidFill>
                <a:latin typeface="Trebuchet MS" panose="020B0603020202020204" pitchFamily="34" charset="0"/>
                <a:cs typeface="Times New Roman" panose="02020603050405020304" pitchFamily="18" charset="0"/>
              </a:rPr>
              <a:t>Datatypes</a:t>
            </a:r>
            <a:r>
              <a:rPr lang="de-DE" sz="1600" i="1" dirty="0">
                <a:solidFill>
                  <a:srgbClr val="00549F"/>
                </a:solidFill>
                <a:latin typeface="Trebuchet MS" panose="020B0603020202020204" pitchFamily="34" charset="0"/>
                <a:cs typeface="Times New Roman" panose="02020603050405020304" pitchFamily="18" charset="0"/>
              </a:rPr>
              <a:t>, e.g.</a:t>
            </a:r>
          </a:p>
          <a:p>
            <a:r>
              <a:rPr lang="de-DE" sz="1600" i="1" dirty="0" err="1">
                <a:solidFill>
                  <a:srgbClr val="00549F"/>
                </a:solidFill>
                <a:latin typeface="Trebuchet MS" panose="020B0603020202020204" pitchFamily="34" charset="0"/>
                <a:cs typeface="Times New Roman" panose="02020603050405020304" pitchFamily="18" charset="0"/>
              </a:rPr>
              <a:t>diesel</a:t>
            </a:r>
            <a:r>
              <a:rPr lang="de-DE" sz="1600" i="1" dirty="0">
                <a:solidFill>
                  <a:srgbClr val="00549F"/>
                </a:solidFill>
                <a:latin typeface="Trebuchet MS" panose="020B0603020202020204" pitchFamily="34" charset="0"/>
                <a:cs typeface="Times New Roman" panose="02020603050405020304" pitchFamily="18" charset="0"/>
              </a:rPr>
              <a:t> fluid  in  l/s,</a:t>
            </a:r>
          </a:p>
          <a:p>
            <a:r>
              <a:rPr lang="de-DE" sz="1600" i="1" dirty="0" err="1">
                <a:solidFill>
                  <a:srgbClr val="00549F"/>
                </a:solidFill>
                <a:latin typeface="Trebuchet MS" panose="020B0603020202020204" pitchFamily="34" charset="0"/>
                <a:cs typeface="Times New Roman" panose="02020603050405020304" pitchFamily="18" charset="0"/>
              </a:rPr>
              <a:t>data</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classes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records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numbers</a:t>
            </a:r>
            <a:r>
              <a:rPr lang="de-DE" sz="1600" i="1" dirty="0">
                <a:solidFill>
                  <a:srgbClr val="00549F"/>
                </a:solidFill>
                <a:latin typeface="Trebuchet MS" panose="020B0603020202020204" pitchFamily="34" charset="0"/>
                <a:cs typeface="Times New Roman" panose="02020603050405020304" pitchFamily="18" charset="0"/>
              </a:rPr>
              <a:t> </a:t>
            </a:r>
          </a:p>
        </p:txBody>
      </p:sp>
    </p:spTree>
    <p:extLst>
      <p:ext uri="{BB962C8B-B14F-4D97-AF65-F5344CB8AC3E}">
        <p14:creationId xmlns:p14="http://schemas.microsoft.com/office/powerpoint/2010/main" val="15643696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Streams</a:t>
            </a:r>
            <a:endParaRPr lang="de-DE" dirty="0"/>
          </a:p>
        </p:txBody>
      </p:sp>
      <p:sp>
        <p:nvSpPr>
          <p:cNvPr id="143" name="Inhaltsplatzhalter 142"/>
          <p:cNvSpPr>
            <a:spLocks noGrp="1"/>
          </p:cNvSpPr>
          <p:nvPr>
            <p:ph sz="quarter" idx="14"/>
          </p:nvPr>
        </p:nvSpPr>
        <p:spPr/>
        <p:txBody>
          <a:bodyPr/>
          <a:lstStyle/>
          <a:p>
            <a:endParaRPr lang="en-US" dirty="0"/>
          </a:p>
          <a:p>
            <a:r>
              <a:rPr lang="en-US" dirty="0"/>
              <a:t>Each channel and each stream has a </a:t>
            </a:r>
            <a:r>
              <a:rPr lang="en-US" dirty="0">
                <a:solidFill>
                  <a:srgbClr val="00549F"/>
                </a:solidFill>
              </a:rPr>
              <a:t>category</a:t>
            </a:r>
          </a:p>
          <a:p>
            <a:pPr lvl="1"/>
            <a:endParaRPr lang="en-US" sz="1800" dirty="0"/>
          </a:p>
          <a:p>
            <a:pPr lvl="1"/>
            <a:endParaRPr lang="en-US" sz="1800" dirty="0"/>
          </a:p>
          <a:p>
            <a:r>
              <a:rPr lang="en-US" dirty="0"/>
              <a:t>Category describes the form of a stream respectively its values</a:t>
            </a:r>
          </a:p>
          <a:p>
            <a:pPr lvl="1"/>
            <a:r>
              <a:rPr lang="en-US" dirty="0">
                <a:ea typeface="ＭＳ Ｐゴシック" charset="0"/>
              </a:rPr>
              <a:t>Continuous vs. discrete</a:t>
            </a:r>
          </a:p>
          <a:p>
            <a:pPr lvl="1"/>
            <a:r>
              <a:rPr lang="en-US" dirty="0">
                <a:ea typeface="ＭＳ Ｐゴシック" charset="0"/>
              </a:rPr>
              <a:t>Physical, vs. energetic, vs. data</a:t>
            </a:r>
          </a:p>
          <a:p>
            <a:pPr lvl="1"/>
            <a:r>
              <a:rPr lang="en-US" dirty="0">
                <a:ea typeface="ＭＳ Ｐゴシック" charset="0"/>
              </a:rPr>
              <a:t>Typing (SI-Units or datatypes)</a:t>
            </a:r>
          </a:p>
          <a:p>
            <a:pPr lvl="1"/>
            <a:endParaRPr lang="en-US" dirty="0">
              <a:ea typeface="ＭＳ Ｐゴシック" charset="0"/>
            </a:endParaRPr>
          </a:p>
          <a:p>
            <a:pPr lvl="1"/>
            <a:endParaRPr lang="en-US" dirty="0">
              <a:ea typeface="ＭＳ Ｐゴシック" charset="0"/>
            </a:endParaRPr>
          </a:p>
          <a:p>
            <a:r>
              <a:rPr lang="en-US" dirty="0"/>
              <a:t>Type compatibility </a:t>
            </a:r>
          </a:p>
          <a:p>
            <a:pPr lvl="1"/>
            <a:r>
              <a:rPr lang="en-US" dirty="0"/>
              <a:t>Channels and their streams have the same category</a:t>
            </a:r>
          </a:p>
          <a:p>
            <a:pPr lvl="1"/>
            <a:r>
              <a:rPr lang="en-US" dirty="0"/>
              <a:t>Connected channels have the same category</a:t>
            </a:r>
          </a:p>
          <a:p>
            <a:pPr lvl="1"/>
            <a:endParaRPr lang="en-US" dirty="0"/>
          </a:p>
          <a:p>
            <a:pPr lvl="1"/>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2" name="Textfeld 44">
            <a:extLst>
              <a:ext uri="{FF2B5EF4-FFF2-40B4-BE49-F238E27FC236}">
                <a16:creationId xmlns:a16="http://schemas.microsoft.com/office/drawing/2014/main" id="{7BC0D25E-54CA-85CC-FF0D-817E2ADD0ABD}"/>
              </a:ext>
            </a:extLst>
          </p:cNvPr>
          <p:cNvSpPr txBox="1"/>
          <p:nvPr/>
        </p:nvSpPr>
        <p:spPr>
          <a:xfrm>
            <a:off x="7273391" y="1052258"/>
            <a:ext cx="2845721"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hierarchical tree structure</a:t>
            </a:r>
          </a:p>
        </p:txBody>
      </p:sp>
      <p:sp>
        <p:nvSpPr>
          <p:cNvPr id="133" name="Freihandform: Form 132">
            <a:extLst>
              <a:ext uri="{FF2B5EF4-FFF2-40B4-BE49-F238E27FC236}">
                <a16:creationId xmlns:a16="http://schemas.microsoft.com/office/drawing/2014/main" id="{B68167CA-5AFD-8B5C-64B2-2D3360C8737F}"/>
              </a:ext>
            </a:extLst>
          </p:cNvPr>
          <p:cNvSpPr/>
          <p:nvPr/>
        </p:nvSpPr>
        <p:spPr>
          <a:xfrm>
            <a:off x="7151251" y="1326029"/>
            <a:ext cx="197910" cy="339970"/>
          </a:xfrm>
          <a:custGeom>
            <a:avLst/>
            <a:gdLst>
              <a:gd name="connsiteX0" fmla="*/ 197910 w 197910"/>
              <a:gd name="connsiteY0" fmla="*/ 0 h 339970"/>
              <a:gd name="connsiteX1" fmla="*/ 4479 w 197910"/>
              <a:gd name="connsiteY1" fmla="*/ 58616 h 339970"/>
              <a:gd name="connsiteX2" fmla="*/ 80679 w 197910"/>
              <a:gd name="connsiteY2" fmla="*/ 339970 h 339970"/>
            </a:gdLst>
            <a:ahLst/>
            <a:cxnLst>
              <a:cxn ang="0">
                <a:pos x="connsiteX0" y="connsiteY0"/>
              </a:cxn>
              <a:cxn ang="0">
                <a:pos x="connsiteX1" y="connsiteY1"/>
              </a:cxn>
              <a:cxn ang="0">
                <a:pos x="connsiteX2" y="connsiteY2"/>
              </a:cxn>
            </a:cxnLst>
            <a:rect l="l" t="t" r="r" b="b"/>
            <a:pathLst>
              <a:path w="197910" h="339970">
                <a:moveTo>
                  <a:pt x="197910" y="0"/>
                </a:moveTo>
                <a:cubicBezTo>
                  <a:pt x="110963" y="977"/>
                  <a:pt x="24017" y="1954"/>
                  <a:pt x="4479" y="58616"/>
                </a:cubicBezTo>
                <a:cubicBezTo>
                  <a:pt x="-15060" y="115278"/>
                  <a:pt x="32809" y="227624"/>
                  <a:pt x="80679" y="339970"/>
                </a:cubicBezTo>
              </a:path>
            </a:pathLst>
          </a:custGeom>
          <a:noFill/>
          <a:ln w="12700" cap="flat" cmpd="sng" algn="ctr">
            <a:solidFill>
              <a:srgbClr val="00549F"/>
            </a:solidFill>
            <a:prstDash val="solid"/>
            <a:miter lim="800000"/>
            <a:headEnd type="none" w="med" len="med"/>
            <a:tailEnd type="arrow" w="med" len="med"/>
          </a:ln>
          <a:effectLst/>
        </p:spPr>
        <p:txBody>
          <a:bodyPr rtlCol="0" anchor="ctr"/>
          <a:lstStyle/>
          <a:p>
            <a:pPr marL="0" marR="0" lvl="0" indent="0" algn="ctr"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ea typeface="+mn-ea"/>
              <a:cs typeface="+mn-cs"/>
            </a:endParaRPr>
          </a:p>
        </p:txBody>
      </p:sp>
      <p:sp>
        <p:nvSpPr>
          <p:cNvPr id="134" name="Textfeld 44">
            <a:extLst>
              <a:ext uri="{FF2B5EF4-FFF2-40B4-BE49-F238E27FC236}">
                <a16:creationId xmlns:a16="http://schemas.microsoft.com/office/drawing/2014/main" id="{2785E3F6-30EB-4C35-F245-F7BF99D58E15}"/>
              </a:ext>
            </a:extLst>
          </p:cNvPr>
          <p:cNvSpPr txBox="1"/>
          <p:nvPr/>
        </p:nvSpPr>
        <p:spPr>
          <a:xfrm>
            <a:off x="9398392" y="1321035"/>
            <a:ext cx="1769718"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Time series of </a:t>
            </a:r>
            <a:b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b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observed values</a:t>
            </a:r>
          </a:p>
        </p:txBody>
      </p:sp>
      <p:sp>
        <p:nvSpPr>
          <p:cNvPr id="135" name="Freihandform: Form 134">
            <a:extLst>
              <a:ext uri="{FF2B5EF4-FFF2-40B4-BE49-F238E27FC236}">
                <a16:creationId xmlns:a16="http://schemas.microsoft.com/office/drawing/2014/main" id="{D0018BB0-969D-7C7B-BF90-14EE8218CEC8}"/>
              </a:ext>
            </a:extLst>
          </p:cNvPr>
          <p:cNvSpPr/>
          <p:nvPr/>
        </p:nvSpPr>
        <p:spPr bwMode="auto">
          <a:xfrm>
            <a:off x="10953003" y="1442213"/>
            <a:ext cx="445268" cy="532186"/>
          </a:xfrm>
          <a:custGeom>
            <a:avLst/>
            <a:gdLst>
              <a:gd name="connsiteX0" fmla="*/ 0 w 445268"/>
              <a:gd name="connsiteY0" fmla="*/ 52126 h 532186"/>
              <a:gd name="connsiteX1" fmla="*/ 419100 w 445268"/>
              <a:gd name="connsiteY1" fmla="*/ 44506 h 532186"/>
              <a:gd name="connsiteX2" fmla="*/ 365760 w 445268"/>
              <a:gd name="connsiteY2" fmla="*/ 532186 h 532186"/>
            </a:gdLst>
            <a:ahLst/>
            <a:cxnLst>
              <a:cxn ang="0">
                <a:pos x="connsiteX0" y="connsiteY0"/>
              </a:cxn>
              <a:cxn ang="0">
                <a:pos x="connsiteX1" y="connsiteY1"/>
              </a:cxn>
              <a:cxn ang="0">
                <a:pos x="connsiteX2" y="connsiteY2"/>
              </a:cxn>
            </a:cxnLst>
            <a:rect l="l" t="t" r="r" b="b"/>
            <a:pathLst>
              <a:path w="445268" h="532186">
                <a:moveTo>
                  <a:pt x="0" y="52126"/>
                </a:moveTo>
                <a:cubicBezTo>
                  <a:pt x="179070" y="8311"/>
                  <a:pt x="358140" y="-35504"/>
                  <a:pt x="419100" y="44506"/>
                </a:cubicBezTo>
                <a:cubicBezTo>
                  <a:pt x="480060" y="124516"/>
                  <a:pt x="422910" y="328351"/>
                  <a:pt x="365760" y="532186"/>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39" name="Freihandform: Form 138">
            <a:extLst>
              <a:ext uri="{FF2B5EF4-FFF2-40B4-BE49-F238E27FC236}">
                <a16:creationId xmlns:a16="http://schemas.microsoft.com/office/drawing/2014/main" id="{6BCFBB93-5028-E55A-7926-6CEE60C790EB}"/>
              </a:ext>
            </a:extLst>
          </p:cNvPr>
          <p:cNvSpPr/>
          <p:nvPr/>
        </p:nvSpPr>
        <p:spPr bwMode="auto">
          <a:xfrm>
            <a:off x="9221703" y="3942136"/>
            <a:ext cx="677331" cy="463550"/>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4"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75"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6" name="Textfeld 75">
            <a:extLst>
              <a:ext uri="{FF2B5EF4-FFF2-40B4-BE49-F238E27FC236}">
                <a16:creationId xmlns:a16="http://schemas.microsoft.com/office/drawing/2014/main" id="{D0BE9134-1FE8-3A4B-D68E-78D1901AF42C}"/>
              </a:ext>
            </a:extLst>
          </p:cNvPr>
          <p:cNvSpPr txBox="1"/>
          <p:nvPr/>
        </p:nvSpPr>
        <p:spPr>
          <a:xfrm>
            <a:off x="7539421" y="4320696"/>
            <a:ext cx="4560429" cy="1077218"/>
          </a:xfrm>
          <a:prstGeom prst="rect">
            <a:avLst/>
          </a:prstGeom>
          <a:noFill/>
        </p:spPr>
        <p:txBody>
          <a:bodyPr wrap="square" rtlCol="0">
            <a:spAutoFit/>
          </a:bodyPr>
          <a:lstStyle/>
          <a:p>
            <a:r>
              <a:rPr lang="de-DE" sz="1600" i="1" dirty="0">
                <a:solidFill>
                  <a:srgbClr val="00549F"/>
                </a:solidFill>
                <a:latin typeface="Trebuchet MS" panose="020B0603020202020204" pitchFamily="34" charset="0"/>
                <a:cs typeface="Times New Roman" panose="02020603050405020304" pitchFamily="18" charset="0"/>
              </a:rPr>
              <a:t>Material, Data, Energy</a:t>
            </a:r>
            <a:br>
              <a:rPr lang="de-DE" sz="1600" i="1" dirty="0">
                <a:solidFill>
                  <a:srgbClr val="00549F"/>
                </a:solidFill>
                <a:latin typeface="Trebuchet MS" panose="020B0603020202020204" pitchFamily="34" charset="0"/>
                <a:cs typeface="Times New Roman" panose="02020603050405020304" pitchFamily="18" charset="0"/>
              </a:rPr>
            </a:br>
            <a:r>
              <a:rPr lang="de-DE" sz="1600" i="1" dirty="0" err="1">
                <a:solidFill>
                  <a:srgbClr val="00549F"/>
                </a:solidFill>
                <a:latin typeface="Trebuchet MS" panose="020B0603020202020204" pitchFamily="34" charset="0"/>
                <a:cs typeface="Times New Roman" panose="02020603050405020304" pitchFamily="18" charset="0"/>
              </a:rPr>
              <a:t>using</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UnitTypes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and</a:t>
            </a:r>
            <a:r>
              <a:rPr lang="de-DE" sz="1600" i="1" dirty="0">
                <a:solidFill>
                  <a:srgbClr val="00549F"/>
                </a:solidFill>
                <a:latin typeface="Trebuchet MS" panose="020B0603020202020204" pitchFamily="34" charset="0"/>
                <a:cs typeface="Times New Roman" panose="02020603050405020304" pitchFamily="18" charset="0"/>
              </a:rPr>
              <a:t> IT-</a:t>
            </a:r>
            <a:r>
              <a:rPr lang="de-DE" sz="1600" i="1" dirty="0" err="1">
                <a:solidFill>
                  <a:srgbClr val="00549F"/>
                </a:solidFill>
                <a:latin typeface="Trebuchet MS" panose="020B0603020202020204" pitchFamily="34" charset="0"/>
                <a:cs typeface="Times New Roman" panose="02020603050405020304" pitchFamily="18" charset="0"/>
              </a:rPr>
              <a:t>Datatypes</a:t>
            </a:r>
            <a:r>
              <a:rPr lang="de-DE" sz="1600" i="1" dirty="0">
                <a:solidFill>
                  <a:srgbClr val="00549F"/>
                </a:solidFill>
                <a:latin typeface="Trebuchet MS" panose="020B0603020202020204" pitchFamily="34" charset="0"/>
                <a:cs typeface="Times New Roman" panose="02020603050405020304" pitchFamily="18" charset="0"/>
              </a:rPr>
              <a:t>, e.g.</a:t>
            </a:r>
          </a:p>
          <a:p>
            <a:r>
              <a:rPr lang="de-DE" sz="1600" i="1" dirty="0" err="1">
                <a:solidFill>
                  <a:srgbClr val="00549F"/>
                </a:solidFill>
                <a:latin typeface="Trebuchet MS" panose="020B0603020202020204" pitchFamily="34" charset="0"/>
                <a:cs typeface="Times New Roman" panose="02020603050405020304" pitchFamily="18" charset="0"/>
              </a:rPr>
              <a:t>diesel</a:t>
            </a:r>
            <a:r>
              <a:rPr lang="de-DE" sz="1600" i="1" dirty="0">
                <a:solidFill>
                  <a:srgbClr val="00549F"/>
                </a:solidFill>
                <a:latin typeface="Trebuchet MS" panose="020B0603020202020204" pitchFamily="34" charset="0"/>
                <a:cs typeface="Times New Roman" panose="02020603050405020304" pitchFamily="18" charset="0"/>
              </a:rPr>
              <a:t> fluid  in  l/s,</a:t>
            </a:r>
          </a:p>
          <a:p>
            <a:r>
              <a:rPr lang="de-DE" sz="1600" i="1" dirty="0" err="1">
                <a:solidFill>
                  <a:srgbClr val="00549F"/>
                </a:solidFill>
                <a:latin typeface="Trebuchet MS" panose="020B0603020202020204" pitchFamily="34" charset="0"/>
                <a:cs typeface="Times New Roman" panose="02020603050405020304" pitchFamily="18" charset="0"/>
              </a:rPr>
              <a:t>data</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classes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records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numbers</a:t>
            </a:r>
            <a:r>
              <a:rPr lang="de-DE" sz="1600" i="1" dirty="0">
                <a:solidFill>
                  <a:srgbClr val="00549F"/>
                </a:solidFill>
                <a:latin typeface="Trebuchet MS" panose="020B0603020202020204" pitchFamily="34" charset="0"/>
                <a:cs typeface="Times New Roman" panose="02020603050405020304" pitchFamily="18" charset="0"/>
              </a:rPr>
              <a:t> </a:t>
            </a:r>
          </a:p>
        </p:txBody>
      </p:sp>
    </p:spTree>
    <p:extLst>
      <p:ext uri="{BB962C8B-B14F-4D97-AF65-F5344CB8AC3E}">
        <p14:creationId xmlns:p14="http://schemas.microsoft.com/office/powerpoint/2010/main" val="33312395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Decomposition</a:t>
            </a:r>
            <a:endParaRPr lang="de-DE" dirty="0"/>
          </a:p>
        </p:txBody>
      </p:sp>
      <p:sp>
        <p:nvSpPr>
          <p:cNvPr id="143" name="Inhaltsplatzhalter 142"/>
          <p:cNvSpPr>
            <a:spLocks noGrp="1"/>
          </p:cNvSpPr>
          <p:nvPr>
            <p:ph sz="quarter" idx="14"/>
          </p:nvPr>
        </p:nvSpPr>
        <p:spPr/>
        <p:txBody>
          <a:bodyPr/>
          <a:lstStyle/>
          <a:p>
            <a:endParaRPr lang="en-US" dirty="0"/>
          </a:p>
          <a:p>
            <a:r>
              <a:rPr lang="en-US" dirty="0"/>
              <a:t>Hierarchical </a:t>
            </a:r>
            <a:r>
              <a:rPr lang="en-US" dirty="0">
                <a:solidFill>
                  <a:srgbClr val="00549F"/>
                </a:solidFill>
              </a:rPr>
              <a:t>(de-) composition</a:t>
            </a:r>
            <a:r>
              <a:rPr lang="en-US" dirty="0"/>
              <a:t> possible</a:t>
            </a:r>
          </a:p>
          <a:p>
            <a:pPr lvl="1"/>
            <a:r>
              <a:rPr lang="en-US" sz="1800" dirty="0">
                <a:solidFill>
                  <a:srgbClr val="00549F"/>
                </a:solidFill>
              </a:rPr>
              <a:t>Composition</a:t>
            </a:r>
            <a:r>
              <a:rPr lang="en-US" sz="1800" dirty="0"/>
              <a:t> into a tree-structure</a:t>
            </a:r>
          </a:p>
          <a:p>
            <a:pPr lvl="1"/>
            <a:r>
              <a:rPr lang="en-US" sz="1800" dirty="0"/>
              <a:t>with </a:t>
            </a:r>
            <a:r>
              <a:rPr lang="en-US" sz="1800" dirty="0">
                <a:solidFill>
                  <a:srgbClr val="00549F"/>
                </a:solidFill>
              </a:rPr>
              <a:t>atomic</a:t>
            </a:r>
            <a:r>
              <a:rPr lang="en-US" sz="1800" dirty="0"/>
              <a:t> functions</a:t>
            </a:r>
          </a:p>
          <a:p>
            <a:endParaRPr lang="en-US" dirty="0"/>
          </a:p>
          <a:p>
            <a:endParaRPr lang="en-US" dirty="0"/>
          </a:p>
          <a:p>
            <a:r>
              <a:rPr lang="en-US" dirty="0"/>
              <a:t>Functions are connected through </a:t>
            </a:r>
            <a:r>
              <a:rPr lang="en-US" dirty="0">
                <a:solidFill>
                  <a:srgbClr val="00549F"/>
                </a:solidFill>
              </a:rPr>
              <a:t>channels</a:t>
            </a:r>
          </a:p>
          <a:p>
            <a:pPr lvl="1"/>
            <a:r>
              <a:rPr lang="en-US" sz="1800" dirty="0">
                <a:solidFill>
                  <a:srgbClr val="00549F"/>
                </a:solidFill>
              </a:rPr>
              <a:t>Sharing </a:t>
            </a:r>
            <a:r>
              <a:rPr lang="en-US" sz="1800" dirty="0"/>
              <a:t>the same</a:t>
            </a:r>
            <a:r>
              <a:rPr lang="en-US" sz="1800" dirty="0">
                <a:solidFill>
                  <a:srgbClr val="00549F"/>
                </a:solidFill>
              </a:rPr>
              <a:t> channel:</a:t>
            </a:r>
          </a:p>
          <a:p>
            <a:pPr lvl="1"/>
            <a:r>
              <a:rPr lang="en-US" sz="1800" dirty="0"/>
              <a:t>one component is sending “</a:t>
            </a:r>
            <a:r>
              <a:rPr lang="en-US" sz="1800" dirty="0">
                <a:solidFill>
                  <a:srgbClr val="00549F"/>
                </a:solidFill>
              </a:rPr>
              <a:t>out” </a:t>
            </a:r>
            <a:r>
              <a:rPr lang="en-US" sz="1800" dirty="0"/>
              <a:t>and</a:t>
            </a:r>
            <a:r>
              <a:rPr lang="en-US" sz="1800" dirty="0">
                <a:solidFill>
                  <a:srgbClr val="00549F"/>
                </a:solidFill>
              </a:rPr>
              <a:t> </a:t>
            </a:r>
          </a:p>
          <a:p>
            <a:pPr lvl="1"/>
            <a:r>
              <a:rPr lang="en-US" sz="1800" dirty="0"/>
              <a:t>some components are receiving </a:t>
            </a:r>
            <a:r>
              <a:rPr lang="en-US" sz="1800" dirty="0">
                <a:solidFill>
                  <a:srgbClr val="00549F"/>
                </a:solidFill>
              </a:rPr>
              <a:t>“in”</a:t>
            </a:r>
            <a:br>
              <a:rPr lang="en-US" dirty="0"/>
            </a:br>
            <a:r>
              <a:rPr lang="en-US" dirty="0"/>
              <a:t>(see later instance examples)</a:t>
            </a:r>
          </a:p>
          <a:p>
            <a:endParaRPr lang="en-US" dirty="0"/>
          </a:p>
          <a:p>
            <a:endParaRPr lang="en-US" dirty="0"/>
          </a:p>
          <a:p>
            <a:r>
              <a:rPr lang="en-US" dirty="0"/>
              <a:t>Functions know their channels through </a:t>
            </a:r>
            <a:r>
              <a:rPr lang="en-US" dirty="0">
                <a:solidFill>
                  <a:schemeClr val="tx2"/>
                </a:solidFill>
              </a:rPr>
              <a:t>port names</a:t>
            </a:r>
          </a:p>
          <a:p>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2" name="Textfeld 44">
            <a:extLst>
              <a:ext uri="{FF2B5EF4-FFF2-40B4-BE49-F238E27FC236}">
                <a16:creationId xmlns:a16="http://schemas.microsoft.com/office/drawing/2014/main" id="{7BC0D25E-54CA-85CC-FF0D-817E2ADD0ABD}"/>
              </a:ext>
            </a:extLst>
          </p:cNvPr>
          <p:cNvSpPr txBox="1"/>
          <p:nvPr/>
        </p:nvSpPr>
        <p:spPr>
          <a:xfrm>
            <a:off x="7273391" y="1052258"/>
            <a:ext cx="2845721"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hierarchical tree structure</a:t>
            </a:r>
          </a:p>
        </p:txBody>
      </p:sp>
      <p:sp>
        <p:nvSpPr>
          <p:cNvPr id="133" name="Freihandform: Form 132">
            <a:extLst>
              <a:ext uri="{FF2B5EF4-FFF2-40B4-BE49-F238E27FC236}">
                <a16:creationId xmlns:a16="http://schemas.microsoft.com/office/drawing/2014/main" id="{B68167CA-5AFD-8B5C-64B2-2D3360C8737F}"/>
              </a:ext>
            </a:extLst>
          </p:cNvPr>
          <p:cNvSpPr/>
          <p:nvPr/>
        </p:nvSpPr>
        <p:spPr>
          <a:xfrm>
            <a:off x="7151251" y="1326029"/>
            <a:ext cx="197910" cy="339970"/>
          </a:xfrm>
          <a:custGeom>
            <a:avLst/>
            <a:gdLst>
              <a:gd name="connsiteX0" fmla="*/ 197910 w 197910"/>
              <a:gd name="connsiteY0" fmla="*/ 0 h 339970"/>
              <a:gd name="connsiteX1" fmla="*/ 4479 w 197910"/>
              <a:gd name="connsiteY1" fmla="*/ 58616 h 339970"/>
              <a:gd name="connsiteX2" fmla="*/ 80679 w 197910"/>
              <a:gd name="connsiteY2" fmla="*/ 339970 h 339970"/>
            </a:gdLst>
            <a:ahLst/>
            <a:cxnLst>
              <a:cxn ang="0">
                <a:pos x="connsiteX0" y="connsiteY0"/>
              </a:cxn>
              <a:cxn ang="0">
                <a:pos x="connsiteX1" y="connsiteY1"/>
              </a:cxn>
              <a:cxn ang="0">
                <a:pos x="connsiteX2" y="connsiteY2"/>
              </a:cxn>
            </a:cxnLst>
            <a:rect l="l" t="t" r="r" b="b"/>
            <a:pathLst>
              <a:path w="197910" h="339970">
                <a:moveTo>
                  <a:pt x="197910" y="0"/>
                </a:moveTo>
                <a:cubicBezTo>
                  <a:pt x="110963" y="977"/>
                  <a:pt x="24017" y="1954"/>
                  <a:pt x="4479" y="58616"/>
                </a:cubicBezTo>
                <a:cubicBezTo>
                  <a:pt x="-15060" y="115278"/>
                  <a:pt x="32809" y="227624"/>
                  <a:pt x="80679" y="339970"/>
                </a:cubicBezTo>
              </a:path>
            </a:pathLst>
          </a:custGeom>
          <a:noFill/>
          <a:ln w="12700" cap="flat" cmpd="sng" algn="ctr">
            <a:solidFill>
              <a:srgbClr val="00549F"/>
            </a:solidFill>
            <a:prstDash val="solid"/>
            <a:miter lim="800000"/>
            <a:headEnd type="none" w="med" len="med"/>
            <a:tailEnd type="arrow" w="med" len="med"/>
          </a:ln>
          <a:effectLst/>
        </p:spPr>
        <p:txBody>
          <a:bodyPr rtlCol="0" anchor="ctr"/>
          <a:lstStyle/>
          <a:p>
            <a:pPr marL="0" marR="0" lvl="0" indent="0" algn="ctr"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ea typeface="+mn-ea"/>
              <a:cs typeface="+mn-cs"/>
            </a:endParaRPr>
          </a:p>
        </p:txBody>
      </p:sp>
      <p:sp>
        <p:nvSpPr>
          <p:cNvPr id="134" name="Textfeld 44">
            <a:extLst>
              <a:ext uri="{FF2B5EF4-FFF2-40B4-BE49-F238E27FC236}">
                <a16:creationId xmlns:a16="http://schemas.microsoft.com/office/drawing/2014/main" id="{2785E3F6-30EB-4C35-F245-F7BF99D58E15}"/>
              </a:ext>
            </a:extLst>
          </p:cNvPr>
          <p:cNvSpPr txBox="1"/>
          <p:nvPr/>
        </p:nvSpPr>
        <p:spPr>
          <a:xfrm>
            <a:off x="9398392" y="1321035"/>
            <a:ext cx="1769718"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Time series of </a:t>
            </a:r>
            <a:b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b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observed values</a:t>
            </a:r>
          </a:p>
        </p:txBody>
      </p:sp>
      <p:sp>
        <p:nvSpPr>
          <p:cNvPr id="135" name="Freihandform: Form 134">
            <a:extLst>
              <a:ext uri="{FF2B5EF4-FFF2-40B4-BE49-F238E27FC236}">
                <a16:creationId xmlns:a16="http://schemas.microsoft.com/office/drawing/2014/main" id="{D0018BB0-969D-7C7B-BF90-14EE8218CEC8}"/>
              </a:ext>
            </a:extLst>
          </p:cNvPr>
          <p:cNvSpPr/>
          <p:nvPr/>
        </p:nvSpPr>
        <p:spPr bwMode="auto">
          <a:xfrm>
            <a:off x="10953003" y="1442213"/>
            <a:ext cx="445268" cy="532186"/>
          </a:xfrm>
          <a:custGeom>
            <a:avLst/>
            <a:gdLst>
              <a:gd name="connsiteX0" fmla="*/ 0 w 445268"/>
              <a:gd name="connsiteY0" fmla="*/ 52126 h 532186"/>
              <a:gd name="connsiteX1" fmla="*/ 419100 w 445268"/>
              <a:gd name="connsiteY1" fmla="*/ 44506 h 532186"/>
              <a:gd name="connsiteX2" fmla="*/ 365760 w 445268"/>
              <a:gd name="connsiteY2" fmla="*/ 532186 h 532186"/>
            </a:gdLst>
            <a:ahLst/>
            <a:cxnLst>
              <a:cxn ang="0">
                <a:pos x="connsiteX0" y="connsiteY0"/>
              </a:cxn>
              <a:cxn ang="0">
                <a:pos x="connsiteX1" y="connsiteY1"/>
              </a:cxn>
              <a:cxn ang="0">
                <a:pos x="connsiteX2" y="connsiteY2"/>
              </a:cxn>
            </a:cxnLst>
            <a:rect l="l" t="t" r="r" b="b"/>
            <a:pathLst>
              <a:path w="445268" h="532186">
                <a:moveTo>
                  <a:pt x="0" y="52126"/>
                </a:moveTo>
                <a:cubicBezTo>
                  <a:pt x="179070" y="8311"/>
                  <a:pt x="358140" y="-35504"/>
                  <a:pt x="419100" y="44506"/>
                </a:cubicBezTo>
                <a:cubicBezTo>
                  <a:pt x="480060" y="124516"/>
                  <a:pt x="422910" y="328351"/>
                  <a:pt x="365760" y="532186"/>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39" name="Freihandform: Form 138">
            <a:extLst>
              <a:ext uri="{FF2B5EF4-FFF2-40B4-BE49-F238E27FC236}">
                <a16:creationId xmlns:a16="http://schemas.microsoft.com/office/drawing/2014/main" id="{6BCFBB93-5028-E55A-7926-6CEE60C790EB}"/>
              </a:ext>
            </a:extLst>
          </p:cNvPr>
          <p:cNvSpPr/>
          <p:nvPr/>
        </p:nvSpPr>
        <p:spPr bwMode="auto">
          <a:xfrm>
            <a:off x="9221703" y="3942136"/>
            <a:ext cx="677331" cy="463550"/>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4"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75"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8" name="Textfeld 77">
            <a:extLst>
              <a:ext uri="{FF2B5EF4-FFF2-40B4-BE49-F238E27FC236}">
                <a16:creationId xmlns:a16="http://schemas.microsoft.com/office/drawing/2014/main" id="{D0BE9134-1FE8-3A4B-D68E-78D1901AF42C}"/>
              </a:ext>
            </a:extLst>
          </p:cNvPr>
          <p:cNvSpPr txBox="1"/>
          <p:nvPr/>
        </p:nvSpPr>
        <p:spPr>
          <a:xfrm>
            <a:off x="7539421" y="4320696"/>
            <a:ext cx="4560429" cy="1077218"/>
          </a:xfrm>
          <a:prstGeom prst="rect">
            <a:avLst/>
          </a:prstGeom>
          <a:noFill/>
        </p:spPr>
        <p:txBody>
          <a:bodyPr wrap="square" rtlCol="0">
            <a:spAutoFit/>
          </a:bodyPr>
          <a:lstStyle/>
          <a:p>
            <a:r>
              <a:rPr lang="de-DE" sz="1600" i="1" dirty="0">
                <a:solidFill>
                  <a:srgbClr val="00549F"/>
                </a:solidFill>
                <a:latin typeface="Trebuchet MS" panose="020B0603020202020204" pitchFamily="34" charset="0"/>
                <a:cs typeface="Times New Roman" panose="02020603050405020304" pitchFamily="18" charset="0"/>
              </a:rPr>
              <a:t>Material, Data, Energy</a:t>
            </a:r>
            <a:br>
              <a:rPr lang="de-DE" sz="1600" i="1" dirty="0">
                <a:solidFill>
                  <a:srgbClr val="00549F"/>
                </a:solidFill>
                <a:latin typeface="Trebuchet MS" panose="020B0603020202020204" pitchFamily="34" charset="0"/>
                <a:cs typeface="Times New Roman" panose="02020603050405020304" pitchFamily="18" charset="0"/>
              </a:rPr>
            </a:br>
            <a:r>
              <a:rPr lang="de-DE" sz="1600" i="1" dirty="0" err="1">
                <a:solidFill>
                  <a:srgbClr val="00549F"/>
                </a:solidFill>
                <a:latin typeface="Trebuchet MS" panose="020B0603020202020204" pitchFamily="34" charset="0"/>
                <a:cs typeface="Times New Roman" panose="02020603050405020304" pitchFamily="18" charset="0"/>
              </a:rPr>
              <a:t>using</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UnitTypes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and</a:t>
            </a:r>
            <a:r>
              <a:rPr lang="de-DE" sz="1600" i="1" dirty="0">
                <a:solidFill>
                  <a:srgbClr val="00549F"/>
                </a:solidFill>
                <a:latin typeface="Trebuchet MS" panose="020B0603020202020204" pitchFamily="34" charset="0"/>
                <a:cs typeface="Times New Roman" panose="02020603050405020304" pitchFamily="18" charset="0"/>
              </a:rPr>
              <a:t> IT-</a:t>
            </a:r>
            <a:r>
              <a:rPr lang="de-DE" sz="1600" i="1" dirty="0" err="1">
                <a:solidFill>
                  <a:srgbClr val="00549F"/>
                </a:solidFill>
                <a:latin typeface="Trebuchet MS" panose="020B0603020202020204" pitchFamily="34" charset="0"/>
                <a:cs typeface="Times New Roman" panose="02020603050405020304" pitchFamily="18" charset="0"/>
              </a:rPr>
              <a:t>Datatypes</a:t>
            </a:r>
            <a:r>
              <a:rPr lang="de-DE" sz="1600" i="1" dirty="0">
                <a:solidFill>
                  <a:srgbClr val="00549F"/>
                </a:solidFill>
                <a:latin typeface="Trebuchet MS" panose="020B0603020202020204" pitchFamily="34" charset="0"/>
                <a:cs typeface="Times New Roman" panose="02020603050405020304" pitchFamily="18" charset="0"/>
              </a:rPr>
              <a:t>, e.g.</a:t>
            </a:r>
          </a:p>
          <a:p>
            <a:r>
              <a:rPr lang="de-DE" sz="1600" i="1" dirty="0" err="1">
                <a:solidFill>
                  <a:srgbClr val="00549F"/>
                </a:solidFill>
                <a:latin typeface="Trebuchet MS" panose="020B0603020202020204" pitchFamily="34" charset="0"/>
                <a:cs typeface="Times New Roman" panose="02020603050405020304" pitchFamily="18" charset="0"/>
              </a:rPr>
              <a:t>diesel</a:t>
            </a:r>
            <a:r>
              <a:rPr lang="de-DE" sz="1600" i="1" dirty="0">
                <a:solidFill>
                  <a:srgbClr val="00549F"/>
                </a:solidFill>
                <a:latin typeface="Trebuchet MS" panose="020B0603020202020204" pitchFamily="34" charset="0"/>
                <a:cs typeface="Times New Roman" panose="02020603050405020304" pitchFamily="18" charset="0"/>
              </a:rPr>
              <a:t> fluid  in  l/s,</a:t>
            </a:r>
          </a:p>
          <a:p>
            <a:r>
              <a:rPr lang="de-DE" sz="1600" i="1" dirty="0" err="1">
                <a:solidFill>
                  <a:srgbClr val="00549F"/>
                </a:solidFill>
                <a:latin typeface="Trebuchet MS" panose="020B0603020202020204" pitchFamily="34" charset="0"/>
                <a:cs typeface="Times New Roman" panose="02020603050405020304" pitchFamily="18" charset="0"/>
              </a:rPr>
              <a:t>data</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classes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records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numbers</a:t>
            </a:r>
            <a:r>
              <a:rPr lang="de-DE" sz="1600" i="1" dirty="0">
                <a:solidFill>
                  <a:srgbClr val="00549F"/>
                </a:solidFill>
                <a:latin typeface="Trebuchet MS" panose="020B0603020202020204" pitchFamily="34" charset="0"/>
                <a:cs typeface="Times New Roman" panose="02020603050405020304" pitchFamily="18" charset="0"/>
              </a:rPr>
              <a:t> </a:t>
            </a:r>
          </a:p>
        </p:txBody>
      </p:sp>
    </p:spTree>
    <p:extLst>
      <p:ext uri="{BB962C8B-B14F-4D97-AF65-F5344CB8AC3E}">
        <p14:creationId xmlns:p14="http://schemas.microsoft.com/office/powerpoint/2010/main" val="5079278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Top-Level-Function</a:t>
            </a:r>
            <a:endParaRPr lang="de-DE" dirty="0"/>
          </a:p>
        </p:txBody>
      </p:sp>
      <p:sp>
        <p:nvSpPr>
          <p:cNvPr id="143" name="Inhaltsplatzhalter 142"/>
          <p:cNvSpPr>
            <a:spLocks noGrp="1"/>
          </p:cNvSpPr>
          <p:nvPr>
            <p:ph sz="quarter" idx="14"/>
          </p:nvPr>
        </p:nvSpPr>
        <p:spPr/>
        <p:txBody>
          <a:bodyPr/>
          <a:lstStyle/>
          <a:p>
            <a:endParaRPr lang="en-US" dirty="0"/>
          </a:p>
          <a:p>
            <a:pPr marL="0" indent="0">
              <a:buNone/>
            </a:pPr>
            <a:r>
              <a:rPr lang="en-US" dirty="0"/>
              <a:t>Special rules:</a:t>
            </a:r>
          </a:p>
          <a:p>
            <a:endParaRPr lang="en-US" dirty="0"/>
          </a:p>
          <a:p>
            <a:r>
              <a:rPr lang="en-US" dirty="0"/>
              <a:t>A top-level function connects to input and output channels for which the </a:t>
            </a:r>
            <a:r>
              <a:rPr lang="en-US" dirty="0">
                <a:solidFill>
                  <a:srgbClr val="00549F"/>
                </a:solidFill>
              </a:rPr>
              <a:t>opposite</a:t>
            </a:r>
            <a:r>
              <a:rPr lang="en-US" dirty="0"/>
              <a:t> </a:t>
            </a:r>
            <a:r>
              <a:rPr lang="en-US" dirty="0">
                <a:solidFill>
                  <a:srgbClr val="00549F"/>
                </a:solidFill>
              </a:rPr>
              <a:t>side</a:t>
            </a:r>
            <a:r>
              <a:rPr lang="en-US" dirty="0"/>
              <a:t> is </a:t>
            </a:r>
            <a:r>
              <a:rPr lang="en-US" dirty="0">
                <a:solidFill>
                  <a:srgbClr val="00549F"/>
                </a:solidFill>
              </a:rPr>
              <a:t>NOT</a:t>
            </a:r>
            <a:r>
              <a:rPr lang="en-US" dirty="0"/>
              <a:t> </a:t>
            </a:r>
            <a:r>
              <a:rPr lang="en-US" dirty="0">
                <a:solidFill>
                  <a:srgbClr val="00549F"/>
                </a:solidFill>
              </a:rPr>
              <a:t>connected</a:t>
            </a:r>
          </a:p>
          <a:p>
            <a:endParaRPr lang="en-US" dirty="0"/>
          </a:p>
          <a:p>
            <a:endParaRPr lang="en-US" dirty="0"/>
          </a:p>
          <a:p>
            <a:r>
              <a:rPr lang="en-US" dirty="0"/>
              <a:t>Channels obey the </a:t>
            </a:r>
            <a:r>
              <a:rPr lang="en-US" dirty="0">
                <a:solidFill>
                  <a:srgbClr val="00549F"/>
                </a:solidFill>
              </a:rPr>
              <a:t>hierarchy</a:t>
            </a:r>
            <a:r>
              <a:rPr lang="en-US" dirty="0"/>
              <a:t> </a:t>
            </a:r>
            <a:r>
              <a:rPr lang="en-US" dirty="0">
                <a:solidFill>
                  <a:srgbClr val="00549F"/>
                </a:solidFill>
              </a:rPr>
              <a:t>structure</a:t>
            </a:r>
          </a:p>
          <a:p>
            <a:pPr lvl="1"/>
            <a:r>
              <a:rPr lang="en-US" dirty="0"/>
              <a:t>i.e. if a channel is crossing a component from inside to outside the channel is an explicit output channel of that component </a:t>
            </a:r>
          </a:p>
          <a:p>
            <a:pPr lvl="1"/>
            <a:r>
              <a:rPr lang="en-US" dirty="0"/>
              <a:t>and vice versa.</a:t>
            </a:r>
          </a:p>
          <a:p>
            <a:endParaRPr lang="en-US" dirty="0"/>
          </a:p>
          <a:p>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2" name="Textfeld 44">
            <a:extLst>
              <a:ext uri="{FF2B5EF4-FFF2-40B4-BE49-F238E27FC236}">
                <a16:creationId xmlns:a16="http://schemas.microsoft.com/office/drawing/2014/main" id="{7BC0D25E-54CA-85CC-FF0D-817E2ADD0ABD}"/>
              </a:ext>
            </a:extLst>
          </p:cNvPr>
          <p:cNvSpPr txBox="1"/>
          <p:nvPr/>
        </p:nvSpPr>
        <p:spPr>
          <a:xfrm>
            <a:off x="7273391" y="1052258"/>
            <a:ext cx="2845721" cy="338554"/>
          </a:xfrm>
          <a:prstGeom prst="rect">
            <a:avLst/>
          </a:prstGeom>
          <a:noFill/>
        </p:spPr>
        <p:txBody>
          <a:bodyPr wrap="square" rtlCol="0">
            <a:spAutoFit/>
          </a:bodyPr>
          <a:lstStyle/>
          <a:p>
            <a:pPr eaLnBrk="0" hangingPunct="0"/>
            <a:r>
              <a:rPr lang="en-US" sz="1600" i="1">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hierarchical tree structure</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33" name="Freihandform: Form 132">
            <a:extLst>
              <a:ext uri="{FF2B5EF4-FFF2-40B4-BE49-F238E27FC236}">
                <a16:creationId xmlns:a16="http://schemas.microsoft.com/office/drawing/2014/main" id="{B68167CA-5AFD-8B5C-64B2-2D3360C8737F}"/>
              </a:ext>
            </a:extLst>
          </p:cNvPr>
          <p:cNvSpPr/>
          <p:nvPr/>
        </p:nvSpPr>
        <p:spPr>
          <a:xfrm>
            <a:off x="7151251" y="1326029"/>
            <a:ext cx="197910" cy="339970"/>
          </a:xfrm>
          <a:custGeom>
            <a:avLst/>
            <a:gdLst>
              <a:gd name="connsiteX0" fmla="*/ 197910 w 197910"/>
              <a:gd name="connsiteY0" fmla="*/ 0 h 339970"/>
              <a:gd name="connsiteX1" fmla="*/ 4479 w 197910"/>
              <a:gd name="connsiteY1" fmla="*/ 58616 h 339970"/>
              <a:gd name="connsiteX2" fmla="*/ 80679 w 197910"/>
              <a:gd name="connsiteY2" fmla="*/ 339970 h 339970"/>
            </a:gdLst>
            <a:ahLst/>
            <a:cxnLst>
              <a:cxn ang="0">
                <a:pos x="connsiteX0" y="connsiteY0"/>
              </a:cxn>
              <a:cxn ang="0">
                <a:pos x="connsiteX1" y="connsiteY1"/>
              </a:cxn>
              <a:cxn ang="0">
                <a:pos x="connsiteX2" y="connsiteY2"/>
              </a:cxn>
            </a:cxnLst>
            <a:rect l="l" t="t" r="r" b="b"/>
            <a:pathLst>
              <a:path w="197910" h="339970">
                <a:moveTo>
                  <a:pt x="197910" y="0"/>
                </a:moveTo>
                <a:cubicBezTo>
                  <a:pt x="110963" y="977"/>
                  <a:pt x="24017" y="1954"/>
                  <a:pt x="4479" y="58616"/>
                </a:cubicBezTo>
                <a:cubicBezTo>
                  <a:pt x="-15060" y="115278"/>
                  <a:pt x="32809" y="227624"/>
                  <a:pt x="80679" y="339970"/>
                </a:cubicBezTo>
              </a:path>
            </a:pathLst>
          </a:custGeom>
          <a:noFill/>
          <a:ln w="12700" cap="flat" cmpd="sng" algn="ctr">
            <a:solidFill>
              <a:srgbClr val="00549F"/>
            </a:solidFill>
            <a:prstDash val="solid"/>
            <a:miter lim="800000"/>
            <a:headEnd type="none" w="med" len="med"/>
            <a:tailEnd type="arrow" w="med" len="med"/>
          </a:ln>
          <a:effectLst/>
        </p:spPr>
        <p:txBody>
          <a:bodyPr rtlCol="0" anchor="ctr"/>
          <a:lstStyle/>
          <a:p>
            <a:pPr marL="0" marR="0" lvl="0" indent="0" algn="ctr"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ea typeface="+mn-ea"/>
              <a:cs typeface="+mn-cs"/>
            </a:endParaRPr>
          </a:p>
        </p:txBody>
      </p:sp>
      <p:sp>
        <p:nvSpPr>
          <p:cNvPr id="134" name="Textfeld 44">
            <a:extLst>
              <a:ext uri="{FF2B5EF4-FFF2-40B4-BE49-F238E27FC236}">
                <a16:creationId xmlns:a16="http://schemas.microsoft.com/office/drawing/2014/main" id="{2785E3F6-30EB-4C35-F245-F7BF99D58E15}"/>
              </a:ext>
            </a:extLst>
          </p:cNvPr>
          <p:cNvSpPr txBox="1"/>
          <p:nvPr/>
        </p:nvSpPr>
        <p:spPr>
          <a:xfrm>
            <a:off x="9398392" y="1321035"/>
            <a:ext cx="1769718"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Time series of </a:t>
            </a:r>
            <a:b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b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observed values</a:t>
            </a:r>
          </a:p>
        </p:txBody>
      </p:sp>
      <p:sp>
        <p:nvSpPr>
          <p:cNvPr id="135" name="Freihandform: Form 134">
            <a:extLst>
              <a:ext uri="{FF2B5EF4-FFF2-40B4-BE49-F238E27FC236}">
                <a16:creationId xmlns:a16="http://schemas.microsoft.com/office/drawing/2014/main" id="{D0018BB0-969D-7C7B-BF90-14EE8218CEC8}"/>
              </a:ext>
            </a:extLst>
          </p:cNvPr>
          <p:cNvSpPr/>
          <p:nvPr/>
        </p:nvSpPr>
        <p:spPr bwMode="auto">
          <a:xfrm>
            <a:off x="10953003" y="1442213"/>
            <a:ext cx="445268" cy="532186"/>
          </a:xfrm>
          <a:custGeom>
            <a:avLst/>
            <a:gdLst>
              <a:gd name="connsiteX0" fmla="*/ 0 w 445268"/>
              <a:gd name="connsiteY0" fmla="*/ 52126 h 532186"/>
              <a:gd name="connsiteX1" fmla="*/ 419100 w 445268"/>
              <a:gd name="connsiteY1" fmla="*/ 44506 h 532186"/>
              <a:gd name="connsiteX2" fmla="*/ 365760 w 445268"/>
              <a:gd name="connsiteY2" fmla="*/ 532186 h 532186"/>
            </a:gdLst>
            <a:ahLst/>
            <a:cxnLst>
              <a:cxn ang="0">
                <a:pos x="connsiteX0" y="connsiteY0"/>
              </a:cxn>
              <a:cxn ang="0">
                <a:pos x="connsiteX1" y="connsiteY1"/>
              </a:cxn>
              <a:cxn ang="0">
                <a:pos x="connsiteX2" y="connsiteY2"/>
              </a:cxn>
            </a:cxnLst>
            <a:rect l="l" t="t" r="r" b="b"/>
            <a:pathLst>
              <a:path w="445268" h="532186">
                <a:moveTo>
                  <a:pt x="0" y="52126"/>
                </a:moveTo>
                <a:cubicBezTo>
                  <a:pt x="179070" y="8311"/>
                  <a:pt x="358140" y="-35504"/>
                  <a:pt x="419100" y="44506"/>
                </a:cubicBezTo>
                <a:cubicBezTo>
                  <a:pt x="480060" y="124516"/>
                  <a:pt x="422910" y="328351"/>
                  <a:pt x="365760" y="532186"/>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37" name="Textfeld 136">
            <a:extLst>
              <a:ext uri="{FF2B5EF4-FFF2-40B4-BE49-F238E27FC236}">
                <a16:creationId xmlns:a16="http://schemas.microsoft.com/office/drawing/2014/main" id="{D0BE9134-1FE8-3A4B-D68E-78D1901AF42C}"/>
              </a:ext>
            </a:extLst>
          </p:cNvPr>
          <p:cNvSpPr txBox="1"/>
          <p:nvPr/>
        </p:nvSpPr>
        <p:spPr>
          <a:xfrm>
            <a:off x="7539421" y="4320696"/>
            <a:ext cx="4560429" cy="1077218"/>
          </a:xfrm>
          <a:prstGeom prst="rect">
            <a:avLst/>
          </a:prstGeom>
          <a:noFill/>
        </p:spPr>
        <p:txBody>
          <a:bodyPr wrap="square" rtlCol="0">
            <a:spAutoFit/>
          </a:bodyPr>
          <a:lstStyle/>
          <a:p>
            <a:r>
              <a:rPr lang="de-DE" sz="1600" i="1" dirty="0">
                <a:solidFill>
                  <a:srgbClr val="00549F"/>
                </a:solidFill>
                <a:latin typeface="Trebuchet MS" panose="020B0603020202020204" pitchFamily="34" charset="0"/>
                <a:cs typeface="Times New Roman" panose="02020603050405020304" pitchFamily="18" charset="0"/>
              </a:rPr>
              <a:t>Material, Data, Energy</a:t>
            </a:r>
            <a:br>
              <a:rPr lang="de-DE" sz="1600" i="1" dirty="0">
                <a:solidFill>
                  <a:srgbClr val="00549F"/>
                </a:solidFill>
                <a:latin typeface="Trebuchet MS" panose="020B0603020202020204" pitchFamily="34" charset="0"/>
                <a:cs typeface="Times New Roman" panose="02020603050405020304" pitchFamily="18" charset="0"/>
              </a:rPr>
            </a:br>
            <a:r>
              <a:rPr lang="de-DE" sz="1600" i="1" dirty="0" err="1">
                <a:solidFill>
                  <a:srgbClr val="00549F"/>
                </a:solidFill>
                <a:latin typeface="Trebuchet MS" panose="020B0603020202020204" pitchFamily="34" charset="0"/>
                <a:cs typeface="Times New Roman" panose="02020603050405020304" pitchFamily="18" charset="0"/>
              </a:rPr>
              <a:t>using</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UnitTypes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and</a:t>
            </a:r>
            <a:r>
              <a:rPr lang="de-DE" sz="1600" i="1" dirty="0">
                <a:solidFill>
                  <a:srgbClr val="00549F"/>
                </a:solidFill>
                <a:latin typeface="Trebuchet MS" panose="020B0603020202020204" pitchFamily="34" charset="0"/>
                <a:cs typeface="Times New Roman" panose="02020603050405020304" pitchFamily="18" charset="0"/>
              </a:rPr>
              <a:t> IT-</a:t>
            </a:r>
            <a:r>
              <a:rPr lang="de-DE" sz="1600" i="1" dirty="0" err="1">
                <a:solidFill>
                  <a:srgbClr val="00549F"/>
                </a:solidFill>
                <a:latin typeface="Trebuchet MS" panose="020B0603020202020204" pitchFamily="34" charset="0"/>
                <a:cs typeface="Times New Roman" panose="02020603050405020304" pitchFamily="18" charset="0"/>
              </a:rPr>
              <a:t>Datatypes</a:t>
            </a:r>
            <a:r>
              <a:rPr lang="de-DE" sz="1600" i="1" dirty="0">
                <a:solidFill>
                  <a:srgbClr val="00549F"/>
                </a:solidFill>
                <a:latin typeface="Trebuchet MS" panose="020B0603020202020204" pitchFamily="34" charset="0"/>
                <a:cs typeface="Times New Roman" panose="02020603050405020304" pitchFamily="18" charset="0"/>
              </a:rPr>
              <a:t>, e.g.</a:t>
            </a:r>
          </a:p>
          <a:p>
            <a:r>
              <a:rPr lang="de-DE" sz="1600" i="1" dirty="0" err="1">
                <a:solidFill>
                  <a:srgbClr val="00549F"/>
                </a:solidFill>
                <a:latin typeface="Trebuchet MS" panose="020B0603020202020204" pitchFamily="34" charset="0"/>
                <a:cs typeface="Times New Roman" panose="02020603050405020304" pitchFamily="18" charset="0"/>
              </a:rPr>
              <a:t>diesel</a:t>
            </a:r>
            <a:r>
              <a:rPr lang="de-DE" sz="1600" i="1" dirty="0">
                <a:solidFill>
                  <a:srgbClr val="00549F"/>
                </a:solidFill>
                <a:latin typeface="Trebuchet MS" panose="020B0603020202020204" pitchFamily="34" charset="0"/>
                <a:cs typeface="Times New Roman" panose="02020603050405020304" pitchFamily="18" charset="0"/>
              </a:rPr>
              <a:t> fluid  in  l/s,</a:t>
            </a:r>
          </a:p>
          <a:p>
            <a:r>
              <a:rPr lang="de-DE" sz="1600" i="1" dirty="0" err="1">
                <a:solidFill>
                  <a:srgbClr val="00549F"/>
                </a:solidFill>
                <a:latin typeface="Trebuchet MS" panose="020B0603020202020204" pitchFamily="34" charset="0"/>
                <a:cs typeface="Times New Roman" panose="02020603050405020304" pitchFamily="18" charset="0"/>
              </a:rPr>
              <a:t>data</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classes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records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numbers</a:t>
            </a:r>
            <a:r>
              <a:rPr lang="de-DE" sz="1600" i="1" dirty="0">
                <a:solidFill>
                  <a:srgbClr val="00549F"/>
                </a:solidFill>
                <a:latin typeface="Trebuchet MS" panose="020B0603020202020204" pitchFamily="34" charset="0"/>
                <a:cs typeface="Times New Roman" panose="02020603050405020304" pitchFamily="18" charset="0"/>
              </a:rPr>
              <a:t> </a:t>
            </a:r>
          </a:p>
        </p:txBody>
      </p:sp>
      <p:sp>
        <p:nvSpPr>
          <p:cNvPr id="139" name="Freihandform: Form 138">
            <a:extLst>
              <a:ext uri="{FF2B5EF4-FFF2-40B4-BE49-F238E27FC236}">
                <a16:creationId xmlns:a16="http://schemas.microsoft.com/office/drawing/2014/main" id="{6BCFBB93-5028-E55A-7926-6CEE60C790EB}"/>
              </a:ext>
            </a:extLst>
          </p:cNvPr>
          <p:cNvSpPr/>
          <p:nvPr/>
        </p:nvSpPr>
        <p:spPr bwMode="auto">
          <a:xfrm>
            <a:off x="9221703" y="3942136"/>
            <a:ext cx="677331" cy="463550"/>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4"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75"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2744082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a:t>
            </a:r>
            <a:r>
              <a:rPr lang="de-DE" dirty="0"/>
              <a:t>+ Monitoring Extension</a:t>
            </a:r>
          </a:p>
        </p:txBody>
      </p:sp>
      <p:cxnSp>
        <p:nvCxnSpPr>
          <p:cNvPr id="59" name="Verbinder: gewinkelt 87">
            <a:extLst>
              <a:ext uri="{FF2B5EF4-FFF2-40B4-BE49-F238E27FC236}">
                <a16:creationId xmlns:a16="http://schemas.microsoft.com/office/drawing/2014/main" id="{14D3FCE0-9DA9-94DB-C4EF-31BB4B93727F}"/>
              </a:ext>
            </a:extLst>
          </p:cNvPr>
          <p:cNvCxnSpPr>
            <a:cxnSpLocks/>
            <a:stCxn id="64" idx="3"/>
            <a:endCxn id="42" idx="1"/>
          </p:cNvCxnSpPr>
          <p:nvPr/>
        </p:nvCxnSpPr>
        <p:spPr>
          <a:xfrm>
            <a:off x="9194934" y="2168244"/>
            <a:ext cx="1075770" cy="843072"/>
          </a:xfrm>
          <a:prstGeom prst="bentConnector3">
            <a:avLst>
              <a:gd name="adj1" fmla="val 50000"/>
            </a:avLst>
          </a:prstGeom>
          <a:noFill/>
          <a:ln w="9525">
            <a:solidFill>
              <a:sysClr val="windowText" lastClr="000000"/>
            </a:solidFill>
            <a:round/>
            <a:headEnd/>
            <a:tailEnd type="triangle" w="med" len="med"/>
          </a:ln>
        </p:spPr>
      </p:cxnSp>
      <p:grpSp>
        <p:nvGrpSpPr>
          <p:cNvPr id="132" name="Gruppieren 131">
            <a:extLst>
              <a:ext uri="{FF2B5EF4-FFF2-40B4-BE49-F238E27FC236}">
                <a16:creationId xmlns:a16="http://schemas.microsoft.com/office/drawing/2014/main" id="{33AC6EAA-953C-9F87-46B9-9C6F9BE5044E}"/>
              </a:ext>
            </a:extLst>
          </p:cNvPr>
          <p:cNvGrpSpPr/>
          <p:nvPr/>
        </p:nvGrpSpPr>
        <p:grpSpPr>
          <a:xfrm>
            <a:off x="10271492" y="1863047"/>
            <a:ext cx="1409694" cy="412750"/>
            <a:chOff x="10458306" y="1863047"/>
            <a:chExt cx="1409694" cy="412750"/>
          </a:xfrm>
        </p:grpSpPr>
        <p:sp>
          <p:nvSpPr>
            <p:cNvPr id="36" name="Text Box 82">
              <a:extLst>
                <a:ext uri="{FF2B5EF4-FFF2-40B4-BE49-F238E27FC236}">
                  <a16:creationId xmlns:a16="http://schemas.microsoft.com/office/drawing/2014/main" id="{A86E7FAC-D012-8643-A9DD-B84EE56CFC98}"/>
                </a:ext>
              </a:extLst>
            </p:cNvPr>
            <p:cNvSpPr txBox="1">
              <a:spLocks noChangeArrowheads="1"/>
            </p:cNvSpPr>
            <p:nvPr/>
          </p:nvSpPr>
          <p:spPr bwMode="auto">
            <a:xfrm>
              <a:off x="10517783" y="1900145"/>
              <a:ext cx="129073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Observation</a:t>
              </a:r>
            </a:p>
          </p:txBody>
        </p:sp>
        <p:sp>
          <p:nvSpPr>
            <p:cNvPr id="37" name="Rectangle 83">
              <a:extLst>
                <a:ext uri="{FF2B5EF4-FFF2-40B4-BE49-F238E27FC236}">
                  <a16:creationId xmlns:a16="http://schemas.microsoft.com/office/drawing/2014/main" id="{14FFC7ED-4636-51E7-CD3A-25D6E5190701}"/>
                </a:ext>
              </a:extLst>
            </p:cNvPr>
            <p:cNvSpPr>
              <a:spLocks noChangeArrowheads="1"/>
            </p:cNvSpPr>
            <p:nvPr/>
          </p:nvSpPr>
          <p:spPr bwMode="auto">
            <a:xfrm>
              <a:off x="10458306" y="1863047"/>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2" name="Textfeld 169">
              <a:extLst>
                <a:ext uri="{FF2B5EF4-FFF2-40B4-BE49-F238E27FC236}">
                  <a16:creationId xmlns:a16="http://schemas.microsoft.com/office/drawing/2014/main" id="{402B1547-CB5A-BCFE-048C-EA4238ED56D3}"/>
                </a:ext>
              </a:extLst>
            </p:cNvPr>
            <p:cNvSpPr txBox="1"/>
            <p:nvPr/>
          </p:nvSpPr>
          <p:spPr>
            <a:xfrm>
              <a:off x="10460376" y="18837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7" name="Gerade Verbindung mit Pfeil 96">
            <a:extLst>
              <a:ext uri="{FF2B5EF4-FFF2-40B4-BE49-F238E27FC236}">
                <a16:creationId xmlns:a16="http://schemas.microsoft.com/office/drawing/2014/main" id="{506C418B-FA7C-40EA-9E50-8D50E310378A}"/>
              </a:ext>
            </a:extLst>
          </p:cNvPr>
          <p:cNvCxnSpPr>
            <a:cxnSpLocks/>
            <a:stCxn id="37" idx="2"/>
            <a:endCxn id="42" idx="0"/>
          </p:cNvCxnSpPr>
          <p:nvPr/>
        </p:nvCxnSpPr>
        <p:spPr>
          <a:xfrm flipH="1">
            <a:off x="10975551" y="2275797"/>
            <a:ext cx="788" cy="529144"/>
          </a:xfrm>
          <a:prstGeom prst="straightConnector1">
            <a:avLst/>
          </a:prstGeom>
          <a:noFill/>
          <a:ln w="9525">
            <a:solidFill>
              <a:sysClr val="windowText" lastClr="000000"/>
            </a:solidFill>
            <a:round/>
            <a:headEnd/>
            <a:tailEnd type="triangle" w="med" len="med"/>
          </a:ln>
        </p:spPr>
      </p:cxnSp>
      <p:grpSp>
        <p:nvGrpSpPr>
          <p:cNvPr id="40" name="Gruppieren 39">
            <a:extLst>
              <a:ext uri="{FF2B5EF4-FFF2-40B4-BE49-F238E27FC236}">
                <a16:creationId xmlns:a16="http://schemas.microsoft.com/office/drawing/2014/main" id="{5EF4C04C-2DA2-BCD2-61C1-FBD24E64E77E}"/>
              </a:ext>
            </a:extLst>
          </p:cNvPr>
          <p:cNvGrpSpPr/>
          <p:nvPr/>
        </p:nvGrpSpPr>
        <p:grpSpPr>
          <a:xfrm>
            <a:off x="10270704" y="2804941"/>
            <a:ext cx="1409694" cy="412750"/>
            <a:chOff x="8871299" y="3365841"/>
            <a:chExt cx="1409694" cy="412750"/>
          </a:xfrm>
        </p:grpSpPr>
        <p:sp>
          <p:nvSpPr>
            <p:cNvPr id="41" name="Text Box 82">
              <a:extLst>
                <a:ext uri="{FF2B5EF4-FFF2-40B4-BE49-F238E27FC236}">
                  <a16:creationId xmlns:a16="http://schemas.microsoft.com/office/drawing/2014/main" id="{986D3CE8-B027-93F3-3E49-60577780DD2F}"/>
                </a:ext>
              </a:extLst>
            </p:cNvPr>
            <p:cNvSpPr txBox="1">
              <a:spLocks noChangeArrowheads="1"/>
            </p:cNvSpPr>
            <p:nvPr/>
          </p:nvSpPr>
          <p:spPr bwMode="auto">
            <a:xfrm>
              <a:off x="9222523" y="3389041"/>
              <a:ext cx="70724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42" name="Rectangle 83">
              <a:extLst>
                <a:ext uri="{FF2B5EF4-FFF2-40B4-BE49-F238E27FC236}">
                  <a16:creationId xmlns:a16="http://schemas.microsoft.com/office/drawing/2014/main" id="{52E5103E-6ECF-385B-6921-9D25C3AB744C}"/>
                </a:ext>
              </a:extLst>
            </p:cNvPr>
            <p:cNvSpPr>
              <a:spLocks noChangeArrowheads="1"/>
            </p:cNvSpPr>
            <p:nvPr/>
          </p:nvSpPr>
          <p:spPr bwMode="auto">
            <a:xfrm>
              <a:off x="8871299" y="3365841"/>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46" name="Verbinder: gewinkelt 87">
            <a:extLst>
              <a:ext uri="{FF2B5EF4-FFF2-40B4-BE49-F238E27FC236}">
                <a16:creationId xmlns:a16="http://schemas.microsoft.com/office/drawing/2014/main" id="{CD886444-3BA8-7244-DC3A-085B2992340B}"/>
              </a:ext>
            </a:extLst>
          </p:cNvPr>
          <p:cNvCxnSpPr>
            <a:cxnSpLocks/>
            <a:stCxn id="42" idx="2"/>
            <a:endCxn id="75" idx="3"/>
          </p:cNvCxnSpPr>
          <p:nvPr/>
        </p:nvCxnSpPr>
        <p:spPr>
          <a:xfrm rot="5400000">
            <a:off x="9950900" y="2464332"/>
            <a:ext cx="271292" cy="1778010"/>
          </a:xfrm>
          <a:prstGeom prst="bentConnector2">
            <a:avLst/>
          </a:prstGeom>
          <a:noFill/>
          <a:ln w="9525">
            <a:solidFill>
              <a:sysClr val="windowText" lastClr="000000"/>
            </a:solidFill>
            <a:round/>
            <a:headEnd/>
            <a:tailEnd type="triangle" w="med" len="med"/>
          </a:ln>
        </p:spPr>
      </p:cxnSp>
      <p:sp>
        <p:nvSpPr>
          <p:cNvPr id="163" name="Textfeld 169">
            <a:extLst>
              <a:ext uri="{FF2B5EF4-FFF2-40B4-BE49-F238E27FC236}">
                <a16:creationId xmlns:a16="http://schemas.microsoft.com/office/drawing/2014/main" id="{E8B6B90A-C517-4F5A-54A1-22AC14079DD7}"/>
              </a:ext>
            </a:extLst>
          </p:cNvPr>
          <p:cNvSpPr txBox="1"/>
          <p:nvPr/>
        </p:nvSpPr>
        <p:spPr>
          <a:xfrm>
            <a:off x="9061413" y="2757490"/>
            <a:ext cx="1239841" cy="523220"/>
          </a:xfrm>
          <a:prstGeom prst="rect">
            <a:avLst/>
          </a:prstGeom>
          <a:noFill/>
        </p:spPr>
        <p:txBody>
          <a:bodyPr wrap="square" rtlCol="0">
            <a:spAutoFit/>
          </a:bodyPr>
          <a:lstStyle/>
          <a:p>
            <a:pPr algn="r" eaLnBrk="0" hangingPunct="0"/>
            <a:r>
              <a:rPr lang="en-US" sz="1400" dirty="0">
                <a:solidFill>
                  <a:prstClr val="black"/>
                </a:solidFill>
              </a:rPr>
              <a:t>*</a:t>
            </a:r>
            <a:br>
              <a:rPr lang="en-US" sz="1400" dirty="0">
                <a:solidFill>
                  <a:prstClr val="black"/>
                </a:solidFill>
              </a:rPr>
            </a:br>
            <a:r>
              <a:rPr lang="en-US" sz="1400" dirty="0">
                <a:solidFill>
                  <a:prstClr val="black"/>
                </a:solidFill>
              </a:rPr>
              <a:t>{ordered}</a:t>
            </a:r>
          </a:p>
        </p:txBody>
      </p:sp>
      <p:sp>
        <p:nvSpPr>
          <p:cNvPr id="164" name="Textfeld 169">
            <a:extLst>
              <a:ext uri="{FF2B5EF4-FFF2-40B4-BE49-F238E27FC236}">
                <a16:creationId xmlns:a16="http://schemas.microsoft.com/office/drawing/2014/main" id="{72066C95-9C5C-01BC-E930-4BBFF5681059}"/>
              </a:ext>
            </a:extLst>
          </p:cNvPr>
          <p:cNvSpPr txBox="1"/>
          <p:nvPr/>
        </p:nvSpPr>
        <p:spPr>
          <a:xfrm>
            <a:off x="10027052" y="2503989"/>
            <a:ext cx="969523" cy="307777"/>
          </a:xfrm>
          <a:prstGeom prst="rect">
            <a:avLst/>
          </a:prstGeom>
          <a:noFill/>
        </p:spPr>
        <p:txBody>
          <a:bodyPr wrap="square" rtlCol="0">
            <a:spAutoFit/>
          </a:bodyPr>
          <a:lstStyle/>
          <a:p>
            <a:pPr algn="r" eaLnBrk="0" hangingPunct="0"/>
            <a:r>
              <a:rPr lang="en-US" sz="1400" dirty="0">
                <a:solidFill>
                  <a:prstClr val="black"/>
                </a:solidFill>
              </a:rPr>
              <a:t>{ordered}</a:t>
            </a:r>
          </a:p>
        </p:txBody>
      </p:sp>
      <p:cxnSp>
        <p:nvCxnSpPr>
          <p:cNvPr id="170" name="Gerade Verbindung mit Pfeil 169">
            <a:extLst>
              <a:ext uri="{FF2B5EF4-FFF2-40B4-BE49-F238E27FC236}">
                <a16:creationId xmlns:a16="http://schemas.microsoft.com/office/drawing/2014/main" id="{B4A8BE56-5B97-FE39-1B1A-13D263F49C42}"/>
              </a:ext>
            </a:extLst>
          </p:cNvPr>
          <p:cNvCxnSpPr>
            <a:cxnSpLocks/>
            <a:stCxn id="82" idx="1"/>
            <a:endCxn id="62" idx="3"/>
          </p:cNvCxnSpPr>
          <p:nvPr/>
        </p:nvCxnSpPr>
        <p:spPr>
          <a:xfrm flipH="1" flipV="1">
            <a:off x="9194934" y="1959199"/>
            <a:ext cx="1078628" cy="1480"/>
          </a:xfrm>
          <a:prstGeom prst="straightConnector1">
            <a:avLst/>
          </a:prstGeom>
          <a:noFill/>
          <a:ln w="9525">
            <a:solidFill>
              <a:sysClr val="windowText" lastClr="000000"/>
            </a:solidFill>
            <a:round/>
            <a:headEnd type="triangle"/>
            <a:tailEnd type="triangle" w="med" len="med"/>
          </a:ln>
        </p:spPr>
      </p:cxnSp>
      <p:sp>
        <p:nvSpPr>
          <p:cNvPr id="176" name="Textfeld 169">
            <a:extLst>
              <a:ext uri="{FF2B5EF4-FFF2-40B4-BE49-F238E27FC236}">
                <a16:creationId xmlns:a16="http://schemas.microsoft.com/office/drawing/2014/main" id="{F3C7BE52-08B6-F485-2061-9B1C41781DF5}"/>
              </a:ext>
            </a:extLst>
          </p:cNvPr>
          <p:cNvSpPr txBox="1"/>
          <p:nvPr/>
        </p:nvSpPr>
        <p:spPr>
          <a:xfrm>
            <a:off x="9191279" y="322138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0" name="Textfeld 169">
            <a:extLst>
              <a:ext uri="{FF2B5EF4-FFF2-40B4-BE49-F238E27FC236}">
                <a16:creationId xmlns:a16="http://schemas.microsoft.com/office/drawing/2014/main" id="{A02AF184-31F4-9AB8-16CF-AC7FB3BA549E}"/>
              </a:ext>
            </a:extLst>
          </p:cNvPr>
          <p:cNvSpPr txBox="1"/>
          <p:nvPr/>
        </p:nvSpPr>
        <p:spPr>
          <a:xfrm>
            <a:off x="10951257" y="316669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1" name="Textfeld 169">
            <a:extLst>
              <a:ext uri="{FF2B5EF4-FFF2-40B4-BE49-F238E27FC236}">
                <a16:creationId xmlns:a16="http://schemas.microsoft.com/office/drawing/2014/main" id="{B9DEA424-30B4-859A-89AB-467FC057E910}"/>
              </a:ext>
            </a:extLst>
          </p:cNvPr>
          <p:cNvSpPr txBox="1"/>
          <p:nvPr/>
        </p:nvSpPr>
        <p:spPr>
          <a:xfrm>
            <a:off x="10951257" y="223886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2" name="Textfeld 169">
            <a:extLst>
              <a:ext uri="{FF2B5EF4-FFF2-40B4-BE49-F238E27FC236}">
                <a16:creationId xmlns:a16="http://schemas.microsoft.com/office/drawing/2014/main" id="{4B1FB061-A8E4-4319-98AE-5B89E5E4A230}"/>
              </a:ext>
            </a:extLst>
          </p:cNvPr>
          <p:cNvSpPr txBox="1"/>
          <p:nvPr/>
        </p:nvSpPr>
        <p:spPr>
          <a:xfrm>
            <a:off x="10951257" y="255915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3" name="Textfeld 169">
            <a:extLst>
              <a:ext uri="{FF2B5EF4-FFF2-40B4-BE49-F238E27FC236}">
                <a16:creationId xmlns:a16="http://schemas.microsoft.com/office/drawing/2014/main" id="{9FAB837E-E081-EF2C-A092-3BE7A070A92E}"/>
              </a:ext>
            </a:extLst>
          </p:cNvPr>
          <p:cNvSpPr txBox="1"/>
          <p:nvPr/>
        </p:nvSpPr>
        <p:spPr>
          <a:xfrm>
            <a:off x="9191279" y="170930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4" name="Textfeld 169">
            <a:extLst>
              <a:ext uri="{FF2B5EF4-FFF2-40B4-BE49-F238E27FC236}">
                <a16:creationId xmlns:a16="http://schemas.microsoft.com/office/drawing/2014/main" id="{645FFC5F-EAB3-2698-8D5E-D20F99E41040}"/>
              </a:ext>
            </a:extLst>
          </p:cNvPr>
          <p:cNvSpPr txBox="1"/>
          <p:nvPr/>
        </p:nvSpPr>
        <p:spPr>
          <a:xfrm>
            <a:off x="10005888" y="178628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4" name="Textfeld 193">
            <a:extLst>
              <a:ext uri="{FF2B5EF4-FFF2-40B4-BE49-F238E27FC236}">
                <a16:creationId xmlns:a16="http://schemas.microsoft.com/office/drawing/2014/main" id="{E8E9FBF4-7286-ADB3-F148-4A79C325FC14}"/>
              </a:ext>
            </a:extLst>
          </p:cNvPr>
          <p:cNvSpPr txBox="1"/>
          <p:nvPr/>
        </p:nvSpPr>
        <p:spPr>
          <a:xfrm>
            <a:off x="9747876" y="970108"/>
            <a:ext cx="1363344" cy="369332"/>
          </a:xfrm>
          <a:prstGeom prst="rect">
            <a:avLst/>
          </a:prstGeom>
          <a:noFill/>
        </p:spPr>
        <p:txBody>
          <a:bodyPr wrap="square">
            <a:spAutoFit/>
          </a:bodyPr>
          <a:lstStyle/>
          <a:p>
            <a:r>
              <a:rPr lang="de-DE" i="1" dirty="0">
                <a:solidFill>
                  <a:srgbClr val="00549F"/>
                </a:solidFill>
                <a:latin typeface="Trebuchet MS" panose="020B0603020202020204" pitchFamily="34" charset="0"/>
              </a:rPr>
              <a:t>Monitoring</a:t>
            </a:r>
            <a:endParaRPr lang="de-DE" dirty="0"/>
          </a:p>
        </p:txBody>
      </p:sp>
      <p:sp>
        <p:nvSpPr>
          <p:cNvPr id="10" name="Freihandform: Form 9">
            <a:extLst>
              <a:ext uri="{FF2B5EF4-FFF2-40B4-BE49-F238E27FC236}">
                <a16:creationId xmlns:a16="http://schemas.microsoft.com/office/drawing/2014/main" id="{09A8F5F4-9AD6-DA6B-C494-329D7F7FDE7A}"/>
              </a:ext>
            </a:extLst>
          </p:cNvPr>
          <p:cNvSpPr/>
          <p:nvPr/>
        </p:nvSpPr>
        <p:spPr bwMode="auto">
          <a:xfrm rot="21216338">
            <a:off x="9348341" y="1010886"/>
            <a:ext cx="2194361" cy="3291840"/>
          </a:xfrm>
          <a:custGeom>
            <a:avLst/>
            <a:gdLst>
              <a:gd name="connsiteX0" fmla="*/ 631568 w 2194361"/>
              <a:gd name="connsiteY0" fmla="*/ 0 h 3291840"/>
              <a:gd name="connsiteX1" fmla="*/ 49677 w 2194361"/>
              <a:gd name="connsiteY1" fmla="*/ 1413163 h 3291840"/>
              <a:gd name="connsiteX2" fmla="*/ 274121 w 2194361"/>
              <a:gd name="connsiteY2" fmla="*/ 2493818 h 3291840"/>
              <a:gd name="connsiteX3" fmla="*/ 2194361 w 2194361"/>
              <a:gd name="connsiteY3" fmla="*/ 3291840 h 3291840"/>
            </a:gdLst>
            <a:ahLst/>
            <a:cxnLst>
              <a:cxn ang="0">
                <a:pos x="connsiteX0" y="connsiteY0"/>
              </a:cxn>
              <a:cxn ang="0">
                <a:pos x="connsiteX1" y="connsiteY1"/>
              </a:cxn>
              <a:cxn ang="0">
                <a:pos x="connsiteX2" y="connsiteY2"/>
              </a:cxn>
              <a:cxn ang="0">
                <a:pos x="connsiteX3" y="connsiteY3"/>
              </a:cxn>
            </a:cxnLst>
            <a:rect l="l" t="t" r="r" b="b"/>
            <a:pathLst>
              <a:path w="2194361" h="3291840">
                <a:moveTo>
                  <a:pt x="631568" y="0"/>
                </a:moveTo>
                <a:cubicBezTo>
                  <a:pt x="370409" y="498763"/>
                  <a:pt x="109251" y="997527"/>
                  <a:pt x="49677" y="1413163"/>
                </a:cubicBezTo>
                <a:cubicBezTo>
                  <a:pt x="-9897" y="1828799"/>
                  <a:pt x="-83326" y="2180705"/>
                  <a:pt x="274121" y="2493818"/>
                </a:cubicBezTo>
                <a:cubicBezTo>
                  <a:pt x="631568" y="2806931"/>
                  <a:pt x="1412964" y="3049385"/>
                  <a:pt x="2194361" y="3291840"/>
                </a:cubicBezTo>
              </a:path>
            </a:pathLst>
          </a:custGeom>
          <a:noFill/>
          <a:ln w="12700">
            <a:solidFill>
              <a:schemeClr val="tx2"/>
            </a:solidFill>
            <a:prstDash val="dash"/>
            <a:round/>
            <a:headEnd type="none" w="sm" len="sm"/>
            <a:tailEnd type="none" w="med" len="med"/>
          </a:ln>
        </p:spPr>
        <p:txBody>
          <a:bodyPr rtlCol="0" anchor="ctr"/>
          <a:lstStyle/>
          <a:p>
            <a:pPr algn="ctr"/>
            <a:endParaRPr lang="de-DE"/>
          </a:p>
        </p:txBody>
      </p:sp>
      <p:sp>
        <p:nvSpPr>
          <p:cNvPr id="11" name="AutoShape 40">
            <a:extLst>
              <a:ext uri="{FF2B5EF4-FFF2-40B4-BE49-F238E27FC236}">
                <a16:creationId xmlns:a16="http://schemas.microsoft.com/office/drawing/2014/main" id="{93ED320D-E348-306D-E77F-264C9FF87CBF}"/>
              </a:ext>
            </a:extLst>
          </p:cNvPr>
          <p:cNvSpPr>
            <a:spLocks noChangeArrowheads="1"/>
          </p:cNvSpPr>
          <p:nvPr/>
        </p:nvSpPr>
        <p:spPr bwMode="auto">
          <a:xfrm flipV="1">
            <a:off x="11515987" y="1043706"/>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4" name="Content Placeholder 131">
            <a:extLst>
              <a:ext uri="{FF2B5EF4-FFF2-40B4-BE49-F238E27FC236}">
                <a16:creationId xmlns:a16="http://schemas.microsoft.com/office/drawing/2014/main" id="{4849778A-8294-48E6-7184-A569295144E9}"/>
              </a:ext>
            </a:extLst>
          </p:cNvPr>
          <p:cNvSpPr txBox="1">
            <a:spLocks/>
          </p:cNvSpPr>
          <p:nvPr/>
        </p:nvSpPr>
        <p:spPr>
          <a:xfrm>
            <a:off x="384001" y="1236273"/>
            <a:ext cx="4266466"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Trebuchet MS" panose="020B0603020202020204" pitchFamily="34" charset="0"/>
            </a:endParaRPr>
          </a:p>
          <a:p>
            <a:r>
              <a:rPr lang="en-US" dirty="0">
                <a:latin typeface="Trebuchet MS" panose="020B0603020202020204" pitchFamily="34" charset="0"/>
              </a:rPr>
              <a:t>Ideally, each stream can be </a:t>
            </a:r>
            <a:r>
              <a:rPr lang="en-US" dirty="0">
                <a:solidFill>
                  <a:srgbClr val="00549F"/>
                </a:solidFill>
                <a:latin typeface="Trebuchet MS" panose="020B0603020202020204" pitchFamily="34" charset="0"/>
              </a:rPr>
              <a:t>observed</a:t>
            </a:r>
            <a:endParaRPr lang="en-US" dirty="0">
              <a:latin typeface="Trebuchet MS" panose="020B0603020202020204" pitchFamily="34" charset="0"/>
            </a:endParaRPr>
          </a:p>
          <a:p>
            <a:endParaRPr lang="en-US" dirty="0">
              <a:latin typeface="Trebuchet MS" panose="020B0603020202020204" pitchFamily="34" charset="0"/>
            </a:endParaRPr>
          </a:p>
          <a:p>
            <a:r>
              <a:rPr lang="en-US" dirty="0">
                <a:latin typeface="Trebuchet MS" panose="020B0603020202020204" pitchFamily="34" charset="0"/>
              </a:rPr>
              <a:t>An observation may be </a:t>
            </a:r>
            <a:r>
              <a:rPr lang="en-US" dirty="0">
                <a:solidFill>
                  <a:srgbClr val="00549F"/>
                </a:solidFill>
                <a:latin typeface="Trebuchet MS" panose="020B0603020202020204" pitchFamily="34" charset="0"/>
              </a:rPr>
              <a:t>incomplete</a:t>
            </a:r>
            <a:r>
              <a:rPr lang="en-US" dirty="0">
                <a:latin typeface="Trebuchet MS" panose="020B0603020202020204" pitchFamily="34" charset="0"/>
              </a:rPr>
              <a:t> </a:t>
            </a:r>
            <a:r>
              <a:rPr lang="en-US" dirty="0">
                <a:solidFill>
                  <a:srgbClr val="00549F"/>
                </a:solidFill>
                <a:latin typeface="Trebuchet MS" panose="020B0603020202020204" pitchFamily="34" charset="0"/>
              </a:rPr>
              <a:t>on</a:t>
            </a:r>
            <a:r>
              <a:rPr lang="en-US" dirty="0">
                <a:latin typeface="Trebuchet MS" panose="020B0603020202020204" pitchFamily="34" charset="0"/>
              </a:rPr>
              <a:t> </a:t>
            </a:r>
            <a:r>
              <a:rPr lang="en-US" dirty="0">
                <a:solidFill>
                  <a:srgbClr val="00549F"/>
                </a:solidFill>
                <a:latin typeface="Trebuchet MS" panose="020B0603020202020204" pitchFamily="34" charset="0"/>
              </a:rPr>
              <a:t>a</a:t>
            </a:r>
            <a:r>
              <a:rPr lang="en-US" dirty="0">
                <a:latin typeface="Trebuchet MS" panose="020B0603020202020204" pitchFamily="34" charset="0"/>
              </a:rPr>
              <a:t> </a:t>
            </a:r>
            <a:r>
              <a:rPr lang="en-US" dirty="0">
                <a:solidFill>
                  <a:srgbClr val="00549F"/>
                </a:solidFill>
                <a:latin typeface="Trebuchet MS" panose="020B0603020202020204" pitchFamily="34" charset="0"/>
              </a:rPr>
              <a:t>stream</a:t>
            </a:r>
          </a:p>
          <a:p>
            <a:pPr lvl="1"/>
            <a:r>
              <a:rPr lang="en-US" dirty="0">
                <a:latin typeface="Trebuchet MS" panose="020B0603020202020204" pitchFamily="34" charset="0"/>
              </a:rPr>
              <a:t>The physical original may be continuous and only a sample is observed (stored)</a:t>
            </a:r>
          </a:p>
          <a:p>
            <a:pPr lvl="1"/>
            <a:r>
              <a:rPr lang="en-US" dirty="0">
                <a:latin typeface="+mj-lt"/>
              </a:rPr>
              <a:t>Constrained by a sampling rate</a:t>
            </a:r>
          </a:p>
          <a:p>
            <a:pPr lvl="1"/>
            <a:r>
              <a:rPr lang="en-US" dirty="0">
                <a:latin typeface="+mj-lt"/>
              </a:rPr>
              <a:t>Or only an interval with start and end time is of interest</a:t>
            </a:r>
          </a:p>
          <a:p>
            <a:pPr marL="0" indent="0">
              <a:buNone/>
            </a:pPr>
            <a:endParaRPr lang="en-US" dirty="0">
              <a:latin typeface="+mj-lt"/>
            </a:endParaRPr>
          </a:p>
          <a:p>
            <a:r>
              <a:rPr lang="en-US" dirty="0">
                <a:latin typeface="+mj-lt"/>
              </a:rPr>
              <a:t>Observations can be </a:t>
            </a:r>
            <a:r>
              <a:rPr lang="en-US" dirty="0">
                <a:solidFill>
                  <a:srgbClr val="00549F"/>
                </a:solidFill>
                <a:latin typeface="+mj-lt"/>
              </a:rPr>
              <a:t>set</a:t>
            </a:r>
            <a:r>
              <a:rPr lang="en-US" dirty="0">
                <a:latin typeface="+mj-lt"/>
              </a:rPr>
              <a:t> </a:t>
            </a:r>
            <a:r>
              <a:rPr lang="en-US" dirty="0">
                <a:solidFill>
                  <a:srgbClr val="00549F"/>
                </a:solidFill>
                <a:latin typeface="+mj-lt"/>
              </a:rPr>
              <a:t>on</a:t>
            </a:r>
            <a:r>
              <a:rPr lang="en-US" dirty="0">
                <a:latin typeface="+mj-lt"/>
              </a:rPr>
              <a:t> </a:t>
            </a:r>
            <a:r>
              <a:rPr lang="en-US" dirty="0">
                <a:solidFill>
                  <a:srgbClr val="00549F"/>
                </a:solidFill>
                <a:latin typeface="+mj-lt"/>
              </a:rPr>
              <a:t>channels</a:t>
            </a:r>
            <a:r>
              <a:rPr lang="en-US" dirty="0">
                <a:latin typeface="+mj-lt"/>
              </a:rPr>
              <a:t> and </a:t>
            </a:r>
            <a:r>
              <a:rPr lang="en-US" dirty="0">
                <a:solidFill>
                  <a:srgbClr val="00549F"/>
                </a:solidFill>
                <a:latin typeface="+mj-lt"/>
              </a:rPr>
              <a:t>inner</a:t>
            </a:r>
            <a:r>
              <a:rPr lang="en-US" dirty="0">
                <a:latin typeface="+mj-lt"/>
              </a:rPr>
              <a:t> </a:t>
            </a:r>
            <a:r>
              <a:rPr lang="en-US" dirty="0">
                <a:solidFill>
                  <a:srgbClr val="00549F"/>
                </a:solidFill>
                <a:latin typeface="+mj-lt"/>
              </a:rPr>
              <a:t>states</a:t>
            </a:r>
          </a:p>
          <a:p>
            <a:endParaRPr lang="en-US" dirty="0">
              <a:latin typeface="+mj-lt"/>
            </a:endParaRPr>
          </a:p>
          <a:p>
            <a:r>
              <a:rPr lang="en-US" dirty="0">
                <a:latin typeface="+mj-lt"/>
              </a:rPr>
              <a:t>Data in streams can be of arbitrarily defined type</a:t>
            </a:r>
          </a:p>
          <a:p>
            <a:endParaRPr lang="en-US" dirty="0">
              <a:latin typeface="+mj-lt"/>
            </a:endParaRPr>
          </a:p>
        </p:txBody>
      </p:sp>
      <p:cxnSp>
        <p:nvCxnSpPr>
          <p:cNvPr id="33" name="Gerade Verbindung mit Pfeil 32">
            <a:extLst>
              <a:ext uri="{FF2B5EF4-FFF2-40B4-BE49-F238E27FC236}">
                <a16:creationId xmlns:a16="http://schemas.microsoft.com/office/drawing/2014/main" id="{C1F6034E-8909-7343-6DEC-9E5D64D0A662}"/>
              </a:ext>
            </a:extLst>
          </p:cNvPr>
          <p:cNvCxnSpPr>
            <a:cxnSpLocks/>
            <a:stCxn id="56" idx="2"/>
            <a:endCxn id="119" idx="0"/>
          </p:cNvCxnSpPr>
          <p:nvPr/>
        </p:nvCxnSpPr>
        <p:spPr>
          <a:xfrm>
            <a:off x="8489730" y="2275797"/>
            <a:ext cx="1" cy="1112278"/>
          </a:xfrm>
          <a:prstGeom prst="straightConnector1">
            <a:avLst/>
          </a:prstGeom>
          <a:noFill/>
          <a:ln w="9525">
            <a:solidFill>
              <a:sysClr val="windowText" lastClr="000000"/>
            </a:solidFill>
            <a:round/>
            <a:headEnd/>
            <a:tailEnd type="triangle" w="med" len="med"/>
          </a:ln>
        </p:spPr>
      </p:cxnSp>
      <p:sp>
        <p:nvSpPr>
          <p:cNvPr id="51" name="Textfeld 169">
            <a:extLst>
              <a:ext uri="{FF2B5EF4-FFF2-40B4-BE49-F238E27FC236}">
                <a16:creationId xmlns:a16="http://schemas.microsoft.com/office/drawing/2014/main" id="{AFBCD20D-7524-EC56-2A71-2145EDBD4E12}"/>
              </a:ext>
            </a:extLst>
          </p:cNvPr>
          <p:cNvSpPr txBox="1"/>
          <p:nvPr/>
        </p:nvSpPr>
        <p:spPr>
          <a:xfrm>
            <a:off x="5989138" y="162641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2" name="Textfeld 169">
            <a:extLst>
              <a:ext uri="{FF2B5EF4-FFF2-40B4-BE49-F238E27FC236}">
                <a16:creationId xmlns:a16="http://schemas.microsoft.com/office/drawing/2014/main" id="{BF618432-0E60-4C72-51F7-91B59156AFA0}"/>
              </a:ext>
            </a:extLst>
          </p:cNvPr>
          <p:cNvSpPr txBox="1"/>
          <p:nvPr/>
        </p:nvSpPr>
        <p:spPr>
          <a:xfrm>
            <a:off x="7243156" y="2053661"/>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53" name="Textfeld 169">
            <a:extLst>
              <a:ext uri="{FF2B5EF4-FFF2-40B4-BE49-F238E27FC236}">
                <a16:creationId xmlns:a16="http://schemas.microsoft.com/office/drawing/2014/main" id="{76233D61-9B9D-62F2-2CC0-0B8DC6F8CC5A}"/>
              </a:ext>
            </a:extLst>
          </p:cNvPr>
          <p:cNvSpPr txBox="1"/>
          <p:nvPr/>
        </p:nvSpPr>
        <p:spPr>
          <a:xfrm>
            <a:off x="7510773" y="179667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65" name="Textfeld 169">
            <a:extLst>
              <a:ext uri="{FF2B5EF4-FFF2-40B4-BE49-F238E27FC236}">
                <a16:creationId xmlns:a16="http://schemas.microsoft.com/office/drawing/2014/main" id="{23098CCB-72F8-AD0E-5A48-4D2C74BB74AC}"/>
              </a:ext>
            </a:extLst>
          </p:cNvPr>
          <p:cNvSpPr txBox="1"/>
          <p:nvPr/>
        </p:nvSpPr>
        <p:spPr>
          <a:xfrm>
            <a:off x="6252159" y="2447203"/>
            <a:ext cx="263374"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3" name="Textfeld 169">
            <a:extLst>
              <a:ext uri="{FF2B5EF4-FFF2-40B4-BE49-F238E27FC236}">
                <a16:creationId xmlns:a16="http://schemas.microsoft.com/office/drawing/2014/main" id="{FF04CE16-D2CB-F5E2-C36F-96E3D36FE7B0}"/>
              </a:ext>
            </a:extLst>
          </p:cNvPr>
          <p:cNvSpPr txBox="1"/>
          <p:nvPr/>
        </p:nvSpPr>
        <p:spPr>
          <a:xfrm>
            <a:off x="5660768" y="2447203"/>
            <a:ext cx="547098" cy="307777"/>
          </a:xfrm>
          <a:prstGeom prst="rect">
            <a:avLst/>
          </a:prstGeom>
          <a:noFill/>
        </p:spPr>
        <p:txBody>
          <a:bodyPr wrap="square" rtlCol="0">
            <a:spAutoFit/>
          </a:bodyPr>
          <a:lstStyle/>
          <a:p>
            <a:pPr eaLnBrk="0" hangingPunct="0"/>
            <a:r>
              <a:rPr lang="en-US" sz="1400" dirty="0">
                <a:solidFill>
                  <a:prstClr val="black"/>
                </a:solidFill>
              </a:rPr>
              <a:t>*</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77" name="Textfeld 169">
            <a:extLst>
              <a:ext uri="{FF2B5EF4-FFF2-40B4-BE49-F238E27FC236}">
                <a16:creationId xmlns:a16="http://schemas.microsoft.com/office/drawing/2014/main" id="{4E8865A8-A5EB-AE1E-47B8-72EE77967872}"/>
              </a:ext>
            </a:extLst>
          </p:cNvPr>
          <p:cNvSpPr txBox="1"/>
          <p:nvPr/>
        </p:nvSpPr>
        <p:spPr>
          <a:xfrm>
            <a:off x="6284570" y="3094589"/>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78" name="Textfeld 169">
            <a:extLst>
              <a:ext uri="{FF2B5EF4-FFF2-40B4-BE49-F238E27FC236}">
                <a16:creationId xmlns:a16="http://schemas.microsoft.com/office/drawing/2014/main" id="{F16C2D88-5623-DB7C-A8CB-A52F427D4DAE}"/>
              </a:ext>
            </a:extLst>
          </p:cNvPr>
          <p:cNvSpPr txBox="1"/>
          <p:nvPr/>
        </p:nvSpPr>
        <p:spPr>
          <a:xfrm>
            <a:off x="5656029" y="309458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3" name="Textfeld 169">
            <a:extLst>
              <a:ext uri="{FF2B5EF4-FFF2-40B4-BE49-F238E27FC236}">
                <a16:creationId xmlns:a16="http://schemas.microsoft.com/office/drawing/2014/main" id="{4DBC862D-868F-41FA-EBAC-6AADAA347220}"/>
              </a:ext>
            </a:extLst>
          </p:cNvPr>
          <p:cNvSpPr txBox="1"/>
          <p:nvPr/>
        </p:nvSpPr>
        <p:spPr>
          <a:xfrm>
            <a:off x="8020315" y="2250944"/>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8439108A-CB0A-DEDE-D308-3E2E93A3327F}"/>
              </a:ext>
            </a:extLst>
          </p:cNvPr>
          <p:cNvSpPr txBox="1"/>
          <p:nvPr/>
        </p:nvSpPr>
        <p:spPr>
          <a:xfrm>
            <a:off x="7504157" y="333784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6" name="Textfeld 169">
            <a:extLst>
              <a:ext uri="{FF2B5EF4-FFF2-40B4-BE49-F238E27FC236}">
                <a16:creationId xmlns:a16="http://schemas.microsoft.com/office/drawing/2014/main" id="{A54053BD-013A-3268-EFD4-E4CC8D7B5F8E}"/>
              </a:ext>
            </a:extLst>
          </p:cNvPr>
          <p:cNvSpPr txBox="1"/>
          <p:nvPr/>
        </p:nvSpPr>
        <p:spPr>
          <a:xfrm>
            <a:off x="8455040" y="310426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9" name="Textfeld 169">
            <a:extLst>
              <a:ext uri="{FF2B5EF4-FFF2-40B4-BE49-F238E27FC236}">
                <a16:creationId xmlns:a16="http://schemas.microsoft.com/office/drawing/2014/main" id="{B919345D-8021-B6B8-A30D-81B4F590D65E}"/>
              </a:ext>
            </a:extLst>
          </p:cNvPr>
          <p:cNvSpPr txBox="1"/>
          <p:nvPr/>
        </p:nvSpPr>
        <p:spPr>
          <a:xfrm>
            <a:off x="8455039" y="228031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2" name="Textfeld 169">
            <a:extLst>
              <a:ext uri="{FF2B5EF4-FFF2-40B4-BE49-F238E27FC236}">
                <a16:creationId xmlns:a16="http://schemas.microsoft.com/office/drawing/2014/main" id="{8A3E073B-D6D4-21E6-3B80-A9826F640AE0}"/>
              </a:ext>
            </a:extLst>
          </p:cNvPr>
          <p:cNvSpPr txBox="1"/>
          <p:nvPr/>
        </p:nvSpPr>
        <p:spPr>
          <a:xfrm>
            <a:off x="4880592" y="1567854"/>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5" name="Textfeld 169">
            <a:extLst>
              <a:ext uri="{FF2B5EF4-FFF2-40B4-BE49-F238E27FC236}">
                <a16:creationId xmlns:a16="http://schemas.microsoft.com/office/drawing/2014/main" id="{6243A130-45F9-418D-476B-BD590B0557BB}"/>
              </a:ext>
            </a:extLst>
          </p:cNvPr>
          <p:cNvSpPr txBox="1"/>
          <p:nvPr/>
        </p:nvSpPr>
        <p:spPr>
          <a:xfrm>
            <a:off x="4536660" y="2045581"/>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 name="Textfeld 169">
            <a:extLst>
              <a:ext uri="{FF2B5EF4-FFF2-40B4-BE49-F238E27FC236}">
                <a16:creationId xmlns:a16="http://schemas.microsoft.com/office/drawing/2014/main" id="{F6BDD172-8B17-7912-8F1B-2EB2E18A20B9}"/>
              </a:ext>
            </a:extLst>
          </p:cNvPr>
          <p:cNvSpPr txBox="1"/>
          <p:nvPr/>
        </p:nvSpPr>
        <p:spPr>
          <a:xfrm>
            <a:off x="6838188" y="1796674"/>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cxnSp>
        <p:nvCxnSpPr>
          <p:cNvPr id="6" name="Verbinder: gewinkelt 87">
            <a:extLst>
              <a:ext uri="{FF2B5EF4-FFF2-40B4-BE49-F238E27FC236}">
                <a16:creationId xmlns:a16="http://schemas.microsoft.com/office/drawing/2014/main" id="{13A289F0-3B6F-7736-A922-262DFDCFA917}"/>
              </a:ext>
            </a:extLst>
          </p:cNvPr>
          <p:cNvCxnSpPr>
            <a:cxnSpLocks/>
            <a:stCxn id="37" idx="3"/>
            <a:endCxn id="128" idx="3"/>
          </p:cNvCxnSpPr>
          <p:nvPr/>
        </p:nvCxnSpPr>
        <p:spPr>
          <a:xfrm flipH="1">
            <a:off x="9197541" y="2069422"/>
            <a:ext cx="2483645" cy="1624986"/>
          </a:xfrm>
          <a:prstGeom prst="bentConnector3">
            <a:avLst>
              <a:gd name="adj1" fmla="val -9204"/>
            </a:avLst>
          </a:prstGeom>
          <a:noFill/>
          <a:ln w="9525">
            <a:solidFill>
              <a:sysClr val="windowText" lastClr="000000"/>
            </a:solidFill>
            <a:round/>
            <a:headEnd/>
            <a:tailEnd type="triangle" w="med" len="med"/>
          </a:ln>
        </p:spPr>
      </p:cxnSp>
      <p:sp>
        <p:nvSpPr>
          <p:cNvPr id="18" name="Textfeld 169">
            <a:extLst>
              <a:ext uri="{FF2B5EF4-FFF2-40B4-BE49-F238E27FC236}">
                <a16:creationId xmlns:a16="http://schemas.microsoft.com/office/drawing/2014/main" id="{775A434C-B2DC-4F03-A9E5-83559E84A6E8}"/>
              </a:ext>
            </a:extLst>
          </p:cNvPr>
          <p:cNvSpPr txBox="1"/>
          <p:nvPr/>
        </p:nvSpPr>
        <p:spPr>
          <a:xfrm>
            <a:off x="4639443" y="1819062"/>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18" name="Gruppieren 117">
            <a:extLst>
              <a:ext uri="{FF2B5EF4-FFF2-40B4-BE49-F238E27FC236}">
                <a16:creationId xmlns:a16="http://schemas.microsoft.com/office/drawing/2014/main" id="{121612F6-64E8-987B-D20E-D40545270564}"/>
              </a:ext>
            </a:extLst>
          </p:cNvPr>
          <p:cNvGrpSpPr/>
          <p:nvPr/>
        </p:nvGrpSpPr>
        <p:grpSpPr>
          <a:xfrm>
            <a:off x="5030329" y="1861556"/>
            <a:ext cx="1930787" cy="635024"/>
            <a:chOff x="4316210" y="1861556"/>
            <a:chExt cx="1930787" cy="635024"/>
          </a:xfrm>
        </p:grpSpPr>
        <p:grpSp>
          <p:nvGrpSpPr>
            <p:cNvPr id="38" name="Gruppieren 37">
              <a:extLst>
                <a:ext uri="{FF2B5EF4-FFF2-40B4-BE49-F238E27FC236}">
                  <a16:creationId xmlns:a16="http://schemas.microsoft.com/office/drawing/2014/main" id="{F1748259-7664-02D7-42E6-3854F01CAF41}"/>
                </a:ext>
              </a:extLst>
            </p:cNvPr>
            <p:cNvGrpSpPr/>
            <p:nvPr/>
          </p:nvGrpSpPr>
          <p:grpSpPr>
            <a:xfrm>
              <a:off x="4316210" y="1861556"/>
              <a:ext cx="1930787" cy="415732"/>
              <a:chOff x="5746196" y="1700350"/>
              <a:chExt cx="1930787" cy="415732"/>
            </a:xfrm>
          </p:grpSpPr>
          <p:cxnSp>
            <p:nvCxnSpPr>
              <p:cNvPr id="39" name="Verbinder: gewinkelt 87">
                <a:extLst>
                  <a:ext uri="{FF2B5EF4-FFF2-40B4-BE49-F238E27FC236}">
                    <a16:creationId xmlns:a16="http://schemas.microsoft.com/office/drawing/2014/main" id="{7368805F-E8DF-41E7-E660-F700F2718F83}"/>
                  </a:ext>
                </a:extLst>
              </p:cNvPr>
              <p:cNvCxnSpPr>
                <a:cxnSpLocks/>
                <a:stCxn id="45" idx="2"/>
                <a:endCxn id="44"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3" name="Text Box 82">
                <a:extLst>
                  <a:ext uri="{FF2B5EF4-FFF2-40B4-BE49-F238E27FC236}">
                    <a16:creationId xmlns:a16="http://schemas.microsoft.com/office/drawing/2014/main" id="{0C533DF8-DBAB-43C5-308E-1DCCC80746C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4" name="Rectangle 83">
                <a:extLst>
                  <a:ext uri="{FF2B5EF4-FFF2-40B4-BE49-F238E27FC236}">
                    <a16:creationId xmlns:a16="http://schemas.microsoft.com/office/drawing/2014/main" id="{F420C451-9681-9006-FFCB-BE8AF473B56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5" name="AutoShape 50">
                <a:extLst>
                  <a:ext uri="{FF2B5EF4-FFF2-40B4-BE49-F238E27FC236}">
                    <a16:creationId xmlns:a16="http://schemas.microsoft.com/office/drawing/2014/main" id="{B2A2236F-6475-B5E0-A6A9-52F82008BBC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Textfeld 169">
                <a:extLst>
                  <a:ext uri="{FF2B5EF4-FFF2-40B4-BE49-F238E27FC236}">
                    <a16:creationId xmlns:a16="http://schemas.microsoft.com/office/drawing/2014/main" id="{AFDA5BD2-5B2F-032C-DDEB-70452308028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85ED3B47-E825-AF97-013E-B60ACF9735C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0" name="AutoShape 50">
                <a:extLst>
                  <a:ext uri="{FF2B5EF4-FFF2-40B4-BE49-F238E27FC236}">
                    <a16:creationId xmlns:a16="http://schemas.microsoft.com/office/drawing/2014/main" id="{29D1A0FE-0993-E4E8-82FF-B16FB166D167}"/>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 name="Rectangle 83">
              <a:extLst>
                <a:ext uri="{FF2B5EF4-FFF2-40B4-BE49-F238E27FC236}">
                  <a16:creationId xmlns:a16="http://schemas.microsoft.com/office/drawing/2014/main" id="{F35E53D7-3EB7-54C3-E3B0-F964633BA1C6}"/>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 name="Rectangle 83">
              <a:extLst>
                <a:ext uri="{FF2B5EF4-FFF2-40B4-BE49-F238E27FC236}">
                  <a16:creationId xmlns:a16="http://schemas.microsoft.com/office/drawing/2014/main" id="{D21334AF-956C-4983-93FD-0CAE7C37FFA5}"/>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3" name="Textfeld 169">
            <a:extLst>
              <a:ext uri="{FF2B5EF4-FFF2-40B4-BE49-F238E27FC236}">
                <a16:creationId xmlns:a16="http://schemas.microsoft.com/office/drawing/2014/main" id="{410712FD-24D1-D652-4CE6-D5E3A0DF5024}"/>
              </a:ext>
            </a:extLst>
          </p:cNvPr>
          <p:cNvSpPr txBox="1"/>
          <p:nvPr/>
        </p:nvSpPr>
        <p:spPr>
          <a:xfrm>
            <a:off x="6716779" y="3094589"/>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38" name="Textfeld 169">
            <a:extLst>
              <a:ext uri="{FF2B5EF4-FFF2-40B4-BE49-F238E27FC236}">
                <a16:creationId xmlns:a16="http://schemas.microsoft.com/office/drawing/2014/main" id="{F64637CC-A584-931C-F08E-75B708CEEADD}"/>
              </a:ext>
            </a:extLst>
          </p:cNvPr>
          <p:cNvSpPr txBox="1"/>
          <p:nvPr/>
        </p:nvSpPr>
        <p:spPr>
          <a:xfrm>
            <a:off x="6863908" y="338948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 name="Gruppieren 4">
            <a:extLst>
              <a:ext uri="{FF2B5EF4-FFF2-40B4-BE49-F238E27FC236}">
                <a16:creationId xmlns:a16="http://schemas.microsoft.com/office/drawing/2014/main" id="{6F38CDF4-BD1C-A766-9745-85932871F131}"/>
              </a:ext>
            </a:extLst>
          </p:cNvPr>
          <p:cNvGrpSpPr/>
          <p:nvPr/>
        </p:nvGrpSpPr>
        <p:grpSpPr>
          <a:xfrm>
            <a:off x="5282178" y="3388075"/>
            <a:ext cx="1632590" cy="412750"/>
            <a:chOff x="5282178" y="3388075"/>
            <a:chExt cx="1632590" cy="412750"/>
          </a:xfrm>
        </p:grpSpPr>
        <p:grpSp>
          <p:nvGrpSpPr>
            <p:cNvPr id="92" name="Group 87">
              <a:extLst>
                <a:ext uri="{FF2B5EF4-FFF2-40B4-BE49-F238E27FC236}">
                  <a16:creationId xmlns:a16="http://schemas.microsoft.com/office/drawing/2014/main" id="{AAF35CCA-0548-82CF-0A15-782BF73FBFC4}"/>
                </a:ext>
              </a:extLst>
            </p:cNvPr>
            <p:cNvGrpSpPr>
              <a:grpSpLocks/>
            </p:cNvGrpSpPr>
            <p:nvPr/>
          </p:nvGrpSpPr>
          <p:grpSpPr bwMode="auto">
            <a:xfrm>
              <a:off x="5282178" y="3388075"/>
              <a:ext cx="1631951" cy="412750"/>
              <a:chOff x="3304" y="2592"/>
              <a:chExt cx="1028" cy="260"/>
            </a:xfrm>
          </p:grpSpPr>
          <p:sp>
            <p:nvSpPr>
              <p:cNvPr id="99" name="Text Box 82">
                <a:extLst>
                  <a:ext uri="{FF2B5EF4-FFF2-40B4-BE49-F238E27FC236}">
                    <a16:creationId xmlns:a16="http://schemas.microsoft.com/office/drawing/2014/main" id="{4CEB775D-579D-5943-8179-5EB6BD549E78}"/>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0" name="Rectangle 83">
                <a:extLst>
                  <a:ext uri="{FF2B5EF4-FFF2-40B4-BE49-F238E27FC236}">
                    <a16:creationId xmlns:a16="http://schemas.microsoft.com/office/drawing/2014/main" id="{BAB7E7AC-6E2B-5DA5-6314-D1F8964B3DB5}"/>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5" name="Textfeld 169">
              <a:extLst>
                <a:ext uri="{FF2B5EF4-FFF2-40B4-BE49-F238E27FC236}">
                  <a16:creationId xmlns:a16="http://schemas.microsoft.com/office/drawing/2014/main" id="{E69B6247-7F8D-16BE-A130-557C997BC6AA}"/>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7D820340-DC19-14EF-40C1-7A10944307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7" name="Textfeld 169">
              <a:extLst>
                <a:ext uri="{FF2B5EF4-FFF2-40B4-BE49-F238E27FC236}">
                  <a16:creationId xmlns:a16="http://schemas.microsoft.com/office/drawing/2014/main" id="{A4ADAC5B-D4C1-DA5D-B863-DD0BE637BBF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95CCD2FA-C602-1C05-EAD3-2FF14ECFC45F}"/>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7" name="Textfeld 169">
            <a:extLst>
              <a:ext uri="{FF2B5EF4-FFF2-40B4-BE49-F238E27FC236}">
                <a16:creationId xmlns:a16="http://schemas.microsoft.com/office/drawing/2014/main" id="{B764EFBF-8777-2F0E-5EB5-161002D5A8CD}"/>
              </a:ext>
            </a:extLst>
          </p:cNvPr>
          <p:cNvSpPr txBox="1"/>
          <p:nvPr/>
        </p:nvSpPr>
        <p:spPr>
          <a:xfrm>
            <a:off x="5421606" y="3094589"/>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8" name="Textfeld 169">
            <a:extLst>
              <a:ext uri="{FF2B5EF4-FFF2-40B4-BE49-F238E27FC236}">
                <a16:creationId xmlns:a16="http://schemas.microsoft.com/office/drawing/2014/main" id="{849B0B56-D876-CA8F-6A03-9FC5CBD7E1F3}"/>
              </a:ext>
            </a:extLst>
          </p:cNvPr>
          <p:cNvSpPr txBox="1"/>
          <p:nvPr/>
        </p:nvSpPr>
        <p:spPr>
          <a:xfrm>
            <a:off x="5909496" y="3094589"/>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4" name="Gruppieren 83">
            <a:extLst>
              <a:ext uri="{FF2B5EF4-FFF2-40B4-BE49-F238E27FC236}">
                <a16:creationId xmlns:a16="http://schemas.microsoft.com/office/drawing/2014/main" id="{DAECCBA9-7FD5-1541-F075-A8A8E7711A1B}"/>
              </a:ext>
            </a:extLst>
          </p:cNvPr>
          <p:cNvGrpSpPr/>
          <p:nvPr/>
        </p:nvGrpSpPr>
        <p:grpSpPr>
          <a:xfrm>
            <a:off x="7782499" y="3388075"/>
            <a:ext cx="1415042" cy="412750"/>
            <a:chOff x="7782499" y="3595251"/>
            <a:chExt cx="1415042" cy="412750"/>
          </a:xfrm>
        </p:grpSpPr>
        <p:sp>
          <p:nvSpPr>
            <p:cNvPr id="114" name="Text Box 82">
              <a:extLst>
                <a:ext uri="{FF2B5EF4-FFF2-40B4-BE49-F238E27FC236}">
                  <a16:creationId xmlns:a16="http://schemas.microsoft.com/office/drawing/2014/main" id="{0F7C5B89-6A48-EDD8-38A7-146F9192A0D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19" name="Rectangle 83">
              <a:extLst>
                <a:ext uri="{FF2B5EF4-FFF2-40B4-BE49-F238E27FC236}">
                  <a16:creationId xmlns:a16="http://schemas.microsoft.com/office/drawing/2014/main" id="{2869E856-1D96-3478-29F9-01674BB16384}"/>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8" name="Textfeld 169">
              <a:extLst>
                <a:ext uri="{FF2B5EF4-FFF2-40B4-BE49-F238E27FC236}">
                  <a16:creationId xmlns:a16="http://schemas.microsoft.com/office/drawing/2014/main" id="{DAA876B9-CE33-6B87-F39A-8109C564A20A}"/>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619429E3-E830-E700-2FAE-52B7A3664F7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FC6D494A-439C-040E-F48E-4FD9D0C7D23E}"/>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1" name="Textfeld 169">
              <a:extLst>
                <a:ext uri="{FF2B5EF4-FFF2-40B4-BE49-F238E27FC236}">
                  <a16:creationId xmlns:a16="http://schemas.microsoft.com/office/drawing/2014/main" id="{6062919E-718D-6F00-52C6-763B9FF46EAA}"/>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87" name="Textfeld 169">
            <a:extLst>
              <a:ext uri="{FF2B5EF4-FFF2-40B4-BE49-F238E27FC236}">
                <a16:creationId xmlns:a16="http://schemas.microsoft.com/office/drawing/2014/main" id="{C19EF26C-33D6-78E1-1A5C-F280AC5A8CB6}"/>
              </a:ext>
            </a:extLst>
          </p:cNvPr>
          <p:cNvSpPr txBox="1"/>
          <p:nvPr/>
        </p:nvSpPr>
        <p:spPr>
          <a:xfrm>
            <a:off x="9191279" y="345353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cxnSp>
        <p:nvCxnSpPr>
          <p:cNvPr id="110" name="Gerade Verbindung mit Pfeil 109">
            <a:extLst>
              <a:ext uri="{FF2B5EF4-FFF2-40B4-BE49-F238E27FC236}">
                <a16:creationId xmlns:a16="http://schemas.microsoft.com/office/drawing/2014/main" id="{8CF93230-DEE6-0003-F29F-80FDCF6461A8}"/>
              </a:ext>
            </a:extLst>
          </p:cNvPr>
          <p:cNvCxnSpPr>
            <a:cxnSpLocks/>
            <a:stCxn id="26" idx="2"/>
            <a:endCxn id="48" idx="0"/>
          </p:cNvCxnSpPr>
          <p:nvPr/>
        </p:nvCxnSpPr>
        <p:spPr>
          <a:xfrm flipH="1">
            <a:off x="6309858" y="2496580"/>
            <a:ext cx="1" cy="894924"/>
          </a:xfrm>
          <a:prstGeom prst="straightConnector1">
            <a:avLst/>
          </a:prstGeom>
          <a:noFill/>
          <a:ln w="9525">
            <a:solidFill>
              <a:sysClr val="windowText" lastClr="000000"/>
            </a:solidFill>
            <a:round/>
            <a:headEnd/>
            <a:tailEnd type="triangle" w="med" len="med"/>
          </a:ln>
        </p:spPr>
      </p:cxnSp>
      <p:cxnSp>
        <p:nvCxnSpPr>
          <p:cNvPr id="111" name="Gerade Verbindung mit Pfeil 110">
            <a:extLst>
              <a:ext uri="{FF2B5EF4-FFF2-40B4-BE49-F238E27FC236}">
                <a16:creationId xmlns:a16="http://schemas.microsoft.com/office/drawing/2014/main" id="{DA91FD1F-A543-1AFF-0177-4CFB1A43DEB3}"/>
              </a:ext>
            </a:extLst>
          </p:cNvPr>
          <p:cNvCxnSpPr>
            <a:cxnSpLocks/>
            <a:stCxn id="12" idx="2"/>
            <a:endCxn id="47" idx="0"/>
          </p:cNvCxnSpPr>
          <p:nvPr/>
        </p:nvCxnSpPr>
        <p:spPr>
          <a:xfrm flipH="1">
            <a:off x="5725202" y="2496579"/>
            <a:ext cx="1" cy="894925"/>
          </a:xfrm>
          <a:prstGeom prst="straightConnector1">
            <a:avLst/>
          </a:prstGeom>
          <a:noFill/>
          <a:ln w="9525">
            <a:solidFill>
              <a:sysClr val="windowText" lastClr="000000"/>
            </a:solidFill>
            <a:round/>
            <a:headEnd/>
            <a:tailEnd type="triangle" w="med" len="med"/>
          </a:ln>
        </p:spPr>
      </p:cxnSp>
      <p:sp>
        <p:nvSpPr>
          <p:cNvPr id="131" name="Freihandform: Form 130">
            <a:extLst>
              <a:ext uri="{FF2B5EF4-FFF2-40B4-BE49-F238E27FC236}">
                <a16:creationId xmlns:a16="http://schemas.microsoft.com/office/drawing/2014/main" id="{7449583E-5613-1508-DB50-3C4527B9E0AA}"/>
              </a:ext>
            </a:extLst>
          </p:cNvPr>
          <p:cNvSpPr/>
          <p:nvPr/>
        </p:nvSpPr>
        <p:spPr bwMode="auto">
          <a:xfrm>
            <a:off x="7008384" y="3866848"/>
            <a:ext cx="677331" cy="463550"/>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grpSp>
        <p:nvGrpSpPr>
          <p:cNvPr id="143" name="Gruppieren 142">
            <a:extLst>
              <a:ext uri="{FF2B5EF4-FFF2-40B4-BE49-F238E27FC236}">
                <a16:creationId xmlns:a16="http://schemas.microsoft.com/office/drawing/2014/main" id="{4107ED23-B324-F685-FA22-F875101FE13B}"/>
              </a:ext>
            </a:extLst>
          </p:cNvPr>
          <p:cNvGrpSpPr/>
          <p:nvPr/>
        </p:nvGrpSpPr>
        <p:grpSpPr>
          <a:xfrm>
            <a:off x="7784882" y="1863047"/>
            <a:ext cx="1410052" cy="412750"/>
            <a:chOff x="7784882" y="1863047"/>
            <a:chExt cx="1410052" cy="412750"/>
          </a:xfrm>
        </p:grpSpPr>
        <p:grpSp>
          <p:nvGrpSpPr>
            <p:cNvPr id="54" name="Gruppieren 53">
              <a:extLst>
                <a:ext uri="{FF2B5EF4-FFF2-40B4-BE49-F238E27FC236}">
                  <a16:creationId xmlns:a16="http://schemas.microsoft.com/office/drawing/2014/main" id="{7AD3F749-19D5-1D44-DCD4-65720E86416B}"/>
                </a:ext>
              </a:extLst>
            </p:cNvPr>
            <p:cNvGrpSpPr/>
            <p:nvPr/>
          </p:nvGrpSpPr>
          <p:grpSpPr>
            <a:xfrm>
              <a:off x="7784882" y="1863047"/>
              <a:ext cx="1410052" cy="412750"/>
              <a:chOff x="6133049" y="1935065"/>
              <a:chExt cx="1410052" cy="412750"/>
            </a:xfrm>
          </p:grpSpPr>
          <p:sp>
            <p:nvSpPr>
              <p:cNvPr id="55" name="Text Box 82">
                <a:extLst>
                  <a:ext uri="{FF2B5EF4-FFF2-40B4-BE49-F238E27FC236}">
                    <a16:creationId xmlns:a16="http://schemas.microsoft.com/office/drawing/2014/main" id="{A8129D00-6FE3-4D3F-38F7-FD2F0826D043}"/>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6" name="Rectangle 83">
                <a:extLst>
                  <a:ext uri="{FF2B5EF4-FFF2-40B4-BE49-F238E27FC236}">
                    <a16:creationId xmlns:a16="http://schemas.microsoft.com/office/drawing/2014/main" id="{5633609B-9483-9CF3-BDEF-8C038A759545}"/>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6E91C04A-BC1F-C081-501B-80AFDFC7D08A}"/>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5B41272C-D895-66C8-8218-DE7B9AC25578}"/>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4685A46-7ADC-3D7C-140B-DBDAE7CE5B31}"/>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689970C7-47E9-1F88-380A-491B97C2F0F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4" name="Textfeld 169">
                <a:extLst>
                  <a:ext uri="{FF2B5EF4-FFF2-40B4-BE49-F238E27FC236}">
                    <a16:creationId xmlns:a16="http://schemas.microsoft.com/office/drawing/2014/main" id="{498C4916-9CBC-32CB-6586-2CABC2BA25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0EE15FC0-A46B-FE1C-B23C-2CA1B34C96F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D8452ACE-BF13-A1F2-11CC-E268562C622A}"/>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C84FB0E1-7181-4A24-44B3-53D256C4BE73}"/>
              </a:ext>
            </a:extLst>
          </p:cNvPr>
          <p:cNvCxnSpPr>
            <a:cxnSpLocks/>
            <a:stCxn id="50" idx="2"/>
            <a:endCxn id="56" idx="1"/>
          </p:cNvCxnSpPr>
          <p:nvPr/>
        </p:nvCxnSpPr>
        <p:spPr>
          <a:xfrm flipV="1">
            <a:off x="6961116" y="2069422"/>
            <a:ext cx="823766" cy="1"/>
          </a:xfrm>
          <a:prstGeom prst="straightConnector1">
            <a:avLst/>
          </a:prstGeom>
          <a:noFill/>
          <a:ln w="9525">
            <a:solidFill>
              <a:sysClr val="windowText" lastClr="000000"/>
            </a:solidFill>
            <a:round/>
            <a:headEnd/>
            <a:tailEnd type="triangle" w="med" len="med"/>
          </a:ln>
        </p:spPr>
      </p:cxnSp>
      <p:cxnSp>
        <p:nvCxnSpPr>
          <p:cNvPr id="162" name="Verbinder: gewinkelt 87">
            <a:extLst>
              <a:ext uri="{FF2B5EF4-FFF2-40B4-BE49-F238E27FC236}">
                <a16:creationId xmlns:a16="http://schemas.microsoft.com/office/drawing/2014/main" id="{2542A2D2-DCC9-87EC-A57F-8D72E2E0B377}"/>
              </a:ext>
            </a:extLst>
          </p:cNvPr>
          <p:cNvCxnSpPr>
            <a:cxnSpLocks/>
            <a:stCxn id="95" idx="0"/>
            <a:endCxn id="142" idx="2"/>
          </p:cNvCxnSpPr>
          <p:nvPr/>
        </p:nvCxnSpPr>
        <p:spPr>
          <a:xfrm rot="5400000" flipH="1" flipV="1">
            <a:off x="6852980" y="2185570"/>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89" name="Gerade Verbindung mit Pfeil 188">
            <a:extLst>
              <a:ext uri="{FF2B5EF4-FFF2-40B4-BE49-F238E27FC236}">
                <a16:creationId xmlns:a16="http://schemas.microsoft.com/office/drawing/2014/main" id="{F5E4D958-64E3-EDD3-A26D-823604A4C10E}"/>
              </a:ext>
            </a:extLst>
          </p:cNvPr>
          <p:cNvCxnSpPr>
            <a:cxnSpLocks/>
            <a:stCxn id="100" idx="3"/>
            <a:endCxn id="119" idx="1"/>
          </p:cNvCxnSpPr>
          <p:nvPr/>
        </p:nvCxnSpPr>
        <p:spPr>
          <a:xfrm>
            <a:off x="6914129" y="3594450"/>
            <a:ext cx="868370" cy="0"/>
          </a:xfrm>
          <a:prstGeom prst="straightConnector1">
            <a:avLst/>
          </a:prstGeom>
          <a:noFill/>
          <a:ln w="9525">
            <a:solidFill>
              <a:sysClr val="windowText" lastClr="000000"/>
            </a:solidFill>
            <a:round/>
            <a:headEnd/>
            <a:tailEnd type="triangle" w="med" len="med"/>
          </a:ln>
        </p:spPr>
      </p:cxnSp>
      <p:sp>
        <p:nvSpPr>
          <p:cNvPr id="192" name="Textfeld 169">
            <a:extLst>
              <a:ext uri="{FF2B5EF4-FFF2-40B4-BE49-F238E27FC236}">
                <a16:creationId xmlns:a16="http://schemas.microsoft.com/office/drawing/2014/main" id="{C9F9C874-BDA0-FFE4-B162-CA63CBD07EBB}"/>
              </a:ext>
            </a:extLst>
          </p:cNvPr>
          <p:cNvSpPr txBox="1"/>
          <p:nvPr/>
        </p:nvSpPr>
        <p:spPr>
          <a:xfrm>
            <a:off x="11617719" y="182436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6" name="Textfeld 169">
            <a:extLst>
              <a:ext uri="{FF2B5EF4-FFF2-40B4-BE49-F238E27FC236}">
                <a16:creationId xmlns:a16="http://schemas.microsoft.com/office/drawing/2014/main" id="{957FA36C-C79A-8C6A-429C-26C4ED6DC4FB}"/>
              </a:ext>
            </a:extLst>
          </p:cNvPr>
          <p:cNvSpPr txBox="1"/>
          <p:nvPr/>
        </p:nvSpPr>
        <p:spPr>
          <a:xfrm>
            <a:off x="9191279" y="192702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1" name="Textfeld 100">
            <a:extLst>
              <a:ext uri="{FF2B5EF4-FFF2-40B4-BE49-F238E27FC236}">
                <a16:creationId xmlns:a16="http://schemas.microsoft.com/office/drawing/2014/main" id="{D0BE9134-1FE8-3A4B-D68E-78D1901AF42C}"/>
              </a:ext>
            </a:extLst>
          </p:cNvPr>
          <p:cNvSpPr txBox="1"/>
          <p:nvPr/>
        </p:nvSpPr>
        <p:spPr>
          <a:xfrm>
            <a:off x="7043472" y="4203261"/>
            <a:ext cx="4560429" cy="1077218"/>
          </a:xfrm>
          <a:prstGeom prst="rect">
            <a:avLst/>
          </a:prstGeom>
          <a:noFill/>
        </p:spPr>
        <p:txBody>
          <a:bodyPr wrap="square" rtlCol="0">
            <a:spAutoFit/>
          </a:bodyPr>
          <a:lstStyle/>
          <a:p>
            <a:r>
              <a:rPr lang="de-DE" sz="1600" i="1" dirty="0">
                <a:solidFill>
                  <a:srgbClr val="00549F"/>
                </a:solidFill>
                <a:latin typeface="Trebuchet MS" panose="020B0603020202020204" pitchFamily="34" charset="0"/>
                <a:cs typeface="Times New Roman" panose="02020603050405020304" pitchFamily="18" charset="0"/>
              </a:rPr>
              <a:t>Material, Data, Energy</a:t>
            </a:r>
            <a:br>
              <a:rPr lang="de-DE" sz="1600" i="1" dirty="0">
                <a:solidFill>
                  <a:srgbClr val="00549F"/>
                </a:solidFill>
                <a:latin typeface="Trebuchet MS" panose="020B0603020202020204" pitchFamily="34" charset="0"/>
                <a:cs typeface="Times New Roman" panose="02020603050405020304" pitchFamily="18" charset="0"/>
              </a:rPr>
            </a:br>
            <a:r>
              <a:rPr lang="de-DE" sz="1600" i="1" dirty="0" err="1">
                <a:solidFill>
                  <a:srgbClr val="00549F"/>
                </a:solidFill>
                <a:latin typeface="Trebuchet MS" panose="020B0603020202020204" pitchFamily="34" charset="0"/>
                <a:cs typeface="Times New Roman" panose="02020603050405020304" pitchFamily="18" charset="0"/>
              </a:rPr>
              <a:t>using</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UnitTypes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and</a:t>
            </a:r>
            <a:r>
              <a:rPr lang="de-DE" sz="1600" i="1" dirty="0">
                <a:solidFill>
                  <a:srgbClr val="00549F"/>
                </a:solidFill>
                <a:latin typeface="Trebuchet MS" panose="020B0603020202020204" pitchFamily="34" charset="0"/>
                <a:cs typeface="Times New Roman" panose="02020603050405020304" pitchFamily="18" charset="0"/>
              </a:rPr>
              <a:t> IT-</a:t>
            </a:r>
            <a:r>
              <a:rPr lang="de-DE" sz="1600" i="1" dirty="0" err="1">
                <a:solidFill>
                  <a:srgbClr val="00549F"/>
                </a:solidFill>
                <a:latin typeface="Trebuchet MS" panose="020B0603020202020204" pitchFamily="34" charset="0"/>
                <a:cs typeface="Times New Roman" panose="02020603050405020304" pitchFamily="18" charset="0"/>
              </a:rPr>
              <a:t>Datatypes</a:t>
            </a:r>
            <a:r>
              <a:rPr lang="de-DE" sz="1600" i="1" dirty="0">
                <a:solidFill>
                  <a:srgbClr val="00549F"/>
                </a:solidFill>
                <a:latin typeface="Trebuchet MS" panose="020B0603020202020204" pitchFamily="34" charset="0"/>
                <a:cs typeface="Times New Roman" panose="02020603050405020304" pitchFamily="18" charset="0"/>
              </a:rPr>
              <a:t>, e.g.</a:t>
            </a:r>
          </a:p>
          <a:p>
            <a:r>
              <a:rPr lang="de-DE" sz="1600" i="1" dirty="0" err="1">
                <a:solidFill>
                  <a:srgbClr val="00549F"/>
                </a:solidFill>
                <a:latin typeface="Trebuchet MS" panose="020B0603020202020204" pitchFamily="34" charset="0"/>
                <a:cs typeface="Times New Roman" panose="02020603050405020304" pitchFamily="18" charset="0"/>
              </a:rPr>
              <a:t>diesel</a:t>
            </a:r>
            <a:r>
              <a:rPr lang="de-DE" sz="1600" i="1" dirty="0">
                <a:solidFill>
                  <a:srgbClr val="00549F"/>
                </a:solidFill>
                <a:latin typeface="Trebuchet MS" panose="020B0603020202020204" pitchFamily="34" charset="0"/>
                <a:cs typeface="Times New Roman" panose="02020603050405020304" pitchFamily="18" charset="0"/>
              </a:rPr>
              <a:t> fluid  in  l/s,</a:t>
            </a:r>
          </a:p>
          <a:p>
            <a:r>
              <a:rPr lang="de-DE" sz="1600" i="1" dirty="0" err="1">
                <a:solidFill>
                  <a:srgbClr val="00549F"/>
                </a:solidFill>
                <a:latin typeface="Trebuchet MS" panose="020B0603020202020204" pitchFamily="34" charset="0"/>
                <a:cs typeface="Times New Roman" panose="02020603050405020304" pitchFamily="18" charset="0"/>
              </a:rPr>
              <a:t>data</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classes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records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numbers</a:t>
            </a:r>
            <a:r>
              <a:rPr lang="de-DE" sz="1600" i="1" dirty="0">
                <a:solidFill>
                  <a:srgbClr val="00549F"/>
                </a:solidFill>
                <a:latin typeface="Trebuchet MS" panose="020B0603020202020204" pitchFamily="34" charset="0"/>
                <a:cs typeface="Times New Roman" panose="02020603050405020304" pitchFamily="18" charset="0"/>
              </a:rPr>
              <a:t> </a:t>
            </a:r>
          </a:p>
        </p:txBody>
      </p:sp>
    </p:spTree>
    <p:extLst>
      <p:ext uri="{BB962C8B-B14F-4D97-AF65-F5344CB8AC3E}">
        <p14:creationId xmlns:p14="http://schemas.microsoft.com/office/powerpoint/2010/main" val="1277834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Inhaltsplatzhalter 73">
            <a:extLst>
              <a:ext uri="{FF2B5EF4-FFF2-40B4-BE49-F238E27FC236}">
                <a16:creationId xmlns:a16="http://schemas.microsoft.com/office/drawing/2014/main" id="{C5A1CA76-7D38-6365-ACD4-D8C81822ABEA}"/>
              </a:ext>
            </a:extLst>
          </p:cNvPr>
          <p:cNvSpPr>
            <a:spLocks noGrp="1"/>
          </p:cNvSpPr>
          <p:nvPr>
            <p:ph sz="quarter" idx="15"/>
          </p:nvPr>
        </p:nvSpPr>
        <p:spPr>
          <a:xfrm>
            <a:off x="6216000" y="4431371"/>
            <a:ext cx="5652000" cy="1189258"/>
          </a:xfrm>
        </p:spPr>
        <p:txBody>
          <a:bodyPr/>
          <a:lstStyle/>
          <a:p>
            <a:r>
              <a:rPr lang="en-US" dirty="0"/>
              <a:t>For convenient referencing from channels to their owning functions, we use additional role names</a:t>
            </a:r>
          </a:p>
          <a:p>
            <a:endParaRPr lang="en-US" dirty="0"/>
          </a:p>
        </p:txBody>
      </p:sp>
      <p:sp>
        <p:nvSpPr>
          <p:cNvPr id="3" name="Titel 2">
            <a:extLst>
              <a:ext uri="{FF2B5EF4-FFF2-40B4-BE49-F238E27FC236}">
                <a16:creationId xmlns:a16="http://schemas.microsoft.com/office/drawing/2014/main" id="{30B04D7B-CC24-0921-360F-3CB9B73D3983}"/>
              </a:ext>
            </a:extLst>
          </p:cNvPr>
          <p:cNvSpPr>
            <a:spLocks noGrp="1"/>
          </p:cNvSpPr>
          <p:nvPr>
            <p:ph type="title"/>
          </p:nvPr>
        </p:nvSpPr>
        <p:spPr/>
        <p:txBody>
          <a:bodyPr/>
          <a:lstStyle/>
          <a:p>
            <a:r>
              <a:rPr lang="en-US" dirty="0" err="1"/>
              <a:t>FunctionStructure</a:t>
            </a:r>
            <a:r>
              <a:rPr lang="en-US" dirty="0"/>
              <a:t> : OCL </a:t>
            </a:r>
            <a:r>
              <a:rPr lang="en-US" dirty="0" err="1"/>
              <a:t>Contraints</a:t>
            </a:r>
            <a:endParaRPr lang="en-US" dirty="0"/>
          </a:p>
        </p:txBody>
      </p:sp>
      <p:sp>
        <p:nvSpPr>
          <p:cNvPr id="4" name="Inhaltsplatzhalter 3">
            <a:extLst>
              <a:ext uri="{FF2B5EF4-FFF2-40B4-BE49-F238E27FC236}">
                <a16:creationId xmlns:a16="http://schemas.microsoft.com/office/drawing/2014/main" id="{E13B8DCA-1A75-336E-98EC-F1FFF4ACE6A7}"/>
              </a:ext>
            </a:extLst>
          </p:cNvPr>
          <p:cNvSpPr>
            <a:spLocks noGrp="1"/>
          </p:cNvSpPr>
          <p:nvPr>
            <p:ph sz="quarter" idx="14"/>
          </p:nvPr>
        </p:nvSpPr>
        <p:spPr/>
        <p:txBody>
          <a:bodyPr/>
          <a:lstStyle/>
          <a:p>
            <a:endParaRPr lang="en-US" dirty="0"/>
          </a:p>
          <a:p>
            <a:r>
              <a:rPr lang="en-US" dirty="0"/>
              <a:t>We further specify the validity of instances with </a:t>
            </a:r>
            <a:br>
              <a:rPr lang="en-US" dirty="0"/>
            </a:br>
            <a:r>
              <a:rPr lang="en-US" dirty="0">
                <a:solidFill>
                  <a:srgbClr val="00549F"/>
                </a:solidFill>
              </a:rPr>
              <a:t>OCL-</a:t>
            </a:r>
            <a:r>
              <a:rPr lang="en-US" dirty="0"/>
              <a:t> </a:t>
            </a:r>
            <a:r>
              <a:rPr lang="en-US" dirty="0">
                <a:solidFill>
                  <a:srgbClr val="00549F"/>
                </a:solidFill>
              </a:rPr>
              <a:t>constraints</a:t>
            </a:r>
          </a:p>
          <a:p>
            <a:pPr marL="0" indent="0">
              <a:buNone/>
            </a:pPr>
            <a:endParaRPr lang="en-US" dirty="0"/>
          </a:p>
          <a:p>
            <a:r>
              <a:rPr lang="en-US" dirty="0"/>
              <a:t>Channel</a:t>
            </a:r>
          </a:p>
          <a:p>
            <a:pPr lvl="1"/>
            <a:r>
              <a:rPr lang="en-US" dirty="0"/>
              <a:t>Unique source</a:t>
            </a:r>
          </a:p>
          <a:p>
            <a:pPr lvl="1"/>
            <a:r>
              <a:rPr lang="en-US" dirty="0"/>
              <a:t>Correct feed through the hierarchy</a:t>
            </a:r>
          </a:p>
          <a:p>
            <a:pPr lvl="1"/>
            <a:endParaRPr lang="en-US" dirty="0"/>
          </a:p>
          <a:p>
            <a:r>
              <a:rPr lang="en-US" dirty="0"/>
              <a:t>Stream</a:t>
            </a:r>
          </a:p>
          <a:p>
            <a:pPr lvl="1"/>
            <a:r>
              <a:rPr lang="en-US" dirty="0"/>
              <a:t>The stream of a channel and its channel share the same category</a:t>
            </a:r>
          </a:p>
          <a:p>
            <a:endParaRPr lang="en-US" dirty="0"/>
          </a:p>
          <a:p>
            <a:r>
              <a:rPr lang="en-US" dirty="0"/>
              <a:t>Monitoring</a:t>
            </a:r>
          </a:p>
          <a:p>
            <a:pPr lvl="1"/>
            <a:r>
              <a:rPr lang="en-US" dirty="0"/>
              <a:t>Observations cover a subset of the actual stream</a:t>
            </a:r>
          </a:p>
          <a:p>
            <a:pPr lvl="1"/>
            <a:r>
              <a:rPr lang="en-US" dirty="0"/>
              <a:t>All values share the same category with their stream</a:t>
            </a:r>
          </a:p>
        </p:txBody>
      </p:sp>
      <p:cxnSp>
        <p:nvCxnSpPr>
          <p:cNvPr id="5" name="Gerade Verbindung mit Pfeil 4">
            <a:extLst>
              <a:ext uri="{FF2B5EF4-FFF2-40B4-BE49-F238E27FC236}">
                <a16:creationId xmlns:a16="http://schemas.microsoft.com/office/drawing/2014/main" id="{562F1AAF-CAFC-D017-FC3E-7EC9C0F45B72}"/>
              </a:ext>
            </a:extLst>
          </p:cNvPr>
          <p:cNvCxnSpPr>
            <a:cxnSpLocks/>
            <a:stCxn id="58" idx="2"/>
            <a:endCxn id="46"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4FED6852-B552-5E4A-5DE2-553A59823E94}"/>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91BF3FF1-1E11-746F-D8C9-EA23106F0952}"/>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D7BDA98C-6910-DC5D-C1EE-30A0BB25D1C7}"/>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A02A2557-6E2B-D35D-5610-8369CB9EF3BC}"/>
              </a:ext>
            </a:extLst>
          </p:cNvPr>
          <p:cNvSpPr txBox="1"/>
          <p:nvPr/>
        </p:nvSpPr>
        <p:spPr>
          <a:xfrm>
            <a:off x="8302169" y="2596832"/>
            <a:ext cx="300380"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B9AFC25C-5BA1-BB5E-33C5-9CB5EB7085B0}"/>
              </a:ext>
            </a:extLst>
          </p:cNvPr>
          <p:cNvSpPr txBox="1"/>
          <p:nvPr/>
        </p:nvSpPr>
        <p:spPr>
          <a:xfrm>
            <a:off x="7888579" y="2596832"/>
            <a:ext cx="300380"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Textfeld 169">
            <a:extLst>
              <a:ext uri="{FF2B5EF4-FFF2-40B4-BE49-F238E27FC236}">
                <a16:creationId xmlns:a16="http://schemas.microsoft.com/office/drawing/2014/main" id="{7796258B-5A24-A74C-179E-2B75342654D6}"/>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2" name="Textfeld 169">
            <a:extLst>
              <a:ext uri="{FF2B5EF4-FFF2-40B4-BE49-F238E27FC236}">
                <a16:creationId xmlns:a16="http://schemas.microsoft.com/office/drawing/2014/main" id="{A398480F-AB48-C20B-9E79-918AF375F866}"/>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 name="Textfeld 169">
            <a:extLst>
              <a:ext uri="{FF2B5EF4-FFF2-40B4-BE49-F238E27FC236}">
                <a16:creationId xmlns:a16="http://schemas.microsoft.com/office/drawing/2014/main" id="{CA972A17-7E02-C793-7871-E99F97BEAA4E}"/>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4" name="Textfeld 169">
            <a:extLst>
              <a:ext uri="{FF2B5EF4-FFF2-40B4-BE49-F238E27FC236}">
                <a16:creationId xmlns:a16="http://schemas.microsoft.com/office/drawing/2014/main" id="{46DFF7FA-3A7E-D3AA-1E2A-4059802E635B}"/>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5" name="Textfeld 169">
            <a:extLst>
              <a:ext uri="{FF2B5EF4-FFF2-40B4-BE49-F238E27FC236}">
                <a16:creationId xmlns:a16="http://schemas.microsoft.com/office/drawing/2014/main" id="{45DEBF3A-8BEE-43B4-0225-69E37008A0E9}"/>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BCE5BD46-551A-6279-DF5B-996064781413}"/>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 name="Textfeld 169">
            <a:extLst>
              <a:ext uri="{FF2B5EF4-FFF2-40B4-BE49-F238E27FC236}">
                <a16:creationId xmlns:a16="http://schemas.microsoft.com/office/drawing/2014/main" id="{6652CCBB-EC8C-DBE7-39E6-53FCCCBF4A17}"/>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 name="Textfeld 169">
            <a:extLst>
              <a:ext uri="{FF2B5EF4-FFF2-40B4-BE49-F238E27FC236}">
                <a16:creationId xmlns:a16="http://schemas.microsoft.com/office/drawing/2014/main" id="{139696C0-5301-F390-2EF9-37C28B5780E9}"/>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9" name="Textfeld 169">
            <a:extLst>
              <a:ext uri="{FF2B5EF4-FFF2-40B4-BE49-F238E27FC236}">
                <a16:creationId xmlns:a16="http://schemas.microsoft.com/office/drawing/2014/main" id="{A1A35A9D-F32A-8D26-7F77-BD30357D83D4}"/>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0" name="Textfeld 169">
            <a:extLst>
              <a:ext uri="{FF2B5EF4-FFF2-40B4-BE49-F238E27FC236}">
                <a16:creationId xmlns:a16="http://schemas.microsoft.com/office/drawing/2014/main" id="{73110C84-CA8E-4CE3-20BD-AF22CF11AEBA}"/>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1" name="Gruppieren 20">
            <a:extLst>
              <a:ext uri="{FF2B5EF4-FFF2-40B4-BE49-F238E27FC236}">
                <a16:creationId xmlns:a16="http://schemas.microsoft.com/office/drawing/2014/main" id="{2BB783C1-B611-307F-2613-C4B6F0DB798D}"/>
              </a:ext>
            </a:extLst>
          </p:cNvPr>
          <p:cNvGrpSpPr/>
          <p:nvPr/>
        </p:nvGrpSpPr>
        <p:grpSpPr>
          <a:xfrm>
            <a:off x="7241514" y="1986247"/>
            <a:ext cx="1930787" cy="635024"/>
            <a:chOff x="4316210" y="1861556"/>
            <a:chExt cx="1930787" cy="635024"/>
          </a:xfrm>
        </p:grpSpPr>
        <p:grpSp>
          <p:nvGrpSpPr>
            <p:cNvPr id="22" name="Gruppieren 21">
              <a:extLst>
                <a:ext uri="{FF2B5EF4-FFF2-40B4-BE49-F238E27FC236}">
                  <a16:creationId xmlns:a16="http://schemas.microsoft.com/office/drawing/2014/main" id="{78111AAA-9917-F006-C432-C08A19384F5C}"/>
                </a:ext>
              </a:extLst>
            </p:cNvPr>
            <p:cNvGrpSpPr/>
            <p:nvPr/>
          </p:nvGrpSpPr>
          <p:grpSpPr>
            <a:xfrm>
              <a:off x="4316210" y="1861556"/>
              <a:ext cx="1930787" cy="415732"/>
              <a:chOff x="5746196" y="1700350"/>
              <a:chExt cx="1930787" cy="415732"/>
            </a:xfrm>
          </p:grpSpPr>
          <p:cxnSp>
            <p:nvCxnSpPr>
              <p:cNvPr id="25" name="Verbinder: gewinkelt 87">
                <a:extLst>
                  <a:ext uri="{FF2B5EF4-FFF2-40B4-BE49-F238E27FC236}">
                    <a16:creationId xmlns:a16="http://schemas.microsoft.com/office/drawing/2014/main" id="{3862AAF6-EA58-443D-A16F-1A7674B934B4}"/>
                  </a:ext>
                </a:extLst>
              </p:cNvPr>
              <p:cNvCxnSpPr>
                <a:cxnSpLocks/>
                <a:stCxn id="28" idx="2"/>
                <a:endCxn id="27"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6" name="Text Box 82">
                <a:extLst>
                  <a:ext uri="{FF2B5EF4-FFF2-40B4-BE49-F238E27FC236}">
                    <a16:creationId xmlns:a16="http://schemas.microsoft.com/office/drawing/2014/main" id="{ECFE6F54-DA1D-E9C7-E950-6E723AEB01CD}"/>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7" name="Rectangle 83">
                <a:extLst>
                  <a:ext uri="{FF2B5EF4-FFF2-40B4-BE49-F238E27FC236}">
                    <a16:creationId xmlns:a16="http://schemas.microsoft.com/office/drawing/2014/main" id="{825C0020-E3FD-6FAD-072E-6918F4B3972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8" name="AutoShape 50">
                <a:extLst>
                  <a:ext uri="{FF2B5EF4-FFF2-40B4-BE49-F238E27FC236}">
                    <a16:creationId xmlns:a16="http://schemas.microsoft.com/office/drawing/2014/main" id="{DE24B060-2E5A-0BD0-9B44-BA908F6B6DEF}"/>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Textfeld 169">
                <a:extLst>
                  <a:ext uri="{FF2B5EF4-FFF2-40B4-BE49-F238E27FC236}">
                    <a16:creationId xmlns:a16="http://schemas.microsoft.com/office/drawing/2014/main" id="{44B4DDF8-E2B7-D8FE-1F88-071C7AF0C1F6}"/>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0" name="Textfeld 169">
                <a:extLst>
                  <a:ext uri="{FF2B5EF4-FFF2-40B4-BE49-F238E27FC236}">
                    <a16:creationId xmlns:a16="http://schemas.microsoft.com/office/drawing/2014/main" id="{E26F0936-E0B1-FDBC-0A08-0F722593893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AutoShape 50">
                <a:extLst>
                  <a:ext uri="{FF2B5EF4-FFF2-40B4-BE49-F238E27FC236}">
                    <a16:creationId xmlns:a16="http://schemas.microsoft.com/office/drawing/2014/main" id="{AE073CF2-862A-ED9C-2082-CCC68FE7401C}"/>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3" name="Rectangle 83">
              <a:extLst>
                <a:ext uri="{FF2B5EF4-FFF2-40B4-BE49-F238E27FC236}">
                  <a16:creationId xmlns:a16="http://schemas.microsoft.com/office/drawing/2014/main" id="{AD1C624F-4E1A-2480-AA61-B8D29457168B}"/>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4" name="Rectangle 83">
              <a:extLst>
                <a:ext uri="{FF2B5EF4-FFF2-40B4-BE49-F238E27FC236}">
                  <a16:creationId xmlns:a16="http://schemas.microsoft.com/office/drawing/2014/main" id="{5E1D2C08-B0D6-F7C8-E430-E5895536A237}"/>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2" name="Textfeld 169">
            <a:extLst>
              <a:ext uri="{FF2B5EF4-FFF2-40B4-BE49-F238E27FC236}">
                <a16:creationId xmlns:a16="http://schemas.microsoft.com/office/drawing/2014/main" id="{EB94D79D-69E8-D447-3F2D-74B88D7A597A}"/>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3" name="Textfeld 169">
            <a:extLst>
              <a:ext uri="{FF2B5EF4-FFF2-40B4-BE49-F238E27FC236}">
                <a16:creationId xmlns:a16="http://schemas.microsoft.com/office/drawing/2014/main" id="{A8A76E3C-5104-2929-9D43-8D986B0C926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4" name="Gruppieren 33">
            <a:extLst>
              <a:ext uri="{FF2B5EF4-FFF2-40B4-BE49-F238E27FC236}">
                <a16:creationId xmlns:a16="http://schemas.microsoft.com/office/drawing/2014/main" id="{7D33FDA2-9A8F-50F7-EC54-1AD008B1CE31}"/>
              </a:ext>
            </a:extLst>
          </p:cNvPr>
          <p:cNvGrpSpPr/>
          <p:nvPr/>
        </p:nvGrpSpPr>
        <p:grpSpPr>
          <a:xfrm>
            <a:off x="7493363" y="3512766"/>
            <a:ext cx="1632590" cy="412750"/>
            <a:chOff x="5282178" y="3388075"/>
            <a:chExt cx="1632590" cy="412750"/>
          </a:xfrm>
        </p:grpSpPr>
        <p:grpSp>
          <p:nvGrpSpPr>
            <p:cNvPr id="35" name="Group 87">
              <a:extLst>
                <a:ext uri="{FF2B5EF4-FFF2-40B4-BE49-F238E27FC236}">
                  <a16:creationId xmlns:a16="http://schemas.microsoft.com/office/drawing/2014/main" id="{A53A9A8D-7EAD-FBE5-E8F4-D30C7FBFAE5B}"/>
                </a:ext>
              </a:extLst>
            </p:cNvPr>
            <p:cNvGrpSpPr>
              <a:grpSpLocks/>
            </p:cNvGrpSpPr>
            <p:nvPr/>
          </p:nvGrpSpPr>
          <p:grpSpPr bwMode="auto">
            <a:xfrm>
              <a:off x="5282178" y="3388075"/>
              <a:ext cx="1631951" cy="412750"/>
              <a:chOff x="3304" y="2592"/>
              <a:chExt cx="1028" cy="260"/>
            </a:xfrm>
          </p:grpSpPr>
          <p:sp>
            <p:nvSpPr>
              <p:cNvPr id="40" name="Text Box 82">
                <a:extLst>
                  <a:ext uri="{FF2B5EF4-FFF2-40B4-BE49-F238E27FC236}">
                    <a16:creationId xmlns:a16="http://schemas.microsoft.com/office/drawing/2014/main" id="{4FB08028-AED1-DAA0-970D-3294EDDD934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1" name="Rectangle 83">
                <a:extLst>
                  <a:ext uri="{FF2B5EF4-FFF2-40B4-BE49-F238E27FC236}">
                    <a16:creationId xmlns:a16="http://schemas.microsoft.com/office/drawing/2014/main" id="{C0A46CE7-6F22-79E9-DFB7-3FF7D652F518}"/>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6" name="Textfeld 169">
              <a:extLst>
                <a:ext uri="{FF2B5EF4-FFF2-40B4-BE49-F238E27FC236}">
                  <a16:creationId xmlns:a16="http://schemas.microsoft.com/office/drawing/2014/main" id="{C891249F-7A80-BB5A-C460-F29FF91A6B1B}"/>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7" name="Textfeld 169">
              <a:extLst>
                <a:ext uri="{FF2B5EF4-FFF2-40B4-BE49-F238E27FC236}">
                  <a16:creationId xmlns:a16="http://schemas.microsoft.com/office/drawing/2014/main" id="{03F1E1AD-2613-EC3E-2E31-8C7B3CC2B9F8}"/>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8169AEAE-9F94-9527-3573-84B8B60DF0B2}"/>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A76545DC-EE84-3283-0D09-CDB828604381}"/>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2" name="Textfeld 169">
            <a:extLst>
              <a:ext uri="{FF2B5EF4-FFF2-40B4-BE49-F238E27FC236}">
                <a16:creationId xmlns:a16="http://schemas.microsoft.com/office/drawing/2014/main" id="{77C6532B-6A6C-B524-DD01-918AE338024A}"/>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3" name="Textfeld 169">
            <a:extLst>
              <a:ext uri="{FF2B5EF4-FFF2-40B4-BE49-F238E27FC236}">
                <a16:creationId xmlns:a16="http://schemas.microsoft.com/office/drawing/2014/main" id="{AE42BF9B-EBF4-F676-F935-B99318C6196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4" name="Gruppieren 43">
            <a:extLst>
              <a:ext uri="{FF2B5EF4-FFF2-40B4-BE49-F238E27FC236}">
                <a16:creationId xmlns:a16="http://schemas.microsoft.com/office/drawing/2014/main" id="{0782A9A9-0F4E-4DAE-C5FC-4F55F541C0E1}"/>
              </a:ext>
            </a:extLst>
          </p:cNvPr>
          <p:cNvGrpSpPr/>
          <p:nvPr/>
        </p:nvGrpSpPr>
        <p:grpSpPr>
          <a:xfrm>
            <a:off x="9993684" y="3512766"/>
            <a:ext cx="1415042" cy="412750"/>
            <a:chOff x="7782499" y="3595251"/>
            <a:chExt cx="1415042" cy="412750"/>
          </a:xfrm>
        </p:grpSpPr>
        <p:sp>
          <p:nvSpPr>
            <p:cNvPr id="45" name="Text Box 82">
              <a:extLst>
                <a:ext uri="{FF2B5EF4-FFF2-40B4-BE49-F238E27FC236}">
                  <a16:creationId xmlns:a16="http://schemas.microsoft.com/office/drawing/2014/main" id="{AD13CC74-CA3E-2187-AF58-8BF8E4684F6E}"/>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6" name="Rectangle 83">
              <a:extLst>
                <a:ext uri="{FF2B5EF4-FFF2-40B4-BE49-F238E27FC236}">
                  <a16:creationId xmlns:a16="http://schemas.microsoft.com/office/drawing/2014/main" id="{BD620982-67A2-5DEA-D794-2EF4DFA37F7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7" name="Textfeld 169">
              <a:extLst>
                <a:ext uri="{FF2B5EF4-FFF2-40B4-BE49-F238E27FC236}">
                  <a16:creationId xmlns:a16="http://schemas.microsoft.com/office/drawing/2014/main" id="{FE34D94D-AE03-B831-ECB8-E615426D5C5B}"/>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6FE809F1-987F-09C6-0038-1CA1C43ED8D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5FE7B011-C87E-EEA3-74C0-3C0057CEA720}"/>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EA92F337-473A-E137-8EA6-ED4DFC6970A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1" name="Gerade Verbindung mit Pfeil 50">
            <a:extLst>
              <a:ext uri="{FF2B5EF4-FFF2-40B4-BE49-F238E27FC236}">
                <a16:creationId xmlns:a16="http://schemas.microsoft.com/office/drawing/2014/main" id="{AC33024A-26B5-38D0-EC00-8C6FEF841BA1}"/>
              </a:ext>
            </a:extLst>
          </p:cNvPr>
          <p:cNvCxnSpPr>
            <a:cxnSpLocks/>
            <a:stCxn id="24" idx="2"/>
            <a:endCxn id="39"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2" name="Gerade Verbindung mit Pfeil 51">
            <a:extLst>
              <a:ext uri="{FF2B5EF4-FFF2-40B4-BE49-F238E27FC236}">
                <a16:creationId xmlns:a16="http://schemas.microsoft.com/office/drawing/2014/main" id="{4215EB9F-3441-7FDB-DD36-D6DFAB59BB5B}"/>
              </a:ext>
            </a:extLst>
          </p:cNvPr>
          <p:cNvCxnSpPr>
            <a:cxnSpLocks/>
            <a:stCxn id="23" idx="2"/>
            <a:endCxn id="38"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3" name="Gruppieren 52">
            <a:extLst>
              <a:ext uri="{FF2B5EF4-FFF2-40B4-BE49-F238E27FC236}">
                <a16:creationId xmlns:a16="http://schemas.microsoft.com/office/drawing/2014/main" id="{8745F4F7-599C-0028-3936-54A1F8469F15}"/>
              </a:ext>
            </a:extLst>
          </p:cNvPr>
          <p:cNvGrpSpPr/>
          <p:nvPr/>
        </p:nvGrpSpPr>
        <p:grpSpPr>
          <a:xfrm>
            <a:off x="9996067" y="1987738"/>
            <a:ext cx="1410052" cy="412750"/>
            <a:chOff x="7784882" y="1863047"/>
            <a:chExt cx="1410052" cy="412750"/>
          </a:xfrm>
        </p:grpSpPr>
        <p:grpSp>
          <p:nvGrpSpPr>
            <p:cNvPr id="54" name="Gruppieren 53">
              <a:extLst>
                <a:ext uri="{FF2B5EF4-FFF2-40B4-BE49-F238E27FC236}">
                  <a16:creationId xmlns:a16="http://schemas.microsoft.com/office/drawing/2014/main" id="{FC3EA12E-A90E-2442-99B9-DD7BD751E06C}"/>
                </a:ext>
              </a:extLst>
            </p:cNvPr>
            <p:cNvGrpSpPr/>
            <p:nvPr/>
          </p:nvGrpSpPr>
          <p:grpSpPr>
            <a:xfrm>
              <a:off x="7784882" y="1863047"/>
              <a:ext cx="1410052" cy="412750"/>
              <a:chOff x="6133049" y="1935065"/>
              <a:chExt cx="1410052" cy="412750"/>
            </a:xfrm>
          </p:grpSpPr>
          <p:sp>
            <p:nvSpPr>
              <p:cNvPr id="57" name="Text Box 82">
                <a:extLst>
                  <a:ext uri="{FF2B5EF4-FFF2-40B4-BE49-F238E27FC236}">
                    <a16:creationId xmlns:a16="http://schemas.microsoft.com/office/drawing/2014/main" id="{FA4387CC-02B8-9D33-F203-65C7418433B0}"/>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8" name="Rectangle 83">
                <a:extLst>
                  <a:ext uri="{FF2B5EF4-FFF2-40B4-BE49-F238E27FC236}">
                    <a16:creationId xmlns:a16="http://schemas.microsoft.com/office/drawing/2014/main" id="{29659D87-A1F5-00A5-2C0F-0B18B334FDB4}"/>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9" name="Textfeld 169">
                <a:extLst>
                  <a:ext uri="{FF2B5EF4-FFF2-40B4-BE49-F238E27FC236}">
                    <a16:creationId xmlns:a16="http://schemas.microsoft.com/office/drawing/2014/main" id="{5CD30638-1C22-905F-F8A4-E81B363B9D19}"/>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86BF872D-11AF-DD2E-1B5E-398D18699F33}"/>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B0AD9301-59B4-D846-2E02-BFD93C68A188}"/>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00B3354-F0D8-3B44-330C-74719F607435}"/>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51F92EC-2143-167F-90E1-BFBB2446F80B}"/>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5" name="Textfeld 169">
              <a:extLst>
                <a:ext uri="{FF2B5EF4-FFF2-40B4-BE49-F238E27FC236}">
                  <a16:creationId xmlns:a16="http://schemas.microsoft.com/office/drawing/2014/main" id="{DC2613FC-7BA2-E9D6-FE7D-472D3BE864A6}"/>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6" name="Textfeld 169">
              <a:extLst>
                <a:ext uri="{FF2B5EF4-FFF2-40B4-BE49-F238E27FC236}">
                  <a16:creationId xmlns:a16="http://schemas.microsoft.com/office/drawing/2014/main" id="{D3D4F081-26EA-F91F-6C76-017A0D1ACFC0}"/>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64" name="Gerade Verbindung mit Pfeil 63">
            <a:extLst>
              <a:ext uri="{FF2B5EF4-FFF2-40B4-BE49-F238E27FC236}">
                <a16:creationId xmlns:a16="http://schemas.microsoft.com/office/drawing/2014/main" id="{2226DDE4-189B-50DB-72C1-F1639DFF77EC}"/>
              </a:ext>
            </a:extLst>
          </p:cNvPr>
          <p:cNvCxnSpPr>
            <a:cxnSpLocks/>
            <a:stCxn id="31" idx="2"/>
            <a:endCxn id="58"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65" name="Verbinder: gewinkelt 87">
            <a:extLst>
              <a:ext uri="{FF2B5EF4-FFF2-40B4-BE49-F238E27FC236}">
                <a16:creationId xmlns:a16="http://schemas.microsoft.com/office/drawing/2014/main" id="{AC544BE3-30F7-4E06-17D5-79010306ED44}"/>
              </a:ext>
            </a:extLst>
          </p:cNvPr>
          <p:cNvCxnSpPr>
            <a:cxnSpLocks/>
            <a:stCxn id="36" idx="0"/>
            <a:endCxn id="56"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66" name="Gerade Verbindung mit Pfeil 65">
            <a:extLst>
              <a:ext uri="{FF2B5EF4-FFF2-40B4-BE49-F238E27FC236}">
                <a16:creationId xmlns:a16="http://schemas.microsoft.com/office/drawing/2014/main" id="{695899A1-6B90-D6E6-E0A6-7CEEE87D389F}"/>
              </a:ext>
            </a:extLst>
          </p:cNvPr>
          <p:cNvCxnSpPr>
            <a:cxnSpLocks/>
            <a:stCxn id="41" idx="3"/>
            <a:endCxn id="46"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67" name="Textfeld 44">
            <a:extLst>
              <a:ext uri="{FF2B5EF4-FFF2-40B4-BE49-F238E27FC236}">
                <a16:creationId xmlns:a16="http://schemas.microsoft.com/office/drawing/2014/main" id="{9CB0692B-A884-B326-1F55-89ED0E14A209}"/>
              </a:ext>
            </a:extLst>
          </p:cNvPr>
          <p:cNvSpPr txBox="1"/>
          <p:nvPr/>
        </p:nvSpPr>
        <p:spPr>
          <a:xfrm>
            <a:off x="6345283" y="3239429"/>
            <a:ext cx="1509742"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a</a:t>
            </a: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dditional role names</a:t>
            </a:r>
          </a:p>
        </p:txBody>
      </p:sp>
      <p:sp>
        <p:nvSpPr>
          <p:cNvPr id="69" name="Textfeld 169">
            <a:extLst>
              <a:ext uri="{FF2B5EF4-FFF2-40B4-BE49-F238E27FC236}">
                <a16:creationId xmlns:a16="http://schemas.microsoft.com/office/drawing/2014/main" id="{960372E5-8E2C-929C-9AF3-7209C16713A5}"/>
              </a:ext>
            </a:extLst>
          </p:cNvPr>
          <p:cNvSpPr txBox="1"/>
          <p:nvPr/>
        </p:nvSpPr>
        <p:spPr>
          <a:xfrm>
            <a:off x="7150850" y="2594942"/>
            <a:ext cx="813285" cy="307777"/>
          </a:xfrm>
          <a:prstGeom prst="rect">
            <a:avLst/>
          </a:prstGeom>
          <a:noFill/>
        </p:spPr>
        <p:txBody>
          <a:bodyPr wrap="square" rtlCol="0">
            <a:spAutoFit/>
          </a:bodyPr>
          <a:lstStyle/>
          <a:p>
            <a:pPr eaLnBrk="0" hangingPunct="0"/>
            <a:r>
              <a:rPr lang="en-US" sz="1400" dirty="0" err="1">
                <a:solidFill>
                  <a:srgbClr val="00549F"/>
                </a:solidFill>
                <a:latin typeface="Arial" panose="020B0604020202020204" pitchFamily="34" charset="0"/>
                <a:ea typeface="ＭＳ Ｐゴシック" panose="020B0600070205080204" pitchFamily="34" charset="-128"/>
              </a:rPr>
              <a:t>ownerIn</a:t>
            </a:r>
            <a:endParaRPr lang="en-US" sz="1400" dirty="0">
              <a:solidFill>
                <a:srgbClr val="00549F"/>
              </a:solidFill>
              <a:latin typeface="Arial" panose="020B0604020202020204" pitchFamily="34" charset="0"/>
              <a:ea typeface="ＭＳ Ｐゴシック" panose="020B0600070205080204" pitchFamily="34" charset="-128"/>
            </a:endParaRPr>
          </a:p>
        </p:txBody>
      </p:sp>
      <p:sp>
        <p:nvSpPr>
          <p:cNvPr id="70" name="Textfeld 169">
            <a:extLst>
              <a:ext uri="{FF2B5EF4-FFF2-40B4-BE49-F238E27FC236}">
                <a16:creationId xmlns:a16="http://schemas.microsoft.com/office/drawing/2014/main" id="{47AC2032-966F-904B-87AA-E70E78AC733B}"/>
              </a:ext>
            </a:extLst>
          </p:cNvPr>
          <p:cNvSpPr txBox="1"/>
          <p:nvPr/>
        </p:nvSpPr>
        <p:spPr>
          <a:xfrm>
            <a:off x="8499624" y="2594942"/>
            <a:ext cx="983045" cy="307777"/>
          </a:xfrm>
          <a:prstGeom prst="rect">
            <a:avLst/>
          </a:prstGeom>
          <a:noFill/>
        </p:spPr>
        <p:txBody>
          <a:bodyPr wrap="square" rtlCol="0">
            <a:spAutoFit/>
          </a:bodyPr>
          <a:lstStyle/>
          <a:p>
            <a:pPr eaLnBrk="0" hangingPunct="0"/>
            <a:r>
              <a:rPr lang="en-US" sz="1400" dirty="0" err="1">
                <a:solidFill>
                  <a:srgbClr val="00549F"/>
                </a:solidFill>
                <a:latin typeface="Arial" panose="020B0604020202020204" pitchFamily="34" charset="0"/>
                <a:ea typeface="ＭＳ Ｐゴシック" panose="020B0600070205080204" pitchFamily="34" charset="-128"/>
              </a:rPr>
              <a:t>ownerOut</a:t>
            </a:r>
            <a:endParaRPr lang="en-US" sz="1400" dirty="0">
              <a:solidFill>
                <a:srgbClr val="00549F"/>
              </a:solidFill>
              <a:latin typeface="Arial" panose="020B0604020202020204" pitchFamily="34" charset="0"/>
              <a:ea typeface="ＭＳ Ｐゴシック" panose="020B0600070205080204" pitchFamily="34" charset="-128"/>
            </a:endParaRPr>
          </a:p>
        </p:txBody>
      </p:sp>
      <p:sp>
        <p:nvSpPr>
          <p:cNvPr id="72" name="Freihandform: Form 71">
            <a:extLst>
              <a:ext uri="{FF2B5EF4-FFF2-40B4-BE49-F238E27FC236}">
                <a16:creationId xmlns:a16="http://schemas.microsoft.com/office/drawing/2014/main" id="{8A429E76-0E39-0621-EFB4-94A1D326C24F}"/>
              </a:ext>
            </a:extLst>
          </p:cNvPr>
          <p:cNvSpPr/>
          <p:nvPr/>
        </p:nvSpPr>
        <p:spPr bwMode="auto">
          <a:xfrm>
            <a:off x="7083060" y="2843868"/>
            <a:ext cx="173417" cy="369115"/>
          </a:xfrm>
          <a:custGeom>
            <a:avLst/>
            <a:gdLst>
              <a:gd name="connsiteX0" fmla="*/ 55971 w 173417"/>
              <a:gd name="connsiteY0" fmla="*/ 369115 h 369115"/>
              <a:gd name="connsiteX1" fmla="*/ 5637 w 173417"/>
              <a:gd name="connsiteY1" fmla="*/ 159391 h 369115"/>
              <a:gd name="connsiteX2" fmla="*/ 173417 w 173417"/>
              <a:gd name="connsiteY2" fmla="*/ 0 h 369115"/>
            </a:gdLst>
            <a:ahLst/>
            <a:cxnLst>
              <a:cxn ang="0">
                <a:pos x="connsiteX0" y="connsiteY0"/>
              </a:cxn>
              <a:cxn ang="0">
                <a:pos x="connsiteX1" y="connsiteY1"/>
              </a:cxn>
              <a:cxn ang="0">
                <a:pos x="connsiteX2" y="connsiteY2"/>
              </a:cxn>
            </a:cxnLst>
            <a:rect l="l" t="t" r="r" b="b"/>
            <a:pathLst>
              <a:path w="173417" h="369115">
                <a:moveTo>
                  <a:pt x="55971" y="369115"/>
                </a:moveTo>
                <a:cubicBezTo>
                  <a:pt x="21017" y="295012"/>
                  <a:pt x="-13937" y="220910"/>
                  <a:pt x="5637" y="159391"/>
                </a:cubicBezTo>
                <a:cubicBezTo>
                  <a:pt x="25211" y="97872"/>
                  <a:pt x="99314" y="48936"/>
                  <a:pt x="173417"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3" name="Freihandform: Form 72">
            <a:extLst>
              <a:ext uri="{FF2B5EF4-FFF2-40B4-BE49-F238E27FC236}">
                <a16:creationId xmlns:a16="http://schemas.microsoft.com/office/drawing/2014/main" id="{3576D0CD-305D-162A-4A00-045AFB942790}"/>
              </a:ext>
            </a:extLst>
          </p:cNvPr>
          <p:cNvSpPr/>
          <p:nvPr/>
        </p:nvSpPr>
        <p:spPr bwMode="auto">
          <a:xfrm>
            <a:off x="7382312" y="2810312"/>
            <a:ext cx="1107347" cy="478172"/>
          </a:xfrm>
          <a:custGeom>
            <a:avLst/>
            <a:gdLst>
              <a:gd name="connsiteX0" fmla="*/ 0 w 1107347"/>
              <a:gd name="connsiteY0" fmla="*/ 478172 h 478172"/>
              <a:gd name="connsiteX1" fmla="*/ 385894 w 1107347"/>
              <a:gd name="connsiteY1" fmla="*/ 151002 h 478172"/>
              <a:gd name="connsiteX2" fmla="*/ 1107347 w 1107347"/>
              <a:gd name="connsiteY2" fmla="*/ 0 h 478172"/>
            </a:gdLst>
            <a:ahLst/>
            <a:cxnLst>
              <a:cxn ang="0">
                <a:pos x="connsiteX0" y="connsiteY0"/>
              </a:cxn>
              <a:cxn ang="0">
                <a:pos x="connsiteX1" y="connsiteY1"/>
              </a:cxn>
              <a:cxn ang="0">
                <a:pos x="connsiteX2" y="connsiteY2"/>
              </a:cxn>
            </a:cxnLst>
            <a:rect l="l" t="t" r="r" b="b"/>
            <a:pathLst>
              <a:path w="1107347" h="478172">
                <a:moveTo>
                  <a:pt x="0" y="478172"/>
                </a:moveTo>
                <a:cubicBezTo>
                  <a:pt x="100668" y="354434"/>
                  <a:pt x="201336" y="230697"/>
                  <a:pt x="385894" y="151002"/>
                </a:cubicBezTo>
                <a:cubicBezTo>
                  <a:pt x="570452" y="71307"/>
                  <a:pt x="838899" y="35653"/>
                  <a:pt x="1107347"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1276509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solidFill>
                  <a:srgbClr val="00549F"/>
                </a:solidFill>
              </a:rPr>
              <a:t>FunctionStructure</a:t>
            </a:r>
            <a:r>
              <a:rPr lang="en-US" dirty="0"/>
              <a:t> </a:t>
            </a:r>
            <a:r>
              <a:rPr lang="de-DE" dirty="0" err="1"/>
              <a:t>for</a:t>
            </a:r>
            <a:r>
              <a:rPr lang="de-DE" dirty="0"/>
              <a:t> Fenix</a:t>
            </a:r>
          </a:p>
        </p:txBody>
      </p:sp>
      <p:cxnSp>
        <p:nvCxnSpPr>
          <p:cNvPr id="59" name="Verbinder: gewinkelt 87">
            <a:extLst>
              <a:ext uri="{FF2B5EF4-FFF2-40B4-BE49-F238E27FC236}">
                <a16:creationId xmlns:a16="http://schemas.microsoft.com/office/drawing/2014/main" id="{14D3FCE0-9DA9-94DB-C4EF-31BB4B93727F}"/>
              </a:ext>
            </a:extLst>
          </p:cNvPr>
          <p:cNvCxnSpPr>
            <a:cxnSpLocks/>
            <a:stCxn id="64" idx="3"/>
            <a:endCxn id="42" idx="1"/>
          </p:cNvCxnSpPr>
          <p:nvPr/>
        </p:nvCxnSpPr>
        <p:spPr>
          <a:xfrm>
            <a:off x="9091761" y="1524934"/>
            <a:ext cx="1075770" cy="1904066"/>
          </a:xfrm>
          <a:prstGeom prst="bentConnector3">
            <a:avLst>
              <a:gd name="adj1" fmla="val 50000"/>
            </a:avLst>
          </a:prstGeom>
          <a:noFill/>
          <a:ln w="9525">
            <a:solidFill>
              <a:sysClr val="windowText" lastClr="000000"/>
            </a:solidFill>
            <a:round/>
            <a:headEnd/>
            <a:tailEnd type="triangle" w="med" len="med"/>
          </a:ln>
        </p:spPr>
      </p:cxnSp>
      <p:grpSp>
        <p:nvGrpSpPr>
          <p:cNvPr id="132" name="Gruppieren 131">
            <a:extLst>
              <a:ext uri="{FF2B5EF4-FFF2-40B4-BE49-F238E27FC236}">
                <a16:creationId xmlns:a16="http://schemas.microsoft.com/office/drawing/2014/main" id="{33AC6EAA-953C-9F87-46B9-9C6F9BE5044E}"/>
              </a:ext>
            </a:extLst>
          </p:cNvPr>
          <p:cNvGrpSpPr/>
          <p:nvPr/>
        </p:nvGrpSpPr>
        <p:grpSpPr>
          <a:xfrm>
            <a:off x="10168319" y="1219737"/>
            <a:ext cx="1409694" cy="412750"/>
            <a:chOff x="10458306" y="1863047"/>
            <a:chExt cx="1409694" cy="412750"/>
          </a:xfrm>
        </p:grpSpPr>
        <p:sp>
          <p:nvSpPr>
            <p:cNvPr id="36" name="Text Box 82">
              <a:extLst>
                <a:ext uri="{FF2B5EF4-FFF2-40B4-BE49-F238E27FC236}">
                  <a16:creationId xmlns:a16="http://schemas.microsoft.com/office/drawing/2014/main" id="{A86E7FAC-D012-8643-A9DD-B84EE56CFC98}"/>
                </a:ext>
              </a:extLst>
            </p:cNvPr>
            <p:cNvSpPr txBox="1">
              <a:spLocks noChangeArrowheads="1"/>
            </p:cNvSpPr>
            <p:nvPr/>
          </p:nvSpPr>
          <p:spPr bwMode="auto">
            <a:xfrm>
              <a:off x="10517783" y="1900145"/>
              <a:ext cx="129073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Observation</a:t>
              </a:r>
            </a:p>
          </p:txBody>
        </p:sp>
        <p:sp>
          <p:nvSpPr>
            <p:cNvPr id="37" name="Rectangle 83">
              <a:extLst>
                <a:ext uri="{FF2B5EF4-FFF2-40B4-BE49-F238E27FC236}">
                  <a16:creationId xmlns:a16="http://schemas.microsoft.com/office/drawing/2014/main" id="{14FFC7ED-4636-51E7-CD3A-25D6E5190701}"/>
                </a:ext>
              </a:extLst>
            </p:cNvPr>
            <p:cNvSpPr>
              <a:spLocks noChangeArrowheads="1"/>
            </p:cNvSpPr>
            <p:nvPr/>
          </p:nvSpPr>
          <p:spPr bwMode="auto">
            <a:xfrm>
              <a:off x="10458306" y="1863047"/>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2" name="Textfeld 169">
              <a:extLst>
                <a:ext uri="{FF2B5EF4-FFF2-40B4-BE49-F238E27FC236}">
                  <a16:creationId xmlns:a16="http://schemas.microsoft.com/office/drawing/2014/main" id="{402B1547-CB5A-BCFE-048C-EA4238ED56D3}"/>
                </a:ext>
              </a:extLst>
            </p:cNvPr>
            <p:cNvSpPr txBox="1"/>
            <p:nvPr/>
          </p:nvSpPr>
          <p:spPr>
            <a:xfrm>
              <a:off x="10460376" y="18837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7" name="Gerade Verbindung mit Pfeil 96">
            <a:extLst>
              <a:ext uri="{FF2B5EF4-FFF2-40B4-BE49-F238E27FC236}">
                <a16:creationId xmlns:a16="http://schemas.microsoft.com/office/drawing/2014/main" id="{506C418B-FA7C-40EA-9E50-8D50E310378A}"/>
              </a:ext>
            </a:extLst>
          </p:cNvPr>
          <p:cNvCxnSpPr>
            <a:cxnSpLocks/>
            <a:stCxn id="37" idx="2"/>
            <a:endCxn id="42" idx="0"/>
          </p:cNvCxnSpPr>
          <p:nvPr/>
        </p:nvCxnSpPr>
        <p:spPr>
          <a:xfrm flipH="1">
            <a:off x="10872378" y="1632487"/>
            <a:ext cx="788" cy="1590138"/>
          </a:xfrm>
          <a:prstGeom prst="straightConnector1">
            <a:avLst/>
          </a:prstGeom>
          <a:noFill/>
          <a:ln w="9525">
            <a:solidFill>
              <a:sysClr val="windowText" lastClr="000000"/>
            </a:solidFill>
            <a:round/>
            <a:headEnd/>
            <a:tailEnd type="triangle" w="med" len="med"/>
          </a:ln>
        </p:spPr>
      </p:cxnSp>
      <p:grpSp>
        <p:nvGrpSpPr>
          <p:cNvPr id="40" name="Gruppieren 39">
            <a:extLst>
              <a:ext uri="{FF2B5EF4-FFF2-40B4-BE49-F238E27FC236}">
                <a16:creationId xmlns:a16="http://schemas.microsoft.com/office/drawing/2014/main" id="{5EF4C04C-2DA2-BCD2-61C1-FBD24E64E77E}"/>
              </a:ext>
            </a:extLst>
          </p:cNvPr>
          <p:cNvGrpSpPr/>
          <p:nvPr/>
        </p:nvGrpSpPr>
        <p:grpSpPr>
          <a:xfrm>
            <a:off x="10167531" y="3222625"/>
            <a:ext cx="1409694" cy="412750"/>
            <a:chOff x="8871299" y="3365841"/>
            <a:chExt cx="1409694" cy="412750"/>
          </a:xfrm>
        </p:grpSpPr>
        <p:sp>
          <p:nvSpPr>
            <p:cNvPr id="41" name="Text Box 82">
              <a:extLst>
                <a:ext uri="{FF2B5EF4-FFF2-40B4-BE49-F238E27FC236}">
                  <a16:creationId xmlns:a16="http://schemas.microsoft.com/office/drawing/2014/main" id="{986D3CE8-B027-93F3-3E49-60577780DD2F}"/>
                </a:ext>
              </a:extLst>
            </p:cNvPr>
            <p:cNvSpPr txBox="1">
              <a:spLocks noChangeArrowheads="1"/>
            </p:cNvSpPr>
            <p:nvPr/>
          </p:nvSpPr>
          <p:spPr bwMode="auto">
            <a:xfrm>
              <a:off x="9222523" y="3389041"/>
              <a:ext cx="70724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42" name="Rectangle 83">
              <a:extLst>
                <a:ext uri="{FF2B5EF4-FFF2-40B4-BE49-F238E27FC236}">
                  <a16:creationId xmlns:a16="http://schemas.microsoft.com/office/drawing/2014/main" id="{52E5103E-6ECF-385B-6921-9D25C3AB744C}"/>
                </a:ext>
              </a:extLst>
            </p:cNvPr>
            <p:cNvSpPr>
              <a:spLocks noChangeArrowheads="1"/>
            </p:cNvSpPr>
            <p:nvPr/>
          </p:nvSpPr>
          <p:spPr bwMode="auto">
            <a:xfrm>
              <a:off x="8871299" y="3365841"/>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46" name="Verbinder: gewinkelt 87">
            <a:extLst>
              <a:ext uri="{FF2B5EF4-FFF2-40B4-BE49-F238E27FC236}">
                <a16:creationId xmlns:a16="http://schemas.microsoft.com/office/drawing/2014/main" id="{CD886444-3BA8-7244-DC3A-085B2992340B}"/>
              </a:ext>
            </a:extLst>
          </p:cNvPr>
          <p:cNvCxnSpPr>
            <a:cxnSpLocks/>
            <a:stCxn id="42" idx="2"/>
            <a:endCxn id="75" idx="3"/>
          </p:cNvCxnSpPr>
          <p:nvPr/>
        </p:nvCxnSpPr>
        <p:spPr>
          <a:xfrm rot="5400000">
            <a:off x="9847727" y="2882016"/>
            <a:ext cx="271292" cy="1778010"/>
          </a:xfrm>
          <a:prstGeom prst="bentConnector2">
            <a:avLst/>
          </a:prstGeom>
          <a:noFill/>
          <a:ln w="9525">
            <a:solidFill>
              <a:sysClr val="windowText" lastClr="000000"/>
            </a:solidFill>
            <a:round/>
            <a:headEnd/>
            <a:tailEnd type="triangle" w="med" len="med"/>
          </a:ln>
        </p:spPr>
      </p:cxnSp>
      <p:sp>
        <p:nvSpPr>
          <p:cNvPr id="163" name="Textfeld 169">
            <a:extLst>
              <a:ext uri="{FF2B5EF4-FFF2-40B4-BE49-F238E27FC236}">
                <a16:creationId xmlns:a16="http://schemas.microsoft.com/office/drawing/2014/main" id="{E8B6B90A-C517-4F5A-54A1-22AC14079DD7}"/>
              </a:ext>
            </a:extLst>
          </p:cNvPr>
          <p:cNvSpPr txBox="1"/>
          <p:nvPr/>
        </p:nvSpPr>
        <p:spPr>
          <a:xfrm>
            <a:off x="8944364" y="3190358"/>
            <a:ext cx="1239841" cy="523220"/>
          </a:xfrm>
          <a:prstGeom prst="rect">
            <a:avLst/>
          </a:prstGeom>
          <a:noFill/>
        </p:spPr>
        <p:txBody>
          <a:bodyPr wrap="square" rtlCol="0">
            <a:spAutoFit/>
          </a:bodyPr>
          <a:lstStyle/>
          <a:p>
            <a:pPr algn="r" eaLnBrk="0" hangingPunct="0"/>
            <a:r>
              <a:rPr lang="en-US" sz="1400" dirty="0">
                <a:solidFill>
                  <a:prstClr val="black"/>
                </a:solidFill>
              </a:rPr>
              <a:t>*</a:t>
            </a:r>
            <a:br>
              <a:rPr lang="en-US" sz="1400" dirty="0">
                <a:solidFill>
                  <a:prstClr val="black"/>
                </a:solidFill>
              </a:rPr>
            </a:br>
            <a:r>
              <a:rPr lang="en-US" sz="1400" dirty="0">
                <a:solidFill>
                  <a:prstClr val="black"/>
                </a:solidFill>
              </a:rPr>
              <a:t>{ordered}</a:t>
            </a:r>
          </a:p>
        </p:txBody>
      </p:sp>
      <p:sp>
        <p:nvSpPr>
          <p:cNvPr id="164" name="Textfeld 169">
            <a:extLst>
              <a:ext uri="{FF2B5EF4-FFF2-40B4-BE49-F238E27FC236}">
                <a16:creationId xmlns:a16="http://schemas.microsoft.com/office/drawing/2014/main" id="{72066C95-9C5C-01BC-E930-4BBFF5681059}"/>
              </a:ext>
            </a:extLst>
          </p:cNvPr>
          <p:cNvSpPr txBox="1"/>
          <p:nvPr/>
        </p:nvSpPr>
        <p:spPr>
          <a:xfrm>
            <a:off x="9921114" y="2889118"/>
            <a:ext cx="969523" cy="307777"/>
          </a:xfrm>
          <a:prstGeom prst="rect">
            <a:avLst/>
          </a:prstGeom>
          <a:noFill/>
        </p:spPr>
        <p:txBody>
          <a:bodyPr wrap="square" rtlCol="0">
            <a:spAutoFit/>
          </a:bodyPr>
          <a:lstStyle/>
          <a:p>
            <a:pPr algn="r" eaLnBrk="0" hangingPunct="0"/>
            <a:r>
              <a:rPr lang="en-US" sz="1400" dirty="0">
                <a:solidFill>
                  <a:prstClr val="black"/>
                </a:solidFill>
              </a:rPr>
              <a:t>{ordered}</a:t>
            </a:r>
          </a:p>
        </p:txBody>
      </p:sp>
      <p:cxnSp>
        <p:nvCxnSpPr>
          <p:cNvPr id="170" name="Gerade Verbindung mit Pfeil 169">
            <a:extLst>
              <a:ext uri="{FF2B5EF4-FFF2-40B4-BE49-F238E27FC236}">
                <a16:creationId xmlns:a16="http://schemas.microsoft.com/office/drawing/2014/main" id="{B4A8BE56-5B97-FE39-1B1A-13D263F49C42}"/>
              </a:ext>
            </a:extLst>
          </p:cNvPr>
          <p:cNvCxnSpPr>
            <a:cxnSpLocks/>
            <a:stCxn id="82" idx="1"/>
            <a:endCxn id="62" idx="3"/>
          </p:cNvCxnSpPr>
          <p:nvPr/>
        </p:nvCxnSpPr>
        <p:spPr>
          <a:xfrm flipH="1" flipV="1">
            <a:off x="9091761" y="1315889"/>
            <a:ext cx="1078628" cy="1480"/>
          </a:xfrm>
          <a:prstGeom prst="straightConnector1">
            <a:avLst/>
          </a:prstGeom>
          <a:noFill/>
          <a:ln w="9525">
            <a:solidFill>
              <a:sysClr val="windowText" lastClr="000000"/>
            </a:solidFill>
            <a:round/>
            <a:headEnd type="triangle"/>
            <a:tailEnd type="triangle" w="med" len="med"/>
          </a:ln>
        </p:spPr>
      </p:cxnSp>
      <p:sp>
        <p:nvSpPr>
          <p:cNvPr id="176" name="Textfeld 169">
            <a:extLst>
              <a:ext uri="{FF2B5EF4-FFF2-40B4-BE49-F238E27FC236}">
                <a16:creationId xmlns:a16="http://schemas.microsoft.com/office/drawing/2014/main" id="{F3C7BE52-08B6-F485-2061-9B1C41781DF5}"/>
              </a:ext>
            </a:extLst>
          </p:cNvPr>
          <p:cNvSpPr txBox="1"/>
          <p:nvPr/>
        </p:nvSpPr>
        <p:spPr>
          <a:xfrm>
            <a:off x="9088106" y="36390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0" name="Textfeld 169">
            <a:extLst>
              <a:ext uri="{FF2B5EF4-FFF2-40B4-BE49-F238E27FC236}">
                <a16:creationId xmlns:a16="http://schemas.microsoft.com/office/drawing/2014/main" id="{A02AF184-31F4-9AB8-16CF-AC7FB3BA549E}"/>
              </a:ext>
            </a:extLst>
          </p:cNvPr>
          <p:cNvSpPr txBox="1"/>
          <p:nvPr/>
        </p:nvSpPr>
        <p:spPr>
          <a:xfrm>
            <a:off x="10848084" y="35843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1" name="Textfeld 169">
            <a:extLst>
              <a:ext uri="{FF2B5EF4-FFF2-40B4-BE49-F238E27FC236}">
                <a16:creationId xmlns:a16="http://schemas.microsoft.com/office/drawing/2014/main" id="{B9DEA424-30B4-859A-89AB-467FC057E910}"/>
              </a:ext>
            </a:extLst>
          </p:cNvPr>
          <p:cNvSpPr txBox="1"/>
          <p:nvPr/>
        </p:nvSpPr>
        <p:spPr>
          <a:xfrm>
            <a:off x="10848084" y="159555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2" name="Textfeld 169">
            <a:extLst>
              <a:ext uri="{FF2B5EF4-FFF2-40B4-BE49-F238E27FC236}">
                <a16:creationId xmlns:a16="http://schemas.microsoft.com/office/drawing/2014/main" id="{4B1FB061-A8E4-4319-98AE-5B89E5E4A230}"/>
              </a:ext>
            </a:extLst>
          </p:cNvPr>
          <p:cNvSpPr txBox="1"/>
          <p:nvPr/>
        </p:nvSpPr>
        <p:spPr>
          <a:xfrm>
            <a:off x="10848083" y="294428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3" name="Textfeld 169">
            <a:extLst>
              <a:ext uri="{FF2B5EF4-FFF2-40B4-BE49-F238E27FC236}">
                <a16:creationId xmlns:a16="http://schemas.microsoft.com/office/drawing/2014/main" id="{9FAB837E-E081-EF2C-A092-3BE7A070A92E}"/>
              </a:ext>
            </a:extLst>
          </p:cNvPr>
          <p:cNvSpPr txBox="1"/>
          <p:nvPr/>
        </p:nvSpPr>
        <p:spPr>
          <a:xfrm>
            <a:off x="9088106" y="106599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4" name="Textfeld 169">
            <a:extLst>
              <a:ext uri="{FF2B5EF4-FFF2-40B4-BE49-F238E27FC236}">
                <a16:creationId xmlns:a16="http://schemas.microsoft.com/office/drawing/2014/main" id="{645FFC5F-EAB3-2698-8D5E-D20F99E41040}"/>
              </a:ext>
            </a:extLst>
          </p:cNvPr>
          <p:cNvSpPr txBox="1"/>
          <p:nvPr/>
        </p:nvSpPr>
        <p:spPr>
          <a:xfrm>
            <a:off x="9902715" y="11429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AutoShape 40">
            <a:extLst>
              <a:ext uri="{FF2B5EF4-FFF2-40B4-BE49-F238E27FC236}">
                <a16:creationId xmlns:a16="http://schemas.microsoft.com/office/drawing/2014/main" id="{93ED320D-E348-306D-E77F-264C9FF87CBF}"/>
              </a:ext>
            </a:extLst>
          </p:cNvPr>
          <p:cNvSpPr>
            <a:spLocks noChangeArrowheads="1"/>
          </p:cNvSpPr>
          <p:nvPr/>
        </p:nvSpPr>
        <p:spPr bwMode="auto">
          <a:xfrm flipV="1">
            <a:off x="11656422" y="967946"/>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4" name="Content Placeholder 131">
            <a:extLst>
              <a:ext uri="{FF2B5EF4-FFF2-40B4-BE49-F238E27FC236}">
                <a16:creationId xmlns:a16="http://schemas.microsoft.com/office/drawing/2014/main" id="{4849778A-8294-48E6-7184-A569295144E9}"/>
              </a:ext>
            </a:extLst>
          </p:cNvPr>
          <p:cNvSpPr txBox="1">
            <a:spLocks/>
          </p:cNvSpPr>
          <p:nvPr/>
        </p:nvSpPr>
        <p:spPr>
          <a:xfrm>
            <a:off x="384000" y="1236273"/>
            <a:ext cx="4000457"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Trebuchet MS" panose="020B0603020202020204" pitchFamily="34" charset="0"/>
              </a:rPr>
              <a:t>Fenix currently does </a:t>
            </a:r>
            <a:r>
              <a:rPr lang="en-US" dirty="0">
                <a:solidFill>
                  <a:srgbClr val="C00000"/>
                </a:solidFill>
                <a:latin typeface="Trebuchet MS" panose="020B0603020202020204" pitchFamily="34" charset="0"/>
              </a:rPr>
              <a:t>not</a:t>
            </a:r>
            <a:r>
              <a:rPr lang="en-US" dirty="0">
                <a:latin typeface="Trebuchet MS" panose="020B0603020202020204" pitchFamily="34" charset="0"/>
              </a:rPr>
              <a:t> </a:t>
            </a:r>
            <a:r>
              <a:rPr lang="en-US" dirty="0">
                <a:solidFill>
                  <a:srgbClr val="C00000"/>
                </a:solidFill>
                <a:latin typeface="Trebuchet MS" panose="020B0603020202020204" pitchFamily="34" charset="0"/>
              </a:rPr>
              <a:t>support</a:t>
            </a:r>
            <a:br>
              <a:rPr lang="en-US" dirty="0">
                <a:latin typeface="Trebuchet MS" panose="020B0603020202020204" pitchFamily="34" charset="0"/>
              </a:rPr>
            </a:br>
            <a:r>
              <a:rPr lang="en-US" dirty="0">
                <a:latin typeface="Trebuchet MS" panose="020B0603020202020204" pitchFamily="34" charset="0"/>
              </a:rPr>
              <a:t> </a:t>
            </a:r>
            <a:r>
              <a:rPr lang="en-US" dirty="0">
                <a:solidFill>
                  <a:srgbClr val="00549F"/>
                </a:solidFill>
                <a:latin typeface="Trebuchet MS" panose="020B0603020202020204" pitchFamily="34" charset="0"/>
              </a:rPr>
              <a:t>qualified</a:t>
            </a:r>
            <a:r>
              <a:rPr lang="en-US" dirty="0">
                <a:latin typeface="Trebuchet MS" panose="020B0603020202020204" pitchFamily="34" charset="0"/>
              </a:rPr>
              <a:t> </a:t>
            </a:r>
            <a:r>
              <a:rPr lang="en-US" dirty="0">
                <a:solidFill>
                  <a:srgbClr val="00549F"/>
                </a:solidFill>
                <a:latin typeface="Trebuchet MS" panose="020B0603020202020204" pitchFamily="34" charset="0"/>
              </a:rPr>
              <a:t>associations</a:t>
            </a:r>
          </a:p>
          <a:p>
            <a:pPr lvl="1"/>
            <a:r>
              <a:rPr lang="en-US" dirty="0">
                <a:latin typeface="Trebuchet MS" panose="020B0603020202020204" pitchFamily="34" charset="0"/>
              </a:rPr>
              <a:t>Used in the associations between Function and Channel</a:t>
            </a:r>
          </a:p>
          <a:p>
            <a:pPr marL="0" indent="0">
              <a:buNone/>
            </a:pPr>
            <a:endParaRPr lang="en-US" dirty="0">
              <a:latin typeface="Trebuchet MS" panose="020B0603020202020204" pitchFamily="34" charset="0"/>
            </a:endParaRPr>
          </a:p>
          <a:p>
            <a:r>
              <a:rPr lang="en-US" dirty="0">
                <a:latin typeface="Trebuchet MS" panose="020B0603020202020204" pitchFamily="34" charset="0"/>
              </a:rPr>
              <a:t>Emulation with the </a:t>
            </a:r>
            <a:r>
              <a:rPr lang="en-US" dirty="0">
                <a:solidFill>
                  <a:srgbClr val="00549F"/>
                </a:solidFill>
                <a:latin typeface="Trebuchet MS" panose="020B0603020202020204" pitchFamily="34" charset="0"/>
              </a:rPr>
              <a:t>Port</a:t>
            </a:r>
            <a:r>
              <a:rPr lang="en-US" dirty="0">
                <a:latin typeface="Trebuchet MS" panose="020B0603020202020204" pitchFamily="34" charset="0"/>
              </a:rPr>
              <a:t> class</a:t>
            </a:r>
          </a:p>
          <a:p>
            <a:pPr lvl="1"/>
            <a:r>
              <a:rPr lang="en-US" dirty="0">
                <a:latin typeface="+mj-lt"/>
              </a:rPr>
              <a:t>Original </a:t>
            </a:r>
            <a:r>
              <a:rPr lang="en-US" dirty="0">
                <a:solidFill>
                  <a:srgbClr val="00549F"/>
                </a:solidFill>
                <a:latin typeface="+mj-lt"/>
              </a:rPr>
              <a:t>qualifier</a:t>
            </a:r>
            <a:r>
              <a:rPr lang="en-US" dirty="0">
                <a:latin typeface="+mj-lt"/>
              </a:rPr>
              <a:t> is saved in</a:t>
            </a:r>
            <a:br>
              <a:rPr lang="en-US" dirty="0">
                <a:latin typeface="+mj-lt"/>
              </a:rPr>
            </a:br>
            <a:r>
              <a:rPr lang="en-US" dirty="0" err="1">
                <a:solidFill>
                  <a:srgbClr val="00549F"/>
                </a:solidFill>
                <a:latin typeface="+mj-lt"/>
              </a:rPr>
              <a:t>Port#name</a:t>
            </a:r>
            <a:endParaRPr lang="en-US" dirty="0">
              <a:solidFill>
                <a:srgbClr val="00549F"/>
              </a:solidFill>
              <a:latin typeface="+mj-lt"/>
            </a:endParaRPr>
          </a:p>
          <a:p>
            <a:pPr lvl="1"/>
            <a:r>
              <a:rPr lang="en-US" dirty="0">
                <a:latin typeface="+mj-lt"/>
              </a:rPr>
              <a:t>Port is linked to the</a:t>
            </a:r>
            <a:br>
              <a:rPr lang="en-US" dirty="0">
                <a:latin typeface="+mj-lt"/>
              </a:rPr>
            </a:br>
            <a:r>
              <a:rPr lang="en-US" dirty="0">
                <a:latin typeface="+mj-lt"/>
              </a:rPr>
              <a:t>corresponding Channel</a:t>
            </a:r>
          </a:p>
          <a:p>
            <a:pPr marL="0" indent="0">
              <a:buNone/>
            </a:pPr>
            <a:endParaRPr lang="en-US" dirty="0">
              <a:latin typeface="+mj-lt"/>
            </a:endParaRPr>
          </a:p>
          <a:p>
            <a:r>
              <a:rPr lang="en-US" dirty="0">
                <a:latin typeface="+mj-lt"/>
              </a:rPr>
              <a:t>Additional OCL invariant to only allow one holding function for a port</a:t>
            </a:r>
          </a:p>
          <a:p>
            <a:endParaRPr lang="en-US" dirty="0">
              <a:latin typeface="+mj-lt"/>
            </a:endParaRPr>
          </a:p>
          <a:p>
            <a:endParaRPr lang="en-US" dirty="0">
              <a:latin typeface="+mj-lt"/>
            </a:endParaRPr>
          </a:p>
          <a:p>
            <a:r>
              <a:rPr lang="en-US" dirty="0">
                <a:latin typeface="+mj-lt"/>
              </a:rPr>
              <a:t>Incarnation of Kind and Type</a:t>
            </a:r>
          </a:p>
        </p:txBody>
      </p:sp>
      <p:cxnSp>
        <p:nvCxnSpPr>
          <p:cNvPr id="33" name="Gerade Verbindung mit Pfeil 32">
            <a:extLst>
              <a:ext uri="{FF2B5EF4-FFF2-40B4-BE49-F238E27FC236}">
                <a16:creationId xmlns:a16="http://schemas.microsoft.com/office/drawing/2014/main" id="{C1F6034E-8909-7343-6DEC-9E5D64D0A662}"/>
              </a:ext>
            </a:extLst>
          </p:cNvPr>
          <p:cNvCxnSpPr>
            <a:cxnSpLocks/>
            <a:stCxn id="56" idx="2"/>
            <a:endCxn id="119" idx="0"/>
          </p:cNvCxnSpPr>
          <p:nvPr/>
        </p:nvCxnSpPr>
        <p:spPr>
          <a:xfrm>
            <a:off x="8386557" y="1632487"/>
            <a:ext cx="1" cy="2173272"/>
          </a:xfrm>
          <a:prstGeom prst="straightConnector1">
            <a:avLst/>
          </a:prstGeom>
          <a:noFill/>
          <a:ln w="9525">
            <a:solidFill>
              <a:sysClr val="windowText" lastClr="000000"/>
            </a:solidFill>
            <a:round/>
            <a:headEnd/>
            <a:tailEnd type="triangle" w="med" len="med"/>
          </a:ln>
        </p:spPr>
      </p:cxnSp>
      <p:sp>
        <p:nvSpPr>
          <p:cNvPr id="51" name="Textfeld 169">
            <a:extLst>
              <a:ext uri="{FF2B5EF4-FFF2-40B4-BE49-F238E27FC236}">
                <a16:creationId xmlns:a16="http://schemas.microsoft.com/office/drawing/2014/main" id="{AFBCD20D-7524-EC56-2A71-2145EDBD4E12}"/>
              </a:ext>
            </a:extLst>
          </p:cNvPr>
          <p:cNvSpPr txBox="1"/>
          <p:nvPr/>
        </p:nvSpPr>
        <p:spPr>
          <a:xfrm>
            <a:off x="5885965" y="98310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2" name="Textfeld 169">
            <a:extLst>
              <a:ext uri="{FF2B5EF4-FFF2-40B4-BE49-F238E27FC236}">
                <a16:creationId xmlns:a16="http://schemas.microsoft.com/office/drawing/2014/main" id="{BF618432-0E60-4C72-51F7-91B59156AFA0}"/>
              </a:ext>
            </a:extLst>
          </p:cNvPr>
          <p:cNvSpPr txBox="1"/>
          <p:nvPr/>
        </p:nvSpPr>
        <p:spPr>
          <a:xfrm>
            <a:off x="7139983" y="1410351"/>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53" name="Textfeld 169">
            <a:extLst>
              <a:ext uri="{FF2B5EF4-FFF2-40B4-BE49-F238E27FC236}">
                <a16:creationId xmlns:a16="http://schemas.microsoft.com/office/drawing/2014/main" id="{76233D61-9B9D-62F2-2CC0-0B8DC6F8CC5A}"/>
              </a:ext>
            </a:extLst>
          </p:cNvPr>
          <p:cNvSpPr txBox="1"/>
          <p:nvPr/>
        </p:nvSpPr>
        <p:spPr>
          <a:xfrm>
            <a:off x="7408071" y="113172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65" name="Textfeld 169">
            <a:extLst>
              <a:ext uri="{FF2B5EF4-FFF2-40B4-BE49-F238E27FC236}">
                <a16:creationId xmlns:a16="http://schemas.microsoft.com/office/drawing/2014/main" id="{23098CCB-72F8-AD0E-5A48-4D2C74BB74AC}"/>
              </a:ext>
            </a:extLst>
          </p:cNvPr>
          <p:cNvSpPr txBox="1"/>
          <p:nvPr/>
        </p:nvSpPr>
        <p:spPr>
          <a:xfrm>
            <a:off x="6221064" y="1581684"/>
            <a:ext cx="492307" cy="307777"/>
          </a:xfrm>
          <a:prstGeom prst="rect">
            <a:avLst/>
          </a:prstGeom>
          <a:noFill/>
        </p:spPr>
        <p:txBody>
          <a:bodyPr wrap="square" rtlCol="0">
            <a:spAutoFit/>
          </a:bodyPr>
          <a:lstStyle/>
          <a:p>
            <a:pPr eaLnBrk="0" hangingPunct="0"/>
            <a:r>
              <a:rPr lang="en-US" sz="1400" dirty="0">
                <a:solidFill>
                  <a:srgbClr val="00549F"/>
                </a:solidFill>
                <a:latin typeface="Arial" panose="020B0604020202020204" pitchFamily="34" charset="0"/>
                <a:ea typeface="ＭＳ Ｐゴシック" panose="020B0600070205080204" pitchFamily="34" charset="-128"/>
              </a:rPr>
              <a:t>0..1</a:t>
            </a:r>
          </a:p>
        </p:txBody>
      </p:sp>
      <p:sp>
        <p:nvSpPr>
          <p:cNvPr id="73" name="Textfeld 169">
            <a:extLst>
              <a:ext uri="{FF2B5EF4-FFF2-40B4-BE49-F238E27FC236}">
                <a16:creationId xmlns:a16="http://schemas.microsoft.com/office/drawing/2014/main" id="{FF04CE16-D2CB-F5E2-C36F-96E3D36FE7B0}"/>
              </a:ext>
            </a:extLst>
          </p:cNvPr>
          <p:cNvSpPr txBox="1"/>
          <p:nvPr/>
        </p:nvSpPr>
        <p:spPr>
          <a:xfrm>
            <a:off x="5233847" y="1586216"/>
            <a:ext cx="547098" cy="307777"/>
          </a:xfrm>
          <a:prstGeom prst="rect">
            <a:avLst/>
          </a:prstGeom>
          <a:noFill/>
        </p:spPr>
        <p:txBody>
          <a:bodyPr wrap="square" rtlCol="0">
            <a:spAutoFit/>
          </a:bodyPr>
          <a:lstStyle/>
          <a:p>
            <a:pPr eaLnBrk="0" hangingPunct="0"/>
            <a:r>
              <a:rPr lang="en-US" sz="1400" dirty="0">
                <a:solidFill>
                  <a:srgbClr val="00549F"/>
                </a:solidFill>
                <a:latin typeface="Arial" panose="020B0604020202020204" pitchFamily="34" charset="0"/>
                <a:ea typeface="ＭＳ Ｐゴシック" panose="020B0600070205080204" pitchFamily="34" charset="-128"/>
              </a:rPr>
              <a:t>0..1</a:t>
            </a:r>
          </a:p>
        </p:txBody>
      </p:sp>
      <p:sp>
        <p:nvSpPr>
          <p:cNvPr id="77" name="Textfeld 169">
            <a:extLst>
              <a:ext uri="{FF2B5EF4-FFF2-40B4-BE49-F238E27FC236}">
                <a16:creationId xmlns:a16="http://schemas.microsoft.com/office/drawing/2014/main" id="{4E8865A8-A5EB-AE1E-47B8-72EE77967872}"/>
              </a:ext>
            </a:extLst>
          </p:cNvPr>
          <p:cNvSpPr txBox="1"/>
          <p:nvPr/>
        </p:nvSpPr>
        <p:spPr>
          <a:xfrm>
            <a:off x="6232419" y="2138351"/>
            <a:ext cx="264816" cy="307777"/>
          </a:xfrm>
          <a:prstGeom prst="rect">
            <a:avLst/>
          </a:prstGeom>
          <a:noFill/>
        </p:spPr>
        <p:txBody>
          <a:bodyPr wrap="square" rtlCol="0">
            <a:spAutoFit/>
          </a:bodyPr>
          <a:lstStyle/>
          <a:p>
            <a:pPr eaLnBrk="0" hangingPunct="0"/>
            <a:r>
              <a:rPr lang="en-US" sz="1400" dirty="0">
                <a:solidFill>
                  <a:srgbClr val="1E07CC"/>
                </a:solidFill>
                <a:latin typeface="Arial" panose="020B0604020202020204" pitchFamily="34" charset="0"/>
                <a:ea typeface="ＭＳ Ｐゴシック" panose="020B0600070205080204" pitchFamily="34" charset="-128"/>
              </a:rPr>
              <a:t>*</a:t>
            </a:r>
          </a:p>
        </p:txBody>
      </p:sp>
      <p:sp>
        <p:nvSpPr>
          <p:cNvPr id="78" name="Textfeld 169">
            <a:extLst>
              <a:ext uri="{FF2B5EF4-FFF2-40B4-BE49-F238E27FC236}">
                <a16:creationId xmlns:a16="http://schemas.microsoft.com/office/drawing/2014/main" id="{F16C2D88-5623-DB7C-A8CB-A52F427D4DAE}"/>
              </a:ext>
            </a:extLst>
          </p:cNvPr>
          <p:cNvSpPr txBox="1"/>
          <p:nvPr/>
        </p:nvSpPr>
        <p:spPr>
          <a:xfrm>
            <a:off x="5584446" y="2127289"/>
            <a:ext cx="264816" cy="307777"/>
          </a:xfrm>
          <a:prstGeom prst="rect">
            <a:avLst/>
          </a:prstGeom>
          <a:noFill/>
        </p:spPr>
        <p:txBody>
          <a:bodyPr wrap="square" rtlCol="0">
            <a:spAutoFit/>
          </a:bodyPr>
          <a:lstStyle/>
          <a:p>
            <a:pPr eaLnBrk="0" hangingPunct="0"/>
            <a:r>
              <a:rPr lang="en-US" sz="1400" dirty="0">
                <a:solidFill>
                  <a:srgbClr val="1E07CC"/>
                </a:solidFill>
              </a:rPr>
              <a:t>*</a:t>
            </a:r>
            <a:endParaRPr lang="en-US" sz="1400" dirty="0">
              <a:solidFill>
                <a:srgbClr val="1E07CC"/>
              </a:solidFill>
              <a:latin typeface="Arial" panose="020B0604020202020204" pitchFamily="34" charset="0"/>
              <a:ea typeface="ＭＳ Ｐゴシック" panose="020B0600070205080204" pitchFamily="34" charset="-128"/>
            </a:endParaRPr>
          </a:p>
        </p:txBody>
      </p:sp>
      <p:sp>
        <p:nvSpPr>
          <p:cNvPr id="103" name="Textfeld 169">
            <a:extLst>
              <a:ext uri="{FF2B5EF4-FFF2-40B4-BE49-F238E27FC236}">
                <a16:creationId xmlns:a16="http://schemas.microsoft.com/office/drawing/2014/main" id="{4DBC862D-868F-41FA-EBAC-6AADAA347220}"/>
              </a:ext>
            </a:extLst>
          </p:cNvPr>
          <p:cNvSpPr txBox="1"/>
          <p:nvPr/>
        </p:nvSpPr>
        <p:spPr>
          <a:xfrm>
            <a:off x="7917142" y="1607634"/>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8439108A-CB0A-DEDE-D308-3E2E93A3327F}"/>
              </a:ext>
            </a:extLst>
          </p:cNvPr>
          <p:cNvSpPr txBox="1"/>
          <p:nvPr/>
        </p:nvSpPr>
        <p:spPr>
          <a:xfrm>
            <a:off x="7400984" y="375552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6" name="Textfeld 169">
            <a:extLst>
              <a:ext uri="{FF2B5EF4-FFF2-40B4-BE49-F238E27FC236}">
                <a16:creationId xmlns:a16="http://schemas.microsoft.com/office/drawing/2014/main" id="{A54053BD-013A-3268-EFD4-E4CC8D7B5F8E}"/>
              </a:ext>
            </a:extLst>
          </p:cNvPr>
          <p:cNvSpPr txBox="1"/>
          <p:nvPr/>
        </p:nvSpPr>
        <p:spPr>
          <a:xfrm>
            <a:off x="8351867" y="352194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9" name="Textfeld 169">
            <a:extLst>
              <a:ext uri="{FF2B5EF4-FFF2-40B4-BE49-F238E27FC236}">
                <a16:creationId xmlns:a16="http://schemas.microsoft.com/office/drawing/2014/main" id="{B919345D-8021-B6B8-A30D-81B4F590D65E}"/>
              </a:ext>
            </a:extLst>
          </p:cNvPr>
          <p:cNvSpPr txBox="1"/>
          <p:nvPr/>
        </p:nvSpPr>
        <p:spPr>
          <a:xfrm>
            <a:off x="8351866" y="163700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2" name="Textfeld 169">
            <a:extLst>
              <a:ext uri="{FF2B5EF4-FFF2-40B4-BE49-F238E27FC236}">
                <a16:creationId xmlns:a16="http://schemas.microsoft.com/office/drawing/2014/main" id="{8A3E073B-D6D4-21E6-3B80-A9826F640AE0}"/>
              </a:ext>
            </a:extLst>
          </p:cNvPr>
          <p:cNvSpPr txBox="1"/>
          <p:nvPr/>
        </p:nvSpPr>
        <p:spPr>
          <a:xfrm>
            <a:off x="4777419" y="924544"/>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5" name="Textfeld 169">
            <a:extLst>
              <a:ext uri="{FF2B5EF4-FFF2-40B4-BE49-F238E27FC236}">
                <a16:creationId xmlns:a16="http://schemas.microsoft.com/office/drawing/2014/main" id="{6243A130-45F9-418D-476B-BD590B0557BB}"/>
              </a:ext>
            </a:extLst>
          </p:cNvPr>
          <p:cNvSpPr txBox="1"/>
          <p:nvPr/>
        </p:nvSpPr>
        <p:spPr>
          <a:xfrm>
            <a:off x="4433487" y="1402271"/>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 name="Textfeld 169">
            <a:extLst>
              <a:ext uri="{FF2B5EF4-FFF2-40B4-BE49-F238E27FC236}">
                <a16:creationId xmlns:a16="http://schemas.microsoft.com/office/drawing/2014/main" id="{F6BDD172-8B17-7912-8F1B-2EB2E18A20B9}"/>
              </a:ext>
            </a:extLst>
          </p:cNvPr>
          <p:cNvSpPr txBox="1"/>
          <p:nvPr/>
        </p:nvSpPr>
        <p:spPr>
          <a:xfrm>
            <a:off x="6735015" y="1153364"/>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cxnSp>
        <p:nvCxnSpPr>
          <p:cNvPr id="6" name="Verbinder: gewinkelt 87">
            <a:extLst>
              <a:ext uri="{FF2B5EF4-FFF2-40B4-BE49-F238E27FC236}">
                <a16:creationId xmlns:a16="http://schemas.microsoft.com/office/drawing/2014/main" id="{13A289F0-3B6F-7736-A922-262DFDCFA917}"/>
              </a:ext>
            </a:extLst>
          </p:cNvPr>
          <p:cNvCxnSpPr>
            <a:cxnSpLocks/>
            <a:stCxn id="37" idx="3"/>
            <a:endCxn id="128" idx="3"/>
          </p:cNvCxnSpPr>
          <p:nvPr/>
        </p:nvCxnSpPr>
        <p:spPr>
          <a:xfrm flipH="1">
            <a:off x="9094368" y="1426112"/>
            <a:ext cx="2483645" cy="2685980"/>
          </a:xfrm>
          <a:prstGeom prst="bentConnector3">
            <a:avLst>
              <a:gd name="adj1" fmla="val -9204"/>
            </a:avLst>
          </a:prstGeom>
          <a:noFill/>
          <a:ln w="9525">
            <a:solidFill>
              <a:sysClr val="windowText" lastClr="000000"/>
            </a:solidFill>
            <a:round/>
            <a:headEnd/>
            <a:tailEnd type="triangle" w="med" len="med"/>
          </a:ln>
        </p:spPr>
      </p:cxnSp>
      <p:sp>
        <p:nvSpPr>
          <p:cNvPr id="18" name="Textfeld 169">
            <a:extLst>
              <a:ext uri="{FF2B5EF4-FFF2-40B4-BE49-F238E27FC236}">
                <a16:creationId xmlns:a16="http://schemas.microsoft.com/office/drawing/2014/main" id="{775A434C-B2DC-4F03-A9E5-83559E84A6E8}"/>
              </a:ext>
            </a:extLst>
          </p:cNvPr>
          <p:cNvSpPr txBox="1"/>
          <p:nvPr/>
        </p:nvSpPr>
        <p:spPr>
          <a:xfrm>
            <a:off x="4536270" y="1175752"/>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8" name="Gruppieren 37">
            <a:extLst>
              <a:ext uri="{FF2B5EF4-FFF2-40B4-BE49-F238E27FC236}">
                <a16:creationId xmlns:a16="http://schemas.microsoft.com/office/drawing/2014/main" id="{F1748259-7664-02D7-42E6-3854F01CAF41}"/>
              </a:ext>
            </a:extLst>
          </p:cNvPr>
          <p:cNvGrpSpPr/>
          <p:nvPr/>
        </p:nvGrpSpPr>
        <p:grpSpPr>
          <a:xfrm>
            <a:off x="4927156" y="1218246"/>
            <a:ext cx="1930787" cy="415732"/>
            <a:chOff x="5746196" y="1700350"/>
            <a:chExt cx="1930787" cy="415732"/>
          </a:xfrm>
        </p:grpSpPr>
        <p:cxnSp>
          <p:nvCxnSpPr>
            <p:cNvPr id="39" name="Verbinder: gewinkelt 87">
              <a:extLst>
                <a:ext uri="{FF2B5EF4-FFF2-40B4-BE49-F238E27FC236}">
                  <a16:creationId xmlns:a16="http://schemas.microsoft.com/office/drawing/2014/main" id="{7368805F-E8DF-41E7-E660-F700F2718F83}"/>
                </a:ext>
              </a:extLst>
            </p:cNvPr>
            <p:cNvCxnSpPr>
              <a:cxnSpLocks/>
              <a:stCxn id="45" idx="2"/>
              <a:endCxn id="44"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3" name="Text Box 82">
              <a:extLst>
                <a:ext uri="{FF2B5EF4-FFF2-40B4-BE49-F238E27FC236}">
                  <a16:creationId xmlns:a16="http://schemas.microsoft.com/office/drawing/2014/main" id="{0C533DF8-DBAB-43C5-308E-1DCCC80746C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4" name="Rectangle 83">
              <a:extLst>
                <a:ext uri="{FF2B5EF4-FFF2-40B4-BE49-F238E27FC236}">
                  <a16:creationId xmlns:a16="http://schemas.microsoft.com/office/drawing/2014/main" id="{F420C451-9681-9006-FFCB-BE8AF473B56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5" name="AutoShape 50">
              <a:extLst>
                <a:ext uri="{FF2B5EF4-FFF2-40B4-BE49-F238E27FC236}">
                  <a16:creationId xmlns:a16="http://schemas.microsoft.com/office/drawing/2014/main" id="{B2A2236F-6475-B5E0-A6A9-52F82008BBC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Textfeld 169">
              <a:extLst>
                <a:ext uri="{FF2B5EF4-FFF2-40B4-BE49-F238E27FC236}">
                  <a16:creationId xmlns:a16="http://schemas.microsoft.com/office/drawing/2014/main" id="{AFDA5BD2-5B2F-032C-DDEB-70452308028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85ED3B47-E825-AF97-013E-B60ACF9735C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0" name="AutoShape 50">
              <a:extLst>
                <a:ext uri="{FF2B5EF4-FFF2-40B4-BE49-F238E27FC236}">
                  <a16:creationId xmlns:a16="http://schemas.microsoft.com/office/drawing/2014/main" id="{29D1A0FE-0993-E4E8-82FF-B16FB166D167}"/>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3" name="Textfeld 169">
            <a:extLst>
              <a:ext uri="{FF2B5EF4-FFF2-40B4-BE49-F238E27FC236}">
                <a16:creationId xmlns:a16="http://schemas.microsoft.com/office/drawing/2014/main" id="{410712FD-24D1-D652-4CE6-D5E3A0DF5024}"/>
              </a:ext>
            </a:extLst>
          </p:cNvPr>
          <p:cNvSpPr txBox="1"/>
          <p:nvPr/>
        </p:nvSpPr>
        <p:spPr>
          <a:xfrm>
            <a:off x="6613606" y="351227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38" name="Textfeld 169">
            <a:extLst>
              <a:ext uri="{FF2B5EF4-FFF2-40B4-BE49-F238E27FC236}">
                <a16:creationId xmlns:a16="http://schemas.microsoft.com/office/drawing/2014/main" id="{F64637CC-A584-931C-F08E-75B708CEEADD}"/>
              </a:ext>
            </a:extLst>
          </p:cNvPr>
          <p:cNvSpPr txBox="1"/>
          <p:nvPr/>
        </p:nvSpPr>
        <p:spPr>
          <a:xfrm>
            <a:off x="6760735" y="380717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 name="Gruppieren 4">
            <a:extLst>
              <a:ext uri="{FF2B5EF4-FFF2-40B4-BE49-F238E27FC236}">
                <a16:creationId xmlns:a16="http://schemas.microsoft.com/office/drawing/2014/main" id="{6F38CDF4-BD1C-A766-9745-85932871F131}"/>
              </a:ext>
            </a:extLst>
          </p:cNvPr>
          <p:cNvGrpSpPr/>
          <p:nvPr/>
        </p:nvGrpSpPr>
        <p:grpSpPr>
          <a:xfrm>
            <a:off x="5076254" y="3805759"/>
            <a:ext cx="1632590" cy="412750"/>
            <a:chOff x="5282178" y="3388075"/>
            <a:chExt cx="1632590" cy="412750"/>
          </a:xfrm>
        </p:grpSpPr>
        <p:grpSp>
          <p:nvGrpSpPr>
            <p:cNvPr id="92" name="Group 87">
              <a:extLst>
                <a:ext uri="{FF2B5EF4-FFF2-40B4-BE49-F238E27FC236}">
                  <a16:creationId xmlns:a16="http://schemas.microsoft.com/office/drawing/2014/main" id="{AAF35CCA-0548-82CF-0A15-782BF73FBFC4}"/>
                </a:ext>
              </a:extLst>
            </p:cNvPr>
            <p:cNvGrpSpPr>
              <a:grpSpLocks/>
            </p:cNvGrpSpPr>
            <p:nvPr/>
          </p:nvGrpSpPr>
          <p:grpSpPr bwMode="auto">
            <a:xfrm>
              <a:off x="5282178" y="3388075"/>
              <a:ext cx="1631951" cy="412750"/>
              <a:chOff x="3304" y="2592"/>
              <a:chExt cx="1028" cy="260"/>
            </a:xfrm>
          </p:grpSpPr>
          <p:sp>
            <p:nvSpPr>
              <p:cNvPr id="99" name="Text Box 82">
                <a:extLst>
                  <a:ext uri="{FF2B5EF4-FFF2-40B4-BE49-F238E27FC236}">
                    <a16:creationId xmlns:a16="http://schemas.microsoft.com/office/drawing/2014/main" id="{4CEB775D-579D-5943-8179-5EB6BD549E78}"/>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0" name="Rectangle 83">
                <a:extLst>
                  <a:ext uri="{FF2B5EF4-FFF2-40B4-BE49-F238E27FC236}">
                    <a16:creationId xmlns:a16="http://schemas.microsoft.com/office/drawing/2014/main" id="{BAB7E7AC-6E2B-5DA5-6314-D1F8964B3DB5}"/>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5" name="Textfeld 169">
              <a:extLst>
                <a:ext uri="{FF2B5EF4-FFF2-40B4-BE49-F238E27FC236}">
                  <a16:creationId xmlns:a16="http://schemas.microsoft.com/office/drawing/2014/main" id="{E69B6247-7F8D-16BE-A130-557C997BC6AA}"/>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7D820340-DC19-14EF-40C1-7A10944307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7" name="Textfeld 169">
              <a:extLst>
                <a:ext uri="{FF2B5EF4-FFF2-40B4-BE49-F238E27FC236}">
                  <a16:creationId xmlns:a16="http://schemas.microsoft.com/office/drawing/2014/main" id="{A4ADAC5B-D4C1-DA5D-B863-DD0BE637BBF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95CCD2FA-C602-1C05-EAD3-2FF14ECFC45F}"/>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7" name="Textfeld 169">
            <a:extLst>
              <a:ext uri="{FF2B5EF4-FFF2-40B4-BE49-F238E27FC236}">
                <a16:creationId xmlns:a16="http://schemas.microsoft.com/office/drawing/2014/main" id="{B764EFBF-8777-2F0E-5EB5-161002D5A8CD}"/>
              </a:ext>
            </a:extLst>
          </p:cNvPr>
          <p:cNvSpPr txBox="1"/>
          <p:nvPr/>
        </p:nvSpPr>
        <p:spPr>
          <a:xfrm>
            <a:off x="5311107" y="2083408"/>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8" name="Textfeld 169">
            <a:extLst>
              <a:ext uri="{FF2B5EF4-FFF2-40B4-BE49-F238E27FC236}">
                <a16:creationId xmlns:a16="http://schemas.microsoft.com/office/drawing/2014/main" id="{849B0B56-D876-CA8F-6A03-9FC5CBD7E1F3}"/>
              </a:ext>
            </a:extLst>
          </p:cNvPr>
          <p:cNvSpPr txBox="1"/>
          <p:nvPr/>
        </p:nvSpPr>
        <p:spPr>
          <a:xfrm>
            <a:off x="5882305" y="2091307"/>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sp>
        <p:nvSpPr>
          <p:cNvPr id="87" name="Textfeld 169">
            <a:extLst>
              <a:ext uri="{FF2B5EF4-FFF2-40B4-BE49-F238E27FC236}">
                <a16:creationId xmlns:a16="http://schemas.microsoft.com/office/drawing/2014/main" id="{C19EF26C-33D6-78E1-1A5C-F280AC5A8CB6}"/>
              </a:ext>
            </a:extLst>
          </p:cNvPr>
          <p:cNvSpPr txBox="1"/>
          <p:nvPr/>
        </p:nvSpPr>
        <p:spPr>
          <a:xfrm>
            <a:off x="9088106" y="387121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cxnSp>
        <p:nvCxnSpPr>
          <p:cNvPr id="110" name="Gerade Verbindung mit Pfeil 109">
            <a:extLst>
              <a:ext uri="{FF2B5EF4-FFF2-40B4-BE49-F238E27FC236}">
                <a16:creationId xmlns:a16="http://schemas.microsoft.com/office/drawing/2014/main" id="{8CF93230-DEE6-0003-F29F-80FDCF6461A8}"/>
              </a:ext>
            </a:extLst>
          </p:cNvPr>
          <p:cNvCxnSpPr>
            <a:cxnSpLocks/>
          </p:cNvCxnSpPr>
          <p:nvPr/>
        </p:nvCxnSpPr>
        <p:spPr>
          <a:xfrm>
            <a:off x="6273495" y="1637003"/>
            <a:ext cx="0" cy="746943"/>
          </a:xfrm>
          <a:prstGeom prst="straightConnector1">
            <a:avLst/>
          </a:prstGeom>
          <a:noFill/>
          <a:ln w="9525">
            <a:solidFill>
              <a:sysClr val="windowText" lastClr="000000"/>
            </a:solidFill>
            <a:round/>
            <a:headEnd/>
            <a:tailEnd type="triangle" w="med" len="med"/>
          </a:ln>
        </p:spPr>
      </p:cxnSp>
      <p:grpSp>
        <p:nvGrpSpPr>
          <p:cNvPr id="143" name="Gruppieren 142">
            <a:extLst>
              <a:ext uri="{FF2B5EF4-FFF2-40B4-BE49-F238E27FC236}">
                <a16:creationId xmlns:a16="http://schemas.microsoft.com/office/drawing/2014/main" id="{4107ED23-B324-F685-FA22-F875101FE13B}"/>
              </a:ext>
            </a:extLst>
          </p:cNvPr>
          <p:cNvGrpSpPr/>
          <p:nvPr/>
        </p:nvGrpSpPr>
        <p:grpSpPr>
          <a:xfrm>
            <a:off x="7681709" y="1219737"/>
            <a:ext cx="1410052" cy="412750"/>
            <a:chOff x="7784882" y="1863047"/>
            <a:chExt cx="1410052" cy="412750"/>
          </a:xfrm>
        </p:grpSpPr>
        <p:grpSp>
          <p:nvGrpSpPr>
            <p:cNvPr id="54" name="Gruppieren 53">
              <a:extLst>
                <a:ext uri="{FF2B5EF4-FFF2-40B4-BE49-F238E27FC236}">
                  <a16:creationId xmlns:a16="http://schemas.microsoft.com/office/drawing/2014/main" id="{7AD3F749-19D5-1D44-DCD4-65720E86416B}"/>
                </a:ext>
              </a:extLst>
            </p:cNvPr>
            <p:cNvGrpSpPr/>
            <p:nvPr/>
          </p:nvGrpSpPr>
          <p:grpSpPr>
            <a:xfrm>
              <a:off x="7784882" y="1863047"/>
              <a:ext cx="1410052" cy="412750"/>
              <a:chOff x="6133049" y="1935065"/>
              <a:chExt cx="1410052" cy="412750"/>
            </a:xfrm>
          </p:grpSpPr>
          <p:sp>
            <p:nvSpPr>
              <p:cNvPr id="55" name="Text Box 82">
                <a:extLst>
                  <a:ext uri="{FF2B5EF4-FFF2-40B4-BE49-F238E27FC236}">
                    <a16:creationId xmlns:a16="http://schemas.microsoft.com/office/drawing/2014/main" id="{A8129D00-6FE3-4D3F-38F7-FD2F0826D043}"/>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6" name="Rectangle 83">
                <a:extLst>
                  <a:ext uri="{FF2B5EF4-FFF2-40B4-BE49-F238E27FC236}">
                    <a16:creationId xmlns:a16="http://schemas.microsoft.com/office/drawing/2014/main" id="{5633609B-9483-9CF3-BDEF-8C038A759545}"/>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6E91C04A-BC1F-C081-501B-80AFDFC7D08A}"/>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5B41272C-D895-66C8-8218-DE7B9AC25578}"/>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4685A46-7ADC-3D7C-140B-DBDAE7CE5B31}"/>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689970C7-47E9-1F88-380A-491B97C2F0F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4" name="Textfeld 169">
                <a:extLst>
                  <a:ext uri="{FF2B5EF4-FFF2-40B4-BE49-F238E27FC236}">
                    <a16:creationId xmlns:a16="http://schemas.microsoft.com/office/drawing/2014/main" id="{498C4916-9CBC-32CB-6586-2CABC2BA25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0EE15FC0-A46B-FE1C-B23C-2CA1B34C96F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D8452ACE-BF13-A1F2-11CC-E268562C622A}"/>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C84FB0E1-7181-4A24-44B3-53D256C4BE73}"/>
              </a:ext>
            </a:extLst>
          </p:cNvPr>
          <p:cNvCxnSpPr>
            <a:cxnSpLocks/>
            <a:stCxn id="50" idx="2"/>
            <a:endCxn id="56" idx="1"/>
          </p:cNvCxnSpPr>
          <p:nvPr/>
        </p:nvCxnSpPr>
        <p:spPr>
          <a:xfrm flipV="1">
            <a:off x="6857943" y="1426112"/>
            <a:ext cx="823766" cy="1"/>
          </a:xfrm>
          <a:prstGeom prst="straightConnector1">
            <a:avLst/>
          </a:prstGeom>
          <a:noFill/>
          <a:ln w="9525">
            <a:solidFill>
              <a:sysClr val="windowText" lastClr="000000"/>
            </a:solidFill>
            <a:round/>
            <a:headEnd/>
            <a:tailEnd type="triangle" w="med" len="med"/>
          </a:ln>
        </p:spPr>
      </p:cxnSp>
      <p:cxnSp>
        <p:nvCxnSpPr>
          <p:cNvPr id="162" name="Verbinder: gewinkelt 87">
            <a:extLst>
              <a:ext uri="{FF2B5EF4-FFF2-40B4-BE49-F238E27FC236}">
                <a16:creationId xmlns:a16="http://schemas.microsoft.com/office/drawing/2014/main" id="{2542A2D2-DCC9-87EC-A57F-8D72E2E0B377}"/>
              </a:ext>
            </a:extLst>
          </p:cNvPr>
          <p:cNvCxnSpPr>
            <a:cxnSpLocks/>
            <a:stCxn id="95" idx="0"/>
            <a:endCxn id="142" idx="2"/>
          </p:cNvCxnSpPr>
          <p:nvPr/>
        </p:nvCxnSpPr>
        <p:spPr>
          <a:xfrm rot="5400000" flipH="1" flipV="1">
            <a:off x="6167934" y="2021382"/>
            <a:ext cx="2176845" cy="1395153"/>
          </a:xfrm>
          <a:prstGeom prst="bentConnector3">
            <a:avLst>
              <a:gd name="adj1" fmla="val 13035"/>
            </a:avLst>
          </a:prstGeom>
          <a:noFill/>
          <a:ln w="9525">
            <a:solidFill>
              <a:sysClr val="windowText" lastClr="000000"/>
            </a:solidFill>
            <a:round/>
            <a:headEnd type="triangle"/>
            <a:tailEnd type="triangle" w="med" len="med"/>
          </a:ln>
        </p:spPr>
      </p:cxnSp>
      <p:cxnSp>
        <p:nvCxnSpPr>
          <p:cNvPr id="189" name="Gerade Verbindung mit Pfeil 188">
            <a:extLst>
              <a:ext uri="{FF2B5EF4-FFF2-40B4-BE49-F238E27FC236}">
                <a16:creationId xmlns:a16="http://schemas.microsoft.com/office/drawing/2014/main" id="{F5E4D958-64E3-EDD3-A26D-823604A4C10E}"/>
              </a:ext>
            </a:extLst>
          </p:cNvPr>
          <p:cNvCxnSpPr>
            <a:cxnSpLocks/>
            <a:stCxn id="100" idx="3"/>
            <a:endCxn id="119" idx="1"/>
          </p:cNvCxnSpPr>
          <p:nvPr/>
        </p:nvCxnSpPr>
        <p:spPr>
          <a:xfrm>
            <a:off x="6708205" y="4012134"/>
            <a:ext cx="971121" cy="0"/>
          </a:xfrm>
          <a:prstGeom prst="straightConnector1">
            <a:avLst/>
          </a:prstGeom>
          <a:noFill/>
          <a:ln w="9525">
            <a:solidFill>
              <a:sysClr val="windowText" lastClr="000000"/>
            </a:solidFill>
            <a:round/>
            <a:headEnd/>
            <a:tailEnd type="triangle" w="med" len="med"/>
          </a:ln>
        </p:spPr>
      </p:cxnSp>
      <p:sp>
        <p:nvSpPr>
          <p:cNvPr id="192" name="Textfeld 169">
            <a:extLst>
              <a:ext uri="{FF2B5EF4-FFF2-40B4-BE49-F238E27FC236}">
                <a16:creationId xmlns:a16="http://schemas.microsoft.com/office/drawing/2014/main" id="{C9F9C874-BDA0-FFE4-B162-CA63CBD07EBB}"/>
              </a:ext>
            </a:extLst>
          </p:cNvPr>
          <p:cNvSpPr txBox="1"/>
          <p:nvPr/>
        </p:nvSpPr>
        <p:spPr>
          <a:xfrm>
            <a:off x="11514546" y="118105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6" name="Textfeld 169">
            <a:extLst>
              <a:ext uri="{FF2B5EF4-FFF2-40B4-BE49-F238E27FC236}">
                <a16:creationId xmlns:a16="http://schemas.microsoft.com/office/drawing/2014/main" id="{957FA36C-C79A-8C6A-429C-26C4ED6DC4FB}"/>
              </a:ext>
            </a:extLst>
          </p:cNvPr>
          <p:cNvSpPr txBox="1"/>
          <p:nvPr/>
        </p:nvSpPr>
        <p:spPr>
          <a:xfrm>
            <a:off x="9088106" y="128371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grpSp>
        <p:nvGrpSpPr>
          <p:cNvPr id="22" name="Group 21">
            <a:extLst>
              <a:ext uri="{FF2B5EF4-FFF2-40B4-BE49-F238E27FC236}">
                <a16:creationId xmlns:a16="http://schemas.microsoft.com/office/drawing/2014/main" id="{E41002DB-E1D1-038B-7A28-ECF230258687}"/>
              </a:ext>
            </a:extLst>
          </p:cNvPr>
          <p:cNvGrpSpPr/>
          <p:nvPr/>
        </p:nvGrpSpPr>
        <p:grpSpPr>
          <a:xfrm>
            <a:off x="5187523" y="2383946"/>
            <a:ext cx="1410052" cy="823540"/>
            <a:chOff x="5279705" y="3380242"/>
            <a:chExt cx="1632590" cy="823540"/>
          </a:xfrm>
        </p:grpSpPr>
        <p:grpSp>
          <p:nvGrpSpPr>
            <p:cNvPr id="7" name="Gruppieren 4">
              <a:extLst>
                <a:ext uri="{FF2B5EF4-FFF2-40B4-BE49-F238E27FC236}">
                  <a16:creationId xmlns:a16="http://schemas.microsoft.com/office/drawing/2014/main" id="{BABF80BD-9997-7323-ED44-EF6D5677418A}"/>
                </a:ext>
              </a:extLst>
            </p:cNvPr>
            <p:cNvGrpSpPr/>
            <p:nvPr/>
          </p:nvGrpSpPr>
          <p:grpSpPr>
            <a:xfrm>
              <a:off x="5279705" y="3380242"/>
              <a:ext cx="1632590" cy="412750"/>
              <a:chOff x="5282178" y="3388075"/>
              <a:chExt cx="1632590" cy="412750"/>
            </a:xfrm>
          </p:grpSpPr>
          <p:grpSp>
            <p:nvGrpSpPr>
              <p:cNvPr id="8" name="Group 87">
                <a:extLst>
                  <a:ext uri="{FF2B5EF4-FFF2-40B4-BE49-F238E27FC236}">
                    <a16:creationId xmlns:a16="http://schemas.microsoft.com/office/drawing/2014/main" id="{2A5CBF7D-078F-734F-131F-52818F49BEEE}"/>
                  </a:ext>
                </a:extLst>
              </p:cNvPr>
              <p:cNvGrpSpPr>
                <a:grpSpLocks/>
              </p:cNvGrpSpPr>
              <p:nvPr/>
            </p:nvGrpSpPr>
            <p:grpSpPr bwMode="auto">
              <a:xfrm>
                <a:off x="5282178" y="3388075"/>
                <a:ext cx="1631951" cy="412750"/>
                <a:chOff x="3304" y="2592"/>
                <a:chExt cx="1028" cy="260"/>
              </a:xfrm>
            </p:grpSpPr>
            <p:sp>
              <p:nvSpPr>
                <p:cNvPr id="16" name="Text Box 82">
                  <a:extLst>
                    <a:ext uri="{FF2B5EF4-FFF2-40B4-BE49-F238E27FC236}">
                      <a16:creationId xmlns:a16="http://schemas.microsoft.com/office/drawing/2014/main" id="{A687540F-1C15-BA60-3B4F-2939A71D9114}"/>
                    </a:ext>
                  </a:extLst>
                </p:cNvPr>
                <p:cNvSpPr txBox="1">
                  <a:spLocks noChangeArrowheads="1"/>
                </p:cNvSpPr>
                <p:nvPr/>
              </p:nvSpPr>
              <p:spPr bwMode="auto">
                <a:xfrm>
                  <a:off x="3641" y="2616"/>
                  <a:ext cx="354"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Port</a:t>
                  </a:r>
                </a:p>
              </p:txBody>
            </p:sp>
            <p:sp>
              <p:nvSpPr>
                <p:cNvPr id="17" name="Rectangle 83">
                  <a:extLst>
                    <a:ext uri="{FF2B5EF4-FFF2-40B4-BE49-F238E27FC236}">
                      <a16:creationId xmlns:a16="http://schemas.microsoft.com/office/drawing/2014/main" id="{1955C64C-C35E-9D9F-AA0D-AA846FC5E571}"/>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 name="Textfeld 169">
                <a:extLst>
                  <a:ext uri="{FF2B5EF4-FFF2-40B4-BE49-F238E27FC236}">
                    <a16:creationId xmlns:a16="http://schemas.microsoft.com/office/drawing/2014/main" id="{7AE7C231-E307-5B81-5D5D-0D8A2C7855F8}"/>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 name="Textfeld 169">
                <a:extLst>
                  <a:ext uri="{FF2B5EF4-FFF2-40B4-BE49-F238E27FC236}">
                    <a16:creationId xmlns:a16="http://schemas.microsoft.com/office/drawing/2014/main" id="{B34568A3-500D-7F86-40CA-203C3485AB97}"/>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 name="Textfeld 169">
                <a:extLst>
                  <a:ext uri="{FF2B5EF4-FFF2-40B4-BE49-F238E27FC236}">
                    <a16:creationId xmlns:a16="http://schemas.microsoft.com/office/drawing/2014/main" id="{2FF2D490-E2A5-C828-B762-32E468DA1BC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5" name="Textfeld 169">
                <a:extLst>
                  <a:ext uri="{FF2B5EF4-FFF2-40B4-BE49-F238E27FC236}">
                    <a16:creationId xmlns:a16="http://schemas.microsoft.com/office/drawing/2014/main" id="{A78761AC-AD41-D996-231D-4426E83291FA}"/>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20" name="Rectangle 83">
              <a:extLst>
                <a:ext uri="{FF2B5EF4-FFF2-40B4-BE49-F238E27FC236}">
                  <a16:creationId xmlns:a16="http://schemas.microsoft.com/office/drawing/2014/main" id="{2E9AD388-CBD8-5A0E-F78E-D8BF6DE42193}"/>
                </a:ext>
              </a:extLst>
            </p:cNvPr>
            <p:cNvSpPr>
              <a:spLocks noChangeArrowheads="1"/>
            </p:cNvSpPr>
            <p:nvPr/>
          </p:nvSpPr>
          <p:spPr bwMode="auto">
            <a:xfrm>
              <a:off x="5279705" y="3791032"/>
              <a:ext cx="1631951"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r>
                <a:rPr lang="en-US" sz="1400" kern="0" dirty="0">
                  <a:solidFill>
                    <a:srgbClr val="00549F"/>
                  </a:solidFill>
                </a:rPr>
                <a:t>String</a:t>
              </a:r>
              <a:r>
                <a:rPr lang="en-US" sz="1200" kern="0" dirty="0">
                  <a:solidFill>
                    <a:srgbClr val="00549F"/>
                  </a:solidFill>
                </a:rPr>
                <a:t> </a:t>
              </a:r>
              <a:r>
                <a:rPr lang="en-US" sz="1400" kern="0" dirty="0">
                  <a:solidFill>
                    <a:srgbClr val="00549F"/>
                  </a:solidFill>
                </a:rPr>
                <a:t>name</a:t>
              </a:r>
              <a:endParaRPr kumimoji="0" lang="en-US" sz="1200" b="0" i="0" u="none" strike="noStrike" kern="0" cap="none" spc="0" normalizeH="0" baseline="0" noProof="0" dirty="0">
                <a:ln>
                  <a:noFill/>
                </a:ln>
                <a:solidFill>
                  <a:srgbClr val="00549F"/>
                </a:solidFill>
                <a:effectLst/>
                <a:uLnTx/>
                <a:uFillTx/>
                <a:latin typeface="Arial" panose="020B0604020202020204" pitchFamily="34" charset="0"/>
                <a:ea typeface="ＭＳ Ｐゴシック" panose="020B0600070205080204" pitchFamily="34" charset="-128"/>
              </a:endParaRPr>
            </a:p>
          </p:txBody>
        </p:sp>
      </p:grpSp>
      <p:cxnSp>
        <p:nvCxnSpPr>
          <p:cNvPr id="28" name="Gerade Verbindung mit Pfeil 109">
            <a:extLst>
              <a:ext uri="{FF2B5EF4-FFF2-40B4-BE49-F238E27FC236}">
                <a16:creationId xmlns:a16="http://schemas.microsoft.com/office/drawing/2014/main" id="{C217A65C-A7DE-9D03-500C-6FAF7C861692}"/>
              </a:ext>
            </a:extLst>
          </p:cNvPr>
          <p:cNvCxnSpPr>
            <a:cxnSpLocks/>
          </p:cNvCxnSpPr>
          <p:nvPr/>
        </p:nvCxnSpPr>
        <p:spPr>
          <a:xfrm>
            <a:off x="5632731" y="1637003"/>
            <a:ext cx="0" cy="746943"/>
          </a:xfrm>
          <a:prstGeom prst="straightConnector1">
            <a:avLst/>
          </a:prstGeom>
          <a:noFill/>
          <a:ln w="9525">
            <a:solidFill>
              <a:sysClr val="windowText" lastClr="000000"/>
            </a:solidFill>
            <a:round/>
            <a:headEnd/>
            <a:tailEnd type="triangle" w="med" len="med"/>
          </a:ln>
        </p:spPr>
      </p:cxnSp>
      <p:cxnSp>
        <p:nvCxnSpPr>
          <p:cNvPr id="29" name="Gerade Verbindung mit Pfeil 109">
            <a:extLst>
              <a:ext uri="{FF2B5EF4-FFF2-40B4-BE49-F238E27FC236}">
                <a16:creationId xmlns:a16="http://schemas.microsoft.com/office/drawing/2014/main" id="{F45CB5AB-3513-A20A-B264-E80F0DBD0FAD}"/>
              </a:ext>
            </a:extLst>
          </p:cNvPr>
          <p:cNvCxnSpPr>
            <a:cxnSpLocks/>
            <a:stCxn id="20" idx="2"/>
            <a:endCxn id="100" idx="0"/>
          </p:cNvCxnSpPr>
          <p:nvPr/>
        </p:nvCxnSpPr>
        <p:spPr>
          <a:xfrm flipH="1">
            <a:off x="5892230" y="3207486"/>
            <a:ext cx="43" cy="598273"/>
          </a:xfrm>
          <a:prstGeom prst="straightConnector1">
            <a:avLst/>
          </a:prstGeom>
          <a:noFill/>
          <a:ln w="9525">
            <a:solidFill>
              <a:sysClr val="windowText" lastClr="000000"/>
            </a:solidFill>
            <a:round/>
            <a:headEnd/>
            <a:tailEnd type="triangle" w="med" len="med"/>
          </a:ln>
        </p:spPr>
      </p:cxnSp>
      <p:grpSp>
        <p:nvGrpSpPr>
          <p:cNvPr id="84" name="Gruppieren 83">
            <a:extLst>
              <a:ext uri="{FF2B5EF4-FFF2-40B4-BE49-F238E27FC236}">
                <a16:creationId xmlns:a16="http://schemas.microsoft.com/office/drawing/2014/main" id="{DAECCBA9-7FD5-1541-F075-A8A8E7711A1B}"/>
              </a:ext>
            </a:extLst>
          </p:cNvPr>
          <p:cNvGrpSpPr/>
          <p:nvPr/>
        </p:nvGrpSpPr>
        <p:grpSpPr>
          <a:xfrm>
            <a:off x="7679326" y="3805759"/>
            <a:ext cx="1415042" cy="412750"/>
            <a:chOff x="7782499" y="3595251"/>
            <a:chExt cx="1415042" cy="412750"/>
          </a:xfrm>
        </p:grpSpPr>
        <p:sp>
          <p:nvSpPr>
            <p:cNvPr id="114" name="Text Box 82">
              <a:extLst>
                <a:ext uri="{FF2B5EF4-FFF2-40B4-BE49-F238E27FC236}">
                  <a16:creationId xmlns:a16="http://schemas.microsoft.com/office/drawing/2014/main" id="{0F7C5B89-6A48-EDD8-38A7-146F9192A0D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19" name="Rectangle 83">
              <a:extLst>
                <a:ext uri="{FF2B5EF4-FFF2-40B4-BE49-F238E27FC236}">
                  <a16:creationId xmlns:a16="http://schemas.microsoft.com/office/drawing/2014/main" id="{2869E856-1D96-3478-29F9-01674BB16384}"/>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8" name="Textfeld 169">
              <a:extLst>
                <a:ext uri="{FF2B5EF4-FFF2-40B4-BE49-F238E27FC236}">
                  <a16:creationId xmlns:a16="http://schemas.microsoft.com/office/drawing/2014/main" id="{DAA876B9-CE33-6B87-F39A-8109C564A20A}"/>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619429E3-E830-E700-2FAE-52B7A3664F7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FC6D494A-439C-040E-F48E-4FD9D0C7D23E}"/>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1" name="Textfeld 169">
              <a:extLst>
                <a:ext uri="{FF2B5EF4-FFF2-40B4-BE49-F238E27FC236}">
                  <a16:creationId xmlns:a16="http://schemas.microsoft.com/office/drawing/2014/main" id="{6062919E-718D-6F00-52C6-763B9FF46EAA}"/>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2" name="Textfeld 169">
            <a:extLst>
              <a:ext uri="{FF2B5EF4-FFF2-40B4-BE49-F238E27FC236}">
                <a16:creationId xmlns:a16="http://schemas.microsoft.com/office/drawing/2014/main" id="{26F6957B-ADF2-AEE7-A869-61A8007B9409}"/>
              </a:ext>
            </a:extLst>
          </p:cNvPr>
          <p:cNvSpPr txBox="1"/>
          <p:nvPr/>
        </p:nvSpPr>
        <p:spPr>
          <a:xfrm>
            <a:off x="5638955" y="3499696"/>
            <a:ext cx="264816" cy="307777"/>
          </a:xfrm>
          <a:prstGeom prst="rect">
            <a:avLst/>
          </a:prstGeom>
          <a:noFill/>
        </p:spPr>
        <p:txBody>
          <a:bodyPr wrap="square" rtlCol="0">
            <a:spAutoFit/>
          </a:bodyPr>
          <a:lstStyle/>
          <a:p>
            <a:pPr eaLnBrk="0" hangingPunct="0"/>
            <a:r>
              <a:rPr lang="en-US" sz="1400" dirty="0">
                <a:solidFill>
                  <a:srgbClr val="1E07CC"/>
                </a:solidFill>
                <a:latin typeface="Arial" panose="020B0604020202020204" pitchFamily="34" charset="0"/>
                <a:ea typeface="ＭＳ Ｐゴシック" panose="020B0600070205080204" pitchFamily="34" charset="-128"/>
              </a:rPr>
              <a:t>1</a:t>
            </a:r>
          </a:p>
        </p:txBody>
      </p:sp>
      <p:sp>
        <p:nvSpPr>
          <p:cNvPr id="104" name="Textfeld 169">
            <a:extLst>
              <a:ext uri="{FF2B5EF4-FFF2-40B4-BE49-F238E27FC236}">
                <a16:creationId xmlns:a16="http://schemas.microsoft.com/office/drawing/2014/main" id="{DB82AE1B-B282-8209-9584-7F937FACDB47}"/>
              </a:ext>
            </a:extLst>
          </p:cNvPr>
          <p:cNvSpPr txBox="1"/>
          <p:nvPr/>
        </p:nvSpPr>
        <p:spPr>
          <a:xfrm>
            <a:off x="5672232" y="3202085"/>
            <a:ext cx="264816" cy="307777"/>
          </a:xfrm>
          <a:prstGeom prst="rect">
            <a:avLst/>
          </a:prstGeom>
          <a:noFill/>
        </p:spPr>
        <p:txBody>
          <a:bodyPr wrap="square" rtlCol="0">
            <a:spAutoFit/>
          </a:bodyPr>
          <a:lstStyle/>
          <a:p>
            <a:pPr eaLnBrk="0" hangingPunct="0"/>
            <a:r>
              <a:rPr lang="en-US" sz="1400" dirty="0">
                <a:solidFill>
                  <a:srgbClr val="1E07CC"/>
                </a:solidFill>
              </a:rPr>
              <a:t>*</a:t>
            </a:r>
            <a:endParaRPr lang="en-US" sz="1400" dirty="0">
              <a:solidFill>
                <a:srgbClr val="1E07CC"/>
              </a:solidFill>
              <a:latin typeface="Arial" panose="020B0604020202020204" pitchFamily="34" charset="0"/>
              <a:ea typeface="ＭＳ Ｐゴシック" panose="020B0600070205080204" pitchFamily="34" charset="-128"/>
            </a:endParaRPr>
          </a:p>
        </p:txBody>
      </p:sp>
      <p:sp>
        <p:nvSpPr>
          <p:cNvPr id="105" name="Textfeld 169">
            <a:extLst>
              <a:ext uri="{FF2B5EF4-FFF2-40B4-BE49-F238E27FC236}">
                <a16:creationId xmlns:a16="http://schemas.microsoft.com/office/drawing/2014/main" id="{84639735-0E33-88EF-2205-B3CBFD7910D5}"/>
              </a:ext>
            </a:extLst>
          </p:cNvPr>
          <p:cNvSpPr txBox="1"/>
          <p:nvPr/>
        </p:nvSpPr>
        <p:spPr>
          <a:xfrm>
            <a:off x="4872352" y="1748636"/>
            <a:ext cx="1106601"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ownerIn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12" name="Textfeld 169">
            <a:extLst>
              <a:ext uri="{FF2B5EF4-FFF2-40B4-BE49-F238E27FC236}">
                <a16:creationId xmlns:a16="http://schemas.microsoft.com/office/drawing/2014/main" id="{9C2E9AC0-D0C9-45E5-6AF9-DA8A844812E0}"/>
              </a:ext>
            </a:extLst>
          </p:cNvPr>
          <p:cNvSpPr txBox="1"/>
          <p:nvPr/>
        </p:nvSpPr>
        <p:spPr>
          <a:xfrm>
            <a:off x="6220200" y="1744194"/>
            <a:ext cx="1106601"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ownerOut</a:t>
            </a:r>
            <a:endParaRPr lang="en-US" sz="1400" dirty="0">
              <a:solidFill>
                <a:prstClr val="black"/>
              </a:solidFill>
              <a:latin typeface="Arial" panose="020B0604020202020204" pitchFamily="34" charset="0"/>
              <a:ea typeface="ＭＳ Ｐゴシック" panose="020B0600070205080204" pitchFamily="34" charset="-128"/>
            </a:endParaRPr>
          </a:p>
        </p:txBody>
      </p:sp>
      <p:grpSp>
        <p:nvGrpSpPr>
          <p:cNvPr id="26" name="Gruppieren 25">
            <a:extLst>
              <a:ext uri="{FF2B5EF4-FFF2-40B4-BE49-F238E27FC236}">
                <a16:creationId xmlns:a16="http://schemas.microsoft.com/office/drawing/2014/main" id="{11AF5ED5-7AC4-B7CE-694E-67BD096731DE}"/>
              </a:ext>
            </a:extLst>
          </p:cNvPr>
          <p:cNvGrpSpPr/>
          <p:nvPr/>
        </p:nvGrpSpPr>
        <p:grpSpPr>
          <a:xfrm>
            <a:off x="6743720" y="4672492"/>
            <a:ext cx="1415042" cy="412750"/>
            <a:chOff x="7782499" y="3595251"/>
            <a:chExt cx="1415042" cy="412750"/>
          </a:xfrm>
        </p:grpSpPr>
        <p:sp>
          <p:nvSpPr>
            <p:cNvPr id="27" name="Text Box 82">
              <a:extLst>
                <a:ext uri="{FF2B5EF4-FFF2-40B4-BE49-F238E27FC236}">
                  <a16:creationId xmlns:a16="http://schemas.microsoft.com/office/drawing/2014/main" id="{80788DCC-CF71-11C4-13CF-A3D164762E29}"/>
                </a:ext>
              </a:extLst>
            </p:cNvPr>
            <p:cNvSpPr txBox="1">
              <a:spLocks noChangeArrowheads="1"/>
            </p:cNvSpPr>
            <p:nvPr/>
          </p:nvSpPr>
          <p:spPr bwMode="auto">
            <a:xfrm>
              <a:off x="8190637" y="3633351"/>
              <a:ext cx="59343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a:t>
              </a:r>
            </a:p>
          </p:txBody>
        </p:sp>
        <p:sp>
          <p:nvSpPr>
            <p:cNvPr id="30" name="Rectangle 83">
              <a:extLst>
                <a:ext uri="{FF2B5EF4-FFF2-40B4-BE49-F238E27FC236}">
                  <a16:creationId xmlns:a16="http://schemas.microsoft.com/office/drawing/2014/main" id="{2E119556-228B-B469-3E20-C666C6AB0DA7}"/>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1" name="Textfeld 169">
              <a:extLst>
                <a:ext uri="{FF2B5EF4-FFF2-40B4-BE49-F238E27FC236}">
                  <a16:creationId xmlns:a16="http://schemas.microsoft.com/office/drawing/2014/main" id="{535FF1C0-F228-3380-DDEB-7CF11495C5C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2" name="Textfeld 169">
              <a:extLst>
                <a:ext uri="{FF2B5EF4-FFF2-40B4-BE49-F238E27FC236}">
                  <a16:creationId xmlns:a16="http://schemas.microsoft.com/office/drawing/2014/main" id="{4CCAA8B6-9570-5EE4-F4D9-600CDE26C6D8}"/>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4" name="Textfeld 169">
              <a:extLst>
                <a:ext uri="{FF2B5EF4-FFF2-40B4-BE49-F238E27FC236}">
                  <a16:creationId xmlns:a16="http://schemas.microsoft.com/office/drawing/2014/main" id="{568BABFD-00C0-520A-A77C-FB851852D0C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5" name="Textfeld 169">
              <a:extLst>
                <a:ext uri="{FF2B5EF4-FFF2-40B4-BE49-F238E27FC236}">
                  <a16:creationId xmlns:a16="http://schemas.microsoft.com/office/drawing/2014/main" id="{DAC03A26-0036-BB58-BD66-B550B2C63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57" name="Gruppieren 56">
            <a:extLst>
              <a:ext uri="{FF2B5EF4-FFF2-40B4-BE49-F238E27FC236}">
                <a16:creationId xmlns:a16="http://schemas.microsoft.com/office/drawing/2014/main" id="{5A67FF0E-4A7E-8525-E6AE-0D4E5CCF9588}"/>
              </a:ext>
            </a:extLst>
          </p:cNvPr>
          <p:cNvGrpSpPr/>
          <p:nvPr/>
        </p:nvGrpSpPr>
        <p:grpSpPr>
          <a:xfrm>
            <a:off x="8614932" y="4672492"/>
            <a:ext cx="1415042" cy="412750"/>
            <a:chOff x="7782499" y="3595251"/>
            <a:chExt cx="1415042" cy="412750"/>
          </a:xfrm>
        </p:grpSpPr>
        <p:sp>
          <p:nvSpPr>
            <p:cNvPr id="63" name="Text Box 82">
              <a:extLst>
                <a:ext uri="{FF2B5EF4-FFF2-40B4-BE49-F238E27FC236}">
                  <a16:creationId xmlns:a16="http://schemas.microsoft.com/office/drawing/2014/main" id="{E6B98D9E-1CAC-FFE6-34F7-BDEC5C094398}"/>
                </a:ext>
              </a:extLst>
            </p:cNvPr>
            <p:cNvSpPr txBox="1">
              <a:spLocks noChangeArrowheads="1"/>
            </p:cNvSpPr>
            <p:nvPr/>
          </p:nvSpPr>
          <p:spPr bwMode="auto">
            <a:xfrm>
              <a:off x="8167395" y="3633351"/>
              <a:ext cx="63991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a:t>
              </a:r>
            </a:p>
          </p:txBody>
        </p:sp>
        <p:sp>
          <p:nvSpPr>
            <p:cNvPr id="66" name="Rectangle 83">
              <a:extLst>
                <a:ext uri="{FF2B5EF4-FFF2-40B4-BE49-F238E27FC236}">
                  <a16:creationId xmlns:a16="http://schemas.microsoft.com/office/drawing/2014/main" id="{78E56461-D667-7D8D-8787-076F3C75F075}"/>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9" name="Textfeld 169">
              <a:extLst>
                <a:ext uri="{FF2B5EF4-FFF2-40B4-BE49-F238E27FC236}">
                  <a16:creationId xmlns:a16="http://schemas.microsoft.com/office/drawing/2014/main" id="{0F34C249-42F8-A59B-D3F7-7D2C1B21B514}"/>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0" name="Textfeld 169">
              <a:extLst>
                <a:ext uri="{FF2B5EF4-FFF2-40B4-BE49-F238E27FC236}">
                  <a16:creationId xmlns:a16="http://schemas.microsoft.com/office/drawing/2014/main" id="{5BF5E5B9-88B2-C68C-5C18-FFF3F6859B23}"/>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1" name="Textfeld 169">
              <a:extLst>
                <a:ext uri="{FF2B5EF4-FFF2-40B4-BE49-F238E27FC236}">
                  <a16:creationId xmlns:a16="http://schemas.microsoft.com/office/drawing/2014/main" id="{A317858A-35FF-9A7E-48D3-62A6D4A47AE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2" name="Textfeld 169">
              <a:extLst>
                <a:ext uri="{FF2B5EF4-FFF2-40B4-BE49-F238E27FC236}">
                  <a16:creationId xmlns:a16="http://schemas.microsoft.com/office/drawing/2014/main" id="{26EDCEB7-54E9-31EE-37C3-9DD59F9830C7}"/>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79" name="AutoShape 50">
            <a:extLst>
              <a:ext uri="{FF2B5EF4-FFF2-40B4-BE49-F238E27FC236}">
                <a16:creationId xmlns:a16="http://schemas.microsoft.com/office/drawing/2014/main" id="{3919B16B-6BB3-2D3D-1E48-3F8C56C7E476}"/>
              </a:ext>
            </a:extLst>
          </p:cNvPr>
          <p:cNvSpPr>
            <a:spLocks noChangeArrowheads="1"/>
          </p:cNvSpPr>
          <p:nvPr/>
        </p:nvSpPr>
        <p:spPr bwMode="auto">
          <a:xfrm>
            <a:off x="7993490" y="422866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0" name="AutoShape 50">
            <a:extLst>
              <a:ext uri="{FF2B5EF4-FFF2-40B4-BE49-F238E27FC236}">
                <a16:creationId xmlns:a16="http://schemas.microsoft.com/office/drawing/2014/main" id="{62C7F513-8FC2-086F-299D-9FFA0D244E8A}"/>
              </a:ext>
            </a:extLst>
          </p:cNvPr>
          <p:cNvSpPr>
            <a:spLocks noChangeArrowheads="1"/>
          </p:cNvSpPr>
          <p:nvPr/>
        </p:nvSpPr>
        <p:spPr bwMode="auto">
          <a:xfrm>
            <a:off x="8611927" y="422866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85" name="Verbinder: gewinkelt 87">
            <a:extLst>
              <a:ext uri="{FF2B5EF4-FFF2-40B4-BE49-F238E27FC236}">
                <a16:creationId xmlns:a16="http://schemas.microsoft.com/office/drawing/2014/main" id="{99484B3D-0033-0679-D787-76A4CE98CB3C}"/>
              </a:ext>
            </a:extLst>
          </p:cNvPr>
          <p:cNvCxnSpPr>
            <a:cxnSpLocks/>
            <a:stCxn id="80" idx="2"/>
            <a:endCxn id="66" idx="0"/>
          </p:cNvCxnSpPr>
          <p:nvPr/>
        </p:nvCxnSpPr>
        <p:spPr>
          <a:xfrm rot="16200000" flipH="1">
            <a:off x="8913409" y="4263736"/>
            <a:ext cx="191411" cy="626099"/>
          </a:xfrm>
          <a:prstGeom prst="bentConnector3">
            <a:avLst>
              <a:gd name="adj1" fmla="val 50000"/>
            </a:avLst>
          </a:prstGeom>
          <a:noFill/>
          <a:ln w="9525">
            <a:solidFill>
              <a:sysClr val="windowText" lastClr="000000"/>
            </a:solidFill>
            <a:round/>
            <a:headEnd/>
            <a:tailEnd type="triangle" w="med" len="med"/>
          </a:ln>
        </p:spPr>
      </p:cxnSp>
      <p:cxnSp>
        <p:nvCxnSpPr>
          <p:cNvPr id="89" name="Verbinder: gewinkelt 87">
            <a:extLst>
              <a:ext uri="{FF2B5EF4-FFF2-40B4-BE49-F238E27FC236}">
                <a16:creationId xmlns:a16="http://schemas.microsoft.com/office/drawing/2014/main" id="{AA29B4EC-821F-7EE3-4F9C-1BB9F314065B}"/>
              </a:ext>
            </a:extLst>
          </p:cNvPr>
          <p:cNvCxnSpPr>
            <a:cxnSpLocks/>
            <a:stCxn id="79" idx="2"/>
            <a:endCxn id="30" idx="0"/>
          </p:cNvCxnSpPr>
          <p:nvPr/>
        </p:nvCxnSpPr>
        <p:spPr>
          <a:xfrm rot="5400000">
            <a:off x="7668585" y="4263448"/>
            <a:ext cx="191411" cy="626676"/>
          </a:xfrm>
          <a:prstGeom prst="bentConnector3">
            <a:avLst>
              <a:gd name="adj1" fmla="val 50000"/>
            </a:avLst>
          </a:prstGeom>
          <a:noFill/>
          <a:ln w="9525">
            <a:solidFill>
              <a:sysClr val="windowText" lastClr="000000"/>
            </a:solidFill>
            <a:round/>
            <a:headEnd/>
            <a:tailEnd type="triangle" w="med" len="med"/>
          </a:ln>
        </p:spPr>
      </p:cxnSp>
      <p:sp>
        <p:nvSpPr>
          <p:cNvPr id="101" name="Textfeld 44">
            <a:extLst>
              <a:ext uri="{FF2B5EF4-FFF2-40B4-BE49-F238E27FC236}">
                <a16:creationId xmlns:a16="http://schemas.microsoft.com/office/drawing/2014/main" id="{DD5C6718-D6E9-8CF4-7E88-5CF52800DCD8}"/>
              </a:ext>
            </a:extLst>
          </p:cNvPr>
          <p:cNvSpPr txBox="1"/>
          <p:nvPr/>
        </p:nvSpPr>
        <p:spPr>
          <a:xfrm>
            <a:off x="6821886" y="2448707"/>
            <a:ext cx="1509742" cy="830997"/>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emulates channel qualifier</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07" name="Textfeld 44">
            <a:extLst>
              <a:ext uri="{FF2B5EF4-FFF2-40B4-BE49-F238E27FC236}">
                <a16:creationId xmlns:a16="http://schemas.microsoft.com/office/drawing/2014/main" id="{BC85EA12-B638-B054-D15D-DDB24C413550}"/>
              </a:ext>
            </a:extLst>
          </p:cNvPr>
          <p:cNvSpPr txBox="1"/>
          <p:nvPr/>
        </p:nvSpPr>
        <p:spPr>
          <a:xfrm>
            <a:off x="9948433" y="4367328"/>
            <a:ext cx="1491164"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String </a:t>
            </a:r>
            <a:r>
              <a:rPr lang="en-US" sz="1600" i="1" dirty="0" err="1">
                <a:solidFill>
                  <a:srgbClr val="00549F"/>
                </a:solidFill>
                <a:latin typeface="Trebuchet MS" panose="020B0603020202020204" pitchFamily="34" charset="0"/>
                <a:cs typeface="Times New Roman" panose="02020603050405020304" pitchFamily="18" charset="0"/>
              </a:rPr>
              <a:t>mcType</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08" name="Freihandform: Form 107">
            <a:extLst>
              <a:ext uri="{FF2B5EF4-FFF2-40B4-BE49-F238E27FC236}">
                <a16:creationId xmlns:a16="http://schemas.microsoft.com/office/drawing/2014/main" id="{FAD10FEE-7A80-532E-B106-2E10EAC5FC48}"/>
              </a:ext>
            </a:extLst>
          </p:cNvPr>
          <p:cNvSpPr/>
          <p:nvPr/>
        </p:nvSpPr>
        <p:spPr bwMode="auto">
          <a:xfrm>
            <a:off x="6667500" y="2260123"/>
            <a:ext cx="692150" cy="266759"/>
          </a:xfrm>
          <a:custGeom>
            <a:avLst/>
            <a:gdLst>
              <a:gd name="connsiteX0" fmla="*/ 692150 w 692150"/>
              <a:gd name="connsiteY0" fmla="*/ 247709 h 266759"/>
              <a:gd name="connsiteX1" fmla="*/ 476250 w 692150"/>
              <a:gd name="connsiteY1" fmla="*/ 59 h 266759"/>
              <a:gd name="connsiteX2" fmla="*/ 0 w 692150"/>
              <a:gd name="connsiteY2" fmla="*/ 266759 h 266759"/>
            </a:gdLst>
            <a:ahLst/>
            <a:cxnLst>
              <a:cxn ang="0">
                <a:pos x="connsiteX0" y="connsiteY0"/>
              </a:cxn>
              <a:cxn ang="0">
                <a:pos x="connsiteX1" y="connsiteY1"/>
              </a:cxn>
              <a:cxn ang="0">
                <a:pos x="connsiteX2" y="connsiteY2"/>
              </a:cxn>
            </a:cxnLst>
            <a:rect l="l" t="t" r="r" b="b"/>
            <a:pathLst>
              <a:path w="692150" h="266759">
                <a:moveTo>
                  <a:pt x="692150" y="247709"/>
                </a:moveTo>
                <a:cubicBezTo>
                  <a:pt x="641879" y="122296"/>
                  <a:pt x="591608" y="-3116"/>
                  <a:pt x="476250" y="59"/>
                </a:cubicBezTo>
                <a:cubicBezTo>
                  <a:pt x="360892" y="3234"/>
                  <a:pt x="180446" y="134996"/>
                  <a:pt x="0" y="266759"/>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13" name="Textfeld 44">
            <a:extLst>
              <a:ext uri="{FF2B5EF4-FFF2-40B4-BE49-F238E27FC236}">
                <a16:creationId xmlns:a16="http://schemas.microsoft.com/office/drawing/2014/main" id="{469BEC6E-B031-B374-01D7-77C49EDFFEE6}"/>
              </a:ext>
            </a:extLst>
          </p:cNvPr>
          <p:cNvSpPr txBox="1"/>
          <p:nvPr/>
        </p:nvSpPr>
        <p:spPr>
          <a:xfrm>
            <a:off x="5131500" y="4367329"/>
            <a:ext cx="171782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String specifier</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grpSp>
        <p:nvGrpSpPr>
          <p:cNvPr id="115" name="Gruppieren 114">
            <a:extLst>
              <a:ext uri="{FF2B5EF4-FFF2-40B4-BE49-F238E27FC236}">
                <a16:creationId xmlns:a16="http://schemas.microsoft.com/office/drawing/2014/main" id="{C905DE76-44D8-137C-99F7-1CC88E45B372}"/>
              </a:ext>
            </a:extLst>
          </p:cNvPr>
          <p:cNvGrpSpPr/>
          <p:nvPr/>
        </p:nvGrpSpPr>
        <p:grpSpPr>
          <a:xfrm>
            <a:off x="5175128" y="5450330"/>
            <a:ext cx="1415042" cy="412750"/>
            <a:chOff x="7782499" y="3595251"/>
            <a:chExt cx="1415042" cy="412750"/>
          </a:xfrm>
        </p:grpSpPr>
        <p:sp>
          <p:nvSpPr>
            <p:cNvPr id="116" name="Text Box 82">
              <a:extLst>
                <a:ext uri="{FF2B5EF4-FFF2-40B4-BE49-F238E27FC236}">
                  <a16:creationId xmlns:a16="http://schemas.microsoft.com/office/drawing/2014/main" id="{C7DAC5F9-949D-6FAC-D9DC-A88403FD14A2}"/>
                </a:ext>
              </a:extLst>
            </p:cNvPr>
            <p:cNvSpPr txBox="1">
              <a:spLocks noChangeArrowheads="1"/>
            </p:cNvSpPr>
            <p:nvPr/>
          </p:nvSpPr>
          <p:spPr bwMode="auto">
            <a:xfrm>
              <a:off x="8070414" y="3633351"/>
              <a:ext cx="833883"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Energy</a:t>
              </a:r>
            </a:p>
          </p:txBody>
        </p:sp>
        <p:sp>
          <p:nvSpPr>
            <p:cNvPr id="117" name="Rectangle 83">
              <a:extLst>
                <a:ext uri="{FF2B5EF4-FFF2-40B4-BE49-F238E27FC236}">
                  <a16:creationId xmlns:a16="http://schemas.microsoft.com/office/drawing/2014/main" id="{A6CD6565-017A-3A18-B622-E504F62322D3}"/>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8" name="Textfeld 169">
              <a:extLst>
                <a:ext uri="{FF2B5EF4-FFF2-40B4-BE49-F238E27FC236}">
                  <a16:creationId xmlns:a16="http://schemas.microsoft.com/office/drawing/2014/main" id="{854563CE-37BB-22BC-424E-1F0192D9B7F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0" name="Textfeld 169">
              <a:extLst>
                <a:ext uri="{FF2B5EF4-FFF2-40B4-BE49-F238E27FC236}">
                  <a16:creationId xmlns:a16="http://schemas.microsoft.com/office/drawing/2014/main" id="{446420EF-E39D-F2EE-24AC-FC537273B3E2}"/>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1" name="Textfeld 169">
              <a:extLst>
                <a:ext uri="{FF2B5EF4-FFF2-40B4-BE49-F238E27FC236}">
                  <a16:creationId xmlns:a16="http://schemas.microsoft.com/office/drawing/2014/main" id="{2E1F90B0-20A8-F5B7-46C8-94B3A22F4F3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2" name="Textfeld 169">
              <a:extLst>
                <a:ext uri="{FF2B5EF4-FFF2-40B4-BE49-F238E27FC236}">
                  <a16:creationId xmlns:a16="http://schemas.microsoft.com/office/drawing/2014/main" id="{15AC6431-7BD7-6D92-61A0-CD3D6E86C7AC}"/>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123" name="Gruppieren 122">
            <a:extLst>
              <a:ext uri="{FF2B5EF4-FFF2-40B4-BE49-F238E27FC236}">
                <a16:creationId xmlns:a16="http://schemas.microsoft.com/office/drawing/2014/main" id="{151F0909-2D21-D232-4B4E-B0A834936BD8}"/>
              </a:ext>
            </a:extLst>
          </p:cNvPr>
          <p:cNvGrpSpPr/>
          <p:nvPr/>
        </p:nvGrpSpPr>
        <p:grpSpPr>
          <a:xfrm>
            <a:off x="6743720" y="5450330"/>
            <a:ext cx="1415042" cy="412750"/>
            <a:chOff x="7782499" y="3595251"/>
            <a:chExt cx="1415042" cy="412750"/>
          </a:xfrm>
        </p:grpSpPr>
        <p:sp>
          <p:nvSpPr>
            <p:cNvPr id="124" name="Text Box 82">
              <a:extLst>
                <a:ext uri="{FF2B5EF4-FFF2-40B4-BE49-F238E27FC236}">
                  <a16:creationId xmlns:a16="http://schemas.microsoft.com/office/drawing/2014/main" id="{C972DAA6-87F5-2EA0-A19A-5CBD8EDAA758}"/>
                </a:ext>
              </a:extLst>
            </p:cNvPr>
            <p:cNvSpPr txBox="1">
              <a:spLocks noChangeArrowheads="1"/>
            </p:cNvSpPr>
            <p:nvPr/>
          </p:nvSpPr>
          <p:spPr bwMode="auto">
            <a:xfrm>
              <a:off x="8030340" y="3633351"/>
              <a:ext cx="914033"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Material</a:t>
              </a:r>
            </a:p>
          </p:txBody>
        </p:sp>
        <p:sp>
          <p:nvSpPr>
            <p:cNvPr id="125" name="Rectangle 83">
              <a:extLst>
                <a:ext uri="{FF2B5EF4-FFF2-40B4-BE49-F238E27FC236}">
                  <a16:creationId xmlns:a16="http://schemas.microsoft.com/office/drawing/2014/main" id="{25E16296-86C3-2D05-9406-F8109A20607D}"/>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6" name="Textfeld 169">
              <a:extLst>
                <a:ext uri="{FF2B5EF4-FFF2-40B4-BE49-F238E27FC236}">
                  <a16:creationId xmlns:a16="http://schemas.microsoft.com/office/drawing/2014/main" id="{68C70F33-7EA9-5D0F-75EC-F22745E7AC2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7" name="Textfeld 169">
              <a:extLst>
                <a:ext uri="{FF2B5EF4-FFF2-40B4-BE49-F238E27FC236}">
                  <a16:creationId xmlns:a16="http://schemas.microsoft.com/office/drawing/2014/main" id="{B78D161D-F167-BCB2-658C-E11A8C7D474B}"/>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9" name="Textfeld 169">
              <a:extLst>
                <a:ext uri="{FF2B5EF4-FFF2-40B4-BE49-F238E27FC236}">
                  <a16:creationId xmlns:a16="http://schemas.microsoft.com/office/drawing/2014/main" id="{3335A0ED-2866-598F-05EF-9F2A572F9988}"/>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0" name="Textfeld 169">
              <a:extLst>
                <a:ext uri="{FF2B5EF4-FFF2-40B4-BE49-F238E27FC236}">
                  <a16:creationId xmlns:a16="http://schemas.microsoft.com/office/drawing/2014/main" id="{48C22A2D-397E-2FBF-B54E-3DA77812E5B0}"/>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131" name="Gruppieren 130">
            <a:extLst>
              <a:ext uri="{FF2B5EF4-FFF2-40B4-BE49-F238E27FC236}">
                <a16:creationId xmlns:a16="http://schemas.microsoft.com/office/drawing/2014/main" id="{89E87D0A-A97B-9C70-BEC5-7310E5844B3C}"/>
              </a:ext>
            </a:extLst>
          </p:cNvPr>
          <p:cNvGrpSpPr/>
          <p:nvPr/>
        </p:nvGrpSpPr>
        <p:grpSpPr>
          <a:xfrm>
            <a:off x="8312313" y="5450330"/>
            <a:ext cx="1415042" cy="412750"/>
            <a:chOff x="7782499" y="3595251"/>
            <a:chExt cx="1415042" cy="412750"/>
          </a:xfrm>
        </p:grpSpPr>
        <p:sp>
          <p:nvSpPr>
            <p:cNvPr id="135" name="Text Box 82">
              <a:extLst>
                <a:ext uri="{FF2B5EF4-FFF2-40B4-BE49-F238E27FC236}">
                  <a16:creationId xmlns:a16="http://schemas.microsoft.com/office/drawing/2014/main" id="{62154B60-2ABA-B4FA-D14F-029B68676E2D}"/>
                </a:ext>
              </a:extLst>
            </p:cNvPr>
            <p:cNvSpPr txBox="1">
              <a:spLocks noChangeArrowheads="1"/>
            </p:cNvSpPr>
            <p:nvPr/>
          </p:nvSpPr>
          <p:spPr bwMode="auto">
            <a:xfrm>
              <a:off x="8178618" y="3633351"/>
              <a:ext cx="61747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Data</a:t>
              </a:r>
            </a:p>
          </p:txBody>
        </p:sp>
        <p:sp>
          <p:nvSpPr>
            <p:cNvPr id="137" name="Rectangle 83">
              <a:extLst>
                <a:ext uri="{FF2B5EF4-FFF2-40B4-BE49-F238E27FC236}">
                  <a16:creationId xmlns:a16="http://schemas.microsoft.com/office/drawing/2014/main" id="{BA45A072-DAB3-8E6B-BE0C-59DB1B7D2818}"/>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0" name="Textfeld 169">
              <a:extLst>
                <a:ext uri="{FF2B5EF4-FFF2-40B4-BE49-F238E27FC236}">
                  <a16:creationId xmlns:a16="http://schemas.microsoft.com/office/drawing/2014/main" id="{D67299D7-1DBD-A938-9AF6-7FAF9BDF29EC}"/>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4" name="Textfeld 169">
              <a:extLst>
                <a:ext uri="{FF2B5EF4-FFF2-40B4-BE49-F238E27FC236}">
                  <a16:creationId xmlns:a16="http://schemas.microsoft.com/office/drawing/2014/main" id="{BAAC2893-588E-DD2A-6403-34346621EA11}"/>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5" name="Textfeld 169">
              <a:extLst>
                <a:ext uri="{FF2B5EF4-FFF2-40B4-BE49-F238E27FC236}">
                  <a16:creationId xmlns:a16="http://schemas.microsoft.com/office/drawing/2014/main" id="{B0A05956-7B6A-660E-141A-FAD73E3AC4C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7" name="Textfeld 169">
              <a:extLst>
                <a:ext uri="{FF2B5EF4-FFF2-40B4-BE49-F238E27FC236}">
                  <a16:creationId xmlns:a16="http://schemas.microsoft.com/office/drawing/2014/main" id="{0A57B37E-5344-0D7F-9FC6-F67CE111B67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1" name="Verbinder: gewinkelt 87">
            <a:extLst>
              <a:ext uri="{FF2B5EF4-FFF2-40B4-BE49-F238E27FC236}">
                <a16:creationId xmlns:a16="http://schemas.microsoft.com/office/drawing/2014/main" id="{594645D4-55CC-7865-E4CB-13ED1A12585A}"/>
              </a:ext>
            </a:extLst>
          </p:cNvPr>
          <p:cNvCxnSpPr>
            <a:cxnSpLocks/>
            <a:stCxn id="117" idx="0"/>
            <a:endCxn id="149" idx="3"/>
          </p:cNvCxnSpPr>
          <p:nvPr/>
        </p:nvCxnSpPr>
        <p:spPr>
          <a:xfrm rot="5400000" flipH="1" flipV="1">
            <a:off x="6583236" y="4582324"/>
            <a:ext cx="167130" cy="1568882"/>
          </a:xfrm>
          <a:prstGeom prst="bentConnector3">
            <a:avLst>
              <a:gd name="adj1" fmla="val 50000"/>
            </a:avLst>
          </a:prstGeom>
          <a:noFill/>
          <a:ln w="9525">
            <a:solidFill>
              <a:sysClr val="windowText" lastClr="000000"/>
            </a:solidFill>
            <a:round/>
            <a:headEnd/>
            <a:tailEnd type="none" w="med" len="med"/>
          </a:ln>
        </p:spPr>
      </p:cxnSp>
      <p:cxnSp>
        <p:nvCxnSpPr>
          <p:cNvPr id="155" name="Verbinder: gewinkelt 87">
            <a:extLst>
              <a:ext uri="{FF2B5EF4-FFF2-40B4-BE49-F238E27FC236}">
                <a16:creationId xmlns:a16="http://schemas.microsoft.com/office/drawing/2014/main" id="{E76BFF32-5112-4D10-7648-3089771BB6A1}"/>
              </a:ext>
            </a:extLst>
          </p:cNvPr>
          <p:cNvCxnSpPr>
            <a:cxnSpLocks/>
            <a:stCxn id="137" idx="0"/>
            <a:endCxn id="149" idx="3"/>
          </p:cNvCxnSpPr>
          <p:nvPr/>
        </p:nvCxnSpPr>
        <p:spPr>
          <a:xfrm rot="16200000" flipV="1">
            <a:off x="8151829" y="4582613"/>
            <a:ext cx="167130" cy="1568303"/>
          </a:xfrm>
          <a:prstGeom prst="bentConnector3">
            <a:avLst>
              <a:gd name="adj1" fmla="val 50000"/>
            </a:avLst>
          </a:prstGeom>
          <a:noFill/>
          <a:ln w="9525">
            <a:solidFill>
              <a:sysClr val="windowText" lastClr="000000"/>
            </a:solidFill>
            <a:round/>
            <a:headEnd/>
            <a:tailEnd type="none" w="med" len="med"/>
          </a:ln>
        </p:spPr>
      </p:cxnSp>
      <p:cxnSp>
        <p:nvCxnSpPr>
          <p:cNvPr id="159" name="Gerade Verbindung mit Pfeil 158">
            <a:extLst>
              <a:ext uri="{FF2B5EF4-FFF2-40B4-BE49-F238E27FC236}">
                <a16:creationId xmlns:a16="http://schemas.microsoft.com/office/drawing/2014/main" id="{40C90A6B-478F-5091-AA01-FDB9C7B42A67}"/>
              </a:ext>
            </a:extLst>
          </p:cNvPr>
          <p:cNvCxnSpPr>
            <a:cxnSpLocks/>
            <a:stCxn id="149" idx="3"/>
            <a:endCxn id="125" idx="0"/>
          </p:cNvCxnSpPr>
          <p:nvPr/>
        </p:nvCxnSpPr>
        <p:spPr>
          <a:xfrm flipH="1">
            <a:off x="7450952" y="5283200"/>
            <a:ext cx="290" cy="167130"/>
          </a:xfrm>
          <a:prstGeom prst="straightConnector1">
            <a:avLst/>
          </a:prstGeom>
          <a:noFill/>
          <a:ln w="9525">
            <a:solidFill>
              <a:sysClr val="windowText" lastClr="000000"/>
            </a:solidFill>
            <a:round/>
            <a:headEnd/>
            <a:tailEnd type="none" w="med" len="med"/>
          </a:ln>
        </p:spPr>
      </p:cxnSp>
      <p:sp>
        <p:nvSpPr>
          <p:cNvPr id="167" name="Textfeld 44">
            <a:extLst>
              <a:ext uri="{FF2B5EF4-FFF2-40B4-BE49-F238E27FC236}">
                <a16:creationId xmlns:a16="http://schemas.microsoft.com/office/drawing/2014/main" id="{890BCC7B-F4C9-5ADC-DA03-DB6B9212F451}"/>
              </a:ext>
            </a:extLst>
          </p:cNvPr>
          <p:cNvSpPr txBox="1"/>
          <p:nvPr/>
        </p:nvSpPr>
        <p:spPr>
          <a:xfrm>
            <a:off x="10122895" y="5458905"/>
            <a:ext cx="1130642"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base kinds</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69" name="Freihandform: Form 168">
            <a:extLst>
              <a:ext uri="{FF2B5EF4-FFF2-40B4-BE49-F238E27FC236}">
                <a16:creationId xmlns:a16="http://schemas.microsoft.com/office/drawing/2014/main" id="{6A68ED3F-4AEB-B132-B235-71C7EEF6085A}"/>
              </a:ext>
            </a:extLst>
          </p:cNvPr>
          <p:cNvSpPr/>
          <p:nvPr/>
        </p:nvSpPr>
        <p:spPr bwMode="auto">
          <a:xfrm>
            <a:off x="6293262" y="4663440"/>
            <a:ext cx="427578" cy="198120"/>
          </a:xfrm>
          <a:custGeom>
            <a:avLst/>
            <a:gdLst>
              <a:gd name="connsiteX0" fmla="*/ 122778 w 427578"/>
              <a:gd name="connsiteY0" fmla="*/ 0 h 198120"/>
              <a:gd name="connsiteX1" fmla="*/ 16098 w 427578"/>
              <a:gd name="connsiteY1" fmla="*/ 129540 h 198120"/>
              <a:gd name="connsiteX2" fmla="*/ 427578 w 427578"/>
              <a:gd name="connsiteY2" fmla="*/ 198120 h 198120"/>
            </a:gdLst>
            <a:ahLst/>
            <a:cxnLst>
              <a:cxn ang="0">
                <a:pos x="connsiteX0" y="connsiteY0"/>
              </a:cxn>
              <a:cxn ang="0">
                <a:pos x="connsiteX1" y="connsiteY1"/>
              </a:cxn>
              <a:cxn ang="0">
                <a:pos x="connsiteX2" y="connsiteY2"/>
              </a:cxn>
            </a:cxnLst>
            <a:rect l="l" t="t" r="r" b="b"/>
            <a:pathLst>
              <a:path w="427578" h="198120">
                <a:moveTo>
                  <a:pt x="122778" y="0"/>
                </a:moveTo>
                <a:cubicBezTo>
                  <a:pt x="44038" y="48260"/>
                  <a:pt x="-34702" y="96520"/>
                  <a:pt x="16098" y="129540"/>
                </a:cubicBezTo>
                <a:cubicBezTo>
                  <a:pt x="66898" y="162560"/>
                  <a:pt x="247238" y="180340"/>
                  <a:pt x="427578" y="19812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71" name="Freihandform: Form 170">
            <a:extLst>
              <a:ext uri="{FF2B5EF4-FFF2-40B4-BE49-F238E27FC236}">
                <a16:creationId xmlns:a16="http://schemas.microsoft.com/office/drawing/2014/main" id="{9E50B2B4-1863-567A-B648-E732EE18EB25}"/>
              </a:ext>
            </a:extLst>
          </p:cNvPr>
          <p:cNvSpPr/>
          <p:nvPr/>
        </p:nvSpPr>
        <p:spPr bwMode="auto">
          <a:xfrm>
            <a:off x="10073640" y="4678680"/>
            <a:ext cx="337640" cy="233890"/>
          </a:xfrm>
          <a:custGeom>
            <a:avLst/>
            <a:gdLst>
              <a:gd name="connsiteX0" fmla="*/ 220980 w 337640"/>
              <a:gd name="connsiteY0" fmla="*/ 0 h 233890"/>
              <a:gd name="connsiteX1" fmla="*/ 327660 w 337640"/>
              <a:gd name="connsiteY1" fmla="*/ 213360 h 233890"/>
              <a:gd name="connsiteX2" fmla="*/ 0 w 337640"/>
              <a:gd name="connsiteY2" fmla="*/ 213360 h 233890"/>
            </a:gdLst>
            <a:ahLst/>
            <a:cxnLst>
              <a:cxn ang="0">
                <a:pos x="connsiteX0" y="connsiteY0"/>
              </a:cxn>
              <a:cxn ang="0">
                <a:pos x="connsiteX1" y="connsiteY1"/>
              </a:cxn>
              <a:cxn ang="0">
                <a:pos x="connsiteX2" y="connsiteY2"/>
              </a:cxn>
            </a:cxnLst>
            <a:rect l="l" t="t" r="r" b="b"/>
            <a:pathLst>
              <a:path w="337640" h="233890">
                <a:moveTo>
                  <a:pt x="220980" y="0"/>
                </a:moveTo>
                <a:cubicBezTo>
                  <a:pt x="292735" y="88900"/>
                  <a:pt x="364490" y="177800"/>
                  <a:pt x="327660" y="213360"/>
                </a:cubicBezTo>
                <a:cubicBezTo>
                  <a:pt x="290830" y="248920"/>
                  <a:pt x="145415" y="231140"/>
                  <a:pt x="0" y="21336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49" name="Gleichschenkliges Dreieck 148">
            <a:extLst>
              <a:ext uri="{FF2B5EF4-FFF2-40B4-BE49-F238E27FC236}">
                <a16:creationId xmlns:a16="http://schemas.microsoft.com/office/drawing/2014/main" id="{BEC1884E-28EA-DD65-E818-AF77656E5B04}"/>
              </a:ext>
            </a:extLst>
          </p:cNvPr>
          <p:cNvSpPr/>
          <p:nvPr/>
        </p:nvSpPr>
        <p:spPr bwMode="auto">
          <a:xfrm>
            <a:off x="7336404" y="5095616"/>
            <a:ext cx="229675" cy="187584"/>
          </a:xfrm>
          <a:prstGeom prst="triangle">
            <a:avLst/>
          </a:prstGeom>
          <a:solidFill>
            <a:schemeClr val="bg1"/>
          </a:solidFill>
          <a:ln w="9525">
            <a:solidFill>
              <a:sysClr val="windowText" lastClr="000000"/>
            </a:solidFill>
            <a:miter lim="800000"/>
            <a:headEnd/>
            <a:tailEnd/>
          </a:ln>
        </p:spPr>
        <p:txBody>
          <a:bodyPr wrap="none" anchor="ctr"/>
          <a:lstStyle/>
          <a:p>
            <a:pPr fontAlgn="auto">
              <a:spcBef>
                <a:spcPts val="0"/>
              </a:spcBef>
              <a:spcAft>
                <a:spcPts val="0"/>
              </a:spcAft>
            </a:pPr>
            <a:endParaRPr lang="en-US" kern="0">
              <a:solidFill>
                <a:prstClr val="black"/>
              </a:solidFill>
            </a:endParaRPr>
          </a:p>
        </p:txBody>
      </p:sp>
      <p:cxnSp>
        <p:nvCxnSpPr>
          <p:cNvPr id="179" name="Gerade Verbindung mit Pfeil 178">
            <a:extLst>
              <a:ext uri="{FF2B5EF4-FFF2-40B4-BE49-F238E27FC236}">
                <a16:creationId xmlns:a16="http://schemas.microsoft.com/office/drawing/2014/main" id="{F0571D41-241B-5C10-59DB-0A9707AD5FE5}"/>
              </a:ext>
            </a:extLst>
          </p:cNvPr>
          <p:cNvCxnSpPr>
            <a:cxnSpLocks/>
            <a:stCxn id="167" idx="1"/>
          </p:cNvCxnSpPr>
          <p:nvPr/>
        </p:nvCxnSpPr>
        <p:spPr>
          <a:xfrm flipH="1">
            <a:off x="9854544" y="5628182"/>
            <a:ext cx="268351" cy="0"/>
          </a:xfrm>
          <a:prstGeom prst="straightConnector1">
            <a:avLst/>
          </a:prstGeom>
          <a:noFill/>
          <a:ln w="9525">
            <a:solidFill>
              <a:schemeClr val="tx2"/>
            </a:solidFill>
            <a:round/>
            <a:headEnd type="none" w="sm" len="sm"/>
            <a:tailEnd type="arrow" w="med" len="med"/>
          </a:ln>
        </p:spPr>
      </p:cxnSp>
    </p:spTree>
    <p:extLst>
      <p:ext uri="{BB962C8B-B14F-4D97-AF65-F5344CB8AC3E}">
        <p14:creationId xmlns:p14="http://schemas.microsoft.com/office/powerpoint/2010/main" val="1046341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110AA1FC-B2CD-4ECE-6FC4-BF25C2DA85E3}"/>
              </a:ext>
            </a:extLst>
          </p:cNvPr>
          <p:cNvSpPr>
            <a:spLocks noGrp="1"/>
          </p:cNvSpPr>
          <p:nvPr>
            <p:ph type="ctrTitle"/>
          </p:nvPr>
        </p:nvSpPr>
        <p:spPr/>
        <p:txBody>
          <a:bodyPr/>
          <a:lstStyle/>
          <a:p>
            <a:r>
              <a:rPr lang="en-US" dirty="0"/>
              <a:t>Examples</a:t>
            </a:r>
          </a:p>
        </p:txBody>
      </p:sp>
    </p:spTree>
    <p:extLst>
      <p:ext uri="{BB962C8B-B14F-4D97-AF65-F5344CB8AC3E}">
        <p14:creationId xmlns:p14="http://schemas.microsoft.com/office/powerpoint/2010/main" val="22747020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err="1"/>
              <a:t>Example</a:t>
            </a:r>
            <a:r>
              <a:rPr lang="de-DE" dirty="0"/>
              <a:t> </a:t>
            </a:r>
            <a:r>
              <a:rPr lang="de-DE" dirty="0" err="1"/>
              <a:t>system</a:t>
            </a:r>
            <a:endParaRPr lang="de-DE" dirty="0"/>
          </a:p>
        </p:txBody>
      </p:sp>
      <p:sp>
        <p:nvSpPr>
          <p:cNvPr id="2" name="Content Placeholder 131">
            <a:extLst>
              <a:ext uri="{FF2B5EF4-FFF2-40B4-BE49-F238E27FC236}">
                <a16:creationId xmlns:a16="http://schemas.microsoft.com/office/drawing/2014/main" id="{72D66AFE-453E-C9E2-3E57-1088E62E65B6}"/>
              </a:ext>
            </a:extLst>
          </p:cNvPr>
          <p:cNvSpPr txBox="1">
            <a:spLocks/>
          </p:cNvSpPr>
          <p:nvPr/>
        </p:nvSpPr>
        <p:spPr>
          <a:xfrm>
            <a:off x="384001" y="1236273"/>
            <a:ext cx="5216699" cy="1974721"/>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j-lt"/>
              </a:rPr>
              <a:t>Functional model of an Injection Molding Machine(IMM)</a:t>
            </a:r>
          </a:p>
          <a:p>
            <a:r>
              <a:rPr lang="en-US" dirty="0">
                <a:latin typeface="+mj-lt"/>
              </a:rPr>
              <a:t>Input is a flow of plastic granulate</a:t>
            </a:r>
          </a:p>
          <a:p>
            <a:pPr lvl="1"/>
            <a:r>
              <a:rPr lang="en-US" dirty="0">
                <a:latin typeface="+mj-lt"/>
              </a:rPr>
              <a:t>Measured in [l/s]</a:t>
            </a:r>
          </a:p>
          <a:p>
            <a:r>
              <a:rPr lang="en-US" dirty="0">
                <a:latin typeface="+mj-lt"/>
              </a:rPr>
              <a:t>Output is finished plastic parts</a:t>
            </a:r>
          </a:p>
          <a:p>
            <a:pPr lvl="1"/>
            <a:r>
              <a:rPr lang="en-US" dirty="0">
                <a:latin typeface="+mj-lt"/>
              </a:rPr>
              <a:t>Measured by counting [1]</a:t>
            </a:r>
          </a:p>
        </p:txBody>
      </p:sp>
      <p:pic>
        <p:nvPicPr>
          <p:cNvPr id="36" name="Grafik 35" descr="Ein Bild, das Diagramm, Plan, technische Zeichnung, Design enthält.&#10;&#10;Automatisch generierte Beschreibung">
            <a:extLst>
              <a:ext uri="{FF2B5EF4-FFF2-40B4-BE49-F238E27FC236}">
                <a16:creationId xmlns:a16="http://schemas.microsoft.com/office/drawing/2014/main" id="{5B793664-B402-3C7F-F7A8-45FA34E2AF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00700" y="1182156"/>
            <a:ext cx="6102396" cy="2455261"/>
          </a:xfrm>
          <a:prstGeom prst="rect">
            <a:avLst/>
          </a:prstGeom>
        </p:spPr>
      </p:pic>
      <p:grpSp>
        <p:nvGrpSpPr>
          <p:cNvPr id="52" name="Gruppieren 51">
            <a:extLst>
              <a:ext uri="{FF2B5EF4-FFF2-40B4-BE49-F238E27FC236}">
                <a16:creationId xmlns:a16="http://schemas.microsoft.com/office/drawing/2014/main" id="{CDAF6073-9272-79B5-A4AA-6DB6634DFBBA}"/>
              </a:ext>
            </a:extLst>
          </p:cNvPr>
          <p:cNvGrpSpPr/>
          <p:nvPr/>
        </p:nvGrpSpPr>
        <p:grpSpPr>
          <a:xfrm>
            <a:off x="952462" y="3933104"/>
            <a:ext cx="10287075" cy="1476500"/>
            <a:chOff x="795021" y="3933104"/>
            <a:chExt cx="10287075" cy="1476500"/>
          </a:xfrm>
        </p:grpSpPr>
        <p:sp>
          <p:nvSpPr>
            <p:cNvPr id="23" name="Rectangle 22">
              <a:extLst>
                <a:ext uri="{FF2B5EF4-FFF2-40B4-BE49-F238E27FC236}">
                  <a16:creationId xmlns:a16="http://schemas.microsoft.com/office/drawing/2014/main" id="{6B328FAD-2D57-B529-AC9E-3F9DB9820190}"/>
                </a:ext>
              </a:extLst>
            </p:cNvPr>
            <p:cNvSpPr>
              <a:spLocks noChangeArrowheads="1"/>
            </p:cNvSpPr>
            <p:nvPr/>
          </p:nvSpPr>
          <p:spPr bwMode="auto">
            <a:xfrm>
              <a:off x="1231900" y="3933104"/>
              <a:ext cx="9599232" cy="1476500"/>
            </a:xfrm>
            <a:prstGeom prst="rect">
              <a:avLst/>
            </a:prstGeom>
            <a:solidFill>
              <a:schemeClr val="bg1"/>
            </a:solidFill>
            <a:ln w="9525" cap="rnd">
              <a:solidFill>
                <a:srgbClr val="000000"/>
              </a:solidFill>
              <a:round/>
              <a:headEnd/>
              <a:tailEnd/>
            </a:ln>
          </p:spPr>
          <p:txBody>
            <a:bodyPr lIns="36000" tIns="36000" rIns="36000" bIns="36000"/>
            <a:lstStyle/>
            <a:p>
              <a:r>
                <a:rPr lang="en-US" b="1" dirty="0" err="1"/>
                <a:t>InjectionMoldingMachine</a:t>
              </a:r>
              <a:endParaRPr lang="en-US" b="1" dirty="0"/>
            </a:p>
          </p:txBody>
        </p:sp>
        <p:cxnSp>
          <p:nvCxnSpPr>
            <p:cNvPr id="8" name="Gerade Verbindung mit Pfeil 7">
              <a:extLst>
                <a:ext uri="{FF2B5EF4-FFF2-40B4-BE49-F238E27FC236}">
                  <a16:creationId xmlns:a16="http://schemas.microsoft.com/office/drawing/2014/main" id="{52B10A87-E39A-18B5-4216-ADDE3611E2F3}"/>
                </a:ext>
              </a:extLst>
            </p:cNvPr>
            <p:cNvCxnSpPr>
              <a:cxnSpLocks/>
              <a:stCxn id="15" idx="3"/>
              <a:endCxn id="32" idx="1"/>
            </p:cNvCxnSpPr>
            <p:nvPr/>
          </p:nvCxnSpPr>
          <p:spPr>
            <a:xfrm>
              <a:off x="5140234" y="5033024"/>
              <a:ext cx="1758192"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4" name="Rectangle 41">
              <a:extLst>
                <a:ext uri="{FF2B5EF4-FFF2-40B4-BE49-F238E27FC236}">
                  <a16:creationId xmlns:a16="http://schemas.microsoft.com/office/drawing/2014/main" id="{AC2D4CFD-D046-557E-3BE6-AC8D784C446D}"/>
                </a:ext>
              </a:extLst>
            </p:cNvPr>
            <p:cNvSpPr>
              <a:spLocks noChangeArrowheads="1"/>
            </p:cNvSpPr>
            <p:nvPr/>
          </p:nvSpPr>
          <p:spPr bwMode="auto">
            <a:xfrm>
              <a:off x="3571669" y="4524478"/>
              <a:ext cx="1301230" cy="673211"/>
            </a:xfrm>
            <a:prstGeom prst="rect">
              <a:avLst/>
            </a:prstGeom>
            <a:solidFill>
              <a:schemeClr val="bg1"/>
            </a:solidFill>
            <a:ln w="9525" cap="rnd">
              <a:solidFill>
                <a:srgbClr val="000000"/>
              </a:solidFill>
              <a:round/>
              <a:headEnd/>
              <a:tailEnd/>
            </a:ln>
          </p:spPr>
          <p:txBody>
            <a:bodyPr anchor="t"/>
            <a:lstStyle/>
            <a:p>
              <a:pPr algn="ctr"/>
              <a:r>
                <a:rPr lang="en-US" sz="1600" dirty="0" err="1">
                  <a:solidFill>
                    <a:srgbClr val="000000"/>
                  </a:solidFill>
                </a:rPr>
                <a:t>InjectionUnit</a:t>
              </a:r>
              <a:endParaRPr lang="en-US" sz="2000" dirty="0"/>
            </a:p>
          </p:txBody>
        </p:sp>
        <p:sp>
          <p:nvSpPr>
            <p:cNvPr id="15" name="Rechteck 14">
              <a:extLst>
                <a:ext uri="{FF2B5EF4-FFF2-40B4-BE49-F238E27FC236}">
                  <a16:creationId xmlns:a16="http://schemas.microsoft.com/office/drawing/2014/main" id="{BCD32AD6-2539-8E83-125E-204BE6EA91AD}"/>
                </a:ext>
              </a:extLst>
            </p:cNvPr>
            <p:cNvSpPr/>
            <p:nvPr/>
          </p:nvSpPr>
          <p:spPr>
            <a:xfrm>
              <a:off x="4594554" y="4925024"/>
              <a:ext cx="5456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melt</a:t>
              </a:r>
            </a:p>
          </p:txBody>
        </p:sp>
        <p:sp>
          <p:nvSpPr>
            <p:cNvPr id="16" name="Rectangle 41">
              <a:extLst>
                <a:ext uri="{FF2B5EF4-FFF2-40B4-BE49-F238E27FC236}">
                  <a16:creationId xmlns:a16="http://schemas.microsoft.com/office/drawing/2014/main" id="{861B502B-ADCD-ECAD-028F-28D5EEACF498}"/>
                </a:ext>
              </a:extLst>
            </p:cNvPr>
            <p:cNvSpPr>
              <a:spLocks noChangeArrowheads="1"/>
            </p:cNvSpPr>
            <p:nvPr/>
          </p:nvSpPr>
          <p:spPr bwMode="auto">
            <a:xfrm>
              <a:off x="7165761" y="4524477"/>
              <a:ext cx="1250344" cy="673211"/>
            </a:xfrm>
            <a:prstGeom prst="rect">
              <a:avLst/>
            </a:prstGeom>
            <a:solidFill>
              <a:schemeClr val="bg1"/>
            </a:solidFill>
            <a:ln w="9525" cap="rnd">
              <a:solidFill>
                <a:srgbClr val="000000"/>
              </a:solidFill>
              <a:round/>
              <a:headEnd/>
              <a:tailEnd/>
            </a:ln>
          </p:spPr>
          <p:txBody>
            <a:bodyPr anchor="t"/>
            <a:lstStyle/>
            <a:p>
              <a:pPr algn="ctr"/>
              <a:r>
                <a:rPr lang="en-US" sz="1600" dirty="0">
                  <a:solidFill>
                    <a:srgbClr val="000000"/>
                  </a:solidFill>
                </a:rPr>
                <a:t>Clamping</a:t>
              </a:r>
              <a:br>
                <a:rPr lang="en-US" sz="1600" dirty="0">
                  <a:solidFill>
                    <a:srgbClr val="000000"/>
                  </a:solidFill>
                </a:rPr>
              </a:br>
              <a:r>
                <a:rPr lang="en-US" sz="1600" dirty="0">
                  <a:solidFill>
                    <a:srgbClr val="000000"/>
                  </a:solidFill>
                </a:rPr>
                <a:t>Unit</a:t>
              </a:r>
              <a:endParaRPr lang="en-US" sz="2000" dirty="0"/>
            </a:p>
          </p:txBody>
        </p:sp>
        <p:sp>
          <p:nvSpPr>
            <p:cNvPr id="20" name="Rechteck 19">
              <a:extLst>
                <a:ext uri="{FF2B5EF4-FFF2-40B4-BE49-F238E27FC236}">
                  <a16:creationId xmlns:a16="http://schemas.microsoft.com/office/drawing/2014/main" id="{D5EB0996-36C8-2F0F-7959-DF88E50C52BC}"/>
                </a:ext>
              </a:extLst>
            </p:cNvPr>
            <p:cNvSpPr/>
            <p:nvPr/>
          </p:nvSpPr>
          <p:spPr>
            <a:xfrm>
              <a:off x="8176943" y="4925024"/>
              <a:ext cx="483782"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part</a:t>
              </a:r>
            </a:p>
          </p:txBody>
        </p:sp>
        <p:sp>
          <p:nvSpPr>
            <p:cNvPr id="24" name="Rechteck 23">
              <a:extLst>
                <a:ext uri="{FF2B5EF4-FFF2-40B4-BE49-F238E27FC236}">
                  <a16:creationId xmlns:a16="http://schemas.microsoft.com/office/drawing/2014/main" id="{52CFE92C-B4B9-6868-A971-E11C16EDA545}"/>
                </a:ext>
              </a:extLst>
            </p:cNvPr>
            <p:cNvSpPr/>
            <p:nvPr/>
          </p:nvSpPr>
          <p:spPr>
            <a:xfrm>
              <a:off x="795021" y="4925024"/>
              <a:ext cx="803166"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granules</a:t>
              </a:r>
              <a:endParaRPr lang="en-US" sz="1100" dirty="0"/>
            </a:p>
          </p:txBody>
        </p:sp>
        <p:cxnSp>
          <p:nvCxnSpPr>
            <p:cNvPr id="26" name="Gerade Verbindung mit Pfeil 25">
              <a:extLst>
                <a:ext uri="{FF2B5EF4-FFF2-40B4-BE49-F238E27FC236}">
                  <a16:creationId xmlns:a16="http://schemas.microsoft.com/office/drawing/2014/main" id="{3CD2B32B-C509-3F6F-6273-548124A65A29}"/>
                </a:ext>
              </a:extLst>
            </p:cNvPr>
            <p:cNvCxnSpPr>
              <a:cxnSpLocks/>
              <a:stCxn id="20" idx="3"/>
              <a:endCxn id="38" idx="1"/>
            </p:cNvCxnSpPr>
            <p:nvPr/>
          </p:nvCxnSpPr>
          <p:spPr>
            <a:xfrm>
              <a:off x="8660725" y="5033024"/>
              <a:ext cx="1937589"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9" name="Gerade Verbindung mit Pfeil 28">
              <a:extLst>
                <a:ext uri="{FF2B5EF4-FFF2-40B4-BE49-F238E27FC236}">
                  <a16:creationId xmlns:a16="http://schemas.microsoft.com/office/drawing/2014/main" id="{15217092-DC56-C48D-2674-775EC3D90F3D}"/>
                </a:ext>
              </a:extLst>
            </p:cNvPr>
            <p:cNvCxnSpPr>
              <a:cxnSpLocks/>
              <a:stCxn id="24" idx="3"/>
              <a:endCxn id="30" idx="1"/>
            </p:cNvCxnSpPr>
            <p:nvPr/>
          </p:nvCxnSpPr>
          <p:spPr>
            <a:xfrm>
              <a:off x="1598187" y="5033024"/>
              <a:ext cx="1560937"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 name="Rectangle 31">
              <a:extLst>
                <a:ext uri="{FF2B5EF4-FFF2-40B4-BE49-F238E27FC236}">
                  <a16:creationId xmlns:a16="http://schemas.microsoft.com/office/drawing/2014/main" id="{B04BF6F6-A533-726D-80A9-9C698B6ED2D8}"/>
                </a:ext>
              </a:extLst>
            </p:cNvPr>
            <p:cNvSpPr>
              <a:spLocks noChangeArrowheads="1"/>
            </p:cNvSpPr>
            <p:nvPr/>
          </p:nvSpPr>
          <p:spPr bwMode="auto">
            <a:xfrm>
              <a:off x="5670581" y="4757845"/>
              <a:ext cx="636393"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Material</a:t>
              </a:r>
              <a:endParaRPr lang="en-US" sz="2000" dirty="0"/>
            </a:p>
          </p:txBody>
        </p:sp>
        <p:sp>
          <p:nvSpPr>
            <p:cNvPr id="27" name="Rectangle 31">
              <a:extLst>
                <a:ext uri="{FF2B5EF4-FFF2-40B4-BE49-F238E27FC236}">
                  <a16:creationId xmlns:a16="http://schemas.microsoft.com/office/drawing/2014/main" id="{92A52429-0F3C-2994-92C7-D84A7E5EAFA6}"/>
                </a:ext>
              </a:extLst>
            </p:cNvPr>
            <p:cNvSpPr>
              <a:spLocks noChangeArrowheads="1"/>
            </p:cNvSpPr>
            <p:nvPr/>
          </p:nvSpPr>
          <p:spPr bwMode="auto">
            <a:xfrm>
              <a:off x="9569966" y="4757845"/>
              <a:ext cx="347852"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Item</a:t>
              </a:r>
              <a:endParaRPr lang="en-US" sz="2000" dirty="0"/>
            </a:p>
          </p:txBody>
        </p:sp>
        <p:sp>
          <p:nvSpPr>
            <p:cNvPr id="30" name="Rechteck 29">
              <a:extLst>
                <a:ext uri="{FF2B5EF4-FFF2-40B4-BE49-F238E27FC236}">
                  <a16:creationId xmlns:a16="http://schemas.microsoft.com/office/drawing/2014/main" id="{0905FF9A-4FB8-3420-C19E-E563FC7E5B07}"/>
                </a:ext>
              </a:extLst>
            </p:cNvPr>
            <p:cNvSpPr/>
            <p:nvPr/>
          </p:nvSpPr>
          <p:spPr>
            <a:xfrm>
              <a:off x="3159124" y="4925024"/>
              <a:ext cx="803166"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granules</a:t>
              </a:r>
              <a:endParaRPr lang="en-US" sz="1100" dirty="0"/>
            </a:p>
          </p:txBody>
        </p:sp>
        <p:sp>
          <p:nvSpPr>
            <p:cNvPr id="32" name="Rechteck 31">
              <a:extLst>
                <a:ext uri="{FF2B5EF4-FFF2-40B4-BE49-F238E27FC236}">
                  <a16:creationId xmlns:a16="http://schemas.microsoft.com/office/drawing/2014/main" id="{B075EFE9-6856-4851-F9D7-44C67203BAC0}"/>
                </a:ext>
              </a:extLst>
            </p:cNvPr>
            <p:cNvSpPr/>
            <p:nvPr/>
          </p:nvSpPr>
          <p:spPr>
            <a:xfrm>
              <a:off x="6898426" y="4925024"/>
              <a:ext cx="5456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melt</a:t>
              </a:r>
            </a:p>
          </p:txBody>
        </p:sp>
        <p:sp>
          <p:nvSpPr>
            <p:cNvPr id="38" name="Rechteck 37">
              <a:extLst>
                <a:ext uri="{FF2B5EF4-FFF2-40B4-BE49-F238E27FC236}">
                  <a16:creationId xmlns:a16="http://schemas.microsoft.com/office/drawing/2014/main" id="{194CC27D-C1CC-D81E-454C-72DBD37AEA52}"/>
                </a:ext>
              </a:extLst>
            </p:cNvPr>
            <p:cNvSpPr/>
            <p:nvPr/>
          </p:nvSpPr>
          <p:spPr>
            <a:xfrm>
              <a:off x="10598314" y="4925024"/>
              <a:ext cx="483782"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part</a:t>
              </a:r>
            </a:p>
          </p:txBody>
        </p:sp>
        <p:sp>
          <p:nvSpPr>
            <p:cNvPr id="45" name="Rectangle 31">
              <a:extLst>
                <a:ext uri="{FF2B5EF4-FFF2-40B4-BE49-F238E27FC236}">
                  <a16:creationId xmlns:a16="http://schemas.microsoft.com/office/drawing/2014/main" id="{933919D8-7405-0596-A517-DCD8C1F8BA28}"/>
                </a:ext>
              </a:extLst>
            </p:cNvPr>
            <p:cNvSpPr>
              <a:spLocks noChangeArrowheads="1"/>
            </p:cNvSpPr>
            <p:nvPr/>
          </p:nvSpPr>
          <p:spPr bwMode="auto">
            <a:xfrm>
              <a:off x="2072504" y="4757845"/>
              <a:ext cx="636393"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Material</a:t>
              </a:r>
              <a:endParaRPr lang="en-US" sz="2000" dirty="0"/>
            </a:p>
          </p:txBody>
        </p:sp>
      </p:grpSp>
    </p:spTree>
    <p:extLst>
      <p:ext uri="{BB962C8B-B14F-4D97-AF65-F5344CB8AC3E}">
        <p14:creationId xmlns:p14="http://schemas.microsoft.com/office/powerpoint/2010/main" val="167243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The </a:t>
            </a:r>
            <a:r>
              <a:rPr lang="de-DE" dirty="0" err="1"/>
              <a:t>Example</a:t>
            </a:r>
            <a:r>
              <a:rPr lang="de-DE" dirty="0"/>
              <a:t> System </a:t>
            </a:r>
            <a:r>
              <a:rPr lang="de-DE" dirty="0" err="1"/>
              <a:t>as</a:t>
            </a:r>
            <a:r>
              <a:rPr lang="de-DE" dirty="0"/>
              <a:t> an </a:t>
            </a:r>
            <a:r>
              <a:rPr lang="de-DE" dirty="0" err="1"/>
              <a:t>Instantiation</a:t>
            </a:r>
            <a:r>
              <a:rPr lang="de-DE" dirty="0"/>
              <a:t> </a:t>
            </a:r>
            <a:r>
              <a:rPr lang="de-DE" dirty="0" err="1"/>
              <a:t>of</a:t>
            </a:r>
            <a:r>
              <a:rPr lang="de-DE" dirty="0"/>
              <a:t> </a:t>
            </a:r>
            <a:r>
              <a:rPr lang="de-DE" dirty="0" err="1"/>
              <a:t>the</a:t>
            </a:r>
            <a:r>
              <a:rPr lang="de-DE" dirty="0"/>
              <a:t> </a:t>
            </a:r>
            <a:r>
              <a:rPr lang="de-DE" dirty="0" err="1"/>
              <a:t>Function</a:t>
            </a:r>
            <a:r>
              <a:rPr lang="de-DE" dirty="0"/>
              <a:t> </a:t>
            </a:r>
            <a:r>
              <a:rPr lang="de-DE" dirty="0" err="1"/>
              <a:t>Structure</a:t>
            </a:r>
            <a:r>
              <a:rPr lang="de-DE" dirty="0"/>
              <a:t> Model</a:t>
            </a:r>
          </a:p>
        </p:txBody>
      </p:sp>
      <p:grpSp>
        <p:nvGrpSpPr>
          <p:cNvPr id="32" name="Gruppieren 31">
            <a:extLst>
              <a:ext uri="{FF2B5EF4-FFF2-40B4-BE49-F238E27FC236}">
                <a16:creationId xmlns:a16="http://schemas.microsoft.com/office/drawing/2014/main" id="{94556B57-0A8F-0935-8301-34E461157CBB}"/>
              </a:ext>
            </a:extLst>
          </p:cNvPr>
          <p:cNvGrpSpPr/>
          <p:nvPr/>
        </p:nvGrpSpPr>
        <p:grpSpPr>
          <a:xfrm>
            <a:off x="3692363" y="986766"/>
            <a:ext cx="3281668" cy="412750"/>
            <a:chOff x="4353342" y="1861556"/>
            <a:chExt cx="3281668" cy="412750"/>
          </a:xfrm>
        </p:grpSpPr>
        <p:sp>
          <p:nvSpPr>
            <p:cNvPr id="11" name="Text Box 82">
              <a:extLst>
                <a:ext uri="{FF2B5EF4-FFF2-40B4-BE49-F238E27FC236}">
                  <a16:creationId xmlns:a16="http://schemas.microsoft.com/office/drawing/2014/main" id="{3184A796-3E98-BE81-418E-45335D0A386C}"/>
                </a:ext>
              </a:extLst>
            </p:cNvPr>
            <p:cNvSpPr txBox="1">
              <a:spLocks noChangeArrowheads="1"/>
            </p:cNvSpPr>
            <p:nvPr/>
          </p:nvSpPr>
          <p:spPr bwMode="auto">
            <a:xfrm>
              <a:off x="4353342" y="1899656"/>
              <a:ext cx="328166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InjectionMoldingMachine:Function</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 name="Rectangle 83">
              <a:extLst>
                <a:ext uri="{FF2B5EF4-FFF2-40B4-BE49-F238E27FC236}">
                  <a16:creationId xmlns:a16="http://schemas.microsoft.com/office/drawing/2014/main" id="{FE56A390-C78F-56A7-5BE8-E04F09B3787B}"/>
                </a:ext>
              </a:extLst>
            </p:cNvPr>
            <p:cNvSpPr>
              <a:spLocks noChangeArrowheads="1"/>
            </p:cNvSpPr>
            <p:nvPr/>
          </p:nvSpPr>
          <p:spPr bwMode="auto">
            <a:xfrm>
              <a:off x="4353342" y="1861556"/>
              <a:ext cx="328166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2" name="AutoShape 50">
            <a:extLst>
              <a:ext uri="{FF2B5EF4-FFF2-40B4-BE49-F238E27FC236}">
                <a16:creationId xmlns:a16="http://schemas.microsoft.com/office/drawing/2014/main" id="{D20638A3-01F1-340B-08EB-917DA6B8ECB9}"/>
              </a:ext>
            </a:extLst>
          </p:cNvPr>
          <p:cNvSpPr>
            <a:spLocks noChangeArrowheads="1"/>
          </p:cNvSpPr>
          <p:nvPr/>
        </p:nvSpPr>
        <p:spPr bwMode="auto">
          <a:xfrm>
            <a:off x="5249059" y="141020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 name="Textfeld 169">
            <a:extLst>
              <a:ext uri="{FF2B5EF4-FFF2-40B4-BE49-F238E27FC236}">
                <a16:creationId xmlns:a16="http://schemas.microsoft.com/office/drawing/2014/main" id="{8F1CBE03-69AE-A984-AE9B-B652E2CCC00D}"/>
              </a:ext>
            </a:extLst>
          </p:cNvPr>
          <p:cNvSpPr txBox="1"/>
          <p:nvPr/>
        </p:nvSpPr>
        <p:spPr>
          <a:xfrm>
            <a:off x="2574205" y="1780582"/>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28" name="Textfeld 169">
            <a:extLst>
              <a:ext uri="{FF2B5EF4-FFF2-40B4-BE49-F238E27FC236}">
                <a16:creationId xmlns:a16="http://schemas.microsoft.com/office/drawing/2014/main" id="{455F8AD6-09F6-A917-D289-059B9926292C}"/>
              </a:ext>
            </a:extLst>
          </p:cNvPr>
          <p:cNvSpPr txBox="1"/>
          <p:nvPr/>
        </p:nvSpPr>
        <p:spPr>
          <a:xfrm>
            <a:off x="3138184" y="178529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grpSp>
        <p:nvGrpSpPr>
          <p:cNvPr id="38" name="Gruppieren 37">
            <a:extLst>
              <a:ext uri="{FF2B5EF4-FFF2-40B4-BE49-F238E27FC236}">
                <a16:creationId xmlns:a16="http://schemas.microsoft.com/office/drawing/2014/main" id="{89F2C9D2-A13B-B658-C934-6DE05582F032}"/>
              </a:ext>
            </a:extLst>
          </p:cNvPr>
          <p:cNvGrpSpPr/>
          <p:nvPr/>
        </p:nvGrpSpPr>
        <p:grpSpPr>
          <a:xfrm>
            <a:off x="241569" y="2028103"/>
            <a:ext cx="2154757" cy="412750"/>
            <a:chOff x="5021851" y="1861556"/>
            <a:chExt cx="1944650" cy="412750"/>
          </a:xfrm>
        </p:grpSpPr>
        <p:sp>
          <p:nvSpPr>
            <p:cNvPr id="39" name="Text Box 82">
              <a:extLst>
                <a:ext uri="{FF2B5EF4-FFF2-40B4-BE49-F238E27FC236}">
                  <a16:creationId xmlns:a16="http://schemas.microsoft.com/office/drawing/2014/main" id="{FDB7EFA2-3F94-9DB2-5A82-C03337F15B65}"/>
                </a:ext>
              </a:extLst>
            </p:cNvPr>
            <p:cNvSpPr txBox="1">
              <a:spLocks noChangeArrowheads="1"/>
            </p:cNvSpPr>
            <p:nvPr/>
          </p:nvSpPr>
          <p:spPr bwMode="auto">
            <a:xfrm>
              <a:off x="5021851" y="1899656"/>
              <a:ext cx="194465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err="1">
                  <a:solidFill>
                    <a:prstClr val="black"/>
                  </a:solidFill>
                </a:rPr>
                <a:t>InjectionUnit</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1" name="Rectangle 83">
              <a:extLst>
                <a:ext uri="{FF2B5EF4-FFF2-40B4-BE49-F238E27FC236}">
                  <a16:creationId xmlns:a16="http://schemas.microsoft.com/office/drawing/2014/main" id="{03D3EE99-999F-3031-3C1D-B945EE9DC121}"/>
                </a:ext>
              </a:extLst>
            </p:cNvPr>
            <p:cNvSpPr>
              <a:spLocks noChangeArrowheads="1"/>
            </p:cNvSpPr>
            <p:nvPr/>
          </p:nvSpPr>
          <p:spPr bwMode="auto">
            <a:xfrm>
              <a:off x="5021851" y="1861556"/>
              <a:ext cx="1944650"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59" name="Gruppieren 58">
            <a:extLst>
              <a:ext uri="{FF2B5EF4-FFF2-40B4-BE49-F238E27FC236}">
                <a16:creationId xmlns:a16="http://schemas.microsoft.com/office/drawing/2014/main" id="{BD52B83A-B5F1-354D-D252-284E75CD8940}"/>
              </a:ext>
            </a:extLst>
          </p:cNvPr>
          <p:cNvGrpSpPr/>
          <p:nvPr/>
        </p:nvGrpSpPr>
        <p:grpSpPr>
          <a:xfrm>
            <a:off x="8347516" y="2028103"/>
            <a:ext cx="2255748" cy="412750"/>
            <a:chOff x="4866298" y="1861556"/>
            <a:chExt cx="2255748" cy="412750"/>
          </a:xfrm>
        </p:grpSpPr>
        <p:sp>
          <p:nvSpPr>
            <p:cNvPr id="60" name="Text Box 82">
              <a:extLst>
                <a:ext uri="{FF2B5EF4-FFF2-40B4-BE49-F238E27FC236}">
                  <a16:creationId xmlns:a16="http://schemas.microsoft.com/office/drawing/2014/main" id="{7F116EC7-FC29-C9E2-B942-FE18160ADF46}"/>
                </a:ext>
              </a:extLst>
            </p:cNvPr>
            <p:cNvSpPr txBox="1">
              <a:spLocks noChangeArrowheads="1"/>
            </p:cNvSpPr>
            <p:nvPr/>
          </p:nvSpPr>
          <p:spPr bwMode="auto">
            <a:xfrm>
              <a:off x="4866299" y="1899656"/>
              <a:ext cx="225574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ClampingUnit:Function</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1" name="Rectangle 83">
              <a:extLst>
                <a:ext uri="{FF2B5EF4-FFF2-40B4-BE49-F238E27FC236}">
                  <a16:creationId xmlns:a16="http://schemas.microsoft.com/office/drawing/2014/main" id="{71C3B172-1C1A-D836-5AF2-02929ABB595D}"/>
                </a:ext>
              </a:extLst>
            </p:cNvPr>
            <p:cNvSpPr>
              <a:spLocks noChangeArrowheads="1"/>
            </p:cNvSpPr>
            <p:nvPr/>
          </p:nvSpPr>
          <p:spPr bwMode="auto">
            <a:xfrm>
              <a:off x="4866298" y="1861556"/>
              <a:ext cx="2255747"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72" name="Gerade Verbindung mit Pfeil 71">
            <a:extLst>
              <a:ext uri="{FF2B5EF4-FFF2-40B4-BE49-F238E27FC236}">
                <a16:creationId xmlns:a16="http://schemas.microsoft.com/office/drawing/2014/main" id="{A534AA33-FF89-9A94-E140-195EC37EAC6D}"/>
              </a:ext>
            </a:extLst>
          </p:cNvPr>
          <p:cNvCxnSpPr>
            <a:cxnSpLocks/>
          </p:cNvCxnSpPr>
          <p:nvPr/>
        </p:nvCxnSpPr>
        <p:spPr>
          <a:xfrm>
            <a:off x="1301295" y="4309592"/>
            <a:ext cx="0" cy="225442"/>
          </a:xfrm>
          <a:prstGeom prst="straightConnector1">
            <a:avLst/>
          </a:prstGeom>
          <a:noFill/>
          <a:ln w="9525">
            <a:solidFill>
              <a:sysClr val="windowText" lastClr="000000"/>
            </a:solidFill>
            <a:round/>
            <a:headEnd/>
            <a:tailEnd type="triangle" w="med" len="med"/>
          </a:ln>
        </p:spPr>
      </p:cxnSp>
      <p:cxnSp>
        <p:nvCxnSpPr>
          <p:cNvPr id="91" name="Gerade Verbindung mit Pfeil 90">
            <a:extLst>
              <a:ext uri="{FF2B5EF4-FFF2-40B4-BE49-F238E27FC236}">
                <a16:creationId xmlns:a16="http://schemas.microsoft.com/office/drawing/2014/main" id="{2DD98975-0603-A120-4012-20F83CBF80C5}"/>
              </a:ext>
            </a:extLst>
          </p:cNvPr>
          <p:cNvCxnSpPr>
            <a:cxnSpLocks/>
          </p:cNvCxnSpPr>
          <p:nvPr/>
        </p:nvCxnSpPr>
        <p:spPr>
          <a:xfrm>
            <a:off x="1301295" y="3617943"/>
            <a:ext cx="0" cy="278899"/>
          </a:xfrm>
          <a:prstGeom prst="straightConnector1">
            <a:avLst/>
          </a:prstGeom>
          <a:noFill/>
          <a:ln w="9525">
            <a:solidFill>
              <a:sysClr val="windowText" lastClr="000000"/>
            </a:solidFill>
            <a:round/>
            <a:headEnd type="triangle"/>
            <a:tailEnd type="triangle" w="med" len="med"/>
          </a:ln>
        </p:spPr>
      </p:cxnSp>
      <p:cxnSp>
        <p:nvCxnSpPr>
          <p:cNvPr id="95" name="Verbinder: gewinkelt 87">
            <a:extLst>
              <a:ext uri="{FF2B5EF4-FFF2-40B4-BE49-F238E27FC236}">
                <a16:creationId xmlns:a16="http://schemas.microsoft.com/office/drawing/2014/main" id="{B6C17CBE-6E2F-1845-90DE-50F06544948D}"/>
              </a:ext>
            </a:extLst>
          </p:cNvPr>
          <p:cNvCxnSpPr>
            <a:cxnSpLocks/>
            <a:stCxn id="90" idx="1"/>
            <a:endCxn id="71" idx="1"/>
          </p:cNvCxnSpPr>
          <p:nvPr/>
        </p:nvCxnSpPr>
        <p:spPr>
          <a:xfrm rot="10800000" flipV="1">
            <a:off x="443676" y="3411567"/>
            <a:ext cx="17766" cy="1329841"/>
          </a:xfrm>
          <a:prstGeom prst="bentConnector3">
            <a:avLst>
              <a:gd name="adj1" fmla="val 1386727"/>
            </a:avLst>
          </a:prstGeom>
          <a:noFill/>
          <a:ln w="9525">
            <a:solidFill>
              <a:sysClr val="windowText" lastClr="000000"/>
            </a:solidFill>
            <a:round/>
            <a:headEnd/>
            <a:tailEnd type="triangle" w="med" len="med"/>
          </a:ln>
        </p:spPr>
      </p:cxnSp>
      <p:grpSp>
        <p:nvGrpSpPr>
          <p:cNvPr id="9" name="Gruppieren 8">
            <a:extLst>
              <a:ext uri="{FF2B5EF4-FFF2-40B4-BE49-F238E27FC236}">
                <a16:creationId xmlns:a16="http://schemas.microsoft.com/office/drawing/2014/main" id="{6B23FEC1-8CC4-9AF6-46F2-97948B68D5CC}"/>
              </a:ext>
            </a:extLst>
          </p:cNvPr>
          <p:cNvGrpSpPr/>
          <p:nvPr/>
        </p:nvGrpSpPr>
        <p:grpSpPr>
          <a:xfrm>
            <a:off x="2589906" y="3804631"/>
            <a:ext cx="1194558" cy="824891"/>
            <a:chOff x="2868289" y="3804631"/>
            <a:chExt cx="1194558" cy="824891"/>
          </a:xfrm>
        </p:grpSpPr>
        <p:sp>
          <p:nvSpPr>
            <p:cNvPr id="110" name="Text Box 82">
              <a:extLst>
                <a:ext uri="{FF2B5EF4-FFF2-40B4-BE49-F238E27FC236}">
                  <a16:creationId xmlns:a16="http://schemas.microsoft.com/office/drawing/2014/main" id="{0E0AF308-51ED-C1D6-B401-5392C3DC8BA9}"/>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111" name="Rectangle 83">
              <a:extLst>
                <a:ext uri="{FF2B5EF4-FFF2-40B4-BE49-F238E27FC236}">
                  <a16:creationId xmlns:a16="http://schemas.microsoft.com/office/drawing/2014/main" id="{A1B58E6C-6F50-CDB1-11DD-55CB0ED9922D}"/>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3" name="Text Box 82">
              <a:extLst>
                <a:ext uri="{FF2B5EF4-FFF2-40B4-BE49-F238E27FC236}">
                  <a16:creationId xmlns:a16="http://schemas.microsoft.com/office/drawing/2014/main" id="{D33F942E-522C-9479-C29F-548F76CA3445}"/>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2.5</a:t>
              </a:r>
            </a:p>
          </p:txBody>
        </p:sp>
        <p:sp>
          <p:nvSpPr>
            <p:cNvPr id="114" name="Rectangle 83">
              <a:extLst>
                <a:ext uri="{FF2B5EF4-FFF2-40B4-BE49-F238E27FC236}">
                  <a16:creationId xmlns:a16="http://schemas.microsoft.com/office/drawing/2014/main" id="{B6E6DAB9-8659-F572-E8A4-20B4694DE4A6}"/>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21" name="Verbinder: gewinkelt 87">
            <a:extLst>
              <a:ext uri="{FF2B5EF4-FFF2-40B4-BE49-F238E27FC236}">
                <a16:creationId xmlns:a16="http://schemas.microsoft.com/office/drawing/2014/main" id="{FF3E59A1-1118-84AE-420A-52F8EADD2DE1}"/>
              </a:ext>
            </a:extLst>
          </p:cNvPr>
          <p:cNvCxnSpPr>
            <a:cxnSpLocks/>
            <a:stCxn id="48" idx="3"/>
            <a:endCxn id="15" idx="1"/>
          </p:cNvCxnSpPr>
          <p:nvPr/>
        </p:nvCxnSpPr>
        <p:spPr>
          <a:xfrm flipV="1">
            <a:off x="2297393" y="3028324"/>
            <a:ext cx="292513" cy="936918"/>
          </a:xfrm>
          <a:prstGeom prst="bentConnector3">
            <a:avLst>
              <a:gd name="adj1" fmla="val 50000"/>
            </a:avLst>
          </a:prstGeom>
          <a:noFill/>
          <a:ln w="9525">
            <a:solidFill>
              <a:sysClr val="windowText" lastClr="000000"/>
            </a:solidFill>
            <a:round/>
            <a:headEnd/>
            <a:tailEnd type="triangle" w="med" len="med"/>
          </a:ln>
        </p:spPr>
      </p:cxnSp>
      <p:cxnSp>
        <p:nvCxnSpPr>
          <p:cNvPr id="124" name="Verbinder: gewinkelt 87">
            <a:extLst>
              <a:ext uri="{FF2B5EF4-FFF2-40B4-BE49-F238E27FC236}">
                <a16:creationId xmlns:a16="http://schemas.microsoft.com/office/drawing/2014/main" id="{7252BA7B-03AC-8178-D776-D08D364DA64A}"/>
              </a:ext>
            </a:extLst>
          </p:cNvPr>
          <p:cNvCxnSpPr>
            <a:cxnSpLocks/>
            <a:stCxn id="49" idx="3"/>
            <a:endCxn id="111" idx="1"/>
          </p:cNvCxnSpPr>
          <p:nvPr/>
        </p:nvCxnSpPr>
        <p:spPr>
          <a:xfrm flipV="1">
            <a:off x="2297393" y="4011006"/>
            <a:ext cx="292513" cy="92211"/>
          </a:xfrm>
          <a:prstGeom prst="bentConnector3">
            <a:avLst>
              <a:gd name="adj1" fmla="val 50000"/>
            </a:avLst>
          </a:prstGeom>
          <a:noFill/>
          <a:ln w="9525">
            <a:solidFill>
              <a:sysClr val="windowText" lastClr="000000"/>
            </a:solidFill>
            <a:round/>
            <a:headEnd/>
            <a:tailEnd type="triangle" w="med" len="med"/>
          </a:ln>
        </p:spPr>
      </p:cxnSp>
      <p:cxnSp>
        <p:nvCxnSpPr>
          <p:cNvPr id="133" name="Gerade Verbindung mit Pfeil 132">
            <a:extLst>
              <a:ext uri="{FF2B5EF4-FFF2-40B4-BE49-F238E27FC236}">
                <a16:creationId xmlns:a16="http://schemas.microsoft.com/office/drawing/2014/main" id="{58227F80-B68A-007B-938E-9CF3724A79AD}"/>
              </a:ext>
            </a:extLst>
          </p:cNvPr>
          <p:cNvCxnSpPr>
            <a:cxnSpLocks/>
            <a:stCxn id="4" idx="2"/>
            <a:endCxn id="90" idx="0"/>
          </p:cNvCxnSpPr>
          <p:nvPr/>
        </p:nvCxnSpPr>
        <p:spPr>
          <a:xfrm>
            <a:off x="1301295" y="2660144"/>
            <a:ext cx="1" cy="545049"/>
          </a:xfrm>
          <a:prstGeom prst="straightConnector1">
            <a:avLst/>
          </a:prstGeom>
          <a:noFill/>
          <a:ln w="9525">
            <a:solidFill>
              <a:sysClr val="windowText" lastClr="000000"/>
            </a:solidFill>
            <a:round/>
            <a:headEnd/>
            <a:tailEnd type="triangle" w="med" len="med"/>
          </a:ln>
        </p:spPr>
      </p:cxnSp>
      <p:grpSp>
        <p:nvGrpSpPr>
          <p:cNvPr id="97" name="Gruppieren 96">
            <a:extLst>
              <a:ext uri="{FF2B5EF4-FFF2-40B4-BE49-F238E27FC236}">
                <a16:creationId xmlns:a16="http://schemas.microsoft.com/office/drawing/2014/main" id="{1DD2FF35-5D40-A2E1-FF31-97B76EC3E6D4}"/>
              </a:ext>
            </a:extLst>
          </p:cNvPr>
          <p:cNvGrpSpPr/>
          <p:nvPr/>
        </p:nvGrpSpPr>
        <p:grpSpPr>
          <a:xfrm>
            <a:off x="443676" y="4535034"/>
            <a:ext cx="1715239" cy="1095378"/>
            <a:chOff x="542532" y="4535034"/>
            <a:chExt cx="1715239" cy="1095378"/>
          </a:xfrm>
        </p:grpSpPr>
        <p:grpSp>
          <p:nvGrpSpPr>
            <p:cNvPr id="69" name="Gruppieren 68">
              <a:extLst>
                <a:ext uri="{FF2B5EF4-FFF2-40B4-BE49-F238E27FC236}">
                  <a16:creationId xmlns:a16="http://schemas.microsoft.com/office/drawing/2014/main" id="{0F3F645E-2692-2475-85DD-8C7FFDA8EB9C}"/>
                </a:ext>
              </a:extLst>
            </p:cNvPr>
            <p:cNvGrpSpPr/>
            <p:nvPr/>
          </p:nvGrpSpPr>
          <p:grpSpPr>
            <a:xfrm>
              <a:off x="542532" y="4535034"/>
              <a:ext cx="1715239" cy="412750"/>
              <a:chOff x="5271097" y="1861556"/>
              <a:chExt cx="2175589" cy="412750"/>
            </a:xfrm>
          </p:grpSpPr>
          <p:sp>
            <p:nvSpPr>
              <p:cNvPr id="70" name="Text Box 82">
                <a:extLst>
                  <a:ext uri="{FF2B5EF4-FFF2-40B4-BE49-F238E27FC236}">
                    <a16:creationId xmlns:a16="http://schemas.microsoft.com/office/drawing/2014/main" id="{F595A86B-D95F-28CB-C864-09CC2737A675}"/>
                  </a:ext>
                </a:extLst>
              </p:cNvPr>
              <p:cNvSpPr txBox="1">
                <a:spLocks noChangeArrowheads="1"/>
              </p:cNvSpPr>
              <p:nvPr/>
            </p:nvSpPr>
            <p:spPr bwMode="auto">
              <a:xfrm>
                <a:off x="5271097" y="1899656"/>
                <a:ext cx="2175589" cy="338554"/>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plastic:Category</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Rectangle 83">
                <a:extLst>
                  <a:ext uri="{FF2B5EF4-FFF2-40B4-BE49-F238E27FC236}">
                    <a16:creationId xmlns:a16="http://schemas.microsoft.com/office/drawing/2014/main" id="{7205BC6A-66F6-9CCE-1D2B-BF4EBE77937B}"/>
                  </a:ext>
                </a:extLst>
              </p:cNvPr>
              <p:cNvSpPr>
                <a:spLocks noChangeArrowheads="1"/>
              </p:cNvSpPr>
              <p:nvPr/>
            </p:nvSpPr>
            <p:spPr bwMode="auto">
              <a:xfrm>
                <a:off x="5271097" y="1861556"/>
                <a:ext cx="2175589"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70" name="Gruppieren 169">
              <a:extLst>
                <a:ext uri="{FF2B5EF4-FFF2-40B4-BE49-F238E27FC236}">
                  <a16:creationId xmlns:a16="http://schemas.microsoft.com/office/drawing/2014/main" id="{4DA0B20E-A8A6-E750-9C0D-D7613C00DE93}"/>
                </a:ext>
              </a:extLst>
            </p:cNvPr>
            <p:cNvGrpSpPr/>
            <p:nvPr/>
          </p:nvGrpSpPr>
          <p:grpSpPr>
            <a:xfrm>
              <a:off x="542532" y="4947564"/>
              <a:ext cx="1715239" cy="682848"/>
              <a:chOff x="5287004" y="1861556"/>
              <a:chExt cx="1415984" cy="682848"/>
            </a:xfrm>
          </p:grpSpPr>
          <p:sp>
            <p:nvSpPr>
              <p:cNvPr id="171" name="Text Box 82">
                <a:extLst>
                  <a:ext uri="{FF2B5EF4-FFF2-40B4-BE49-F238E27FC236}">
                    <a16:creationId xmlns:a16="http://schemas.microsoft.com/office/drawing/2014/main" id="{C677517F-1134-7111-FBC7-220DFCEE240E}"/>
                  </a:ext>
                </a:extLst>
              </p:cNvPr>
              <p:cNvSpPr txBox="1">
                <a:spLocks noChangeArrowheads="1"/>
              </p:cNvSpPr>
              <p:nvPr/>
            </p:nvSpPr>
            <p:spPr bwMode="auto">
              <a:xfrm>
                <a:off x="5287004" y="1899656"/>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Item</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kg&lt;Float&gt;</a:t>
                </a:r>
              </a:p>
            </p:txBody>
          </p:sp>
          <p:sp>
            <p:nvSpPr>
              <p:cNvPr id="172" name="Rectangle 83">
                <a:extLst>
                  <a:ext uri="{FF2B5EF4-FFF2-40B4-BE49-F238E27FC236}">
                    <a16:creationId xmlns:a16="http://schemas.microsoft.com/office/drawing/2014/main" id="{5D6996C0-D637-7143-0566-7D2815C8D09F}"/>
                  </a:ext>
                </a:extLst>
              </p:cNvPr>
              <p:cNvSpPr>
                <a:spLocks noChangeArrowheads="1"/>
              </p:cNvSpPr>
              <p:nvPr/>
            </p:nvSpPr>
            <p:spPr bwMode="auto">
              <a:xfrm>
                <a:off x="5288525" y="1861556"/>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sp>
        <p:nvSpPr>
          <p:cNvPr id="4" name="Rectangle 83">
            <a:extLst>
              <a:ext uri="{FF2B5EF4-FFF2-40B4-BE49-F238E27FC236}">
                <a16:creationId xmlns:a16="http://schemas.microsoft.com/office/drawing/2014/main" id="{FC8AB5C4-807C-3C6E-F0F0-C7425C344896}"/>
              </a:ext>
            </a:extLst>
          </p:cNvPr>
          <p:cNvSpPr>
            <a:spLocks noChangeArrowheads="1"/>
          </p:cNvSpPr>
          <p:nvPr/>
        </p:nvSpPr>
        <p:spPr bwMode="auto">
          <a:xfrm>
            <a:off x="902632" y="2440853"/>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granules</a:t>
            </a:r>
            <a:r>
              <a:rPr lang="en-US" sz="1200" dirty="0">
                <a:solidFill>
                  <a:srgbClr val="000000"/>
                </a:solidFill>
              </a:rPr>
              <a:t>”</a:t>
            </a:r>
            <a:endParaRPr lang="en-US" sz="1800" dirty="0"/>
          </a:p>
        </p:txBody>
      </p:sp>
      <p:sp>
        <p:nvSpPr>
          <p:cNvPr id="7" name="Rectangle 83">
            <a:extLst>
              <a:ext uri="{FF2B5EF4-FFF2-40B4-BE49-F238E27FC236}">
                <a16:creationId xmlns:a16="http://schemas.microsoft.com/office/drawing/2014/main" id="{C7F8A439-A2F0-A400-0F4C-C3EC14B49817}"/>
              </a:ext>
            </a:extLst>
          </p:cNvPr>
          <p:cNvSpPr>
            <a:spLocks noChangeArrowheads="1"/>
          </p:cNvSpPr>
          <p:nvPr/>
        </p:nvSpPr>
        <p:spPr bwMode="auto">
          <a:xfrm>
            <a:off x="9107866" y="2440853"/>
            <a:ext cx="735048"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“part”</a:t>
            </a:r>
            <a:endParaRPr lang="en-US" sz="1800" dirty="0"/>
          </a:p>
        </p:txBody>
      </p:sp>
      <p:grpSp>
        <p:nvGrpSpPr>
          <p:cNvPr id="13" name="Gruppieren 12">
            <a:extLst>
              <a:ext uri="{FF2B5EF4-FFF2-40B4-BE49-F238E27FC236}">
                <a16:creationId xmlns:a16="http://schemas.microsoft.com/office/drawing/2014/main" id="{B0E6904D-F670-2505-3732-B424E2B5DCF8}"/>
              </a:ext>
            </a:extLst>
          </p:cNvPr>
          <p:cNvGrpSpPr/>
          <p:nvPr/>
        </p:nvGrpSpPr>
        <p:grpSpPr>
          <a:xfrm>
            <a:off x="2589906" y="2821949"/>
            <a:ext cx="1194558" cy="824891"/>
            <a:chOff x="2868289" y="3804631"/>
            <a:chExt cx="1194558" cy="824891"/>
          </a:xfrm>
        </p:grpSpPr>
        <p:sp>
          <p:nvSpPr>
            <p:cNvPr id="14" name="Text Box 82">
              <a:extLst>
                <a:ext uri="{FF2B5EF4-FFF2-40B4-BE49-F238E27FC236}">
                  <a16:creationId xmlns:a16="http://schemas.microsoft.com/office/drawing/2014/main" id="{89501C9B-3F32-C852-BE73-0710CFCE75B6}"/>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15" name="Rectangle 83">
              <a:extLst>
                <a:ext uri="{FF2B5EF4-FFF2-40B4-BE49-F238E27FC236}">
                  <a16:creationId xmlns:a16="http://schemas.microsoft.com/office/drawing/2014/main" id="{899895EC-665D-1AAD-4B88-5CDFC271F3B3}"/>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6" name="Text Box 82">
              <a:extLst>
                <a:ext uri="{FF2B5EF4-FFF2-40B4-BE49-F238E27FC236}">
                  <a16:creationId xmlns:a16="http://schemas.microsoft.com/office/drawing/2014/main" id="{6EEDD1B7-3DFF-799C-95E6-611CBA002EFD}"/>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1.2</a:t>
              </a:r>
            </a:p>
          </p:txBody>
        </p:sp>
        <p:sp>
          <p:nvSpPr>
            <p:cNvPr id="17" name="Rectangle 83">
              <a:extLst>
                <a:ext uri="{FF2B5EF4-FFF2-40B4-BE49-F238E27FC236}">
                  <a16:creationId xmlns:a16="http://schemas.microsoft.com/office/drawing/2014/main" id="{F460F745-746D-2936-2602-9F26E9367E21}"/>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58" name="Gruppieren 57">
            <a:extLst>
              <a:ext uri="{FF2B5EF4-FFF2-40B4-BE49-F238E27FC236}">
                <a16:creationId xmlns:a16="http://schemas.microsoft.com/office/drawing/2014/main" id="{5547AFEE-4927-CDE8-814F-5C995D691713}"/>
              </a:ext>
            </a:extLst>
          </p:cNvPr>
          <p:cNvGrpSpPr/>
          <p:nvPr/>
        </p:nvGrpSpPr>
        <p:grpSpPr>
          <a:xfrm>
            <a:off x="441998" y="3896842"/>
            <a:ext cx="1855395" cy="412750"/>
            <a:chOff x="540854" y="3896842"/>
            <a:chExt cx="1855395" cy="412750"/>
          </a:xfrm>
        </p:grpSpPr>
        <p:grpSp>
          <p:nvGrpSpPr>
            <p:cNvPr id="66" name="Gruppieren 65">
              <a:extLst>
                <a:ext uri="{FF2B5EF4-FFF2-40B4-BE49-F238E27FC236}">
                  <a16:creationId xmlns:a16="http://schemas.microsoft.com/office/drawing/2014/main" id="{AA77749F-FE49-485B-C600-F12F84BA2E6F}"/>
                </a:ext>
              </a:extLst>
            </p:cNvPr>
            <p:cNvGrpSpPr/>
            <p:nvPr/>
          </p:nvGrpSpPr>
          <p:grpSpPr>
            <a:xfrm>
              <a:off x="540854" y="3896842"/>
              <a:ext cx="1718595" cy="412750"/>
              <a:chOff x="5288525" y="1861556"/>
              <a:chExt cx="1414463" cy="412750"/>
            </a:xfrm>
          </p:grpSpPr>
          <p:sp>
            <p:nvSpPr>
              <p:cNvPr id="67" name="Text Box 82">
                <a:extLst>
                  <a:ext uri="{FF2B5EF4-FFF2-40B4-BE49-F238E27FC236}">
                    <a16:creationId xmlns:a16="http://schemas.microsoft.com/office/drawing/2014/main" id="{69533A7B-15F4-8902-AC06-90E70A3301CA}"/>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68" name="Rectangle 83">
                <a:extLst>
                  <a:ext uri="{FF2B5EF4-FFF2-40B4-BE49-F238E27FC236}">
                    <a16:creationId xmlns:a16="http://schemas.microsoft.com/office/drawing/2014/main" id="{C890BD00-3D61-8A1B-4151-50C4BEAEB007}"/>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8" name="Rectangle 83">
              <a:extLst>
                <a:ext uri="{FF2B5EF4-FFF2-40B4-BE49-F238E27FC236}">
                  <a16:creationId xmlns:a16="http://schemas.microsoft.com/office/drawing/2014/main" id="{F26404AF-14B3-FE93-69B9-26F0F6DDDD58}"/>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49" name="Rectangle 83">
              <a:extLst>
                <a:ext uri="{FF2B5EF4-FFF2-40B4-BE49-F238E27FC236}">
                  <a16:creationId xmlns:a16="http://schemas.microsoft.com/office/drawing/2014/main" id="{8C19DD23-0CE1-5F77-45FF-21FEA75295B9}"/>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grpSp>
      <p:sp>
        <p:nvSpPr>
          <p:cNvPr id="62" name="Rectangle 83">
            <a:extLst>
              <a:ext uri="{FF2B5EF4-FFF2-40B4-BE49-F238E27FC236}">
                <a16:creationId xmlns:a16="http://schemas.microsoft.com/office/drawing/2014/main" id="{2F47D70C-F497-5201-60D5-BEC126C5C8CA}"/>
              </a:ext>
            </a:extLst>
          </p:cNvPr>
          <p:cNvSpPr>
            <a:spLocks noChangeArrowheads="1"/>
          </p:cNvSpPr>
          <p:nvPr/>
        </p:nvSpPr>
        <p:spPr bwMode="auto">
          <a:xfrm>
            <a:off x="3874228" y="1399516"/>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granules</a:t>
            </a:r>
            <a:r>
              <a:rPr lang="en-US" sz="1200" dirty="0">
                <a:solidFill>
                  <a:srgbClr val="000000"/>
                </a:solidFill>
              </a:rPr>
              <a:t>”</a:t>
            </a:r>
            <a:endParaRPr lang="en-US" sz="1800" dirty="0"/>
          </a:p>
        </p:txBody>
      </p:sp>
      <p:sp>
        <p:nvSpPr>
          <p:cNvPr id="73" name="Rectangle 83">
            <a:extLst>
              <a:ext uri="{FF2B5EF4-FFF2-40B4-BE49-F238E27FC236}">
                <a16:creationId xmlns:a16="http://schemas.microsoft.com/office/drawing/2014/main" id="{BCE07BA1-9256-60B5-C0D6-F2AD22D66F08}"/>
              </a:ext>
            </a:extLst>
          </p:cNvPr>
          <p:cNvSpPr>
            <a:spLocks noChangeArrowheads="1"/>
          </p:cNvSpPr>
          <p:nvPr/>
        </p:nvSpPr>
        <p:spPr bwMode="auto">
          <a:xfrm>
            <a:off x="6096000" y="1399516"/>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part</a:t>
            </a:r>
            <a:r>
              <a:rPr lang="en-US" sz="1200" dirty="0">
                <a:solidFill>
                  <a:srgbClr val="000000"/>
                </a:solidFill>
              </a:rPr>
              <a:t>”</a:t>
            </a:r>
            <a:endParaRPr lang="en-US" sz="1800" dirty="0"/>
          </a:p>
        </p:txBody>
      </p:sp>
      <p:cxnSp>
        <p:nvCxnSpPr>
          <p:cNvPr id="99" name="Gerade Verbindung mit Pfeil 98">
            <a:extLst>
              <a:ext uri="{FF2B5EF4-FFF2-40B4-BE49-F238E27FC236}">
                <a16:creationId xmlns:a16="http://schemas.microsoft.com/office/drawing/2014/main" id="{44C9E07A-2292-5C54-23DC-27E551E6444D}"/>
              </a:ext>
            </a:extLst>
          </p:cNvPr>
          <p:cNvCxnSpPr>
            <a:cxnSpLocks/>
          </p:cNvCxnSpPr>
          <p:nvPr/>
        </p:nvCxnSpPr>
        <p:spPr>
          <a:xfrm>
            <a:off x="9475389" y="4286989"/>
            <a:ext cx="0" cy="225442"/>
          </a:xfrm>
          <a:prstGeom prst="straightConnector1">
            <a:avLst/>
          </a:prstGeom>
          <a:noFill/>
          <a:ln w="9525">
            <a:solidFill>
              <a:sysClr val="windowText" lastClr="000000"/>
            </a:solidFill>
            <a:round/>
            <a:headEnd/>
            <a:tailEnd type="triangle" w="med" len="med"/>
          </a:ln>
        </p:spPr>
      </p:cxnSp>
      <p:cxnSp>
        <p:nvCxnSpPr>
          <p:cNvPr id="122" name="Gerade Verbindung mit Pfeil 121">
            <a:extLst>
              <a:ext uri="{FF2B5EF4-FFF2-40B4-BE49-F238E27FC236}">
                <a16:creationId xmlns:a16="http://schemas.microsoft.com/office/drawing/2014/main" id="{EDAE5F8A-D068-F857-BF81-7D02A3754A31}"/>
              </a:ext>
            </a:extLst>
          </p:cNvPr>
          <p:cNvCxnSpPr>
            <a:cxnSpLocks/>
          </p:cNvCxnSpPr>
          <p:nvPr/>
        </p:nvCxnSpPr>
        <p:spPr>
          <a:xfrm>
            <a:off x="9475389" y="3595340"/>
            <a:ext cx="0" cy="278899"/>
          </a:xfrm>
          <a:prstGeom prst="straightConnector1">
            <a:avLst/>
          </a:prstGeom>
          <a:noFill/>
          <a:ln w="9525">
            <a:solidFill>
              <a:sysClr val="windowText" lastClr="000000"/>
            </a:solidFill>
            <a:round/>
            <a:headEnd type="triangle"/>
            <a:tailEnd type="triangle" w="med" len="med"/>
          </a:ln>
        </p:spPr>
      </p:cxnSp>
      <p:cxnSp>
        <p:nvCxnSpPr>
          <p:cNvPr id="123" name="Verbinder: gewinkelt 87">
            <a:extLst>
              <a:ext uri="{FF2B5EF4-FFF2-40B4-BE49-F238E27FC236}">
                <a16:creationId xmlns:a16="http://schemas.microsoft.com/office/drawing/2014/main" id="{CDA23822-085B-A33A-4B8D-7977AC4AD795}"/>
              </a:ext>
            </a:extLst>
          </p:cNvPr>
          <p:cNvCxnSpPr>
            <a:cxnSpLocks/>
            <a:stCxn id="102" idx="1"/>
            <a:endCxn id="132" idx="1"/>
          </p:cNvCxnSpPr>
          <p:nvPr/>
        </p:nvCxnSpPr>
        <p:spPr>
          <a:xfrm rot="10800000" flipV="1">
            <a:off x="8617770" y="3388964"/>
            <a:ext cx="17766" cy="1329841"/>
          </a:xfrm>
          <a:prstGeom prst="bentConnector3">
            <a:avLst>
              <a:gd name="adj1" fmla="val 1386727"/>
            </a:avLst>
          </a:prstGeom>
          <a:noFill/>
          <a:ln w="9525">
            <a:solidFill>
              <a:sysClr val="windowText" lastClr="000000"/>
            </a:solidFill>
            <a:round/>
            <a:headEnd/>
            <a:tailEnd type="triangle" w="med" len="med"/>
          </a:ln>
        </p:spPr>
      </p:cxnSp>
      <p:grpSp>
        <p:nvGrpSpPr>
          <p:cNvPr id="125" name="Gruppieren 124">
            <a:extLst>
              <a:ext uri="{FF2B5EF4-FFF2-40B4-BE49-F238E27FC236}">
                <a16:creationId xmlns:a16="http://schemas.microsoft.com/office/drawing/2014/main" id="{1035B3AD-DFCD-AC8C-CC7B-606D1A945C8A}"/>
              </a:ext>
            </a:extLst>
          </p:cNvPr>
          <p:cNvGrpSpPr/>
          <p:nvPr/>
        </p:nvGrpSpPr>
        <p:grpSpPr>
          <a:xfrm>
            <a:off x="8617770" y="4512431"/>
            <a:ext cx="1715239" cy="1095378"/>
            <a:chOff x="542532" y="4535034"/>
            <a:chExt cx="1715239" cy="1095378"/>
          </a:xfrm>
        </p:grpSpPr>
        <p:grpSp>
          <p:nvGrpSpPr>
            <p:cNvPr id="126" name="Gruppieren 125">
              <a:extLst>
                <a:ext uri="{FF2B5EF4-FFF2-40B4-BE49-F238E27FC236}">
                  <a16:creationId xmlns:a16="http://schemas.microsoft.com/office/drawing/2014/main" id="{78340A27-A1D8-141F-3E5A-69E08B17F5C8}"/>
                </a:ext>
              </a:extLst>
            </p:cNvPr>
            <p:cNvGrpSpPr/>
            <p:nvPr/>
          </p:nvGrpSpPr>
          <p:grpSpPr>
            <a:xfrm>
              <a:off x="542532" y="4535034"/>
              <a:ext cx="1715239" cy="412750"/>
              <a:chOff x="5271097" y="1861556"/>
              <a:chExt cx="2175589" cy="412750"/>
            </a:xfrm>
          </p:grpSpPr>
          <p:sp>
            <p:nvSpPr>
              <p:cNvPr id="131" name="Text Box 82">
                <a:extLst>
                  <a:ext uri="{FF2B5EF4-FFF2-40B4-BE49-F238E27FC236}">
                    <a16:creationId xmlns:a16="http://schemas.microsoft.com/office/drawing/2014/main" id="{BB4B0A05-E31F-11B3-71AA-E7B6C1B9FD42}"/>
                  </a:ext>
                </a:extLst>
              </p:cNvPr>
              <p:cNvSpPr txBox="1">
                <a:spLocks noChangeArrowheads="1"/>
              </p:cNvSpPr>
              <p:nvPr/>
            </p:nvSpPr>
            <p:spPr bwMode="auto">
              <a:xfrm>
                <a:off x="5271097" y="1899656"/>
                <a:ext cx="2175589" cy="338554"/>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plastic:Category</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2" name="Rectangle 83">
                <a:extLst>
                  <a:ext uri="{FF2B5EF4-FFF2-40B4-BE49-F238E27FC236}">
                    <a16:creationId xmlns:a16="http://schemas.microsoft.com/office/drawing/2014/main" id="{BE2D6DE5-DFB3-5975-ABCB-FB61E08C85E8}"/>
                  </a:ext>
                </a:extLst>
              </p:cNvPr>
              <p:cNvSpPr>
                <a:spLocks noChangeArrowheads="1"/>
              </p:cNvSpPr>
              <p:nvPr/>
            </p:nvSpPr>
            <p:spPr bwMode="auto">
              <a:xfrm>
                <a:off x="5271097" y="1861556"/>
                <a:ext cx="2175589"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28" name="Gruppieren 127">
              <a:extLst>
                <a:ext uri="{FF2B5EF4-FFF2-40B4-BE49-F238E27FC236}">
                  <a16:creationId xmlns:a16="http://schemas.microsoft.com/office/drawing/2014/main" id="{8D8EE09F-5592-DBB6-DE01-B2DC15318727}"/>
                </a:ext>
              </a:extLst>
            </p:cNvPr>
            <p:cNvGrpSpPr/>
            <p:nvPr/>
          </p:nvGrpSpPr>
          <p:grpSpPr>
            <a:xfrm>
              <a:off x="542532" y="4947564"/>
              <a:ext cx="1715239" cy="682848"/>
              <a:chOff x="5287004" y="1861556"/>
              <a:chExt cx="1415984" cy="682848"/>
            </a:xfrm>
          </p:grpSpPr>
          <p:sp>
            <p:nvSpPr>
              <p:cNvPr id="129" name="Text Box 82">
                <a:extLst>
                  <a:ext uri="{FF2B5EF4-FFF2-40B4-BE49-F238E27FC236}">
                    <a16:creationId xmlns:a16="http://schemas.microsoft.com/office/drawing/2014/main" id="{5CC0990B-F2D4-AB7F-A59E-5F7A4360D4F9}"/>
                  </a:ext>
                </a:extLst>
              </p:cNvPr>
              <p:cNvSpPr txBox="1">
                <a:spLocks noChangeArrowheads="1"/>
              </p:cNvSpPr>
              <p:nvPr/>
            </p:nvSpPr>
            <p:spPr bwMode="auto">
              <a:xfrm>
                <a:off x="5287004" y="1899656"/>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Material</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Part</a:t>
                </a:r>
              </a:p>
            </p:txBody>
          </p:sp>
          <p:sp>
            <p:nvSpPr>
              <p:cNvPr id="130" name="Rectangle 83">
                <a:extLst>
                  <a:ext uri="{FF2B5EF4-FFF2-40B4-BE49-F238E27FC236}">
                    <a16:creationId xmlns:a16="http://schemas.microsoft.com/office/drawing/2014/main" id="{C0B973AA-D9EB-CD86-EFB3-D4779928A264}"/>
                  </a:ext>
                </a:extLst>
              </p:cNvPr>
              <p:cNvSpPr>
                <a:spLocks noChangeArrowheads="1"/>
              </p:cNvSpPr>
              <p:nvPr/>
            </p:nvSpPr>
            <p:spPr bwMode="auto">
              <a:xfrm>
                <a:off x="5288525" y="1861556"/>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grpSp>
        <p:nvGrpSpPr>
          <p:cNvPr id="134" name="Gruppieren 133">
            <a:extLst>
              <a:ext uri="{FF2B5EF4-FFF2-40B4-BE49-F238E27FC236}">
                <a16:creationId xmlns:a16="http://schemas.microsoft.com/office/drawing/2014/main" id="{725FEEC7-E406-C594-AC3D-ED0EB1110663}"/>
              </a:ext>
            </a:extLst>
          </p:cNvPr>
          <p:cNvGrpSpPr/>
          <p:nvPr/>
        </p:nvGrpSpPr>
        <p:grpSpPr>
          <a:xfrm>
            <a:off x="8616092" y="3874239"/>
            <a:ext cx="1855395" cy="412750"/>
            <a:chOff x="540854" y="3896842"/>
            <a:chExt cx="1855395" cy="412750"/>
          </a:xfrm>
        </p:grpSpPr>
        <p:grpSp>
          <p:nvGrpSpPr>
            <p:cNvPr id="135" name="Gruppieren 134">
              <a:extLst>
                <a:ext uri="{FF2B5EF4-FFF2-40B4-BE49-F238E27FC236}">
                  <a16:creationId xmlns:a16="http://schemas.microsoft.com/office/drawing/2014/main" id="{3F805AB0-8344-7886-8B3C-68A091571556}"/>
                </a:ext>
              </a:extLst>
            </p:cNvPr>
            <p:cNvGrpSpPr/>
            <p:nvPr/>
          </p:nvGrpSpPr>
          <p:grpSpPr>
            <a:xfrm>
              <a:off x="540854" y="3896842"/>
              <a:ext cx="1718595" cy="412750"/>
              <a:chOff x="5288525" y="1861556"/>
              <a:chExt cx="1414463" cy="412750"/>
            </a:xfrm>
          </p:grpSpPr>
          <p:sp>
            <p:nvSpPr>
              <p:cNvPr id="163" name="Text Box 82">
                <a:extLst>
                  <a:ext uri="{FF2B5EF4-FFF2-40B4-BE49-F238E27FC236}">
                    <a16:creationId xmlns:a16="http://schemas.microsoft.com/office/drawing/2014/main" id="{92F25F51-DBD7-55B2-CFA6-03F76510C597}"/>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64" name="Rectangle 83">
                <a:extLst>
                  <a:ext uri="{FF2B5EF4-FFF2-40B4-BE49-F238E27FC236}">
                    <a16:creationId xmlns:a16="http://schemas.microsoft.com/office/drawing/2014/main" id="{BCCFFB77-3AA5-108A-B5FF-6CB43951B105}"/>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7" name="Rectangle 83">
              <a:extLst>
                <a:ext uri="{FF2B5EF4-FFF2-40B4-BE49-F238E27FC236}">
                  <a16:creationId xmlns:a16="http://schemas.microsoft.com/office/drawing/2014/main" id="{99F24C9D-B819-FC7B-2619-2F04296A2386}"/>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138" name="Rectangle 83">
              <a:extLst>
                <a:ext uri="{FF2B5EF4-FFF2-40B4-BE49-F238E27FC236}">
                  <a16:creationId xmlns:a16="http://schemas.microsoft.com/office/drawing/2014/main" id="{B649D132-F803-868C-765B-C75F58395F4A}"/>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sp>
          <p:nvSpPr>
            <p:cNvPr id="160" name="Rectangle 83">
              <a:extLst>
                <a:ext uri="{FF2B5EF4-FFF2-40B4-BE49-F238E27FC236}">
                  <a16:creationId xmlns:a16="http://schemas.microsoft.com/office/drawing/2014/main" id="{007AB3F5-5F7F-00E4-E75F-B507E05AC807}"/>
                </a:ext>
              </a:extLst>
            </p:cNvPr>
            <p:cNvSpPr>
              <a:spLocks noChangeArrowheads="1"/>
            </p:cNvSpPr>
            <p:nvPr/>
          </p:nvSpPr>
          <p:spPr bwMode="auto">
            <a:xfrm>
              <a:off x="2259449" y="417279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6</a:t>
              </a:r>
              <a:endParaRPr lang="en-US" sz="1600" dirty="0"/>
            </a:p>
          </p:txBody>
        </p:sp>
      </p:grpSp>
      <p:cxnSp>
        <p:nvCxnSpPr>
          <p:cNvPr id="165" name="Gerade Verbindung mit Pfeil 164">
            <a:extLst>
              <a:ext uri="{FF2B5EF4-FFF2-40B4-BE49-F238E27FC236}">
                <a16:creationId xmlns:a16="http://schemas.microsoft.com/office/drawing/2014/main" id="{206F9603-0417-5708-EAE4-52F13A42D080}"/>
              </a:ext>
            </a:extLst>
          </p:cNvPr>
          <p:cNvCxnSpPr>
            <a:cxnSpLocks/>
            <a:stCxn id="7" idx="2"/>
            <a:endCxn id="102" idx="0"/>
          </p:cNvCxnSpPr>
          <p:nvPr/>
        </p:nvCxnSpPr>
        <p:spPr>
          <a:xfrm>
            <a:off x="9475390" y="2660144"/>
            <a:ext cx="0" cy="522446"/>
          </a:xfrm>
          <a:prstGeom prst="straightConnector1">
            <a:avLst/>
          </a:prstGeom>
          <a:noFill/>
          <a:ln w="9525">
            <a:solidFill>
              <a:sysClr val="windowText" lastClr="000000"/>
            </a:solidFill>
            <a:round/>
            <a:headEnd/>
            <a:tailEnd type="triangle" w="med" len="med"/>
          </a:ln>
        </p:spPr>
      </p:cxnSp>
      <p:grpSp>
        <p:nvGrpSpPr>
          <p:cNvPr id="169" name="Gruppieren 168">
            <a:extLst>
              <a:ext uri="{FF2B5EF4-FFF2-40B4-BE49-F238E27FC236}">
                <a16:creationId xmlns:a16="http://schemas.microsoft.com/office/drawing/2014/main" id="{0BACF1A3-6329-0A53-2E9F-A8C3C22C7056}"/>
              </a:ext>
            </a:extLst>
          </p:cNvPr>
          <p:cNvGrpSpPr/>
          <p:nvPr/>
        </p:nvGrpSpPr>
        <p:grpSpPr>
          <a:xfrm>
            <a:off x="10739219" y="3804326"/>
            <a:ext cx="1194558" cy="824891"/>
            <a:chOff x="2868289" y="3804631"/>
            <a:chExt cx="1194558" cy="824891"/>
          </a:xfrm>
        </p:grpSpPr>
        <p:sp>
          <p:nvSpPr>
            <p:cNvPr id="176" name="Text Box 82">
              <a:extLst>
                <a:ext uri="{FF2B5EF4-FFF2-40B4-BE49-F238E27FC236}">
                  <a16:creationId xmlns:a16="http://schemas.microsoft.com/office/drawing/2014/main" id="{0A80357F-8C9C-3B12-4F55-485C2E4E0CC8}"/>
                </a:ext>
              </a:extLst>
            </p:cNvPr>
            <p:cNvSpPr txBox="1">
              <a:spLocks noChangeArrowheads="1"/>
            </p:cNvSpPr>
            <p:nvPr/>
          </p:nvSpPr>
          <p:spPr bwMode="auto">
            <a:xfrm>
              <a:off x="2889129" y="3842731"/>
              <a:ext cx="1152881" cy="338554"/>
            </a:xfrm>
            <a:prstGeom prst="rect">
              <a:avLst/>
            </a:prstGeom>
            <a:noFill/>
            <a:ln w="9525">
              <a:noFill/>
              <a:miter lim="800000"/>
              <a:headEnd/>
              <a:tailEnd/>
            </a:ln>
          </p:spPr>
          <p:txBody>
            <a:bodyPr wrap="none">
              <a:spAutoFit/>
            </a:bodyPr>
            <a:lstStyle/>
            <a:p>
              <a:pPr lvl="0" algn="ctr" fontAlgn="auto">
                <a:spcBef>
                  <a:spcPts val="0"/>
                </a:spcBef>
                <a:spcAft>
                  <a:spcPts val="0"/>
                </a:spcAf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7" name="Rectangle 83">
              <a:extLst>
                <a:ext uri="{FF2B5EF4-FFF2-40B4-BE49-F238E27FC236}">
                  <a16:creationId xmlns:a16="http://schemas.microsoft.com/office/drawing/2014/main" id="{9E4263E4-C7C6-8783-A938-42621CA6667A}"/>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8" name="Text Box 82">
              <a:extLst>
                <a:ext uri="{FF2B5EF4-FFF2-40B4-BE49-F238E27FC236}">
                  <a16:creationId xmlns:a16="http://schemas.microsoft.com/office/drawing/2014/main" id="{2D97B12B-3612-4C4F-9B2C-4A5D73B59D9B}"/>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de-DE" sz="1600" kern="0" dirty="0">
                  <a:solidFill>
                    <a:prstClr val="black"/>
                  </a:solidFill>
                </a:rPr>
                <a:t>…</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9" name="Rectangle 83">
              <a:extLst>
                <a:ext uri="{FF2B5EF4-FFF2-40B4-BE49-F238E27FC236}">
                  <a16:creationId xmlns:a16="http://schemas.microsoft.com/office/drawing/2014/main" id="{F483DC58-FDC2-DD5D-884D-0D418B41B15D}"/>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80" name="Gruppieren 179">
            <a:extLst>
              <a:ext uri="{FF2B5EF4-FFF2-40B4-BE49-F238E27FC236}">
                <a16:creationId xmlns:a16="http://schemas.microsoft.com/office/drawing/2014/main" id="{9FAD37F7-3050-A902-5F45-28B678B061CE}"/>
              </a:ext>
            </a:extLst>
          </p:cNvPr>
          <p:cNvGrpSpPr/>
          <p:nvPr/>
        </p:nvGrpSpPr>
        <p:grpSpPr>
          <a:xfrm>
            <a:off x="10739219" y="2821644"/>
            <a:ext cx="1194558" cy="824891"/>
            <a:chOff x="2868289" y="3804631"/>
            <a:chExt cx="1194558" cy="824891"/>
          </a:xfrm>
        </p:grpSpPr>
        <p:sp>
          <p:nvSpPr>
            <p:cNvPr id="181" name="Text Box 82">
              <a:extLst>
                <a:ext uri="{FF2B5EF4-FFF2-40B4-BE49-F238E27FC236}">
                  <a16:creationId xmlns:a16="http://schemas.microsoft.com/office/drawing/2014/main" id="{CAAB7746-4851-8D9D-FF36-4F6C5F872A75}"/>
                </a:ext>
              </a:extLst>
            </p:cNvPr>
            <p:cNvSpPr txBox="1">
              <a:spLocks noChangeArrowheads="1"/>
            </p:cNvSpPr>
            <p:nvPr/>
          </p:nvSpPr>
          <p:spPr bwMode="auto">
            <a:xfrm>
              <a:off x="2889130" y="3842731"/>
              <a:ext cx="1152881"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2" name="Rectangle 83">
              <a:extLst>
                <a:ext uri="{FF2B5EF4-FFF2-40B4-BE49-F238E27FC236}">
                  <a16:creationId xmlns:a16="http://schemas.microsoft.com/office/drawing/2014/main" id="{2C8048C6-CB58-7B29-13B3-332E4A28C5B0}"/>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3" name="Text Box 82">
              <a:extLst>
                <a:ext uri="{FF2B5EF4-FFF2-40B4-BE49-F238E27FC236}">
                  <a16:creationId xmlns:a16="http://schemas.microsoft.com/office/drawing/2014/main" id="{1FA26872-2898-AB82-98BC-2039ACDF9F2D}"/>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p>
          </p:txBody>
        </p:sp>
        <p:sp>
          <p:nvSpPr>
            <p:cNvPr id="184" name="Rectangle 83">
              <a:extLst>
                <a:ext uri="{FF2B5EF4-FFF2-40B4-BE49-F238E27FC236}">
                  <a16:creationId xmlns:a16="http://schemas.microsoft.com/office/drawing/2014/main" id="{5F569989-4173-3487-AD94-640E6DC15809}"/>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85" name="Gruppieren 184">
            <a:extLst>
              <a:ext uri="{FF2B5EF4-FFF2-40B4-BE49-F238E27FC236}">
                <a16:creationId xmlns:a16="http://schemas.microsoft.com/office/drawing/2014/main" id="{8F111D09-78BA-0C26-8C77-DADDCCAAC4A6}"/>
              </a:ext>
            </a:extLst>
          </p:cNvPr>
          <p:cNvGrpSpPr/>
          <p:nvPr/>
        </p:nvGrpSpPr>
        <p:grpSpPr>
          <a:xfrm>
            <a:off x="10739219" y="4877498"/>
            <a:ext cx="1194558" cy="824891"/>
            <a:chOff x="2868289" y="3804631"/>
            <a:chExt cx="1194558" cy="824891"/>
          </a:xfrm>
        </p:grpSpPr>
        <p:sp>
          <p:nvSpPr>
            <p:cNvPr id="186" name="Text Box 82">
              <a:extLst>
                <a:ext uri="{FF2B5EF4-FFF2-40B4-BE49-F238E27FC236}">
                  <a16:creationId xmlns:a16="http://schemas.microsoft.com/office/drawing/2014/main" id="{2DD155CE-04BF-8BB4-0BEA-5DA1169530DB}"/>
                </a:ext>
              </a:extLst>
            </p:cNvPr>
            <p:cNvSpPr txBox="1">
              <a:spLocks noChangeArrowheads="1"/>
            </p:cNvSpPr>
            <p:nvPr/>
          </p:nvSpPr>
          <p:spPr bwMode="auto">
            <a:xfrm>
              <a:off x="2889128" y="3842731"/>
              <a:ext cx="1152881" cy="338554"/>
            </a:xfrm>
            <a:prstGeom prst="rect">
              <a:avLst/>
            </a:prstGeom>
            <a:noFill/>
            <a:ln w="9525">
              <a:noFill/>
              <a:miter lim="800000"/>
              <a:headEnd/>
              <a:tailEnd/>
            </a:ln>
          </p:spPr>
          <p:txBody>
            <a:bodyPr wrap="none">
              <a:spAutoFit/>
            </a:bodyPr>
            <a:lstStyle/>
            <a:p>
              <a:pPr lvl="0" algn="ctr" fontAlgn="auto">
                <a:spcBef>
                  <a:spcPts val="0"/>
                </a:spcBef>
                <a:spcAft>
                  <a:spcPts val="0"/>
                </a:spcAf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7" name="Rectangle 83">
              <a:extLst>
                <a:ext uri="{FF2B5EF4-FFF2-40B4-BE49-F238E27FC236}">
                  <a16:creationId xmlns:a16="http://schemas.microsoft.com/office/drawing/2014/main" id="{EF92951C-1EF2-BEDF-7DE7-64D769919104}"/>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8" name="Text Box 82">
              <a:extLst>
                <a:ext uri="{FF2B5EF4-FFF2-40B4-BE49-F238E27FC236}">
                  <a16:creationId xmlns:a16="http://schemas.microsoft.com/office/drawing/2014/main" id="{43A9212B-7FC0-118D-B2DD-305CA5FAC82D}"/>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p>
          </p:txBody>
        </p:sp>
        <p:sp>
          <p:nvSpPr>
            <p:cNvPr id="189" name="Rectangle 83">
              <a:extLst>
                <a:ext uri="{FF2B5EF4-FFF2-40B4-BE49-F238E27FC236}">
                  <a16:creationId xmlns:a16="http://schemas.microsoft.com/office/drawing/2014/main" id="{D5383BF2-9F79-043F-E701-FF9D8A939337}"/>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90" name="Verbinder: gewinkelt 87">
            <a:extLst>
              <a:ext uri="{FF2B5EF4-FFF2-40B4-BE49-F238E27FC236}">
                <a16:creationId xmlns:a16="http://schemas.microsoft.com/office/drawing/2014/main" id="{F9E7EC61-CCD4-6173-33E2-68E9CA451DE8}"/>
              </a:ext>
            </a:extLst>
          </p:cNvPr>
          <p:cNvCxnSpPr>
            <a:cxnSpLocks/>
            <a:stCxn id="137" idx="3"/>
            <a:endCxn id="182" idx="1"/>
          </p:cNvCxnSpPr>
          <p:nvPr/>
        </p:nvCxnSpPr>
        <p:spPr>
          <a:xfrm flipV="1">
            <a:off x="10471487" y="3028019"/>
            <a:ext cx="267732" cy="914620"/>
          </a:xfrm>
          <a:prstGeom prst="bentConnector3">
            <a:avLst>
              <a:gd name="adj1" fmla="val 50000"/>
            </a:avLst>
          </a:prstGeom>
          <a:noFill/>
          <a:ln w="9525">
            <a:solidFill>
              <a:sysClr val="windowText" lastClr="000000"/>
            </a:solidFill>
            <a:round/>
            <a:headEnd/>
            <a:tailEnd type="triangle" w="med" len="med"/>
          </a:ln>
        </p:spPr>
      </p:cxnSp>
      <p:cxnSp>
        <p:nvCxnSpPr>
          <p:cNvPr id="193" name="Verbinder: gewinkelt 87">
            <a:extLst>
              <a:ext uri="{FF2B5EF4-FFF2-40B4-BE49-F238E27FC236}">
                <a16:creationId xmlns:a16="http://schemas.microsoft.com/office/drawing/2014/main" id="{FCC0D500-CE15-AC87-636E-EAA802BC4266}"/>
              </a:ext>
            </a:extLst>
          </p:cNvPr>
          <p:cNvCxnSpPr>
            <a:cxnSpLocks/>
            <a:stCxn id="138" idx="3"/>
            <a:endCxn id="177" idx="1"/>
          </p:cNvCxnSpPr>
          <p:nvPr/>
        </p:nvCxnSpPr>
        <p:spPr>
          <a:xfrm flipV="1">
            <a:off x="10471487" y="4010701"/>
            <a:ext cx="267732" cy="69913"/>
          </a:xfrm>
          <a:prstGeom prst="bentConnector3">
            <a:avLst>
              <a:gd name="adj1" fmla="val 50000"/>
            </a:avLst>
          </a:prstGeom>
          <a:noFill/>
          <a:ln w="9525">
            <a:solidFill>
              <a:sysClr val="windowText" lastClr="000000"/>
            </a:solidFill>
            <a:round/>
            <a:headEnd/>
            <a:tailEnd type="triangle" w="med" len="med"/>
          </a:ln>
        </p:spPr>
      </p:cxnSp>
      <p:cxnSp>
        <p:nvCxnSpPr>
          <p:cNvPr id="197" name="Verbinder: gewinkelt 87">
            <a:extLst>
              <a:ext uri="{FF2B5EF4-FFF2-40B4-BE49-F238E27FC236}">
                <a16:creationId xmlns:a16="http://schemas.microsoft.com/office/drawing/2014/main" id="{C5246A4D-DAAF-1D3C-AD3F-791AE1ABDEF4}"/>
              </a:ext>
            </a:extLst>
          </p:cNvPr>
          <p:cNvCxnSpPr>
            <a:cxnSpLocks/>
            <a:stCxn id="160" idx="3"/>
            <a:endCxn id="187" idx="1"/>
          </p:cNvCxnSpPr>
          <p:nvPr/>
        </p:nvCxnSpPr>
        <p:spPr>
          <a:xfrm>
            <a:off x="10471487" y="4218589"/>
            <a:ext cx="267732" cy="865284"/>
          </a:xfrm>
          <a:prstGeom prst="bentConnector3">
            <a:avLst>
              <a:gd name="adj1" fmla="val 50000"/>
            </a:avLst>
          </a:prstGeom>
          <a:noFill/>
          <a:ln w="9525">
            <a:solidFill>
              <a:sysClr val="windowText" lastClr="000000"/>
            </a:solidFill>
            <a:round/>
            <a:headEnd/>
            <a:tailEnd type="triangle" w="med" len="med"/>
          </a:ln>
        </p:spPr>
      </p:cxnSp>
      <p:cxnSp>
        <p:nvCxnSpPr>
          <p:cNvPr id="241" name="Gerade Verbindung mit Pfeil 240">
            <a:extLst>
              <a:ext uri="{FF2B5EF4-FFF2-40B4-BE49-F238E27FC236}">
                <a16:creationId xmlns:a16="http://schemas.microsoft.com/office/drawing/2014/main" id="{30248E9E-9CCD-22E0-451B-3766CFD3EB2B}"/>
              </a:ext>
            </a:extLst>
          </p:cNvPr>
          <p:cNvCxnSpPr>
            <a:cxnSpLocks/>
          </p:cNvCxnSpPr>
          <p:nvPr/>
        </p:nvCxnSpPr>
        <p:spPr>
          <a:xfrm>
            <a:off x="5364406" y="4281701"/>
            <a:ext cx="0" cy="225442"/>
          </a:xfrm>
          <a:prstGeom prst="straightConnector1">
            <a:avLst/>
          </a:prstGeom>
          <a:noFill/>
          <a:ln w="9525">
            <a:solidFill>
              <a:sysClr val="windowText" lastClr="000000"/>
            </a:solidFill>
            <a:round/>
            <a:headEnd/>
            <a:tailEnd type="triangle" w="med" len="med"/>
          </a:ln>
        </p:spPr>
      </p:cxnSp>
      <p:cxnSp>
        <p:nvCxnSpPr>
          <p:cNvPr id="245" name="Gerade Verbindung mit Pfeil 244">
            <a:extLst>
              <a:ext uri="{FF2B5EF4-FFF2-40B4-BE49-F238E27FC236}">
                <a16:creationId xmlns:a16="http://schemas.microsoft.com/office/drawing/2014/main" id="{A30884F1-236C-0117-197E-B00DF8FB7123}"/>
              </a:ext>
            </a:extLst>
          </p:cNvPr>
          <p:cNvCxnSpPr>
            <a:cxnSpLocks/>
          </p:cNvCxnSpPr>
          <p:nvPr/>
        </p:nvCxnSpPr>
        <p:spPr>
          <a:xfrm>
            <a:off x="5364406" y="3590052"/>
            <a:ext cx="0" cy="278899"/>
          </a:xfrm>
          <a:prstGeom prst="straightConnector1">
            <a:avLst/>
          </a:prstGeom>
          <a:noFill/>
          <a:ln w="9525">
            <a:solidFill>
              <a:sysClr val="windowText" lastClr="000000"/>
            </a:solidFill>
            <a:round/>
            <a:headEnd type="triangle"/>
            <a:tailEnd type="triangle" w="med" len="med"/>
          </a:ln>
        </p:spPr>
      </p:cxnSp>
      <p:cxnSp>
        <p:nvCxnSpPr>
          <p:cNvPr id="246" name="Verbinder: gewinkelt 87">
            <a:extLst>
              <a:ext uri="{FF2B5EF4-FFF2-40B4-BE49-F238E27FC236}">
                <a16:creationId xmlns:a16="http://schemas.microsoft.com/office/drawing/2014/main" id="{F03BF47B-3837-D5E0-7C4C-BA7BFD93B002}"/>
              </a:ext>
            </a:extLst>
          </p:cNvPr>
          <p:cNvCxnSpPr>
            <a:cxnSpLocks/>
            <a:stCxn id="244" idx="1"/>
            <a:endCxn id="253" idx="1"/>
          </p:cNvCxnSpPr>
          <p:nvPr/>
        </p:nvCxnSpPr>
        <p:spPr>
          <a:xfrm rot="10800000" flipV="1">
            <a:off x="4506787" y="3383676"/>
            <a:ext cx="17766" cy="1329841"/>
          </a:xfrm>
          <a:prstGeom prst="bentConnector3">
            <a:avLst>
              <a:gd name="adj1" fmla="val 1386727"/>
            </a:avLst>
          </a:prstGeom>
          <a:noFill/>
          <a:ln w="9525">
            <a:solidFill>
              <a:sysClr val="windowText" lastClr="000000"/>
            </a:solidFill>
            <a:round/>
            <a:headEnd/>
            <a:tailEnd type="triangle" w="med" len="med"/>
          </a:ln>
        </p:spPr>
      </p:cxnSp>
      <p:grpSp>
        <p:nvGrpSpPr>
          <p:cNvPr id="247" name="Gruppieren 246">
            <a:extLst>
              <a:ext uri="{FF2B5EF4-FFF2-40B4-BE49-F238E27FC236}">
                <a16:creationId xmlns:a16="http://schemas.microsoft.com/office/drawing/2014/main" id="{D27DCDBD-061B-1E0C-0810-23AF77A75E14}"/>
              </a:ext>
            </a:extLst>
          </p:cNvPr>
          <p:cNvGrpSpPr/>
          <p:nvPr/>
        </p:nvGrpSpPr>
        <p:grpSpPr>
          <a:xfrm>
            <a:off x="4506787" y="4507143"/>
            <a:ext cx="1715239" cy="1095378"/>
            <a:chOff x="542532" y="4535034"/>
            <a:chExt cx="1715239" cy="1095378"/>
          </a:xfrm>
        </p:grpSpPr>
        <p:grpSp>
          <p:nvGrpSpPr>
            <p:cNvPr id="248" name="Gruppieren 247">
              <a:extLst>
                <a:ext uri="{FF2B5EF4-FFF2-40B4-BE49-F238E27FC236}">
                  <a16:creationId xmlns:a16="http://schemas.microsoft.com/office/drawing/2014/main" id="{0F2C00CB-7BE0-B310-EF17-E026E0466456}"/>
                </a:ext>
              </a:extLst>
            </p:cNvPr>
            <p:cNvGrpSpPr/>
            <p:nvPr/>
          </p:nvGrpSpPr>
          <p:grpSpPr>
            <a:xfrm>
              <a:off x="542532" y="4535034"/>
              <a:ext cx="1715239" cy="412750"/>
              <a:chOff x="5271097" y="1861556"/>
              <a:chExt cx="2175589" cy="412750"/>
            </a:xfrm>
          </p:grpSpPr>
          <p:sp>
            <p:nvSpPr>
              <p:cNvPr id="252" name="Text Box 82">
                <a:extLst>
                  <a:ext uri="{FF2B5EF4-FFF2-40B4-BE49-F238E27FC236}">
                    <a16:creationId xmlns:a16="http://schemas.microsoft.com/office/drawing/2014/main" id="{F6216BAE-D6E5-8F9A-20E2-4FE27B4929AB}"/>
                  </a:ext>
                </a:extLst>
              </p:cNvPr>
              <p:cNvSpPr txBox="1">
                <a:spLocks noChangeArrowheads="1"/>
              </p:cNvSpPr>
              <p:nvPr/>
            </p:nvSpPr>
            <p:spPr bwMode="auto">
              <a:xfrm>
                <a:off x="5271097" y="1899656"/>
                <a:ext cx="2175589" cy="338554"/>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melt:Category</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3" name="Rectangle 83">
                <a:extLst>
                  <a:ext uri="{FF2B5EF4-FFF2-40B4-BE49-F238E27FC236}">
                    <a16:creationId xmlns:a16="http://schemas.microsoft.com/office/drawing/2014/main" id="{E5AE26E1-2B73-81F7-CFCE-65A20C0AA89B}"/>
                  </a:ext>
                </a:extLst>
              </p:cNvPr>
              <p:cNvSpPr>
                <a:spLocks noChangeArrowheads="1"/>
              </p:cNvSpPr>
              <p:nvPr/>
            </p:nvSpPr>
            <p:spPr bwMode="auto">
              <a:xfrm>
                <a:off x="5271097" y="1861556"/>
                <a:ext cx="2175589"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49" name="Gruppieren 248">
              <a:extLst>
                <a:ext uri="{FF2B5EF4-FFF2-40B4-BE49-F238E27FC236}">
                  <a16:creationId xmlns:a16="http://schemas.microsoft.com/office/drawing/2014/main" id="{3BDB77EF-29DD-9B07-A30B-3CBC7168D55C}"/>
                </a:ext>
              </a:extLst>
            </p:cNvPr>
            <p:cNvGrpSpPr/>
            <p:nvPr/>
          </p:nvGrpSpPr>
          <p:grpSpPr>
            <a:xfrm>
              <a:off x="542532" y="4947564"/>
              <a:ext cx="1715239" cy="682848"/>
              <a:chOff x="5287004" y="1861556"/>
              <a:chExt cx="1415984" cy="682848"/>
            </a:xfrm>
          </p:grpSpPr>
          <p:sp>
            <p:nvSpPr>
              <p:cNvPr id="250" name="Text Box 82">
                <a:extLst>
                  <a:ext uri="{FF2B5EF4-FFF2-40B4-BE49-F238E27FC236}">
                    <a16:creationId xmlns:a16="http://schemas.microsoft.com/office/drawing/2014/main" id="{0B05E06B-A769-7E83-DA01-519680E1A596}"/>
                  </a:ext>
                </a:extLst>
              </p:cNvPr>
              <p:cNvSpPr txBox="1">
                <a:spLocks noChangeArrowheads="1"/>
              </p:cNvSpPr>
              <p:nvPr/>
            </p:nvSpPr>
            <p:spPr bwMode="auto">
              <a:xfrm>
                <a:off x="5287004" y="1899656"/>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Fluid</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l/s&lt;Float&gt;</a:t>
                </a:r>
              </a:p>
            </p:txBody>
          </p:sp>
          <p:sp>
            <p:nvSpPr>
              <p:cNvPr id="251" name="Rectangle 83">
                <a:extLst>
                  <a:ext uri="{FF2B5EF4-FFF2-40B4-BE49-F238E27FC236}">
                    <a16:creationId xmlns:a16="http://schemas.microsoft.com/office/drawing/2014/main" id="{16F05263-4ABA-8DB0-19C8-4C63786AA364}"/>
                  </a:ext>
                </a:extLst>
              </p:cNvPr>
              <p:cNvSpPr>
                <a:spLocks noChangeArrowheads="1"/>
              </p:cNvSpPr>
              <p:nvPr/>
            </p:nvSpPr>
            <p:spPr bwMode="auto">
              <a:xfrm>
                <a:off x="5288525" y="1861556"/>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grpSp>
        <p:nvGrpSpPr>
          <p:cNvPr id="254" name="Gruppieren 253">
            <a:extLst>
              <a:ext uri="{FF2B5EF4-FFF2-40B4-BE49-F238E27FC236}">
                <a16:creationId xmlns:a16="http://schemas.microsoft.com/office/drawing/2014/main" id="{A91ADDD3-7E5B-84D7-D795-328FE8F7B5D9}"/>
              </a:ext>
            </a:extLst>
          </p:cNvPr>
          <p:cNvGrpSpPr/>
          <p:nvPr/>
        </p:nvGrpSpPr>
        <p:grpSpPr>
          <a:xfrm>
            <a:off x="4505109" y="3868951"/>
            <a:ext cx="1855395" cy="412750"/>
            <a:chOff x="540854" y="3896842"/>
            <a:chExt cx="1855395" cy="412750"/>
          </a:xfrm>
        </p:grpSpPr>
        <p:grpSp>
          <p:nvGrpSpPr>
            <p:cNvPr id="255" name="Gruppieren 254">
              <a:extLst>
                <a:ext uri="{FF2B5EF4-FFF2-40B4-BE49-F238E27FC236}">
                  <a16:creationId xmlns:a16="http://schemas.microsoft.com/office/drawing/2014/main" id="{19F8548D-8B7F-9DA6-7863-5A0E0566682A}"/>
                </a:ext>
              </a:extLst>
            </p:cNvPr>
            <p:cNvGrpSpPr/>
            <p:nvPr/>
          </p:nvGrpSpPr>
          <p:grpSpPr>
            <a:xfrm>
              <a:off x="540854" y="3896842"/>
              <a:ext cx="1718595" cy="412750"/>
              <a:chOff x="5288525" y="1861556"/>
              <a:chExt cx="1414463" cy="412750"/>
            </a:xfrm>
          </p:grpSpPr>
          <p:sp>
            <p:nvSpPr>
              <p:cNvPr id="259" name="Text Box 82">
                <a:extLst>
                  <a:ext uri="{FF2B5EF4-FFF2-40B4-BE49-F238E27FC236}">
                    <a16:creationId xmlns:a16="http://schemas.microsoft.com/office/drawing/2014/main" id="{8248A08E-DFB8-5BAB-05F0-5CB6B77F650C}"/>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260" name="Rectangle 83">
                <a:extLst>
                  <a:ext uri="{FF2B5EF4-FFF2-40B4-BE49-F238E27FC236}">
                    <a16:creationId xmlns:a16="http://schemas.microsoft.com/office/drawing/2014/main" id="{6CC7845C-F196-1580-42C4-A394D834AF99}"/>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56" name="Rectangle 83">
              <a:extLst>
                <a:ext uri="{FF2B5EF4-FFF2-40B4-BE49-F238E27FC236}">
                  <a16:creationId xmlns:a16="http://schemas.microsoft.com/office/drawing/2014/main" id="{D1E4C455-D157-D555-0890-B04B856F2156}"/>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257" name="Rectangle 83">
              <a:extLst>
                <a:ext uri="{FF2B5EF4-FFF2-40B4-BE49-F238E27FC236}">
                  <a16:creationId xmlns:a16="http://schemas.microsoft.com/office/drawing/2014/main" id="{45920DA1-ED19-532E-A05C-BDAE9336FE51}"/>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sp>
          <p:nvSpPr>
            <p:cNvPr id="258" name="Rectangle 83">
              <a:extLst>
                <a:ext uri="{FF2B5EF4-FFF2-40B4-BE49-F238E27FC236}">
                  <a16:creationId xmlns:a16="http://schemas.microsoft.com/office/drawing/2014/main" id="{9654C737-6807-95B7-0DFE-0F11E1AE6432}"/>
                </a:ext>
              </a:extLst>
            </p:cNvPr>
            <p:cNvSpPr>
              <a:spLocks noChangeArrowheads="1"/>
            </p:cNvSpPr>
            <p:nvPr/>
          </p:nvSpPr>
          <p:spPr bwMode="auto">
            <a:xfrm>
              <a:off x="2259449" y="417279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6</a:t>
              </a:r>
              <a:endParaRPr lang="en-US" sz="1600" dirty="0"/>
            </a:p>
          </p:txBody>
        </p:sp>
      </p:grpSp>
      <p:grpSp>
        <p:nvGrpSpPr>
          <p:cNvPr id="261" name="Gruppieren 260">
            <a:extLst>
              <a:ext uri="{FF2B5EF4-FFF2-40B4-BE49-F238E27FC236}">
                <a16:creationId xmlns:a16="http://schemas.microsoft.com/office/drawing/2014/main" id="{5B90618D-B70E-DC80-D4F1-6F5C636047EF}"/>
              </a:ext>
            </a:extLst>
          </p:cNvPr>
          <p:cNvGrpSpPr/>
          <p:nvPr/>
        </p:nvGrpSpPr>
        <p:grpSpPr>
          <a:xfrm>
            <a:off x="6628236" y="3799038"/>
            <a:ext cx="1194558" cy="824891"/>
            <a:chOff x="2868289" y="3804631"/>
            <a:chExt cx="1194558" cy="824891"/>
          </a:xfrm>
        </p:grpSpPr>
        <p:sp>
          <p:nvSpPr>
            <p:cNvPr id="262" name="Text Box 82">
              <a:extLst>
                <a:ext uri="{FF2B5EF4-FFF2-40B4-BE49-F238E27FC236}">
                  <a16:creationId xmlns:a16="http://schemas.microsoft.com/office/drawing/2014/main" id="{DD3CD60A-8C69-75CA-961F-9D30680F055F}"/>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63" name="Rectangle 83">
              <a:extLst>
                <a:ext uri="{FF2B5EF4-FFF2-40B4-BE49-F238E27FC236}">
                  <a16:creationId xmlns:a16="http://schemas.microsoft.com/office/drawing/2014/main" id="{EBE1CD7F-0F9D-A99C-AF18-4B415EAF9908}"/>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4" name="Text Box 82">
              <a:extLst>
                <a:ext uri="{FF2B5EF4-FFF2-40B4-BE49-F238E27FC236}">
                  <a16:creationId xmlns:a16="http://schemas.microsoft.com/office/drawing/2014/main" id="{6B6BDD2F-B8F4-6E5A-A1EE-33F56F947617}"/>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2.3</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5" name="Rectangle 83">
              <a:extLst>
                <a:ext uri="{FF2B5EF4-FFF2-40B4-BE49-F238E27FC236}">
                  <a16:creationId xmlns:a16="http://schemas.microsoft.com/office/drawing/2014/main" id="{14DA25B3-BC37-F7AB-91D4-A178FB8E18AB}"/>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66" name="Gruppieren 265">
            <a:extLst>
              <a:ext uri="{FF2B5EF4-FFF2-40B4-BE49-F238E27FC236}">
                <a16:creationId xmlns:a16="http://schemas.microsoft.com/office/drawing/2014/main" id="{DBD3347C-5B4F-6DF9-7760-F6089722EF5F}"/>
              </a:ext>
            </a:extLst>
          </p:cNvPr>
          <p:cNvGrpSpPr/>
          <p:nvPr/>
        </p:nvGrpSpPr>
        <p:grpSpPr>
          <a:xfrm>
            <a:off x="6628236" y="2816356"/>
            <a:ext cx="1194558" cy="824891"/>
            <a:chOff x="2868289" y="3804631"/>
            <a:chExt cx="1194558" cy="824891"/>
          </a:xfrm>
        </p:grpSpPr>
        <p:sp>
          <p:nvSpPr>
            <p:cNvPr id="267" name="Text Box 82">
              <a:extLst>
                <a:ext uri="{FF2B5EF4-FFF2-40B4-BE49-F238E27FC236}">
                  <a16:creationId xmlns:a16="http://schemas.microsoft.com/office/drawing/2014/main" id="{6D974D66-6760-6CEC-9DB5-220C16DF1F58}"/>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68" name="Rectangle 83">
              <a:extLst>
                <a:ext uri="{FF2B5EF4-FFF2-40B4-BE49-F238E27FC236}">
                  <a16:creationId xmlns:a16="http://schemas.microsoft.com/office/drawing/2014/main" id="{ACD207B5-E722-D56A-2E71-CA778EC21274}"/>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9" name="Text Box 82">
              <a:extLst>
                <a:ext uri="{FF2B5EF4-FFF2-40B4-BE49-F238E27FC236}">
                  <a16:creationId xmlns:a16="http://schemas.microsoft.com/office/drawing/2014/main" id="{6F804F52-A12C-99DC-D5E8-99B733DFA285}"/>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2.9</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0" name="Rectangle 83">
              <a:extLst>
                <a:ext uri="{FF2B5EF4-FFF2-40B4-BE49-F238E27FC236}">
                  <a16:creationId xmlns:a16="http://schemas.microsoft.com/office/drawing/2014/main" id="{D418ACC1-78A5-16EA-351E-1B968E496D4B}"/>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71" name="Gruppieren 270">
            <a:extLst>
              <a:ext uri="{FF2B5EF4-FFF2-40B4-BE49-F238E27FC236}">
                <a16:creationId xmlns:a16="http://schemas.microsoft.com/office/drawing/2014/main" id="{E776DB1E-908C-872A-DB6D-1346BCAB7549}"/>
              </a:ext>
            </a:extLst>
          </p:cNvPr>
          <p:cNvGrpSpPr/>
          <p:nvPr/>
        </p:nvGrpSpPr>
        <p:grpSpPr>
          <a:xfrm>
            <a:off x="6628236" y="4872210"/>
            <a:ext cx="1194558" cy="824891"/>
            <a:chOff x="2868289" y="3804631"/>
            <a:chExt cx="1194558" cy="824891"/>
          </a:xfrm>
        </p:grpSpPr>
        <p:sp>
          <p:nvSpPr>
            <p:cNvPr id="272" name="Text Box 82">
              <a:extLst>
                <a:ext uri="{FF2B5EF4-FFF2-40B4-BE49-F238E27FC236}">
                  <a16:creationId xmlns:a16="http://schemas.microsoft.com/office/drawing/2014/main" id="{E1237EAD-AF52-E0AC-7999-E2E22AB5DF65}"/>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73" name="Rectangle 83">
              <a:extLst>
                <a:ext uri="{FF2B5EF4-FFF2-40B4-BE49-F238E27FC236}">
                  <a16:creationId xmlns:a16="http://schemas.microsoft.com/office/drawing/2014/main" id="{337EBE09-B2F4-F3CE-96FD-D947FF790912}"/>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4" name="Text Box 82">
              <a:extLst>
                <a:ext uri="{FF2B5EF4-FFF2-40B4-BE49-F238E27FC236}">
                  <a16:creationId xmlns:a16="http://schemas.microsoft.com/office/drawing/2014/main" id="{B8CB8D46-ED81-62DD-351D-96596FD0C538}"/>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1.9</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5" name="Rectangle 83">
              <a:extLst>
                <a:ext uri="{FF2B5EF4-FFF2-40B4-BE49-F238E27FC236}">
                  <a16:creationId xmlns:a16="http://schemas.microsoft.com/office/drawing/2014/main" id="{9357ED08-1BEC-2724-B38C-3C952EFB1791}"/>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276" name="Verbinder: gewinkelt 87">
            <a:extLst>
              <a:ext uri="{FF2B5EF4-FFF2-40B4-BE49-F238E27FC236}">
                <a16:creationId xmlns:a16="http://schemas.microsoft.com/office/drawing/2014/main" id="{D3D12CA9-512A-C321-F8DB-F6DA464CB45A}"/>
              </a:ext>
            </a:extLst>
          </p:cNvPr>
          <p:cNvCxnSpPr>
            <a:cxnSpLocks/>
            <a:stCxn id="256" idx="3"/>
            <a:endCxn id="268" idx="1"/>
          </p:cNvCxnSpPr>
          <p:nvPr/>
        </p:nvCxnSpPr>
        <p:spPr>
          <a:xfrm flipV="1">
            <a:off x="6360504" y="3022731"/>
            <a:ext cx="267732" cy="914620"/>
          </a:xfrm>
          <a:prstGeom prst="bentConnector3">
            <a:avLst>
              <a:gd name="adj1" fmla="val 50000"/>
            </a:avLst>
          </a:prstGeom>
          <a:noFill/>
          <a:ln w="9525">
            <a:solidFill>
              <a:sysClr val="windowText" lastClr="000000"/>
            </a:solidFill>
            <a:round/>
            <a:headEnd/>
            <a:tailEnd type="triangle" w="med" len="med"/>
          </a:ln>
        </p:spPr>
      </p:cxnSp>
      <p:cxnSp>
        <p:nvCxnSpPr>
          <p:cNvPr id="277" name="Verbinder: gewinkelt 87">
            <a:extLst>
              <a:ext uri="{FF2B5EF4-FFF2-40B4-BE49-F238E27FC236}">
                <a16:creationId xmlns:a16="http://schemas.microsoft.com/office/drawing/2014/main" id="{4BEC832B-0347-105D-99A9-A1E083213755}"/>
              </a:ext>
            </a:extLst>
          </p:cNvPr>
          <p:cNvCxnSpPr>
            <a:cxnSpLocks/>
            <a:stCxn id="257" idx="3"/>
            <a:endCxn id="262" idx="1"/>
          </p:cNvCxnSpPr>
          <p:nvPr/>
        </p:nvCxnSpPr>
        <p:spPr>
          <a:xfrm flipV="1">
            <a:off x="6360504" y="4006415"/>
            <a:ext cx="267732" cy="68911"/>
          </a:xfrm>
          <a:prstGeom prst="bentConnector3">
            <a:avLst>
              <a:gd name="adj1" fmla="val 50000"/>
            </a:avLst>
          </a:prstGeom>
          <a:noFill/>
          <a:ln w="9525">
            <a:solidFill>
              <a:sysClr val="windowText" lastClr="000000"/>
            </a:solidFill>
            <a:round/>
            <a:headEnd/>
            <a:tailEnd type="triangle" w="med" len="med"/>
          </a:ln>
        </p:spPr>
      </p:cxnSp>
      <p:cxnSp>
        <p:nvCxnSpPr>
          <p:cNvPr id="278" name="Verbinder: gewinkelt 87">
            <a:extLst>
              <a:ext uri="{FF2B5EF4-FFF2-40B4-BE49-F238E27FC236}">
                <a16:creationId xmlns:a16="http://schemas.microsoft.com/office/drawing/2014/main" id="{F3EE148A-0F37-93B6-F19E-21D4B7ECA0E0}"/>
              </a:ext>
            </a:extLst>
          </p:cNvPr>
          <p:cNvCxnSpPr>
            <a:cxnSpLocks/>
            <a:stCxn id="258" idx="3"/>
            <a:endCxn id="273" idx="1"/>
          </p:cNvCxnSpPr>
          <p:nvPr/>
        </p:nvCxnSpPr>
        <p:spPr>
          <a:xfrm>
            <a:off x="6360504" y="4213301"/>
            <a:ext cx="267732" cy="865284"/>
          </a:xfrm>
          <a:prstGeom prst="bentConnector3">
            <a:avLst>
              <a:gd name="adj1" fmla="val 50000"/>
            </a:avLst>
          </a:prstGeom>
          <a:noFill/>
          <a:ln w="9525">
            <a:solidFill>
              <a:sysClr val="windowText" lastClr="000000"/>
            </a:solidFill>
            <a:round/>
            <a:headEnd/>
            <a:tailEnd type="triangle" w="med" len="med"/>
          </a:ln>
        </p:spPr>
      </p:cxnSp>
      <p:cxnSp>
        <p:nvCxnSpPr>
          <p:cNvPr id="279" name="Verbinder: gewinkelt 87">
            <a:extLst>
              <a:ext uri="{FF2B5EF4-FFF2-40B4-BE49-F238E27FC236}">
                <a16:creationId xmlns:a16="http://schemas.microsoft.com/office/drawing/2014/main" id="{ACD1AC40-84D6-06C9-9058-B0B7997E0FEA}"/>
              </a:ext>
            </a:extLst>
          </p:cNvPr>
          <p:cNvCxnSpPr>
            <a:cxnSpLocks/>
            <a:stCxn id="62" idx="2"/>
            <a:endCxn id="282" idx="0"/>
          </p:cNvCxnSpPr>
          <p:nvPr/>
        </p:nvCxnSpPr>
        <p:spPr>
          <a:xfrm rot="5400000">
            <a:off x="2243561" y="1175863"/>
            <a:ext cx="1586386" cy="2472275"/>
          </a:xfrm>
          <a:prstGeom prst="bentConnector3">
            <a:avLst>
              <a:gd name="adj1" fmla="val 66812"/>
            </a:avLst>
          </a:prstGeom>
          <a:noFill/>
          <a:ln w="9525">
            <a:solidFill>
              <a:sysClr val="windowText" lastClr="000000"/>
            </a:solidFill>
            <a:round/>
            <a:headEnd/>
            <a:tailEnd type="triangle" w="med" len="med"/>
          </a:ln>
        </p:spPr>
      </p:cxnSp>
      <p:grpSp>
        <p:nvGrpSpPr>
          <p:cNvPr id="283" name="Gruppieren 282">
            <a:extLst>
              <a:ext uri="{FF2B5EF4-FFF2-40B4-BE49-F238E27FC236}">
                <a16:creationId xmlns:a16="http://schemas.microsoft.com/office/drawing/2014/main" id="{337EE7BC-79D3-DC7A-8925-5F9FCA5AAA7D}"/>
              </a:ext>
            </a:extLst>
          </p:cNvPr>
          <p:cNvGrpSpPr/>
          <p:nvPr/>
        </p:nvGrpSpPr>
        <p:grpSpPr>
          <a:xfrm>
            <a:off x="461442" y="3205193"/>
            <a:ext cx="1679707" cy="412750"/>
            <a:chOff x="461442" y="3205193"/>
            <a:chExt cx="1679707" cy="412750"/>
          </a:xfrm>
        </p:grpSpPr>
        <p:grpSp>
          <p:nvGrpSpPr>
            <p:cNvPr id="88" name="Gruppieren 87">
              <a:extLst>
                <a:ext uri="{FF2B5EF4-FFF2-40B4-BE49-F238E27FC236}">
                  <a16:creationId xmlns:a16="http://schemas.microsoft.com/office/drawing/2014/main" id="{77D83545-CA7D-E1EF-451F-442B39AC48DB}"/>
                </a:ext>
              </a:extLst>
            </p:cNvPr>
            <p:cNvGrpSpPr/>
            <p:nvPr/>
          </p:nvGrpSpPr>
          <p:grpSpPr>
            <a:xfrm>
              <a:off x="461442" y="3205193"/>
              <a:ext cx="1679707" cy="412750"/>
              <a:chOff x="5288525" y="1861556"/>
              <a:chExt cx="1414463" cy="412750"/>
            </a:xfrm>
          </p:grpSpPr>
          <p:sp>
            <p:nvSpPr>
              <p:cNvPr id="89" name="Text Box 82">
                <a:extLst>
                  <a:ext uri="{FF2B5EF4-FFF2-40B4-BE49-F238E27FC236}">
                    <a16:creationId xmlns:a16="http://schemas.microsoft.com/office/drawing/2014/main" id="{922D9A58-9660-2FD2-4795-FC5115AE3B6B}"/>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90" name="Rectangle 83">
                <a:extLst>
                  <a:ext uri="{FF2B5EF4-FFF2-40B4-BE49-F238E27FC236}">
                    <a16:creationId xmlns:a16="http://schemas.microsoft.com/office/drawing/2014/main" id="{6C93D162-1AF8-5295-1DB3-A9D739AFBF0E}"/>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82" name="Rechteck 281">
              <a:extLst>
                <a:ext uri="{FF2B5EF4-FFF2-40B4-BE49-F238E27FC236}">
                  <a16:creationId xmlns:a16="http://schemas.microsoft.com/office/drawing/2014/main" id="{FB6604EB-5B58-2F6E-2628-4DF736525456}"/>
                </a:ext>
              </a:extLst>
            </p:cNvPr>
            <p:cNvSpPr/>
            <p:nvPr/>
          </p:nvSpPr>
          <p:spPr>
            <a:xfrm>
              <a:off x="1724476" y="3205193"/>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grpSp>
        <p:nvGrpSpPr>
          <p:cNvPr id="287" name="Gruppieren 286">
            <a:extLst>
              <a:ext uri="{FF2B5EF4-FFF2-40B4-BE49-F238E27FC236}">
                <a16:creationId xmlns:a16="http://schemas.microsoft.com/office/drawing/2014/main" id="{7AE79251-4487-7640-CCCF-1F37C7894BC5}"/>
              </a:ext>
            </a:extLst>
          </p:cNvPr>
          <p:cNvGrpSpPr/>
          <p:nvPr/>
        </p:nvGrpSpPr>
        <p:grpSpPr>
          <a:xfrm>
            <a:off x="8635536" y="3182590"/>
            <a:ext cx="1679707" cy="412750"/>
            <a:chOff x="8635536" y="3182590"/>
            <a:chExt cx="1679707" cy="412750"/>
          </a:xfrm>
        </p:grpSpPr>
        <p:grpSp>
          <p:nvGrpSpPr>
            <p:cNvPr id="100" name="Gruppieren 99">
              <a:extLst>
                <a:ext uri="{FF2B5EF4-FFF2-40B4-BE49-F238E27FC236}">
                  <a16:creationId xmlns:a16="http://schemas.microsoft.com/office/drawing/2014/main" id="{8FC63796-5AF0-1B02-C8CE-FE3BC6DC03E0}"/>
                </a:ext>
              </a:extLst>
            </p:cNvPr>
            <p:cNvGrpSpPr/>
            <p:nvPr/>
          </p:nvGrpSpPr>
          <p:grpSpPr>
            <a:xfrm>
              <a:off x="8635536" y="3182590"/>
              <a:ext cx="1679707" cy="412750"/>
              <a:chOff x="5288525" y="1861556"/>
              <a:chExt cx="1414463" cy="412750"/>
            </a:xfrm>
          </p:grpSpPr>
          <p:sp>
            <p:nvSpPr>
              <p:cNvPr id="101" name="Text Box 82">
                <a:extLst>
                  <a:ext uri="{FF2B5EF4-FFF2-40B4-BE49-F238E27FC236}">
                    <a16:creationId xmlns:a16="http://schemas.microsoft.com/office/drawing/2014/main" id="{A1D3EA4F-ABAF-0F5C-4327-08A53794DEA3}"/>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2" name="Rectangle 83">
                <a:extLst>
                  <a:ext uri="{FF2B5EF4-FFF2-40B4-BE49-F238E27FC236}">
                    <a16:creationId xmlns:a16="http://schemas.microsoft.com/office/drawing/2014/main" id="{ABB6A9D1-D641-3E7A-4EBF-E516AF7D4124}"/>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86" name="Rechteck 285">
              <a:extLst>
                <a:ext uri="{FF2B5EF4-FFF2-40B4-BE49-F238E27FC236}">
                  <a16:creationId xmlns:a16="http://schemas.microsoft.com/office/drawing/2014/main" id="{33C04F44-AC32-0CB9-54AB-BF0731AF2916}"/>
                </a:ext>
              </a:extLst>
            </p:cNvPr>
            <p:cNvSpPr/>
            <p:nvPr/>
          </p:nvSpPr>
          <p:spPr>
            <a:xfrm>
              <a:off x="8881609" y="3182590"/>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cxnSp>
        <p:nvCxnSpPr>
          <p:cNvPr id="288" name="Verbinder: gewinkelt 87">
            <a:extLst>
              <a:ext uri="{FF2B5EF4-FFF2-40B4-BE49-F238E27FC236}">
                <a16:creationId xmlns:a16="http://schemas.microsoft.com/office/drawing/2014/main" id="{64FA2869-267E-1DEF-CDF1-F40BE7D96AF6}"/>
              </a:ext>
            </a:extLst>
          </p:cNvPr>
          <p:cNvCxnSpPr>
            <a:cxnSpLocks/>
            <a:stCxn id="73" idx="2"/>
            <a:endCxn id="286" idx="0"/>
          </p:cNvCxnSpPr>
          <p:nvPr/>
        </p:nvCxnSpPr>
        <p:spPr>
          <a:xfrm rot="16200000" flipH="1">
            <a:off x="6944315" y="1169155"/>
            <a:ext cx="1563783" cy="2463086"/>
          </a:xfrm>
          <a:prstGeom prst="bentConnector3">
            <a:avLst>
              <a:gd name="adj1" fmla="val 67682"/>
            </a:avLst>
          </a:prstGeom>
          <a:noFill/>
          <a:ln w="9525">
            <a:solidFill>
              <a:sysClr val="windowText" lastClr="000000"/>
            </a:solidFill>
            <a:round/>
            <a:headEnd/>
            <a:tailEnd type="triangle" w="med" len="med"/>
          </a:ln>
        </p:spPr>
      </p:cxnSp>
      <p:sp>
        <p:nvSpPr>
          <p:cNvPr id="293" name="Rectangle 83">
            <a:extLst>
              <a:ext uri="{FF2B5EF4-FFF2-40B4-BE49-F238E27FC236}">
                <a16:creationId xmlns:a16="http://schemas.microsoft.com/office/drawing/2014/main" id="{A6B981F6-0D97-4FFE-5EB2-6713C31FA823}"/>
              </a:ext>
            </a:extLst>
          </p:cNvPr>
          <p:cNvSpPr>
            <a:spLocks noChangeArrowheads="1"/>
          </p:cNvSpPr>
          <p:nvPr/>
        </p:nvSpPr>
        <p:spPr bwMode="auto">
          <a:xfrm>
            <a:off x="2396326" y="2124832"/>
            <a:ext cx="499320"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melt</a:t>
            </a:r>
            <a:r>
              <a:rPr lang="en-US" sz="1200" dirty="0">
                <a:solidFill>
                  <a:srgbClr val="000000"/>
                </a:solidFill>
              </a:rPr>
              <a:t>”</a:t>
            </a:r>
            <a:endParaRPr lang="en-US" sz="1800" dirty="0"/>
          </a:p>
        </p:txBody>
      </p:sp>
      <p:sp>
        <p:nvSpPr>
          <p:cNvPr id="294" name="Rectangle 83">
            <a:extLst>
              <a:ext uri="{FF2B5EF4-FFF2-40B4-BE49-F238E27FC236}">
                <a16:creationId xmlns:a16="http://schemas.microsoft.com/office/drawing/2014/main" id="{69337CF9-1869-3CF9-3B02-4D9A2B773E38}"/>
              </a:ext>
            </a:extLst>
          </p:cNvPr>
          <p:cNvSpPr>
            <a:spLocks noChangeArrowheads="1"/>
          </p:cNvSpPr>
          <p:nvPr/>
        </p:nvSpPr>
        <p:spPr bwMode="auto">
          <a:xfrm>
            <a:off x="7848195" y="2124832"/>
            <a:ext cx="499320"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melt</a:t>
            </a:r>
            <a:r>
              <a:rPr lang="en-US" sz="1200" dirty="0">
                <a:solidFill>
                  <a:srgbClr val="000000"/>
                </a:solidFill>
              </a:rPr>
              <a:t>”</a:t>
            </a:r>
            <a:endParaRPr lang="en-US" sz="1800" dirty="0"/>
          </a:p>
        </p:txBody>
      </p:sp>
      <p:grpSp>
        <p:nvGrpSpPr>
          <p:cNvPr id="297" name="Gruppieren 296">
            <a:extLst>
              <a:ext uri="{FF2B5EF4-FFF2-40B4-BE49-F238E27FC236}">
                <a16:creationId xmlns:a16="http://schemas.microsoft.com/office/drawing/2014/main" id="{859AB60D-5B81-B938-A4AC-3728B746CF8D}"/>
              </a:ext>
            </a:extLst>
          </p:cNvPr>
          <p:cNvGrpSpPr/>
          <p:nvPr/>
        </p:nvGrpSpPr>
        <p:grpSpPr>
          <a:xfrm>
            <a:off x="4524553" y="3177302"/>
            <a:ext cx="1679707" cy="412750"/>
            <a:chOff x="4524553" y="3177302"/>
            <a:chExt cx="1679707" cy="412750"/>
          </a:xfrm>
        </p:grpSpPr>
        <p:grpSp>
          <p:nvGrpSpPr>
            <p:cNvPr id="242" name="Gruppieren 241">
              <a:extLst>
                <a:ext uri="{FF2B5EF4-FFF2-40B4-BE49-F238E27FC236}">
                  <a16:creationId xmlns:a16="http://schemas.microsoft.com/office/drawing/2014/main" id="{852D6B68-1D92-DB68-494E-0FE0EECE7593}"/>
                </a:ext>
              </a:extLst>
            </p:cNvPr>
            <p:cNvGrpSpPr/>
            <p:nvPr/>
          </p:nvGrpSpPr>
          <p:grpSpPr>
            <a:xfrm>
              <a:off x="4524553" y="3177302"/>
              <a:ext cx="1679707" cy="412750"/>
              <a:chOff x="5288525" y="1861556"/>
              <a:chExt cx="1414463" cy="412750"/>
            </a:xfrm>
          </p:grpSpPr>
          <p:sp>
            <p:nvSpPr>
              <p:cNvPr id="243" name="Text Box 82">
                <a:extLst>
                  <a:ext uri="{FF2B5EF4-FFF2-40B4-BE49-F238E27FC236}">
                    <a16:creationId xmlns:a16="http://schemas.microsoft.com/office/drawing/2014/main" id="{BA03573C-17EA-B75D-9FE3-2EDF20117D6E}"/>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244" name="Rectangle 83">
                <a:extLst>
                  <a:ext uri="{FF2B5EF4-FFF2-40B4-BE49-F238E27FC236}">
                    <a16:creationId xmlns:a16="http://schemas.microsoft.com/office/drawing/2014/main" id="{FA90878B-0F41-1192-70D1-ACC0C37380CD}"/>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5" name="Rechteck 294">
              <a:extLst>
                <a:ext uri="{FF2B5EF4-FFF2-40B4-BE49-F238E27FC236}">
                  <a16:creationId xmlns:a16="http://schemas.microsoft.com/office/drawing/2014/main" id="{F2F81F05-F929-1B67-38BD-3A93B1A73770}"/>
                </a:ext>
              </a:extLst>
            </p:cNvPr>
            <p:cNvSpPr/>
            <p:nvPr/>
          </p:nvSpPr>
          <p:spPr>
            <a:xfrm>
              <a:off x="4843320" y="3177302"/>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6" name="Rechteck 295">
              <a:extLst>
                <a:ext uri="{FF2B5EF4-FFF2-40B4-BE49-F238E27FC236}">
                  <a16:creationId xmlns:a16="http://schemas.microsoft.com/office/drawing/2014/main" id="{30C1A89C-0718-8B91-ED48-6FB4CA44C37E}"/>
                </a:ext>
              </a:extLst>
            </p:cNvPr>
            <p:cNvSpPr/>
            <p:nvPr/>
          </p:nvSpPr>
          <p:spPr>
            <a:xfrm>
              <a:off x="5774051" y="3177302"/>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304" name="Rechteck 303">
            <a:extLst>
              <a:ext uri="{FF2B5EF4-FFF2-40B4-BE49-F238E27FC236}">
                <a16:creationId xmlns:a16="http://schemas.microsoft.com/office/drawing/2014/main" id="{5B9A1EA2-FFF8-FF0B-8E1B-DC38996BA670}"/>
              </a:ext>
            </a:extLst>
          </p:cNvPr>
          <p:cNvSpPr/>
          <p:nvPr/>
        </p:nvSpPr>
        <p:spPr>
          <a:xfrm>
            <a:off x="6442710" y="180022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5" name="Rechteck 304">
            <a:extLst>
              <a:ext uri="{FF2B5EF4-FFF2-40B4-BE49-F238E27FC236}">
                <a16:creationId xmlns:a16="http://schemas.microsoft.com/office/drawing/2014/main" id="{420980FD-EA88-F719-E65A-F8BDE1D9BD96}"/>
              </a:ext>
            </a:extLst>
          </p:cNvPr>
          <p:cNvSpPr/>
          <p:nvPr/>
        </p:nvSpPr>
        <p:spPr>
          <a:xfrm>
            <a:off x="6442710" y="2180743"/>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6" name="Rechteck 305">
            <a:extLst>
              <a:ext uri="{FF2B5EF4-FFF2-40B4-BE49-F238E27FC236}">
                <a16:creationId xmlns:a16="http://schemas.microsoft.com/office/drawing/2014/main" id="{FA487C7B-D792-0011-D7FF-5F0AB4A5F6A2}"/>
              </a:ext>
            </a:extLst>
          </p:cNvPr>
          <p:cNvSpPr/>
          <p:nvPr/>
        </p:nvSpPr>
        <p:spPr>
          <a:xfrm>
            <a:off x="4223880" y="180022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7" name="Rechteck 306">
            <a:extLst>
              <a:ext uri="{FF2B5EF4-FFF2-40B4-BE49-F238E27FC236}">
                <a16:creationId xmlns:a16="http://schemas.microsoft.com/office/drawing/2014/main" id="{F4DE35F4-AF41-1E1D-8CB8-D180E06CC57B}"/>
              </a:ext>
            </a:extLst>
          </p:cNvPr>
          <p:cNvSpPr/>
          <p:nvPr/>
        </p:nvSpPr>
        <p:spPr>
          <a:xfrm>
            <a:off x="4222408" y="218819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 name="Verbinder: gewinkelt 87">
            <a:extLst>
              <a:ext uri="{FF2B5EF4-FFF2-40B4-BE49-F238E27FC236}">
                <a16:creationId xmlns:a16="http://schemas.microsoft.com/office/drawing/2014/main" id="{110805D1-C648-08D7-785A-D3A7468A6780}"/>
              </a:ext>
            </a:extLst>
          </p:cNvPr>
          <p:cNvCxnSpPr>
            <a:cxnSpLocks/>
            <a:stCxn id="22" idx="2"/>
            <a:endCxn id="41" idx="0"/>
          </p:cNvCxnSpPr>
          <p:nvPr/>
        </p:nvCxnSpPr>
        <p:spPr>
          <a:xfrm rot="5400000">
            <a:off x="3143328" y="-161766"/>
            <a:ext cx="365490" cy="4014249"/>
          </a:xfrm>
          <a:prstGeom prst="bentConnector3">
            <a:avLst>
              <a:gd name="adj1" fmla="val 50000"/>
            </a:avLst>
          </a:prstGeom>
          <a:noFill/>
          <a:ln w="9525">
            <a:solidFill>
              <a:sysClr val="windowText" lastClr="000000"/>
            </a:solidFill>
            <a:round/>
            <a:headEnd/>
            <a:tailEnd type="triangle" w="med" len="med"/>
          </a:ln>
        </p:spPr>
      </p:cxnSp>
      <p:cxnSp>
        <p:nvCxnSpPr>
          <p:cNvPr id="53" name="Verbinder: gewinkelt 87">
            <a:extLst>
              <a:ext uri="{FF2B5EF4-FFF2-40B4-BE49-F238E27FC236}">
                <a16:creationId xmlns:a16="http://schemas.microsoft.com/office/drawing/2014/main" id="{AB6458DF-32AE-A941-E80C-5E202ADB90E4}"/>
              </a:ext>
            </a:extLst>
          </p:cNvPr>
          <p:cNvCxnSpPr>
            <a:cxnSpLocks/>
            <a:stCxn id="22" idx="2"/>
            <a:endCxn id="61" idx="0"/>
          </p:cNvCxnSpPr>
          <p:nvPr/>
        </p:nvCxnSpPr>
        <p:spPr>
          <a:xfrm rot="16200000" flipH="1">
            <a:off x="7221548" y="-225739"/>
            <a:ext cx="365490" cy="4142193"/>
          </a:xfrm>
          <a:prstGeom prst="bentConnector3">
            <a:avLst>
              <a:gd name="adj1" fmla="val 50000"/>
            </a:avLst>
          </a:prstGeom>
          <a:noFill/>
          <a:ln w="9525">
            <a:solidFill>
              <a:sysClr val="windowText" lastClr="000000"/>
            </a:solidFill>
            <a:round/>
            <a:headEnd/>
            <a:tailEnd type="triangle" w="med" len="med"/>
          </a:ln>
        </p:spPr>
      </p:cxnSp>
      <p:cxnSp>
        <p:nvCxnSpPr>
          <p:cNvPr id="298" name="Verbinder: gewinkelt 87">
            <a:extLst>
              <a:ext uri="{FF2B5EF4-FFF2-40B4-BE49-F238E27FC236}">
                <a16:creationId xmlns:a16="http://schemas.microsoft.com/office/drawing/2014/main" id="{6058138E-5DAF-B338-4603-41AA78D8F1B5}"/>
              </a:ext>
            </a:extLst>
          </p:cNvPr>
          <p:cNvCxnSpPr>
            <a:cxnSpLocks/>
            <a:stCxn id="293" idx="3"/>
            <a:endCxn id="295" idx="0"/>
          </p:cNvCxnSpPr>
          <p:nvPr/>
        </p:nvCxnSpPr>
        <p:spPr>
          <a:xfrm>
            <a:off x="2895646" y="2234478"/>
            <a:ext cx="2023814" cy="942824"/>
          </a:xfrm>
          <a:prstGeom prst="bentConnector2">
            <a:avLst/>
          </a:prstGeom>
          <a:noFill/>
          <a:ln w="9525">
            <a:solidFill>
              <a:sysClr val="windowText" lastClr="000000"/>
            </a:solidFill>
            <a:round/>
            <a:headEnd/>
            <a:tailEnd type="triangle" w="med" len="med"/>
          </a:ln>
        </p:spPr>
      </p:cxnSp>
      <p:cxnSp>
        <p:nvCxnSpPr>
          <p:cNvPr id="301" name="Verbinder: gewinkelt 87">
            <a:extLst>
              <a:ext uri="{FF2B5EF4-FFF2-40B4-BE49-F238E27FC236}">
                <a16:creationId xmlns:a16="http://schemas.microsoft.com/office/drawing/2014/main" id="{86BB0B22-DF87-F8AF-2B63-244AECD37EF8}"/>
              </a:ext>
            </a:extLst>
          </p:cNvPr>
          <p:cNvCxnSpPr>
            <a:cxnSpLocks/>
            <a:stCxn id="294" idx="1"/>
            <a:endCxn id="296" idx="0"/>
          </p:cNvCxnSpPr>
          <p:nvPr/>
        </p:nvCxnSpPr>
        <p:spPr>
          <a:xfrm rot="10800000" flipV="1">
            <a:off x="5850191" y="2234478"/>
            <a:ext cx="1998004" cy="942824"/>
          </a:xfrm>
          <a:prstGeom prst="bentConnector2">
            <a:avLst/>
          </a:prstGeom>
          <a:noFill/>
          <a:ln w="9525">
            <a:solidFill>
              <a:sysClr val="windowText" lastClr="000000"/>
            </a:solidFill>
            <a:round/>
            <a:headEnd/>
            <a:tailEnd type="triangle" w="med" len="med"/>
          </a:ln>
        </p:spPr>
      </p:cxnSp>
      <p:sp>
        <p:nvSpPr>
          <p:cNvPr id="2" name="Textfeld 169">
            <a:extLst>
              <a:ext uri="{FF2B5EF4-FFF2-40B4-BE49-F238E27FC236}">
                <a16:creationId xmlns:a16="http://schemas.microsoft.com/office/drawing/2014/main" id="{414C7B9A-99A9-FF52-0868-99878AE880E0}"/>
              </a:ext>
            </a:extLst>
          </p:cNvPr>
          <p:cNvSpPr txBox="1"/>
          <p:nvPr/>
        </p:nvSpPr>
        <p:spPr>
          <a:xfrm>
            <a:off x="1016190" y="293691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5" name="Textfeld 169">
            <a:extLst>
              <a:ext uri="{FF2B5EF4-FFF2-40B4-BE49-F238E27FC236}">
                <a16:creationId xmlns:a16="http://schemas.microsoft.com/office/drawing/2014/main" id="{7F17EB86-4178-3CB7-E155-CDBE996AFDAA}"/>
              </a:ext>
            </a:extLst>
          </p:cNvPr>
          <p:cNvSpPr txBox="1"/>
          <p:nvPr/>
        </p:nvSpPr>
        <p:spPr>
          <a:xfrm>
            <a:off x="5548245" y="291405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 name="Textfeld 169">
            <a:extLst>
              <a:ext uri="{FF2B5EF4-FFF2-40B4-BE49-F238E27FC236}">
                <a16:creationId xmlns:a16="http://schemas.microsoft.com/office/drawing/2014/main" id="{E96BF220-F817-A3CC-9778-9EE03583D586}"/>
              </a:ext>
            </a:extLst>
          </p:cNvPr>
          <p:cNvSpPr txBox="1"/>
          <p:nvPr/>
        </p:nvSpPr>
        <p:spPr>
          <a:xfrm>
            <a:off x="1518941" y="293691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8" name="Textfeld 169">
            <a:extLst>
              <a:ext uri="{FF2B5EF4-FFF2-40B4-BE49-F238E27FC236}">
                <a16:creationId xmlns:a16="http://schemas.microsoft.com/office/drawing/2014/main" id="{339CE047-64A6-E458-0423-C0F93BD5F203}"/>
              </a:ext>
            </a:extLst>
          </p:cNvPr>
          <p:cNvSpPr txBox="1"/>
          <p:nvPr/>
        </p:nvSpPr>
        <p:spPr>
          <a:xfrm>
            <a:off x="4519685" y="2914057"/>
            <a:ext cx="520229"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18" name="Textfeld 169">
            <a:extLst>
              <a:ext uri="{FF2B5EF4-FFF2-40B4-BE49-F238E27FC236}">
                <a16:creationId xmlns:a16="http://schemas.microsoft.com/office/drawing/2014/main" id="{C5CE32E8-19B1-D3D7-5A32-80700E228759}"/>
              </a:ext>
            </a:extLst>
          </p:cNvPr>
          <p:cNvSpPr txBox="1"/>
          <p:nvPr/>
        </p:nvSpPr>
        <p:spPr>
          <a:xfrm>
            <a:off x="8541778" y="2914057"/>
            <a:ext cx="454042"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19" name="Textfeld 169">
            <a:extLst>
              <a:ext uri="{FF2B5EF4-FFF2-40B4-BE49-F238E27FC236}">
                <a16:creationId xmlns:a16="http://schemas.microsoft.com/office/drawing/2014/main" id="{B96F87A4-1ADD-F997-6B13-77C8DA198078}"/>
              </a:ext>
            </a:extLst>
          </p:cNvPr>
          <p:cNvSpPr txBox="1"/>
          <p:nvPr/>
        </p:nvSpPr>
        <p:spPr>
          <a:xfrm>
            <a:off x="9079311" y="2914057"/>
            <a:ext cx="507544"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Tree>
    <p:extLst>
      <p:ext uri="{BB962C8B-B14F-4D97-AF65-F5344CB8AC3E}">
        <p14:creationId xmlns:p14="http://schemas.microsoft.com/office/powerpoint/2010/main" val="765649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1F7E4ACA-16A8-B016-6373-E18AC055D17B}"/>
              </a:ext>
            </a:extLst>
          </p:cNvPr>
          <p:cNvSpPr>
            <a:spLocks noGrp="1"/>
          </p:cNvSpPr>
          <p:nvPr>
            <p:ph sz="quarter" idx="15"/>
          </p:nvPr>
        </p:nvSpPr>
        <p:spPr/>
        <p:txBody>
          <a:bodyPr/>
          <a:lstStyle/>
          <a:p>
            <a:pPr marL="342900" indent="-342900">
              <a:buFont typeface="+mj-lt"/>
              <a:buAutoNum type="arabicPeriod"/>
            </a:pPr>
            <a:r>
              <a:rPr lang="en-US" dirty="0"/>
              <a:t>Channels of the outer-most component</a:t>
            </a:r>
          </a:p>
          <a:p>
            <a:pPr marL="342900" indent="-342900">
              <a:buFont typeface="+mj-lt"/>
              <a:buAutoNum type="arabicPeriod"/>
            </a:pPr>
            <a:r>
              <a:rPr lang="en-US" dirty="0"/>
              <a:t>Channels between sibling components</a:t>
            </a:r>
          </a:p>
          <a:p>
            <a:pPr marL="342900" indent="-342900">
              <a:buFont typeface="+mj-lt"/>
              <a:buAutoNum type="arabicPeriod"/>
            </a:pPr>
            <a:r>
              <a:rPr lang="en-US" dirty="0"/>
              <a:t>Channels from outer- to sub-component</a:t>
            </a:r>
          </a:p>
          <a:p>
            <a:pPr marL="342900" indent="-342900">
              <a:buFont typeface="+mj-lt"/>
              <a:buAutoNum type="arabicPeriod"/>
            </a:pPr>
            <a:r>
              <a:rPr lang="en-US" dirty="0"/>
              <a:t>Channels down the component hierarchy</a:t>
            </a:r>
          </a:p>
          <a:p>
            <a:pPr marL="342900" indent="-342900">
              <a:buFont typeface="+mj-lt"/>
              <a:buAutoNum type="arabicPeriod"/>
            </a:pPr>
            <a:r>
              <a:rPr lang="en-US" dirty="0"/>
              <a:t>Channels up and down the component hierarchy</a:t>
            </a:r>
          </a:p>
          <a:p>
            <a:pPr marL="342900" indent="-342900">
              <a:buFont typeface="+mj-lt"/>
              <a:buAutoNum type="arabicPeriod"/>
            </a:pPr>
            <a:r>
              <a:rPr lang="en-US" dirty="0"/>
              <a:t>Channels split</a:t>
            </a:r>
          </a:p>
          <a:p>
            <a:pPr marL="342900" indent="-342900">
              <a:buFont typeface="+mj-lt"/>
              <a:buAutoNum type="arabicPeriod"/>
            </a:pPr>
            <a:r>
              <a:rPr lang="en-US" dirty="0"/>
              <a:t>Channels</a:t>
            </a:r>
            <a:r>
              <a:rPr lang="de-DE" dirty="0"/>
              <a:t> </a:t>
            </a:r>
            <a:r>
              <a:rPr lang="de-DE" dirty="0" err="1"/>
              <a:t>split</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components</a:t>
            </a:r>
            <a:endParaRPr lang="en-US" dirty="0"/>
          </a:p>
          <a:p>
            <a:endParaRPr lang="en-US" dirty="0"/>
          </a:p>
        </p:txBody>
      </p:sp>
      <p:sp>
        <p:nvSpPr>
          <p:cNvPr id="3" name="Titel 2">
            <a:extLst>
              <a:ext uri="{FF2B5EF4-FFF2-40B4-BE49-F238E27FC236}">
                <a16:creationId xmlns:a16="http://schemas.microsoft.com/office/drawing/2014/main" id="{76BFE74D-ECF6-C113-311D-9B8B9F01534B}"/>
              </a:ext>
            </a:extLst>
          </p:cNvPr>
          <p:cNvSpPr>
            <a:spLocks noGrp="1"/>
          </p:cNvSpPr>
          <p:nvPr>
            <p:ph type="title"/>
          </p:nvPr>
        </p:nvSpPr>
        <p:spPr/>
        <p:txBody>
          <a:bodyPr/>
          <a:lstStyle/>
          <a:p>
            <a:r>
              <a:rPr lang="en-US" dirty="0"/>
              <a:t>Connectors</a:t>
            </a:r>
          </a:p>
        </p:txBody>
      </p:sp>
      <p:sp>
        <p:nvSpPr>
          <p:cNvPr id="2" name="Inhaltsplatzhalter 1">
            <a:extLst>
              <a:ext uri="{FF2B5EF4-FFF2-40B4-BE49-F238E27FC236}">
                <a16:creationId xmlns:a16="http://schemas.microsoft.com/office/drawing/2014/main" id="{3032B7B8-21FC-8069-DE13-240A65B2168E}"/>
              </a:ext>
            </a:extLst>
          </p:cNvPr>
          <p:cNvSpPr>
            <a:spLocks noGrp="1"/>
          </p:cNvSpPr>
          <p:nvPr>
            <p:ph sz="quarter" idx="14"/>
          </p:nvPr>
        </p:nvSpPr>
        <p:spPr/>
        <p:txBody>
          <a:bodyPr/>
          <a:lstStyle/>
          <a:p>
            <a:r>
              <a:rPr lang="en-US" dirty="0"/>
              <a:t>To fully understand how different kinds of channels are stored, we take a look on the following examples</a:t>
            </a:r>
          </a:p>
          <a:p>
            <a:endParaRPr lang="en-US" dirty="0"/>
          </a:p>
          <a:p>
            <a:pPr marL="342900" indent="-342900">
              <a:buFont typeface="+mj-lt"/>
              <a:buAutoNum type="arabicPeriod"/>
            </a:pPr>
            <a:endParaRPr lang="en-US" dirty="0"/>
          </a:p>
        </p:txBody>
      </p:sp>
    </p:spTree>
    <p:extLst>
      <p:ext uri="{BB962C8B-B14F-4D97-AF65-F5344CB8AC3E}">
        <p14:creationId xmlns:p14="http://schemas.microsoft.com/office/powerpoint/2010/main" val="3634839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B272F56-17AC-C117-D06B-48EA9A9F71F8}"/>
              </a:ext>
            </a:extLst>
          </p:cNvPr>
          <p:cNvSpPr>
            <a:spLocks noGrp="1"/>
          </p:cNvSpPr>
          <p:nvPr>
            <p:ph type="title"/>
          </p:nvPr>
        </p:nvSpPr>
        <p:spPr/>
        <p:txBody>
          <a:bodyPr/>
          <a:lstStyle/>
          <a:p>
            <a:r>
              <a:rPr lang="en-US" dirty="0"/>
              <a:t>1. Channels of the outer-most component</a:t>
            </a:r>
          </a:p>
        </p:txBody>
      </p:sp>
      <p:sp>
        <p:nvSpPr>
          <p:cNvPr id="4" name="Rectangle 5">
            <a:extLst>
              <a:ext uri="{FF2B5EF4-FFF2-40B4-BE49-F238E27FC236}">
                <a16:creationId xmlns:a16="http://schemas.microsoft.com/office/drawing/2014/main" id="{766038CB-A434-963D-CCEA-82AABF1302B8}"/>
              </a:ext>
            </a:extLst>
          </p:cNvPr>
          <p:cNvSpPr>
            <a:spLocks noChangeArrowheads="1"/>
          </p:cNvSpPr>
          <p:nvPr/>
        </p:nvSpPr>
        <p:spPr bwMode="auto">
          <a:xfrm>
            <a:off x="1940182" y="1375464"/>
            <a:ext cx="1141028" cy="874382"/>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2" name="Rechteck 23">
            <a:extLst>
              <a:ext uri="{FF2B5EF4-FFF2-40B4-BE49-F238E27FC236}">
                <a16:creationId xmlns:a16="http://schemas.microsoft.com/office/drawing/2014/main" id="{85939B06-99C1-34FE-F3C1-B335B6320FF5}"/>
              </a:ext>
            </a:extLst>
          </p:cNvPr>
          <p:cNvSpPr/>
          <p:nvPr/>
        </p:nvSpPr>
        <p:spPr>
          <a:xfrm>
            <a:off x="1831244" y="170465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7" name="Rectangle 83">
            <a:extLst>
              <a:ext uri="{FF2B5EF4-FFF2-40B4-BE49-F238E27FC236}">
                <a16:creationId xmlns:a16="http://schemas.microsoft.com/office/drawing/2014/main" id="{5A958DA1-909E-2121-57B1-9D7C3AFCB1CE}"/>
              </a:ext>
            </a:extLst>
          </p:cNvPr>
          <p:cNvSpPr>
            <a:spLocks noChangeArrowheads="1"/>
          </p:cNvSpPr>
          <p:nvPr/>
        </p:nvSpPr>
        <p:spPr bwMode="auto">
          <a:xfrm>
            <a:off x="7240932" y="315201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7" name="Gruppieren 31">
            <a:extLst>
              <a:ext uri="{FF2B5EF4-FFF2-40B4-BE49-F238E27FC236}">
                <a16:creationId xmlns:a16="http://schemas.microsoft.com/office/drawing/2014/main" id="{366F3BE3-7755-A88A-9E4B-DA36EF10E5DB}"/>
              </a:ext>
            </a:extLst>
          </p:cNvPr>
          <p:cNvGrpSpPr/>
          <p:nvPr/>
        </p:nvGrpSpPr>
        <p:grpSpPr>
          <a:xfrm>
            <a:off x="8535611" y="1976086"/>
            <a:ext cx="1428729" cy="412750"/>
            <a:chOff x="4787230" y="1861556"/>
            <a:chExt cx="2417054" cy="412750"/>
          </a:xfrm>
        </p:grpSpPr>
        <p:sp>
          <p:nvSpPr>
            <p:cNvPr id="38" name="Text Box 82">
              <a:extLst>
                <a:ext uri="{FF2B5EF4-FFF2-40B4-BE49-F238E27FC236}">
                  <a16:creationId xmlns:a16="http://schemas.microsoft.com/office/drawing/2014/main" id="{403168C2-89B6-CF6C-09CB-79643B52F373}"/>
                </a:ext>
              </a:extLst>
            </p:cNvPr>
            <p:cNvSpPr txBox="1">
              <a:spLocks noChangeArrowheads="1"/>
            </p:cNvSpPr>
            <p:nvPr/>
          </p:nvSpPr>
          <p:spPr bwMode="auto">
            <a:xfrm>
              <a:off x="5018980" y="1899656"/>
              <a:ext cx="1950386"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F</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AE812385-F266-C1B4-739D-4EF1EF5D0AA8}"/>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AA961898-FC1D-6D34-7CCB-218373C26D20}"/>
              </a:ext>
            </a:extLst>
          </p:cNvPr>
          <p:cNvSpPr/>
          <p:nvPr/>
        </p:nvSpPr>
        <p:spPr>
          <a:xfrm>
            <a:off x="8661993" y="2388836"/>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43" name="Textfeld 169">
            <a:extLst>
              <a:ext uri="{FF2B5EF4-FFF2-40B4-BE49-F238E27FC236}">
                <a16:creationId xmlns:a16="http://schemas.microsoft.com/office/drawing/2014/main" id="{9C4C7B46-B678-C6D8-8930-9615B4D3574D}"/>
              </a:ext>
            </a:extLst>
          </p:cNvPr>
          <p:cNvSpPr txBox="1"/>
          <p:nvPr/>
        </p:nvSpPr>
        <p:spPr>
          <a:xfrm>
            <a:off x="7789556" y="2870279"/>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E0603582-BFAF-2E70-210C-8583AFB2A56D}"/>
              </a:ext>
            </a:extLst>
          </p:cNvPr>
          <p:cNvSpPr txBox="1"/>
          <p:nvPr/>
        </p:nvSpPr>
        <p:spPr>
          <a:xfrm>
            <a:off x="9993281" y="28702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45" name="Rechteck 23">
            <a:extLst>
              <a:ext uri="{FF2B5EF4-FFF2-40B4-BE49-F238E27FC236}">
                <a16:creationId xmlns:a16="http://schemas.microsoft.com/office/drawing/2014/main" id="{EB374F99-207D-0BD7-55CB-F13B7BE56400}"/>
              </a:ext>
            </a:extLst>
          </p:cNvPr>
          <p:cNvSpPr/>
          <p:nvPr/>
        </p:nvSpPr>
        <p:spPr>
          <a:xfrm>
            <a:off x="2974148" y="170465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7" name="Gerade Verbindung mit Pfeil 46">
            <a:extLst>
              <a:ext uri="{FF2B5EF4-FFF2-40B4-BE49-F238E27FC236}">
                <a16:creationId xmlns:a16="http://schemas.microsoft.com/office/drawing/2014/main" id="{C08674C4-3B50-C80D-2070-2C1BD9B48F90}"/>
              </a:ext>
            </a:extLst>
          </p:cNvPr>
          <p:cNvCxnSpPr>
            <a:stCxn id="45" idx="3"/>
          </p:cNvCxnSpPr>
          <p:nvPr/>
        </p:nvCxnSpPr>
        <p:spPr>
          <a:xfrm>
            <a:off x="3190148" y="1812655"/>
            <a:ext cx="385349" cy="0"/>
          </a:xfrm>
          <a:prstGeom prst="straightConnector1">
            <a:avLst/>
          </a:prstGeom>
          <a:noFill/>
          <a:ln w="9525">
            <a:solidFill>
              <a:sysClr val="windowText" lastClr="000000"/>
            </a:solidFill>
            <a:round/>
            <a:headEnd/>
            <a:tailEnd type="triangle" w="med" len="med"/>
          </a:ln>
        </p:spPr>
      </p:cxnSp>
      <p:cxnSp>
        <p:nvCxnSpPr>
          <p:cNvPr id="48" name="Gerade Verbindung mit Pfeil 47">
            <a:extLst>
              <a:ext uri="{FF2B5EF4-FFF2-40B4-BE49-F238E27FC236}">
                <a16:creationId xmlns:a16="http://schemas.microsoft.com/office/drawing/2014/main" id="{D4347255-7766-D15D-432D-9A45E9EF6D10}"/>
              </a:ext>
            </a:extLst>
          </p:cNvPr>
          <p:cNvCxnSpPr>
            <a:cxnSpLocks/>
            <a:endCxn id="12" idx="1"/>
          </p:cNvCxnSpPr>
          <p:nvPr/>
        </p:nvCxnSpPr>
        <p:spPr>
          <a:xfrm>
            <a:off x="1445895" y="1812655"/>
            <a:ext cx="385349" cy="0"/>
          </a:xfrm>
          <a:prstGeom prst="straightConnector1">
            <a:avLst/>
          </a:prstGeom>
          <a:noFill/>
          <a:ln w="9525">
            <a:solidFill>
              <a:sysClr val="windowText" lastClr="000000"/>
            </a:solidFill>
            <a:round/>
            <a:headEnd/>
            <a:tailEnd type="triangle" w="med" len="med"/>
          </a:ln>
        </p:spPr>
      </p:cxnSp>
      <p:sp>
        <p:nvSpPr>
          <p:cNvPr id="57" name="Rectangle 83">
            <a:extLst>
              <a:ext uri="{FF2B5EF4-FFF2-40B4-BE49-F238E27FC236}">
                <a16:creationId xmlns:a16="http://schemas.microsoft.com/office/drawing/2014/main" id="{2992C110-E77A-9616-FE6C-21BB26C43107}"/>
              </a:ext>
            </a:extLst>
          </p:cNvPr>
          <p:cNvSpPr>
            <a:spLocks noChangeArrowheads="1"/>
          </p:cNvSpPr>
          <p:nvPr/>
        </p:nvSpPr>
        <p:spPr bwMode="auto">
          <a:xfrm>
            <a:off x="9558698" y="315201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Rechteck 23">
            <a:extLst>
              <a:ext uri="{FF2B5EF4-FFF2-40B4-BE49-F238E27FC236}">
                <a16:creationId xmlns:a16="http://schemas.microsoft.com/office/drawing/2014/main" id="{780D7BBE-915F-DDA4-2CDD-D5E9C6F16967}"/>
              </a:ext>
            </a:extLst>
          </p:cNvPr>
          <p:cNvSpPr/>
          <p:nvPr/>
        </p:nvSpPr>
        <p:spPr>
          <a:xfrm>
            <a:off x="9334424" y="2388836"/>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61" name="Verbinder: gewinkelt 87">
            <a:extLst>
              <a:ext uri="{FF2B5EF4-FFF2-40B4-BE49-F238E27FC236}">
                <a16:creationId xmlns:a16="http://schemas.microsoft.com/office/drawing/2014/main" id="{5A0C152A-F5D5-B811-470A-8843A7A50EA4}"/>
              </a:ext>
            </a:extLst>
          </p:cNvPr>
          <p:cNvCxnSpPr>
            <a:cxnSpLocks/>
            <a:stCxn id="40" idx="2"/>
            <a:endCxn id="27" idx="0"/>
          </p:cNvCxnSpPr>
          <p:nvPr/>
        </p:nvCxnSpPr>
        <p:spPr>
          <a:xfrm rot="5400000">
            <a:off x="8223245" y="2472685"/>
            <a:ext cx="547177" cy="811479"/>
          </a:xfrm>
          <a:prstGeom prst="bentConnector3">
            <a:avLst>
              <a:gd name="adj1" fmla="val 50000"/>
            </a:avLst>
          </a:prstGeom>
          <a:noFill/>
          <a:ln w="9525">
            <a:solidFill>
              <a:sysClr val="windowText" lastClr="000000"/>
            </a:solidFill>
            <a:round/>
            <a:headEnd/>
            <a:tailEnd type="triangle" w="med" len="med"/>
          </a:ln>
        </p:spPr>
      </p:cxnSp>
      <p:cxnSp>
        <p:nvCxnSpPr>
          <p:cNvPr id="64" name="Verbinder: gewinkelt 87">
            <a:extLst>
              <a:ext uri="{FF2B5EF4-FFF2-40B4-BE49-F238E27FC236}">
                <a16:creationId xmlns:a16="http://schemas.microsoft.com/office/drawing/2014/main" id="{13C9A6D8-5094-C0AB-F90B-E34BC737C26B}"/>
              </a:ext>
            </a:extLst>
          </p:cNvPr>
          <p:cNvCxnSpPr>
            <a:cxnSpLocks/>
            <a:stCxn id="60" idx="2"/>
            <a:endCxn id="57" idx="0"/>
          </p:cNvCxnSpPr>
          <p:nvPr/>
        </p:nvCxnSpPr>
        <p:spPr>
          <a:xfrm rot="16200000" flipH="1">
            <a:off x="9724773" y="2467926"/>
            <a:ext cx="547177" cy="820995"/>
          </a:xfrm>
          <a:prstGeom prst="bentConnector3">
            <a:avLst>
              <a:gd name="adj1" fmla="val 50000"/>
            </a:avLst>
          </a:prstGeom>
          <a:noFill/>
          <a:ln w="9525">
            <a:solidFill>
              <a:sysClr val="windowText" lastClr="000000"/>
            </a:solidFill>
            <a:round/>
            <a:headEnd/>
            <a:tailEnd type="triangle" w="med" len="med"/>
          </a:ln>
        </p:spPr>
      </p:cxnSp>
      <p:cxnSp>
        <p:nvCxnSpPr>
          <p:cNvPr id="91" name="Gerade Verbindung mit Pfeil 90">
            <a:extLst>
              <a:ext uri="{FF2B5EF4-FFF2-40B4-BE49-F238E27FC236}">
                <a16:creationId xmlns:a16="http://schemas.microsoft.com/office/drawing/2014/main" id="{0DF3770B-95C4-3A07-015F-AB8634184CDE}"/>
              </a:ext>
            </a:extLst>
          </p:cNvPr>
          <p:cNvCxnSpPr>
            <a:cxnSpLocks/>
            <a:stCxn id="144" idx="2"/>
            <a:endCxn id="132"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92" name="Textfeld 169">
            <a:extLst>
              <a:ext uri="{FF2B5EF4-FFF2-40B4-BE49-F238E27FC236}">
                <a16:creationId xmlns:a16="http://schemas.microsoft.com/office/drawing/2014/main" id="{DE951DBB-65D5-ED41-F270-772344BECED4}"/>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3" name="Textfeld 169">
            <a:extLst>
              <a:ext uri="{FF2B5EF4-FFF2-40B4-BE49-F238E27FC236}">
                <a16:creationId xmlns:a16="http://schemas.microsoft.com/office/drawing/2014/main" id="{AC65C734-276A-1D98-E318-97ED49C2ECC3}"/>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94" name="Textfeld 169">
            <a:extLst>
              <a:ext uri="{FF2B5EF4-FFF2-40B4-BE49-F238E27FC236}">
                <a16:creationId xmlns:a16="http://schemas.microsoft.com/office/drawing/2014/main" id="{90606D88-80E0-2E05-066E-8734DADB87E7}"/>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5" name="Textfeld 169">
            <a:extLst>
              <a:ext uri="{FF2B5EF4-FFF2-40B4-BE49-F238E27FC236}">
                <a16:creationId xmlns:a16="http://schemas.microsoft.com/office/drawing/2014/main" id="{021BBD68-E34D-3AD8-A0A4-D234691CE326}"/>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6" name="Textfeld 169">
            <a:extLst>
              <a:ext uri="{FF2B5EF4-FFF2-40B4-BE49-F238E27FC236}">
                <a16:creationId xmlns:a16="http://schemas.microsoft.com/office/drawing/2014/main" id="{94CB497B-7601-63A8-0266-362B07F59AB4}"/>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7" name="Textfeld 169">
            <a:extLst>
              <a:ext uri="{FF2B5EF4-FFF2-40B4-BE49-F238E27FC236}">
                <a16:creationId xmlns:a16="http://schemas.microsoft.com/office/drawing/2014/main" id="{867348D2-8F09-35C1-729B-0E25CBFBC18B}"/>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98" name="Textfeld 169">
            <a:extLst>
              <a:ext uri="{FF2B5EF4-FFF2-40B4-BE49-F238E27FC236}">
                <a16:creationId xmlns:a16="http://schemas.microsoft.com/office/drawing/2014/main" id="{C3B5E466-C00B-D8AB-4215-C1BCA9817D28}"/>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9" name="Textfeld 169">
            <a:extLst>
              <a:ext uri="{FF2B5EF4-FFF2-40B4-BE49-F238E27FC236}">
                <a16:creationId xmlns:a16="http://schemas.microsoft.com/office/drawing/2014/main" id="{7A38082E-EFCB-DE45-C143-A89239CDE51D}"/>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0" name="Textfeld 169">
            <a:extLst>
              <a:ext uri="{FF2B5EF4-FFF2-40B4-BE49-F238E27FC236}">
                <a16:creationId xmlns:a16="http://schemas.microsoft.com/office/drawing/2014/main" id="{DBACD550-0963-6FF0-CACC-79172A0F4660}"/>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1" name="Textfeld 169">
            <a:extLst>
              <a:ext uri="{FF2B5EF4-FFF2-40B4-BE49-F238E27FC236}">
                <a16:creationId xmlns:a16="http://schemas.microsoft.com/office/drawing/2014/main" id="{0CA4C15A-F992-469B-F01C-1DCFC9259BB9}"/>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2" name="Textfeld 169">
            <a:extLst>
              <a:ext uri="{FF2B5EF4-FFF2-40B4-BE49-F238E27FC236}">
                <a16:creationId xmlns:a16="http://schemas.microsoft.com/office/drawing/2014/main" id="{903225C5-1EA7-28C8-C4D0-FF52A00D9F44}"/>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3" name="Textfeld 169">
            <a:extLst>
              <a:ext uri="{FF2B5EF4-FFF2-40B4-BE49-F238E27FC236}">
                <a16:creationId xmlns:a16="http://schemas.microsoft.com/office/drawing/2014/main" id="{7DCD140D-0257-0798-C585-66F87196384D}"/>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4" name="Textfeld 169">
            <a:extLst>
              <a:ext uri="{FF2B5EF4-FFF2-40B4-BE49-F238E27FC236}">
                <a16:creationId xmlns:a16="http://schemas.microsoft.com/office/drawing/2014/main" id="{9834B9D1-2B49-7149-443C-F24B41B91465}"/>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05" name="Textfeld 169">
            <a:extLst>
              <a:ext uri="{FF2B5EF4-FFF2-40B4-BE49-F238E27FC236}">
                <a16:creationId xmlns:a16="http://schemas.microsoft.com/office/drawing/2014/main" id="{E12363FF-EFD7-D77A-30BC-7A11717BB55F}"/>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06" name="Textfeld 169">
            <a:extLst>
              <a:ext uri="{FF2B5EF4-FFF2-40B4-BE49-F238E27FC236}">
                <a16:creationId xmlns:a16="http://schemas.microsoft.com/office/drawing/2014/main" id="{A2ED027B-4F28-578D-5406-240EBEB1904D}"/>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07" name="Gruppieren 106">
            <a:extLst>
              <a:ext uri="{FF2B5EF4-FFF2-40B4-BE49-F238E27FC236}">
                <a16:creationId xmlns:a16="http://schemas.microsoft.com/office/drawing/2014/main" id="{938839C8-15A9-572E-08BD-45E39A7F2A4F}"/>
              </a:ext>
            </a:extLst>
          </p:cNvPr>
          <p:cNvGrpSpPr/>
          <p:nvPr/>
        </p:nvGrpSpPr>
        <p:grpSpPr>
          <a:xfrm>
            <a:off x="714671" y="3679010"/>
            <a:ext cx="1930787" cy="635024"/>
            <a:chOff x="4316210" y="1861556"/>
            <a:chExt cx="1930787" cy="635024"/>
          </a:xfrm>
        </p:grpSpPr>
        <p:grpSp>
          <p:nvGrpSpPr>
            <p:cNvPr id="108" name="Gruppieren 107">
              <a:extLst>
                <a:ext uri="{FF2B5EF4-FFF2-40B4-BE49-F238E27FC236}">
                  <a16:creationId xmlns:a16="http://schemas.microsoft.com/office/drawing/2014/main" id="{527285FD-7981-46AF-8B04-6B43129208CF}"/>
                </a:ext>
              </a:extLst>
            </p:cNvPr>
            <p:cNvGrpSpPr/>
            <p:nvPr/>
          </p:nvGrpSpPr>
          <p:grpSpPr>
            <a:xfrm>
              <a:off x="4316210" y="1861556"/>
              <a:ext cx="1930787" cy="415732"/>
              <a:chOff x="5746196" y="1700350"/>
              <a:chExt cx="1930787" cy="415732"/>
            </a:xfrm>
          </p:grpSpPr>
          <p:cxnSp>
            <p:nvCxnSpPr>
              <p:cNvPr id="111" name="Verbinder: gewinkelt 87">
                <a:extLst>
                  <a:ext uri="{FF2B5EF4-FFF2-40B4-BE49-F238E27FC236}">
                    <a16:creationId xmlns:a16="http://schemas.microsoft.com/office/drawing/2014/main" id="{398D081C-C3CA-A6C9-7211-8E80562E2071}"/>
                  </a:ext>
                </a:extLst>
              </p:cNvPr>
              <p:cNvCxnSpPr>
                <a:cxnSpLocks/>
                <a:stCxn id="114" idx="2"/>
                <a:endCxn id="113"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112" name="Text Box 82">
                <a:extLst>
                  <a:ext uri="{FF2B5EF4-FFF2-40B4-BE49-F238E27FC236}">
                    <a16:creationId xmlns:a16="http://schemas.microsoft.com/office/drawing/2014/main" id="{A8FE25DB-B89E-4536-D8DB-955E1C3E3ED7}"/>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13" name="Rectangle 83">
                <a:extLst>
                  <a:ext uri="{FF2B5EF4-FFF2-40B4-BE49-F238E27FC236}">
                    <a16:creationId xmlns:a16="http://schemas.microsoft.com/office/drawing/2014/main" id="{BB049998-034D-008F-BDF8-E4F02D3A7516}"/>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4" name="AutoShape 50">
                <a:extLst>
                  <a:ext uri="{FF2B5EF4-FFF2-40B4-BE49-F238E27FC236}">
                    <a16:creationId xmlns:a16="http://schemas.microsoft.com/office/drawing/2014/main" id="{5856C936-82B3-07E3-5B83-5D0257F7001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5" name="Textfeld 169">
                <a:extLst>
                  <a:ext uri="{FF2B5EF4-FFF2-40B4-BE49-F238E27FC236}">
                    <a16:creationId xmlns:a16="http://schemas.microsoft.com/office/drawing/2014/main" id="{AE6235A1-04B1-FAE8-1E25-D66B9F628058}"/>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16" name="Textfeld 169">
                <a:extLst>
                  <a:ext uri="{FF2B5EF4-FFF2-40B4-BE49-F238E27FC236}">
                    <a16:creationId xmlns:a16="http://schemas.microsoft.com/office/drawing/2014/main" id="{C0980FFB-8C51-4886-10C3-21CA64165635}"/>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17" name="AutoShape 50">
                <a:extLst>
                  <a:ext uri="{FF2B5EF4-FFF2-40B4-BE49-F238E27FC236}">
                    <a16:creationId xmlns:a16="http://schemas.microsoft.com/office/drawing/2014/main" id="{3876ACAB-F2EB-1AA2-F8DF-6DECDAA63EDB}"/>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09" name="Rectangle 83">
              <a:extLst>
                <a:ext uri="{FF2B5EF4-FFF2-40B4-BE49-F238E27FC236}">
                  <a16:creationId xmlns:a16="http://schemas.microsoft.com/office/drawing/2014/main" id="{EFBAE506-71E4-F130-F2FF-CD9C2C7D25DA}"/>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0" name="Rectangle 83">
              <a:extLst>
                <a:ext uri="{FF2B5EF4-FFF2-40B4-BE49-F238E27FC236}">
                  <a16:creationId xmlns:a16="http://schemas.microsoft.com/office/drawing/2014/main" id="{204E0A05-7FD7-629C-A96D-6EEAF7DBD313}"/>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18" name="Textfeld 169">
            <a:extLst>
              <a:ext uri="{FF2B5EF4-FFF2-40B4-BE49-F238E27FC236}">
                <a16:creationId xmlns:a16="http://schemas.microsoft.com/office/drawing/2014/main" id="{B57766E1-E3BD-A7F9-5CE7-5D147ED7B4A1}"/>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19" name="Textfeld 169">
            <a:extLst>
              <a:ext uri="{FF2B5EF4-FFF2-40B4-BE49-F238E27FC236}">
                <a16:creationId xmlns:a16="http://schemas.microsoft.com/office/drawing/2014/main" id="{B161B965-31AC-92E3-A172-57DF14FD7F86}"/>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120" name="Gruppieren 119">
            <a:extLst>
              <a:ext uri="{FF2B5EF4-FFF2-40B4-BE49-F238E27FC236}">
                <a16:creationId xmlns:a16="http://schemas.microsoft.com/office/drawing/2014/main" id="{690D2163-19CE-8604-1535-91B3D94925F1}"/>
              </a:ext>
            </a:extLst>
          </p:cNvPr>
          <p:cNvGrpSpPr/>
          <p:nvPr/>
        </p:nvGrpSpPr>
        <p:grpSpPr>
          <a:xfrm>
            <a:off x="966520" y="5205529"/>
            <a:ext cx="1632590" cy="412750"/>
            <a:chOff x="5282178" y="3388075"/>
            <a:chExt cx="1632590" cy="412750"/>
          </a:xfrm>
        </p:grpSpPr>
        <p:grpSp>
          <p:nvGrpSpPr>
            <p:cNvPr id="121" name="Group 87">
              <a:extLst>
                <a:ext uri="{FF2B5EF4-FFF2-40B4-BE49-F238E27FC236}">
                  <a16:creationId xmlns:a16="http://schemas.microsoft.com/office/drawing/2014/main" id="{A81C3F2D-CC58-B55D-5B62-E84F8EDB96B6}"/>
                </a:ext>
              </a:extLst>
            </p:cNvPr>
            <p:cNvGrpSpPr>
              <a:grpSpLocks/>
            </p:cNvGrpSpPr>
            <p:nvPr/>
          </p:nvGrpSpPr>
          <p:grpSpPr bwMode="auto">
            <a:xfrm>
              <a:off x="5282178" y="3388075"/>
              <a:ext cx="1631951" cy="412750"/>
              <a:chOff x="3304" y="2592"/>
              <a:chExt cx="1028" cy="260"/>
            </a:xfrm>
          </p:grpSpPr>
          <p:sp>
            <p:nvSpPr>
              <p:cNvPr id="126" name="Text Box 82">
                <a:extLst>
                  <a:ext uri="{FF2B5EF4-FFF2-40B4-BE49-F238E27FC236}">
                    <a16:creationId xmlns:a16="http://schemas.microsoft.com/office/drawing/2014/main" id="{E1682552-FF98-BCA4-6A0C-30D4278893B5}"/>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27" name="Rectangle 83">
                <a:extLst>
                  <a:ext uri="{FF2B5EF4-FFF2-40B4-BE49-F238E27FC236}">
                    <a16:creationId xmlns:a16="http://schemas.microsoft.com/office/drawing/2014/main" id="{ACA804C7-CBBA-C116-F906-EE5C45758616}"/>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2" name="Textfeld 169">
              <a:extLst>
                <a:ext uri="{FF2B5EF4-FFF2-40B4-BE49-F238E27FC236}">
                  <a16:creationId xmlns:a16="http://schemas.microsoft.com/office/drawing/2014/main" id="{27C12677-5AE1-58F2-FD12-696042FB42F0}"/>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3" name="Textfeld 169">
              <a:extLst>
                <a:ext uri="{FF2B5EF4-FFF2-40B4-BE49-F238E27FC236}">
                  <a16:creationId xmlns:a16="http://schemas.microsoft.com/office/drawing/2014/main" id="{BF85B592-5B75-49ED-C80B-00A2D3EFCF1B}"/>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4" name="Textfeld 169">
              <a:extLst>
                <a:ext uri="{FF2B5EF4-FFF2-40B4-BE49-F238E27FC236}">
                  <a16:creationId xmlns:a16="http://schemas.microsoft.com/office/drawing/2014/main" id="{3A5CCB46-77AE-AF50-9B6F-8EB0CB70AD1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25" name="Textfeld 169">
              <a:extLst>
                <a:ext uri="{FF2B5EF4-FFF2-40B4-BE49-F238E27FC236}">
                  <a16:creationId xmlns:a16="http://schemas.microsoft.com/office/drawing/2014/main" id="{2B8BA972-5A1B-C0BE-FB45-2D6278ABA8DD}"/>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128" name="Textfeld 169">
            <a:extLst>
              <a:ext uri="{FF2B5EF4-FFF2-40B4-BE49-F238E27FC236}">
                <a16:creationId xmlns:a16="http://schemas.microsoft.com/office/drawing/2014/main" id="{DD57B690-D1C4-94BF-E33D-D7F5C191459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129" name="Textfeld 169">
            <a:extLst>
              <a:ext uri="{FF2B5EF4-FFF2-40B4-BE49-F238E27FC236}">
                <a16:creationId xmlns:a16="http://schemas.microsoft.com/office/drawing/2014/main" id="{7794CA28-3FEC-7061-4BEC-3A07E65F068B}"/>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130" name="Gruppieren 129">
            <a:extLst>
              <a:ext uri="{FF2B5EF4-FFF2-40B4-BE49-F238E27FC236}">
                <a16:creationId xmlns:a16="http://schemas.microsoft.com/office/drawing/2014/main" id="{F9FD29C0-5654-1AB1-4024-7F0F85B348A2}"/>
              </a:ext>
            </a:extLst>
          </p:cNvPr>
          <p:cNvGrpSpPr/>
          <p:nvPr/>
        </p:nvGrpSpPr>
        <p:grpSpPr>
          <a:xfrm>
            <a:off x="3466841" y="5205529"/>
            <a:ext cx="1415042" cy="412750"/>
            <a:chOff x="7782499" y="3595251"/>
            <a:chExt cx="1415042" cy="412750"/>
          </a:xfrm>
        </p:grpSpPr>
        <p:sp>
          <p:nvSpPr>
            <p:cNvPr id="131" name="Text Box 82">
              <a:extLst>
                <a:ext uri="{FF2B5EF4-FFF2-40B4-BE49-F238E27FC236}">
                  <a16:creationId xmlns:a16="http://schemas.microsoft.com/office/drawing/2014/main" id="{725E6E77-F6B3-0734-EE54-695006D4DD47}"/>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32" name="Rectangle 83">
              <a:extLst>
                <a:ext uri="{FF2B5EF4-FFF2-40B4-BE49-F238E27FC236}">
                  <a16:creationId xmlns:a16="http://schemas.microsoft.com/office/drawing/2014/main" id="{831C9A63-5E2B-D092-D2F3-4BC7001993B1}"/>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3" name="Textfeld 169">
              <a:extLst>
                <a:ext uri="{FF2B5EF4-FFF2-40B4-BE49-F238E27FC236}">
                  <a16:creationId xmlns:a16="http://schemas.microsoft.com/office/drawing/2014/main" id="{74360FE3-C9AE-D024-17AA-6D3B6B642314}"/>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4" name="Textfeld 169">
              <a:extLst>
                <a:ext uri="{FF2B5EF4-FFF2-40B4-BE49-F238E27FC236}">
                  <a16:creationId xmlns:a16="http://schemas.microsoft.com/office/drawing/2014/main" id="{A5A8A74B-6EDB-E126-2BDF-9C2FB9D36958}"/>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5" name="Textfeld 169">
              <a:extLst>
                <a:ext uri="{FF2B5EF4-FFF2-40B4-BE49-F238E27FC236}">
                  <a16:creationId xmlns:a16="http://schemas.microsoft.com/office/drawing/2014/main" id="{A694D045-27E4-136A-1D6E-994BD22D4DE9}"/>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6" name="Textfeld 169">
              <a:extLst>
                <a:ext uri="{FF2B5EF4-FFF2-40B4-BE49-F238E27FC236}">
                  <a16:creationId xmlns:a16="http://schemas.microsoft.com/office/drawing/2014/main" id="{AF733A28-9B82-259C-C4AD-873959B2BC1E}"/>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37" name="Gerade Verbindung mit Pfeil 136">
            <a:extLst>
              <a:ext uri="{FF2B5EF4-FFF2-40B4-BE49-F238E27FC236}">
                <a16:creationId xmlns:a16="http://schemas.microsoft.com/office/drawing/2014/main" id="{426D813E-687B-8637-9EBC-45077CEC2087}"/>
              </a:ext>
            </a:extLst>
          </p:cNvPr>
          <p:cNvCxnSpPr>
            <a:cxnSpLocks/>
            <a:stCxn id="110" idx="2"/>
            <a:endCxn id="125"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38" name="Gerade Verbindung mit Pfeil 137">
            <a:extLst>
              <a:ext uri="{FF2B5EF4-FFF2-40B4-BE49-F238E27FC236}">
                <a16:creationId xmlns:a16="http://schemas.microsoft.com/office/drawing/2014/main" id="{CAF68503-36BA-5B9F-985B-D9E50BA32414}"/>
              </a:ext>
            </a:extLst>
          </p:cNvPr>
          <p:cNvCxnSpPr>
            <a:cxnSpLocks/>
            <a:stCxn id="109" idx="2"/>
            <a:endCxn id="124"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39" name="Gruppieren 138">
            <a:extLst>
              <a:ext uri="{FF2B5EF4-FFF2-40B4-BE49-F238E27FC236}">
                <a16:creationId xmlns:a16="http://schemas.microsoft.com/office/drawing/2014/main" id="{EC32F6F8-8E22-7F39-2E4D-B16B161808DA}"/>
              </a:ext>
            </a:extLst>
          </p:cNvPr>
          <p:cNvGrpSpPr/>
          <p:nvPr/>
        </p:nvGrpSpPr>
        <p:grpSpPr>
          <a:xfrm>
            <a:off x="3469224" y="3680501"/>
            <a:ext cx="1410052" cy="412750"/>
            <a:chOff x="7784882" y="1863047"/>
            <a:chExt cx="1410052" cy="412750"/>
          </a:xfrm>
        </p:grpSpPr>
        <p:grpSp>
          <p:nvGrpSpPr>
            <p:cNvPr id="140" name="Gruppieren 139">
              <a:extLst>
                <a:ext uri="{FF2B5EF4-FFF2-40B4-BE49-F238E27FC236}">
                  <a16:creationId xmlns:a16="http://schemas.microsoft.com/office/drawing/2014/main" id="{D38F47F0-C67B-7B28-C9E5-06159755FB3E}"/>
                </a:ext>
              </a:extLst>
            </p:cNvPr>
            <p:cNvGrpSpPr/>
            <p:nvPr/>
          </p:nvGrpSpPr>
          <p:grpSpPr>
            <a:xfrm>
              <a:off x="7784882" y="1863047"/>
              <a:ext cx="1410052" cy="412750"/>
              <a:chOff x="6133049" y="1935065"/>
              <a:chExt cx="1410052" cy="412750"/>
            </a:xfrm>
          </p:grpSpPr>
          <p:sp>
            <p:nvSpPr>
              <p:cNvPr id="143" name="Text Box 82">
                <a:extLst>
                  <a:ext uri="{FF2B5EF4-FFF2-40B4-BE49-F238E27FC236}">
                    <a16:creationId xmlns:a16="http://schemas.microsoft.com/office/drawing/2014/main" id="{BE1D8730-5F12-9C60-4E15-ED3044CEFDB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44" name="Rectangle 83">
                <a:extLst>
                  <a:ext uri="{FF2B5EF4-FFF2-40B4-BE49-F238E27FC236}">
                    <a16:creationId xmlns:a16="http://schemas.microsoft.com/office/drawing/2014/main" id="{91BAB719-9833-7A8A-C079-DEC00B41CBC1}"/>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5" name="Textfeld 169">
                <a:extLst>
                  <a:ext uri="{FF2B5EF4-FFF2-40B4-BE49-F238E27FC236}">
                    <a16:creationId xmlns:a16="http://schemas.microsoft.com/office/drawing/2014/main" id="{0FE3904A-222C-D6CE-E880-99D27CAEA347}"/>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6" name="Textfeld 169">
                <a:extLst>
                  <a:ext uri="{FF2B5EF4-FFF2-40B4-BE49-F238E27FC236}">
                    <a16:creationId xmlns:a16="http://schemas.microsoft.com/office/drawing/2014/main" id="{6687A685-6F7D-DF04-0A99-285CBFAFF10B}"/>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7" name="Textfeld 169">
                <a:extLst>
                  <a:ext uri="{FF2B5EF4-FFF2-40B4-BE49-F238E27FC236}">
                    <a16:creationId xmlns:a16="http://schemas.microsoft.com/office/drawing/2014/main" id="{DCCE2D0E-C8B3-FD32-C7A8-AB3DD14F87B9}"/>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8" name="Textfeld 169">
                <a:extLst>
                  <a:ext uri="{FF2B5EF4-FFF2-40B4-BE49-F238E27FC236}">
                    <a16:creationId xmlns:a16="http://schemas.microsoft.com/office/drawing/2014/main" id="{1427678C-F2DC-C354-9897-B881766542CD}"/>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9" name="Textfeld 169">
                <a:extLst>
                  <a:ext uri="{FF2B5EF4-FFF2-40B4-BE49-F238E27FC236}">
                    <a16:creationId xmlns:a16="http://schemas.microsoft.com/office/drawing/2014/main" id="{2245A195-33CE-C91E-497B-913EE6F99123}"/>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750EA72E-1644-92C8-D4ED-57AED33B93DD}"/>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202D3CE0-206D-135D-116B-FD28E8C0C908}"/>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FAC6383C-B915-39AC-CE03-58042B4677AD}"/>
              </a:ext>
            </a:extLst>
          </p:cNvPr>
          <p:cNvCxnSpPr>
            <a:cxnSpLocks/>
            <a:stCxn id="117" idx="2"/>
            <a:endCxn id="144"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51" name="Verbinder: gewinkelt 87">
            <a:extLst>
              <a:ext uri="{FF2B5EF4-FFF2-40B4-BE49-F238E27FC236}">
                <a16:creationId xmlns:a16="http://schemas.microsoft.com/office/drawing/2014/main" id="{F3AF5511-C194-7E99-DD76-3531D55DA735}"/>
              </a:ext>
            </a:extLst>
          </p:cNvPr>
          <p:cNvCxnSpPr>
            <a:cxnSpLocks/>
            <a:stCxn id="122" idx="0"/>
            <a:endCxn id="142"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52" name="Gerade Verbindung mit Pfeil 151">
            <a:extLst>
              <a:ext uri="{FF2B5EF4-FFF2-40B4-BE49-F238E27FC236}">
                <a16:creationId xmlns:a16="http://schemas.microsoft.com/office/drawing/2014/main" id="{200018B3-961B-F048-2565-A16EF3FF2DC1}"/>
              </a:ext>
            </a:extLst>
          </p:cNvPr>
          <p:cNvCxnSpPr>
            <a:cxnSpLocks/>
            <a:stCxn id="127" idx="3"/>
            <a:endCxn id="132"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56" name="Freihandform: Form 155">
            <a:extLst>
              <a:ext uri="{FF2B5EF4-FFF2-40B4-BE49-F238E27FC236}">
                <a16:creationId xmlns:a16="http://schemas.microsoft.com/office/drawing/2014/main" id="{36D3AB27-83EC-7004-EC91-A65F8E9198CF}"/>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60" name="Textfeld 159">
            <a:extLst>
              <a:ext uri="{FF2B5EF4-FFF2-40B4-BE49-F238E27FC236}">
                <a16:creationId xmlns:a16="http://schemas.microsoft.com/office/drawing/2014/main" id="{89C6E68F-5974-85DA-2BE1-F4D6969C8989}"/>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61" name="AutoShape 40">
            <a:extLst>
              <a:ext uri="{FF2B5EF4-FFF2-40B4-BE49-F238E27FC236}">
                <a16:creationId xmlns:a16="http://schemas.microsoft.com/office/drawing/2014/main" id="{AA72828F-39AC-F860-1AA6-65AE2ED4F777}"/>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62" name="AutoShape 40">
            <a:extLst>
              <a:ext uri="{FF2B5EF4-FFF2-40B4-BE49-F238E27FC236}">
                <a16:creationId xmlns:a16="http://schemas.microsoft.com/office/drawing/2014/main" id="{3BD7EEEA-2605-25D1-74CB-6247F91A07E0}"/>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 name="Inhaltsplatzhalter 3">
            <a:extLst>
              <a:ext uri="{FF2B5EF4-FFF2-40B4-BE49-F238E27FC236}">
                <a16:creationId xmlns:a16="http://schemas.microsoft.com/office/drawing/2014/main" id="{FD8E8345-C0BE-DA74-2E5F-900DDBB106C6}"/>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Channels are connected only one-sided</a:t>
            </a:r>
          </a:p>
        </p:txBody>
      </p:sp>
    </p:spTree>
    <p:extLst>
      <p:ext uri="{BB962C8B-B14F-4D97-AF65-F5344CB8AC3E}">
        <p14:creationId xmlns:p14="http://schemas.microsoft.com/office/powerpoint/2010/main" val="3354873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51E4636-4869-B6F1-1066-8FAB5D1819C2}"/>
              </a:ext>
            </a:extLst>
          </p:cNvPr>
          <p:cNvSpPr>
            <a:spLocks noGrp="1"/>
          </p:cNvSpPr>
          <p:nvPr>
            <p:ph type="title"/>
          </p:nvPr>
        </p:nvSpPr>
        <p:spPr/>
        <p:txBody>
          <a:bodyPr/>
          <a:lstStyle/>
          <a:p>
            <a:r>
              <a:rPr lang="en-US" dirty="0"/>
              <a:t>2. Channels</a:t>
            </a:r>
            <a:r>
              <a:rPr lang="de-DE" dirty="0"/>
              <a:t> </a:t>
            </a:r>
            <a:r>
              <a:rPr lang="de-DE" dirty="0" err="1"/>
              <a:t>between</a:t>
            </a:r>
            <a:r>
              <a:rPr lang="de-DE" dirty="0"/>
              <a:t> </a:t>
            </a:r>
            <a:r>
              <a:rPr lang="de-DE" dirty="0" err="1"/>
              <a:t>sibling</a:t>
            </a:r>
            <a:r>
              <a:rPr lang="de-DE" dirty="0"/>
              <a:t> </a:t>
            </a:r>
            <a:r>
              <a:rPr lang="de-DE" dirty="0" err="1"/>
              <a:t>components</a:t>
            </a:r>
            <a:endParaRPr lang="en-US" dirty="0"/>
          </a:p>
        </p:txBody>
      </p:sp>
      <p:sp>
        <p:nvSpPr>
          <p:cNvPr id="4" name="Rectangle 5">
            <a:extLst>
              <a:ext uri="{FF2B5EF4-FFF2-40B4-BE49-F238E27FC236}">
                <a16:creationId xmlns:a16="http://schemas.microsoft.com/office/drawing/2014/main" id="{DB2689FE-3F5A-CA4E-6A5A-2BBCDE53D4D0}"/>
              </a:ext>
            </a:extLst>
          </p:cNvPr>
          <p:cNvSpPr>
            <a:spLocks noChangeArrowheads="1"/>
          </p:cNvSpPr>
          <p:nvPr/>
        </p:nvSpPr>
        <p:spPr bwMode="auto">
          <a:xfrm>
            <a:off x="524465" y="1059927"/>
            <a:ext cx="4302660" cy="1770728"/>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0" name="Rectangle 41">
            <a:extLst>
              <a:ext uri="{FF2B5EF4-FFF2-40B4-BE49-F238E27FC236}">
                <a16:creationId xmlns:a16="http://schemas.microsoft.com/office/drawing/2014/main" id="{AF30C7A9-57C2-F819-FE12-46210F70B4EA}"/>
              </a:ext>
            </a:extLst>
          </p:cNvPr>
          <p:cNvSpPr>
            <a:spLocks noChangeArrowheads="1"/>
          </p:cNvSpPr>
          <p:nvPr/>
        </p:nvSpPr>
        <p:spPr bwMode="auto">
          <a:xfrm>
            <a:off x="1098095"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1" name="TextBox 15">
            <a:extLst>
              <a:ext uri="{FF2B5EF4-FFF2-40B4-BE49-F238E27FC236}">
                <a16:creationId xmlns:a16="http://schemas.microsoft.com/office/drawing/2014/main" id="{F9E33087-6973-CBC8-2D19-4F2D4F653267}"/>
              </a:ext>
            </a:extLst>
          </p:cNvPr>
          <p:cNvSpPr txBox="1"/>
          <p:nvPr/>
        </p:nvSpPr>
        <p:spPr>
          <a:xfrm>
            <a:off x="4184506" y="1995571"/>
            <a:ext cx="415498" cy="369332"/>
          </a:xfrm>
          <a:prstGeom prst="rect">
            <a:avLst/>
          </a:prstGeom>
          <a:noFill/>
        </p:spPr>
        <p:txBody>
          <a:bodyPr wrap="none" rtlCol="0">
            <a:spAutoFit/>
          </a:bodyPr>
          <a:lstStyle/>
          <a:p>
            <a:r>
              <a:rPr lang="de-DE" dirty="0"/>
              <a:t>…</a:t>
            </a:r>
            <a:endParaRPr lang="en-DE" dirty="0"/>
          </a:p>
        </p:txBody>
      </p:sp>
      <p:grpSp>
        <p:nvGrpSpPr>
          <p:cNvPr id="15" name="Gruppieren 31">
            <a:extLst>
              <a:ext uri="{FF2B5EF4-FFF2-40B4-BE49-F238E27FC236}">
                <a16:creationId xmlns:a16="http://schemas.microsoft.com/office/drawing/2014/main" id="{A436FFE2-9B64-B39B-E944-7FA0F8071574}"/>
              </a:ext>
            </a:extLst>
          </p:cNvPr>
          <p:cNvGrpSpPr/>
          <p:nvPr/>
        </p:nvGrpSpPr>
        <p:grpSpPr>
          <a:xfrm>
            <a:off x="8547372" y="1342931"/>
            <a:ext cx="1428729" cy="412750"/>
            <a:chOff x="4787230" y="1861556"/>
            <a:chExt cx="2417054" cy="412750"/>
          </a:xfrm>
        </p:grpSpPr>
        <p:sp>
          <p:nvSpPr>
            <p:cNvPr id="16" name="Text Box 82">
              <a:extLst>
                <a:ext uri="{FF2B5EF4-FFF2-40B4-BE49-F238E27FC236}">
                  <a16:creationId xmlns:a16="http://schemas.microsoft.com/office/drawing/2014/main" id="{013761E3-98D5-B39B-0FF0-A9DFAE04BCC9}"/>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7" name="Rectangle 83">
              <a:extLst>
                <a:ext uri="{FF2B5EF4-FFF2-40B4-BE49-F238E27FC236}">
                  <a16:creationId xmlns:a16="http://schemas.microsoft.com/office/drawing/2014/main" id="{8978B156-0E3F-839D-02F5-6F8A7C0F2CC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8" name="AutoShape 50">
            <a:extLst>
              <a:ext uri="{FF2B5EF4-FFF2-40B4-BE49-F238E27FC236}">
                <a16:creationId xmlns:a16="http://schemas.microsoft.com/office/drawing/2014/main" id="{C08EE485-FD57-ACE7-0A11-6A99AEB95E34}"/>
              </a:ext>
            </a:extLst>
          </p:cNvPr>
          <p:cNvSpPr>
            <a:spLocks noChangeArrowheads="1"/>
          </p:cNvSpPr>
          <p:nvPr/>
        </p:nvSpPr>
        <p:spPr bwMode="auto">
          <a:xfrm>
            <a:off x="9177598" y="1771235"/>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 name="Rectangle 83">
            <a:extLst>
              <a:ext uri="{FF2B5EF4-FFF2-40B4-BE49-F238E27FC236}">
                <a16:creationId xmlns:a16="http://schemas.microsoft.com/office/drawing/2014/main" id="{5DCF390C-B868-9EF2-C93C-D531ED6EFF3E}"/>
              </a:ext>
            </a:extLst>
          </p:cNvPr>
          <p:cNvSpPr>
            <a:spLocks noChangeArrowheads="1"/>
          </p:cNvSpPr>
          <p:nvPr/>
        </p:nvSpPr>
        <p:spPr bwMode="auto">
          <a:xfrm>
            <a:off x="7119108" y="3612283"/>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3" name="Rechteck 23">
            <a:extLst>
              <a:ext uri="{FF2B5EF4-FFF2-40B4-BE49-F238E27FC236}">
                <a16:creationId xmlns:a16="http://schemas.microsoft.com/office/drawing/2014/main" id="{CF0F04E2-5D1C-1E0C-282E-9B6E9F6B51BF}"/>
              </a:ext>
            </a:extLst>
          </p:cNvPr>
          <p:cNvSpPr/>
          <p:nvPr/>
        </p:nvSpPr>
        <p:spPr>
          <a:xfrm>
            <a:off x="10345531" y="3125388"/>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a:t>“b”</a:t>
            </a:r>
            <a:endParaRPr lang="en-US" dirty="0"/>
          </a:p>
        </p:txBody>
      </p:sp>
      <p:cxnSp>
        <p:nvCxnSpPr>
          <p:cNvPr id="34" name="Verbinder: gewinkelt 87">
            <a:extLst>
              <a:ext uri="{FF2B5EF4-FFF2-40B4-BE49-F238E27FC236}">
                <a16:creationId xmlns:a16="http://schemas.microsoft.com/office/drawing/2014/main" id="{6E138B69-7FE3-B5B5-D178-FE457878AC89}"/>
              </a:ext>
            </a:extLst>
          </p:cNvPr>
          <p:cNvCxnSpPr>
            <a:cxnSpLocks/>
            <a:stCxn id="33" idx="2"/>
            <a:endCxn id="27" idx="3"/>
          </p:cNvCxnSpPr>
          <p:nvPr/>
        </p:nvCxnSpPr>
        <p:spPr>
          <a:xfrm rot="5400000">
            <a:off x="9470565" y="2690252"/>
            <a:ext cx="477270" cy="1779542"/>
          </a:xfrm>
          <a:prstGeom prst="bentConnector2">
            <a:avLst/>
          </a:prstGeom>
          <a:noFill/>
          <a:ln w="9525">
            <a:solidFill>
              <a:sysClr val="windowText" lastClr="000000"/>
            </a:solidFill>
            <a:round/>
            <a:headEnd/>
            <a:tailEnd type="triangle" w="med" len="med"/>
          </a:ln>
        </p:spPr>
      </p:cxnSp>
      <p:grpSp>
        <p:nvGrpSpPr>
          <p:cNvPr id="37" name="Gruppieren 31">
            <a:extLst>
              <a:ext uri="{FF2B5EF4-FFF2-40B4-BE49-F238E27FC236}">
                <a16:creationId xmlns:a16="http://schemas.microsoft.com/office/drawing/2014/main" id="{B85836FC-FB57-9FED-1847-1087D20973F9}"/>
              </a:ext>
            </a:extLst>
          </p:cNvPr>
          <p:cNvGrpSpPr/>
          <p:nvPr/>
        </p:nvGrpSpPr>
        <p:grpSpPr>
          <a:xfrm>
            <a:off x="7254903" y="2712637"/>
            <a:ext cx="1428729" cy="412750"/>
            <a:chOff x="4787230" y="1861556"/>
            <a:chExt cx="2417054" cy="412750"/>
          </a:xfrm>
        </p:grpSpPr>
        <p:sp>
          <p:nvSpPr>
            <p:cNvPr id="38" name="Text Box 82">
              <a:extLst>
                <a:ext uri="{FF2B5EF4-FFF2-40B4-BE49-F238E27FC236}">
                  <a16:creationId xmlns:a16="http://schemas.microsoft.com/office/drawing/2014/main" id="{2554484D-789C-B5A1-EA0F-13D73572A1D1}"/>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E5974773-EFD9-F31D-303E-C937D1B11B7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87F3656B-BAF1-9E1E-FD8A-C2A08561B61E}"/>
              </a:ext>
            </a:extLst>
          </p:cNvPr>
          <p:cNvSpPr/>
          <p:nvPr/>
        </p:nvSpPr>
        <p:spPr>
          <a:xfrm>
            <a:off x="7727750" y="3125204"/>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41" name="Verbinder: gewinkelt 87">
            <a:extLst>
              <a:ext uri="{FF2B5EF4-FFF2-40B4-BE49-F238E27FC236}">
                <a16:creationId xmlns:a16="http://schemas.microsoft.com/office/drawing/2014/main" id="{800310E4-1128-5345-8FA5-FF8A1BE2CEED}"/>
              </a:ext>
            </a:extLst>
          </p:cNvPr>
          <p:cNvCxnSpPr>
            <a:cxnSpLocks/>
            <a:stCxn id="40" idx="2"/>
            <a:endCxn id="27" idx="0"/>
          </p:cNvCxnSpPr>
          <p:nvPr/>
        </p:nvCxnSpPr>
        <p:spPr>
          <a:xfrm rot="16200000" flipH="1">
            <a:off x="7833260" y="3476273"/>
            <a:ext cx="271079" cy="940"/>
          </a:xfrm>
          <a:prstGeom prst="bentConnector3">
            <a:avLst>
              <a:gd name="adj1" fmla="val 50000"/>
            </a:avLst>
          </a:prstGeom>
          <a:noFill/>
          <a:ln w="9525">
            <a:solidFill>
              <a:sysClr val="windowText" lastClr="000000"/>
            </a:solidFill>
            <a:round/>
            <a:headEnd/>
            <a:tailEnd type="triangle" w="med" len="med"/>
          </a:ln>
        </p:spPr>
      </p:cxnSp>
      <p:cxnSp>
        <p:nvCxnSpPr>
          <p:cNvPr id="42" name="Verbinder: gewinkelt 87">
            <a:extLst>
              <a:ext uri="{FF2B5EF4-FFF2-40B4-BE49-F238E27FC236}">
                <a16:creationId xmlns:a16="http://schemas.microsoft.com/office/drawing/2014/main" id="{15606465-22F3-7E8F-B069-9C6528A7DCDA}"/>
              </a:ext>
            </a:extLst>
          </p:cNvPr>
          <p:cNvCxnSpPr>
            <a:cxnSpLocks/>
            <a:stCxn id="18" idx="2"/>
            <a:endCxn id="39" idx="0"/>
          </p:cNvCxnSpPr>
          <p:nvPr/>
        </p:nvCxnSpPr>
        <p:spPr>
          <a:xfrm rot="5400000">
            <a:off x="8271007" y="1721908"/>
            <a:ext cx="688990" cy="1292468"/>
          </a:xfrm>
          <a:prstGeom prst="bentConnector3">
            <a:avLst>
              <a:gd name="adj1" fmla="val 50000"/>
            </a:avLst>
          </a:prstGeom>
          <a:noFill/>
          <a:ln w="9525">
            <a:solidFill>
              <a:sysClr val="windowText" lastClr="000000"/>
            </a:solidFill>
            <a:round/>
            <a:headEnd/>
            <a:tailEnd type="triangle" w="med" len="med"/>
          </a:ln>
        </p:spPr>
      </p:cxnSp>
      <p:sp>
        <p:nvSpPr>
          <p:cNvPr id="43" name="Textfeld 169">
            <a:extLst>
              <a:ext uri="{FF2B5EF4-FFF2-40B4-BE49-F238E27FC236}">
                <a16:creationId xmlns:a16="http://schemas.microsoft.com/office/drawing/2014/main" id="{5945CDAE-104A-A68F-76CF-97C0E76A21F1}"/>
              </a:ext>
            </a:extLst>
          </p:cNvPr>
          <p:cNvSpPr txBox="1"/>
          <p:nvPr/>
        </p:nvSpPr>
        <p:spPr>
          <a:xfrm>
            <a:off x="8849870" y="351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B7AECD4B-770B-3BC8-4851-3E83488D2531}"/>
              </a:ext>
            </a:extLst>
          </p:cNvPr>
          <p:cNvSpPr txBox="1"/>
          <p:nvPr/>
        </p:nvSpPr>
        <p:spPr>
          <a:xfrm>
            <a:off x="7550676" y="332878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cxnSp>
        <p:nvCxnSpPr>
          <p:cNvPr id="47" name="Gerade Verbindung mit Pfeil 46">
            <a:extLst>
              <a:ext uri="{FF2B5EF4-FFF2-40B4-BE49-F238E27FC236}">
                <a16:creationId xmlns:a16="http://schemas.microsoft.com/office/drawing/2014/main" id="{D2FC7087-529B-AFED-3ED5-677F19960AF2}"/>
              </a:ext>
            </a:extLst>
          </p:cNvPr>
          <p:cNvCxnSpPr>
            <a:cxnSpLocks/>
            <a:stCxn id="50" idx="3"/>
            <a:endCxn id="12" idx="1"/>
          </p:cNvCxnSpPr>
          <p:nvPr/>
        </p:nvCxnSpPr>
        <p:spPr>
          <a:xfrm>
            <a:off x="2464633" y="2256903"/>
            <a:ext cx="349436" cy="0"/>
          </a:xfrm>
          <a:prstGeom prst="straightConnector1">
            <a:avLst/>
          </a:prstGeom>
          <a:noFill/>
          <a:ln w="9525">
            <a:solidFill>
              <a:sysClr val="windowText" lastClr="000000"/>
            </a:solidFill>
            <a:round/>
            <a:headEnd/>
            <a:tailEnd type="triangle" w="med" len="med"/>
          </a:ln>
        </p:spPr>
      </p:cxnSp>
      <p:sp>
        <p:nvSpPr>
          <p:cNvPr id="50" name="Rechteck 23">
            <a:extLst>
              <a:ext uri="{FF2B5EF4-FFF2-40B4-BE49-F238E27FC236}">
                <a16:creationId xmlns:a16="http://schemas.microsoft.com/office/drawing/2014/main" id="{DB47CED6-C088-4FD7-6380-B32A5FC9C57E}"/>
              </a:ext>
            </a:extLst>
          </p:cNvPr>
          <p:cNvSpPr/>
          <p:nvPr/>
        </p:nvSpPr>
        <p:spPr>
          <a:xfrm>
            <a:off x="2248633" y="214890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60" name="Rectangle 41">
            <a:extLst>
              <a:ext uri="{FF2B5EF4-FFF2-40B4-BE49-F238E27FC236}">
                <a16:creationId xmlns:a16="http://schemas.microsoft.com/office/drawing/2014/main" id="{9F435328-85F6-2816-F3F4-5187756B0B90}"/>
              </a:ext>
            </a:extLst>
          </p:cNvPr>
          <p:cNvSpPr>
            <a:spLocks noChangeArrowheads="1"/>
          </p:cNvSpPr>
          <p:nvPr/>
        </p:nvSpPr>
        <p:spPr bwMode="auto">
          <a:xfrm>
            <a:off x="2930263"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sp>
        <p:nvSpPr>
          <p:cNvPr id="12" name="Rechteck 23">
            <a:extLst>
              <a:ext uri="{FF2B5EF4-FFF2-40B4-BE49-F238E27FC236}">
                <a16:creationId xmlns:a16="http://schemas.microsoft.com/office/drawing/2014/main" id="{D29E88E7-6F98-5D8E-0D14-82258BDECFFD}"/>
              </a:ext>
            </a:extLst>
          </p:cNvPr>
          <p:cNvSpPr/>
          <p:nvPr/>
        </p:nvSpPr>
        <p:spPr>
          <a:xfrm>
            <a:off x="2814069" y="214890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61" name="TextBox 15">
            <a:extLst>
              <a:ext uri="{FF2B5EF4-FFF2-40B4-BE49-F238E27FC236}">
                <a16:creationId xmlns:a16="http://schemas.microsoft.com/office/drawing/2014/main" id="{9F70AC30-987A-75BD-115C-542B8CD3BEFF}"/>
              </a:ext>
            </a:extLst>
          </p:cNvPr>
          <p:cNvSpPr txBox="1"/>
          <p:nvPr/>
        </p:nvSpPr>
        <p:spPr>
          <a:xfrm>
            <a:off x="704859" y="1995571"/>
            <a:ext cx="415498" cy="369332"/>
          </a:xfrm>
          <a:prstGeom prst="rect">
            <a:avLst/>
          </a:prstGeom>
          <a:noFill/>
        </p:spPr>
        <p:txBody>
          <a:bodyPr wrap="none" rtlCol="0">
            <a:spAutoFit/>
          </a:bodyPr>
          <a:lstStyle/>
          <a:p>
            <a:r>
              <a:rPr lang="de-DE" dirty="0"/>
              <a:t>…</a:t>
            </a:r>
            <a:endParaRPr lang="en-DE" dirty="0"/>
          </a:p>
        </p:txBody>
      </p:sp>
      <p:grpSp>
        <p:nvGrpSpPr>
          <p:cNvPr id="62" name="Gruppieren 31">
            <a:extLst>
              <a:ext uri="{FF2B5EF4-FFF2-40B4-BE49-F238E27FC236}">
                <a16:creationId xmlns:a16="http://schemas.microsoft.com/office/drawing/2014/main" id="{02577F75-AEAD-849A-C088-A5B7FD589A77}"/>
              </a:ext>
            </a:extLst>
          </p:cNvPr>
          <p:cNvGrpSpPr/>
          <p:nvPr/>
        </p:nvGrpSpPr>
        <p:grpSpPr>
          <a:xfrm>
            <a:off x="9839841" y="2712637"/>
            <a:ext cx="1428729" cy="412750"/>
            <a:chOff x="4787230" y="1861556"/>
            <a:chExt cx="2417054" cy="412750"/>
          </a:xfrm>
        </p:grpSpPr>
        <p:sp>
          <p:nvSpPr>
            <p:cNvPr id="63" name="Text Box 82">
              <a:extLst>
                <a:ext uri="{FF2B5EF4-FFF2-40B4-BE49-F238E27FC236}">
                  <a16:creationId xmlns:a16="http://schemas.microsoft.com/office/drawing/2014/main" id="{30430DB1-D610-1820-CEF4-4C01A9AC55DD}"/>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noProof="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4" name="Rectangle 83">
              <a:extLst>
                <a:ext uri="{FF2B5EF4-FFF2-40B4-BE49-F238E27FC236}">
                  <a16:creationId xmlns:a16="http://schemas.microsoft.com/office/drawing/2014/main" id="{FE314026-EED1-F84D-5DBB-D3042EAB09A2}"/>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66" name="Verbinder: gewinkelt 87">
            <a:extLst>
              <a:ext uri="{FF2B5EF4-FFF2-40B4-BE49-F238E27FC236}">
                <a16:creationId xmlns:a16="http://schemas.microsoft.com/office/drawing/2014/main" id="{BDFAB3CA-8988-00FC-DDC3-AFF7369D78D8}"/>
              </a:ext>
            </a:extLst>
          </p:cNvPr>
          <p:cNvCxnSpPr>
            <a:cxnSpLocks/>
            <a:stCxn id="18" idx="2"/>
            <a:endCxn id="64" idx="0"/>
          </p:cNvCxnSpPr>
          <p:nvPr/>
        </p:nvCxnSpPr>
        <p:spPr>
          <a:xfrm rot="16200000" flipH="1">
            <a:off x="9563476" y="1721907"/>
            <a:ext cx="688990" cy="1292470"/>
          </a:xfrm>
          <a:prstGeom prst="bentConnector3">
            <a:avLst>
              <a:gd name="adj1" fmla="val 50000"/>
            </a:avLst>
          </a:prstGeom>
          <a:noFill/>
          <a:ln w="9525">
            <a:solidFill>
              <a:sysClr val="windowText" lastClr="000000"/>
            </a:solidFill>
            <a:round/>
            <a:headEnd/>
            <a:tailEnd type="triangle" w="med" len="med"/>
          </a:ln>
        </p:spPr>
      </p:cxnSp>
      <p:cxnSp>
        <p:nvCxnSpPr>
          <p:cNvPr id="97" name="Gerade Verbindung mit Pfeil 96">
            <a:extLst>
              <a:ext uri="{FF2B5EF4-FFF2-40B4-BE49-F238E27FC236}">
                <a16:creationId xmlns:a16="http://schemas.microsoft.com/office/drawing/2014/main" id="{E2655874-F422-CBD3-34BB-45B7D2C23FA0}"/>
              </a:ext>
            </a:extLst>
          </p:cNvPr>
          <p:cNvCxnSpPr>
            <a:cxnSpLocks/>
            <a:stCxn id="150" idx="2"/>
            <a:endCxn id="138"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98" name="Textfeld 169">
            <a:extLst>
              <a:ext uri="{FF2B5EF4-FFF2-40B4-BE49-F238E27FC236}">
                <a16:creationId xmlns:a16="http://schemas.microsoft.com/office/drawing/2014/main" id="{F1D30BBB-D61D-D0D8-363B-40B71E89AED1}"/>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9" name="Textfeld 169">
            <a:extLst>
              <a:ext uri="{FF2B5EF4-FFF2-40B4-BE49-F238E27FC236}">
                <a16:creationId xmlns:a16="http://schemas.microsoft.com/office/drawing/2014/main" id="{CF6EA04A-8ECD-14AE-E57A-6EEB41205C85}"/>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00" name="Textfeld 169">
            <a:extLst>
              <a:ext uri="{FF2B5EF4-FFF2-40B4-BE49-F238E27FC236}">
                <a16:creationId xmlns:a16="http://schemas.microsoft.com/office/drawing/2014/main" id="{45EFCD3F-AEE2-666A-EB1F-767FCA0C6C1A}"/>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1" name="Textfeld 169">
            <a:extLst>
              <a:ext uri="{FF2B5EF4-FFF2-40B4-BE49-F238E27FC236}">
                <a16:creationId xmlns:a16="http://schemas.microsoft.com/office/drawing/2014/main" id="{88F993A2-4F6A-8156-B216-29BA538E0C7A}"/>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2" name="Textfeld 169">
            <a:extLst>
              <a:ext uri="{FF2B5EF4-FFF2-40B4-BE49-F238E27FC236}">
                <a16:creationId xmlns:a16="http://schemas.microsoft.com/office/drawing/2014/main" id="{FCA5AA0F-C3CD-EA6D-CC19-AF19ADEDE7CF}"/>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3" name="Textfeld 169">
            <a:extLst>
              <a:ext uri="{FF2B5EF4-FFF2-40B4-BE49-F238E27FC236}">
                <a16:creationId xmlns:a16="http://schemas.microsoft.com/office/drawing/2014/main" id="{73AD5112-C73C-AFAD-524A-03DC3CF006BA}"/>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4" name="Textfeld 169">
            <a:extLst>
              <a:ext uri="{FF2B5EF4-FFF2-40B4-BE49-F238E27FC236}">
                <a16:creationId xmlns:a16="http://schemas.microsoft.com/office/drawing/2014/main" id="{2E1D3536-84D5-4FE3-354F-E4B44CE47095}"/>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5" name="Textfeld 169">
            <a:extLst>
              <a:ext uri="{FF2B5EF4-FFF2-40B4-BE49-F238E27FC236}">
                <a16:creationId xmlns:a16="http://schemas.microsoft.com/office/drawing/2014/main" id="{F6D4E690-B7A2-4338-F2D0-A5B8DC731086}"/>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6" name="Textfeld 169">
            <a:extLst>
              <a:ext uri="{FF2B5EF4-FFF2-40B4-BE49-F238E27FC236}">
                <a16:creationId xmlns:a16="http://schemas.microsoft.com/office/drawing/2014/main" id="{14B8416A-ED8D-9C25-A576-39FB1845A3DF}"/>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7" name="Textfeld 169">
            <a:extLst>
              <a:ext uri="{FF2B5EF4-FFF2-40B4-BE49-F238E27FC236}">
                <a16:creationId xmlns:a16="http://schemas.microsoft.com/office/drawing/2014/main" id="{90B6F34E-BB4E-07FC-21A5-6B0592236090}"/>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8" name="Textfeld 169">
            <a:extLst>
              <a:ext uri="{FF2B5EF4-FFF2-40B4-BE49-F238E27FC236}">
                <a16:creationId xmlns:a16="http://schemas.microsoft.com/office/drawing/2014/main" id="{96F2BC85-29D1-051B-5262-DBFCA856AA66}"/>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9" name="Textfeld 169">
            <a:extLst>
              <a:ext uri="{FF2B5EF4-FFF2-40B4-BE49-F238E27FC236}">
                <a16:creationId xmlns:a16="http://schemas.microsoft.com/office/drawing/2014/main" id="{98205535-A575-D744-AB07-7EA4F9E7D19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10" name="Textfeld 169">
            <a:extLst>
              <a:ext uri="{FF2B5EF4-FFF2-40B4-BE49-F238E27FC236}">
                <a16:creationId xmlns:a16="http://schemas.microsoft.com/office/drawing/2014/main" id="{1C196A6F-7F49-F207-55C9-3538D6C366D2}"/>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11" name="Textfeld 169">
            <a:extLst>
              <a:ext uri="{FF2B5EF4-FFF2-40B4-BE49-F238E27FC236}">
                <a16:creationId xmlns:a16="http://schemas.microsoft.com/office/drawing/2014/main" id="{B5DE5819-4AF1-962B-E7D2-42C4A47C2969}"/>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12" name="Textfeld 169">
            <a:extLst>
              <a:ext uri="{FF2B5EF4-FFF2-40B4-BE49-F238E27FC236}">
                <a16:creationId xmlns:a16="http://schemas.microsoft.com/office/drawing/2014/main" id="{E2470090-4F31-02F0-9500-AE1915835BD1}"/>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13" name="Gruppieren 112">
            <a:extLst>
              <a:ext uri="{FF2B5EF4-FFF2-40B4-BE49-F238E27FC236}">
                <a16:creationId xmlns:a16="http://schemas.microsoft.com/office/drawing/2014/main" id="{71FCEBBD-1B29-01CE-AD39-32D6CC136CA6}"/>
              </a:ext>
            </a:extLst>
          </p:cNvPr>
          <p:cNvGrpSpPr/>
          <p:nvPr/>
        </p:nvGrpSpPr>
        <p:grpSpPr>
          <a:xfrm>
            <a:off x="714671" y="3679010"/>
            <a:ext cx="1930787" cy="635024"/>
            <a:chOff x="4316210" y="1861556"/>
            <a:chExt cx="1930787" cy="635024"/>
          </a:xfrm>
        </p:grpSpPr>
        <p:grpSp>
          <p:nvGrpSpPr>
            <p:cNvPr id="114" name="Gruppieren 113">
              <a:extLst>
                <a:ext uri="{FF2B5EF4-FFF2-40B4-BE49-F238E27FC236}">
                  <a16:creationId xmlns:a16="http://schemas.microsoft.com/office/drawing/2014/main" id="{4FE092C9-5007-3882-80A6-C9EFC15FD4DD}"/>
                </a:ext>
              </a:extLst>
            </p:cNvPr>
            <p:cNvGrpSpPr/>
            <p:nvPr/>
          </p:nvGrpSpPr>
          <p:grpSpPr>
            <a:xfrm>
              <a:off x="4316210" y="1861556"/>
              <a:ext cx="1930787" cy="415732"/>
              <a:chOff x="5746196" y="1700350"/>
              <a:chExt cx="1930787" cy="415732"/>
            </a:xfrm>
          </p:grpSpPr>
          <p:cxnSp>
            <p:nvCxnSpPr>
              <p:cNvPr id="117" name="Verbinder: gewinkelt 87">
                <a:extLst>
                  <a:ext uri="{FF2B5EF4-FFF2-40B4-BE49-F238E27FC236}">
                    <a16:creationId xmlns:a16="http://schemas.microsoft.com/office/drawing/2014/main" id="{CEB7A995-925E-4153-5672-C7ED67E67603}"/>
                  </a:ext>
                </a:extLst>
              </p:cNvPr>
              <p:cNvCxnSpPr>
                <a:cxnSpLocks/>
                <a:stCxn id="120" idx="2"/>
                <a:endCxn id="119"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118" name="Text Box 82">
                <a:extLst>
                  <a:ext uri="{FF2B5EF4-FFF2-40B4-BE49-F238E27FC236}">
                    <a16:creationId xmlns:a16="http://schemas.microsoft.com/office/drawing/2014/main" id="{F224A2BF-45F2-4D90-12D2-10A11744E8A6}"/>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19" name="Rectangle 83">
                <a:extLst>
                  <a:ext uri="{FF2B5EF4-FFF2-40B4-BE49-F238E27FC236}">
                    <a16:creationId xmlns:a16="http://schemas.microsoft.com/office/drawing/2014/main" id="{EE85B1B3-105C-48EC-F10F-2F033CB83E5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0" name="AutoShape 50">
                <a:extLst>
                  <a:ext uri="{FF2B5EF4-FFF2-40B4-BE49-F238E27FC236}">
                    <a16:creationId xmlns:a16="http://schemas.microsoft.com/office/drawing/2014/main" id="{3177E710-705E-A962-36CE-3101E74F199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1" name="Textfeld 169">
                <a:extLst>
                  <a:ext uri="{FF2B5EF4-FFF2-40B4-BE49-F238E27FC236}">
                    <a16:creationId xmlns:a16="http://schemas.microsoft.com/office/drawing/2014/main" id="{3131276B-C3A2-69A1-0C4F-3D9E0227E91B}"/>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22" name="Textfeld 169">
                <a:extLst>
                  <a:ext uri="{FF2B5EF4-FFF2-40B4-BE49-F238E27FC236}">
                    <a16:creationId xmlns:a16="http://schemas.microsoft.com/office/drawing/2014/main" id="{284656EE-938B-C05E-A57E-8A75BE22EF29}"/>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23" name="AutoShape 50">
                <a:extLst>
                  <a:ext uri="{FF2B5EF4-FFF2-40B4-BE49-F238E27FC236}">
                    <a16:creationId xmlns:a16="http://schemas.microsoft.com/office/drawing/2014/main" id="{7A2EBB20-94FB-62C0-12DD-BF0423C1D42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15" name="Rectangle 83">
              <a:extLst>
                <a:ext uri="{FF2B5EF4-FFF2-40B4-BE49-F238E27FC236}">
                  <a16:creationId xmlns:a16="http://schemas.microsoft.com/office/drawing/2014/main" id="{6F17CA0C-E088-0836-7C52-14645C2AF72F}"/>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6" name="Rectangle 83">
              <a:extLst>
                <a:ext uri="{FF2B5EF4-FFF2-40B4-BE49-F238E27FC236}">
                  <a16:creationId xmlns:a16="http://schemas.microsoft.com/office/drawing/2014/main" id="{B08A2115-2D2F-6473-E3CF-064C31011620}"/>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4" name="Textfeld 169">
            <a:extLst>
              <a:ext uri="{FF2B5EF4-FFF2-40B4-BE49-F238E27FC236}">
                <a16:creationId xmlns:a16="http://schemas.microsoft.com/office/drawing/2014/main" id="{C1411359-E73D-719E-FBB9-571D9BD05C3A}"/>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25" name="Textfeld 169">
            <a:extLst>
              <a:ext uri="{FF2B5EF4-FFF2-40B4-BE49-F238E27FC236}">
                <a16:creationId xmlns:a16="http://schemas.microsoft.com/office/drawing/2014/main" id="{7853B060-D7F8-BA0C-1100-93BCD2C63AC2}"/>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126" name="Gruppieren 125">
            <a:extLst>
              <a:ext uri="{FF2B5EF4-FFF2-40B4-BE49-F238E27FC236}">
                <a16:creationId xmlns:a16="http://schemas.microsoft.com/office/drawing/2014/main" id="{E3F2C5F5-9896-A00D-74F2-77FE080BF6E1}"/>
              </a:ext>
            </a:extLst>
          </p:cNvPr>
          <p:cNvGrpSpPr/>
          <p:nvPr/>
        </p:nvGrpSpPr>
        <p:grpSpPr>
          <a:xfrm>
            <a:off x="966520" y="5205529"/>
            <a:ext cx="1632590" cy="412750"/>
            <a:chOff x="5282178" y="3388075"/>
            <a:chExt cx="1632590" cy="412750"/>
          </a:xfrm>
        </p:grpSpPr>
        <p:grpSp>
          <p:nvGrpSpPr>
            <p:cNvPr id="127" name="Group 87">
              <a:extLst>
                <a:ext uri="{FF2B5EF4-FFF2-40B4-BE49-F238E27FC236}">
                  <a16:creationId xmlns:a16="http://schemas.microsoft.com/office/drawing/2014/main" id="{474CFFD4-2932-B02F-651C-8F5198393B21}"/>
                </a:ext>
              </a:extLst>
            </p:cNvPr>
            <p:cNvGrpSpPr>
              <a:grpSpLocks/>
            </p:cNvGrpSpPr>
            <p:nvPr/>
          </p:nvGrpSpPr>
          <p:grpSpPr bwMode="auto">
            <a:xfrm>
              <a:off x="5282178" y="3388075"/>
              <a:ext cx="1631951" cy="412750"/>
              <a:chOff x="3304" y="2592"/>
              <a:chExt cx="1028" cy="260"/>
            </a:xfrm>
          </p:grpSpPr>
          <p:sp>
            <p:nvSpPr>
              <p:cNvPr id="132" name="Text Box 82">
                <a:extLst>
                  <a:ext uri="{FF2B5EF4-FFF2-40B4-BE49-F238E27FC236}">
                    <a16:creationId xmlns:a16="http://schemas.microsoft.com/office/drawing/2014/main" id="{A470B049-BAB0-204F-B9C8-4640B60807F0}"/>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33" name="Rectangle 83">
                <a:extLst>
                  <a:ext uri="{FF2B5EF4-FFF2-40B4-BE49-F238E27FC236}">
                    <a16:creationId xmlns:a16="http://schemas.microsoft.com/office/drawing/2014/main" id="{914F9E6B-BFE0-2F72-87F9-EE3472257D93}"/>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8" name="Textfeld 169">
              <a:extLst>
                <a:ext uri="{FF2B5EF4-FFF2-40B4-BE49-F238E27FC236}">
                  <a16:creationId xmlns:a16="http://schemas.microsoft.com/office/drawing/2014/main" id="{5259E186-C8E2-D3A0-9698-5ACCA845F4BC}"/>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9" name="Textfeld 169">
              <a:extLst>
                <a:ext uri="{FF2B5EF4-FFF2-40B4-BE49-F238E27FC236}">
                  <a16:creationId xmlns:a16="http://schemas.microsoft.com/office/drawing/2014/main" id="{D154080A-7AA8-AF36-F7F6-FE0CFD04A820}"/>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0" name="Textfeld 169">
              <a:extLst>
                <a:ext uri="{FF2B5EF4-FFF2-40B4-BE49-F238E27FC236}">
                  <a16:creationId xmlns:a16="http://schemas.microsoft.com/office/drawing/2014/main" id="{DBB7714C-74C5-1C80-70A6-52C6443AFF33}"/>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31" name="Textfeld 169">
              <a:extLst>
                <a:ext uri="{FF2B5EF4-FFF2-40B4-BE49-F238E27FC236}">
                  <a16:creationId xmlns:a16="http://schemas.microsoft.com/office/drawing/2014/main" id="{A16C8FAE-17A9-06A2-BBEC-546B70FF58F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134" name="Textfeld 169">
            <a:extLst>
              <a:ext uri="{FF2B5EF4-FFF2-40B4-BE49-F238E27FC236}">
                <a16:creationId xmlns:a16="http://schemas.microsoft.com/office/drawing/2014/main" id="{5AA9181D-2461-3117-1663-980A10077E7F}"/>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135" name="Textfeld 169">
            <a:extLst>
              <a:ext uri="{FF2B5EF4-FFF2-40B4-BE49-F238E27FC236}">
                <a16:creationId xmlns:a16="http://schemas.microsoft.com/office/drawing/2014/main" id="{52E7BF4A-7492-044A-77C2-D66AC9D53811}"/>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136" name="Gruppieren 135">
            <a:extLst>
              <a:ext uri="{FF2B5EF4-FFF2-40B4-BE49-F238E27FC236}">
                <a16:creationId xmlns:a16="http://schemas.microsoft.com/office/drawing/2014/main" id="{984D78CE-8BFA-3778-3951-ADB736CE29D1}"/>
              </a:ext>
            </a:extLst>
          </p:cNvPr>
          <p:cNvGrpSpPr/>
          <p:nvPr/>
        </p:nvGrpSpPr>
        <p:grpSpPr>
          <a:xfrm>
            <a:off x="3466841" y="5205529"/>
            <a:ext cx="1415042" cy="412750"/>
            <a:chOff x="7782499" y="3595251"/>
            <a:chExt cx="1415042" cy="412750"/>
          </a:xfrm>
        </p:grpSpPr>
        <p:sp>
          <p:nvSpPr>
            <p:cNvPr id="137" name="Text Box 82">
              <a:extLst>
                <a:ext uri="{FF2B5EF4-FFF2-40B4-BE49-F238E27FC236}">
                  <a16:creationId xmlns:a16="http://schemas.microsoft.com/office/drawing/2014/main" id="{B17EF5A3-EF54-DE19-4E03-3A8F75A7E8F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38" name="Rectangle 83">
              <a:extLst>
                <a:ext uri="{FF2B5EF4-FFF2-40B4-BE49-F238E27FC236}">
                  <a16:creationId xmlns:a16="http://schemas.microsoft.com/office/drawing/2014/main" id="{BD8DC63F-C9ED-397A-5232-70D7624FA6D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9" name="Textfeld 169">
              <a:extLst>
                <a:ext uri="{FF2B5EF4-FFF2-40B4-BE49-F238E27FC236}">
                  <a16:creationId xmlns:a16="http://schemas.microsoft.com/office/drawing/2014/main" id="{ACBF0062-62B5-29E2-4F03-5AE8FFF1C3CC}"/>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0" name="Textfeld 169">
              <a:extLst>
                <a:ext uri="{FF2B5EF4-FFF2-40B4-BE49-F238E27FC236}">
                  <a16:creationId xmlns:a16="http://schemas.microsoft.com/office/drawing/2014/main" id="{F20DCFCA-E301-E862-103E-DB4FAF5FE86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1" name="Textfeld 169">
              <a:extLst>
                <a:ext uri="{FF2B5EF4-FFF2-40B4-BE49-F238E27FC236}">
                  <a16:creationId xmlns:a16="http://schemas.microsoft.com/office/drawing/2014/main" id="{D11642A5-D1B4-67E4-C274-D118BA1B6694}"/>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49561851-8F2B-9345-1164-6D2CB8027758}"/>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43" name="Gerade Verbindung mit Pfeil 142">
            <a:extLst>
              <a:ext uri="{FF2B5EF4-FFF2-40B4-BE49-F238E27FC236}">
                <a16:creationId xmlns:a16="http://schemas.microsoft.com/office/drawing/2014/main" id="{2F9122BC-1FF0-3B79-CE1E-CAA7152AD340}"/>
              </a:ext>
            </a:extLst>
          </p:cNvPr>
          <p:cNvCxnSpPr>
            <a:cxnSpLocks/>
            <a:stCxn id="116" idx="2"/>
            <a:endCxn id="131"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44" name="Gerade Verbindung mit Pfeil 143">
            <a:extLst>
              <a:ext uri="{FF2B5EF4-FFF2-40B4-BE49-F238E27FC236}">
                <a16:creationId xmlns:a16="http://schemas.microsoft.com/office/drawing/2014/main" id="{39ED28C9-2107-5635-1091-424C7E20537F}"/>
              </a:ext>
            </a:extLst>
          </p:cNvPr>
          <p:cNvCxnSpPr>
            <a:cxnSpLocks/>
            <a:stCxn id="115" idx="2"/>
            <a:endCxn id="130"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45" name="Gruppieren 144">
            <a:extLst>
              <a:ext uri="{FF2B5EF4-FFF2-40B4-BE49-F238E27FC236}">
                <a16:creationId xmlns:a16="http://schemas.microsoft.com/office/drawing/2014/main" id="{8169986E-4486-BFA4-49F4-9C91D176AAE5}"/>
              </a:ext>
            </a:extLst>
          </p:cNvPr>
          <p:cNvGrpSpPr/>
          <p:nvPr/>
        </p:nvGrpSpPr>
        <p:grpSpPr>
          <a:xfrm>
            <a:off x="3469224" y="3680501"/>
            <a:ext cx="1410052" cy="412750"/>
            <a:chOff x="7784882" y="1863047"/>
            <a:chExt cx="1410052" cy="412750"/>
          </a:xfrm>
        </p:grpSpPr>
        <p:grpSp>
          <p:nvGrpSpPr>
            <p:cNvPr id="146" name="Gruppieren 145">
              <a:extLst>
                <a:ext uri="{FF2B5EF4-FFF2-40B4-BE49-F238E27FC236}">
                  <a16:creationId xmlns:a16="http://schemas.microsoft.com/office/drawing/2014/main" id="{BC9FF76F-BAFB-858A-D5B7-6D4F2B0F6F6C}"/>
                </a:ext>
              </a:extLst>
            </p:cNvPr>
            <p:cNvGrpSpPr/>
            <p:nvPr/>
          </p:nvGrpSpPr>
          <p:grpSpPr>
            <a:xfrm>
              <a:off x="7784882" y="1863047"/>
              <a:ext cx="1410052" cy="412750"/>
              <a:chOff x="6133049" y="1935065"/>
              <a:chExt cx="1410052" cy="412750"/>
            </a:xfrm>
          </p:grpSpPr>
          <p:sp>
            <p:nvSpPr>
              <p:cNvPr id="149" name="Text Box 82">
                <a:extLst>
                  <a:ext uri="{FF2B5EF4-FFF2-40B4-BE49-F238E27FC236}">
                    <a16:creationId xmlns:a16="http://schemas.microsoft.com/office/drawing/2014/main" id="{F5167E26-F3D7-86B0-BF65-644ED2D20F18}"/>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50" name="Rectangle 83">
                <a:extLst>
                  <a:ext uri="{FF2B5EF4-FFF2-40B4-BE49-F238E27FC236}">
                    <a16:creationId xmlns:a16="http://schemas.microsoft.com/office/drawing/2014/main" id="{CA02B542-41A6-2BBC-404D-AE3EF3BAC4B6}"/>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51" name="Textfeld 169">
                <a:extLst>
                  <a:ext uri="{FF2B5EF4-FFF2-40B4-BE49-F238E27FC236}">
                    <a16:creationId xmlns:a16="http://schemas.microsoft.com/office/drawing/2014/main" id="{1EB34CF9-641E-F233-2EBC-D4376978002C}"/>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2" name="Textfeld 169">
                <a:extLst>
                  <a:ext uri="{FF2B5EF4-FFF2-40B4-BE49-F238E27FC236}">
                    <a16:creationId xmlns:a16="http://schemas.microsoft.com/office/drawing/2014/main" id="{4D5E3271-3C69-2EF8-028B-8B27C999701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3" name="Textfeld 169">
                <a:extLst>
                  <a:ext uri="{FF2B5EF4-FFF2-40B4-BE49-F238E27FC236}">
                    <a16:creationId xmlns:a16="http://schemas.microsoft.com/office/drawing/2014/main" id="{94671F27-0038-1479-39B1-C41F7108704E}"/>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4" name="Textfeld 169">
                <a:extLst>
                  <a:ext uri="{FF2B5EF4-FFF2-40B4-BE49-F238E27FC236}">
                    <a16:creationId xmlns:a16="http://schemas.microsoft.com/office/drawing/2014/main" id="{568398C0-4690-E6D8-5D07-D435465FBFC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5" name="Textfeld 169">
                <a:extLst>
                  <a:ext uri="{FF2B5EF4-FFF2-40B4-BE49-F238E27FC236}">
                    <a16:creationId xmlns:a16="http://schemas.microsoft.com/office/drawing/2014/main" id="{9546DD54-D198-C66B-CBA3-B36A939CAE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7" name="Textfeld 169">
              <a:extLst>
                <a:ext uri="{FF2B5EF4-FFF2-40B4-BE49-F238E27FC236}">
                  <a16:creationId xmlns:a16="http://schemas.microsoft.com/office/drawing/2014/main" id="{7C255384-CDA8-7776-A750-338483D0EB69}"/>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8" name="Textfeld 169">
              <a:extLst>
                <a:ext uri="{FF2B5EF4-FFF2-40B4-BE49-F238E27FC236}">
                  <a16:creationId xmlns:a16="http://schemas.microsoft.com/office/drawing/2014/main" id="{07BF5E99-ED91-9C87-188E-AA0673D2B8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6" name="Gerade Verbindung mit Pfeil 155">
            <a:extLst>
              <a:ext uri="{FF2B5EF4-FFF2-40B4-BE49-F238E27FC236}">
                <a16:creationId xmlns:a16="http://schemas.microsoft.com/office/drawing/2014/main" id="{52612DEC-3F2D-AE3D-2BB0-E7EE3E353851}"/>
              </a:ext>
            </a:extLst>
          </p:cNvPr>
          <p:cNvCxnSpPr>
            <a:cxnSpLocks/>
            <a:stCxn id="123" idx="2"/>
            <a:endCxn id="150"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57" name="Verbinder: gewinkelt 87">
            <a:extLst>
              <a:ext uri="{FF2B5EF4-FFF2-40B4-BE49-F238E27FC236}">
                <a16:creationId xmlns:a16="http://schemas.microsoft.com/office/drawing/2014/main" id="{EF70F39D-2CED-CCE6-E1D5-676E4BC95DC3}"/>
              </a:ext>
            </a:extLst>
          </p:cNvPr>
          <p:cNvCxnSpPr>
            <a:cxnSpLocks/>
            <a:stCxn id="128" idx="0"/>
            <a:endCxn id="148"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58" name="Gerade Verbindung mit Pfeil 157">
            <a:extLst>
              <a:ext uri="{FF2B5EF4-FFF2-40B4-BE49-F238E27FC236}">
                <a16:creationId xmlns:a16="http://schemas.microsoft.com/office/drawing/2014/main" id="{6ECA6EB3-F7D3-72E6-7D5A-8F48197AB0F6}"/>
              </a:ext>
            </a:extLst>
          </p:cNvPr>
          <p:cNvCxnSpPr>
            <a:cxnSpLocks/>
            <a:stCxn id="133" idx="3"/>
            <a:endCxn id="138"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63" name="Textfeld 162">
            <a:extLst>
              <a:ext uri="{FF2B5EF4-FFF2-40B4-BE49-F238E27FC236}">
                <a16:creationId xmlns:a16="http://schemas.microsoft.com/office/drawing/2014/main" id="{2BA2B64A-15A0-40D4-30E4-978968AB22CB}"/>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64" name="AutoShape 40">
            <a:extLst>
              <a:ext uri="{FF2B5EF4-FFF2-40B4-BE49-F238E27FC236}">
                <a16:creationId xmlns:a16="http://schemas.microsoft.com/office/drawing/2014/main" id="{3430F543-84E8-58D8-C81D-DF9B2A617B47}"/>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65" name="Freihandform: Form 164">
            <a:extLst>
              <a:ext uri="{FF2B5EF4-FFF2-40B4-BE49-F238E27FC236}">
                <a16:creationId xmlns:a16="http://schemas.microsoft.com/office/drawing/2014/main" id="{6DEA4010-FE32-A827-2588-8AD3FE014D0F}"/>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66" name="AutoShape 40">
            <a:extLst>
              <a:ext uri="{FF2B5EF4-FFF2-40B4-BE49-F238E27FC236}">
                <a16:creationId xmlns:a16="http://schemas.microsoft.com/office/drawing/2014/main" id="{A6829A5E-332C-C3A6-4CC2-7F00A588146C}"/>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 name="Inhaltsplatzhalter 3">
            <a:extLst>
              <a:ext uri="{FF2B5EF4-FFF2-40B4-BE49-F238E27FC236}">
                <a16:creationId xmlns:a16="http://schemas.microsoft.com/office/drawing/2014/main" id="{F15CEC73-F5AA-D55E-6C86-1E145FD3521F}"/>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two functions with different qualifiers</a:t>
            </a:r>
          </a:p>
          <a:p>
            <a:pPr lvl="1"/>
            <a:r>
              <a:rPr lang="en-US" dirty="0"/>
              <a:t>with different roles (in / out)</a:t>
            </a:r>
          </a:p>
        </p:txBody>
      </p:sp>
    </p:spTree>
    <p:extLst>
      <p:ext uri="{BB962C8B-B14F-4D97-AF65-F5344CB8AC3E}">
        <p14:creationId xmlns:p14="http://schemas.microsoft.com/office/powerpoint/2010/main" val="35822293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51E4636-4869-B6F1-1066-8FAB5D1819C2}"/>
              </a:ext>
            </a:extLst>
          </p:cNvPr>
          <p:cNvSpPr>
            <a:spLocks noGrp="1"/>
          </p:cNvSpPr>
          <p:nvPr>
            <p:ph type="title"/>
          </p:nvPr>
        </p:nvSpPr>
        <p:spPr/>
        <p:txBody>
          <a:bodyPr/>
          <a:lstStyle/>
          <a:p>
            <a:r>
              <a:rPr lang="en-US" dirty="0"/>
              <a:t>3. Channels</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a:t>
            </a:r>
            <a:endParaRPr lang="en-US" dirty="0"/>
          </a:p>
        </p:txBody>
      </p:sp>
      <p:sp>
        <p:nvSpPr>
          <p:cNvPr id="4" name="Rectangle 5">
            <a:extLst>
              <a:ext uri="{FF2B5EF4-FFF2-40B4-BE49-F238E27FC236}">
                <a16:creationId xmlns:a16="http://schemas.microsoft.com/office/drawing/2014/main" id="{DB2689FE-3F5A-CA4E-6A5A-2BBCDE53D4D0}"/>
              </a:ext>
            </a:extLst>
          </p:cNvPr>
          <p:cNvSpPr>
            <a:spLocks noChangeArrowheads="1"/>
          </p:cNvSpPr>
          <p:nvPr/>
        </p:nvSpPr>
        <p:spPr bwMode="auto">
          <a:xfrm>
            <a:off x="524465" y="1059927"/>
            <a:ext cx="2408359" cy="1818088"/>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0" name="Rectangle 41">
            <a:extLst>
              <a:ext uri="{FF2B5EF4-FFF2-40B4-BE49-F238E27FC236}">
                <a16:creationId xmlns:a16="http://schemas.microsoft.com/office/drawing/2014/main" id="{AF30C7A9-57C2-F819-FE12-46210F70B4EA}"/>
              </a:ext>
            </a:extLst>
          </p:cNvPr>
          <p:cNvSpPr>
            <a:spLocks noChangeArrowheads="1"/>
          </p:cNvSpPr>
          <p:nvPr/>
        </p:nvSpPr>
        <p:spPr bwMode="auto">
          <a:xfrm>
            <a:off x="1098095"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1" name="TextBox 15">
            <a:extLst>
              <a:ext uri="{FF2B5EF4-FFF2-40B4-BE49-F238E27FC236}">
                <a16:creationId xmlns:a16="http://schemas.microsoft.com/office/drawing/2014/main" id="{F9E33087-6973-CBC8-2D19-4F2D4F653267}"/>
              </a:ext>
            </a:extLst>
          </p:cNvPr>
          <p:cNvSpPr txBox="1"/>
          <p:nvPr/>
        </p:nvSpPr>
        <p:spPr>
          <a:xfrm>
            <a:off x="2384366" y="2050258"/>
            <a:ext cx="415498" cy="369332"/>
          </a:xfrm>
          <a:prstGeom prst="rect">
            <a:avLst/>
          </a:prstGeom>
          <a:noFill/>
        </p:spPr>
        <p:txBody>
          <a:bodyPr wrap="none" rtlCol="0">
            <a:spAutoFit/>
          </a:bodyPr>
          <a:lstStyle/>
          <a:p>
            <a:r>
              <a:rPr lang="de-DE" dirty="0"/>
              <a:t>…</a:t>
            </a:r>
            <a:endParaRPr lang="en-DE" dirty="0"/>
          </a:p>
        </p:txBody>
      </p:sp>
      <p:sp>
        <p:nvSpPr>
          <p:cNvPr id="12" name="Rechteck 23">
            <a:extLst>
              <a:ext uri="{FF2B5EF4-FFF2-40B4-BE49-F238E27FC236}">
                <a16:creationId xmlns:a16="http://schemas.microsoft.com/office/drawing/2014/main" id="{D29E88E7-6F98-5D8E-0D14-82258BDECFFD}"/>
              </a:ext>
            </a:extLst>
          </p:cNvPr>
          <p:cNvSpPr/>
          <p:nvPr/>
        </p:nvSpPr>
        <p:spPr>
          <a:xfrm>
            <a:off x="983923" y="216716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15" name="Gruppieren 31">
            <a:extLst>
              <a:ext uri="{FF2B5EF4-FFF2-40B4-BE49-F238E27FC236}">
                <a16:creationId xmlns:a16="http://schemas.microsoft.com/office/drawing/2014/main" id="{A436FFE2-9B64-B39B-E944-7FA0F8071574}"/>
              </a:ext>
            </a:extLst>
          </p:cNvPr>
          <p:cNvGrpSpPr/>
          <p:nvPr/>
        </p:nvGrpSpPr>
        <p:grpSpPr>
          <a:xfrm>
            <a:off x="9204777" y="1585627"/>
            <a:ext cx="1428729" cy="412750"/>
            <a:chOff x="4787230" y="1861556"/>
            <a:chExt cx="2417054" cy="412750"/>
          </a:xfrm>
        </p:grpSpPr>
        <p:sp>
          <p:nvSpPr>
            <p:cNvPr id="16" name="Text Box 82">
              <a:extLst>
                <a:ext uri="{FF2B5EF4-FFF2-40B4-BE49-F238E27FC236}">
                  <a16:creationId xmlns:a16="http://schemas.microsoft.com/office/drawing/2014/main" id="{013761E3-98D5-B39B-0FF0-A9DFAE04BCC9}"/>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7" name="Rectangle 83">
              <a:extLst>
                <a:ext uri="{FF2B5EF4-FFF2-40B4-BE49-F238E27FC236}">
                  <a16:creationId xmlns:a16="http://schemas.microsoft.com/office/drawing/2014/main" id="{8978B156-0E3F-839D-02F5-6F8A7C0F2CC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8" name="AutoShape 50">
            <a:extLst>
              <a:ext uri="{FF2B5EF4-FFF2-40B4-BE49-F238E27FC236}">
                <a16:creationId xmlns:a16="http://schemas.microsoft.com/office/drawing/2014/main" id="{C08EE485-FD57-ACE7-0A11-6A99AEB95E34}"/>
              </a:ext>
            </a:extLst>
          </p:cNvPr>
          <p:cNvSpPr>
            <a:spLocks noChangeArrowheads="1"/>
          </p:cNvSpPr>
          <p:nvPr/>
        </p:nvSpPr>
        <p:spPr bwMode="auto">
          <a:xfrm>
            <a:off x="9377801" y="201393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3" name="Rechteck 23">
            <a:extLst>
              <a:ext uri="{FF2B5EF4-FFF2-40B4-BE49-F238E27FC236}">
                <a16:creationId xmlns:a16="http://schemas.microsoft.com/office/drawing/2014/main" id="{CF0F04E2-5D1C-1E0C-282E-9B6E9F6B51BF}"/>
              </a:ext>
            </a:extLst>
          </p:cNvPr>
          <p:cNvSpPr/>
          <p:nvPr/>
        </p:nvSpPr>
        <p:spPr>
          <a:xfrm>
            <a:off x="9872254" y="199654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34" name="Verbinder: gewinkelt 87">
            <a:extLst>
              <a:ext uri="{FF2B5EF4-FFF2-40B4-BE49-F238E27FC236}">
                <a16:creationId xmlns:a16="http://schemas.microsoft.com/office/drawing/2014/main" id="{6E138B69-7FE3-B5B5-D178-FE457878AC89}"/>
              </a:ext>
            </a:extLst>
          </p:cNvPr>
          <p:cNvCxnSpPr>
            <a:cxnSpLocks/>
            <a:stCxn id="33" idx="2"/>
          </p:cNvCxnSpPr>
          <p:nvPr/>
        </p:nvCxnSpPr>
        <p:spPr>
          <a:xfrm rot="5400000">
            <a:off x="9290420" y="2890750"/>
            <a:ext cx="1513483" cy="157067"/>
          </a:xfrm>
          <a:prstGeom prst="bentConnector3">
            <a:avLst>
              <a:gd name="adj1" fmla="val 50000"/>
            </a:avLst>
          </a:prstGeom>
          <a:noFill/>
          <a:ln w="9525">
            <a:solidFill>
              <a:sysClr val="windowText" lastClr="000000"/>
            </a:solidFill>
            <a:round/>
            <a:headEnd/>
            <a:tailEnd type="triangle" w="med" len="med"/>
          </a:ln>
        </p:spPr>
      </p:cxnSp>
      <p:grpSp>
        <p:nvGrpSpPr>
          <p:cNvPr id="37" name="Gruppieren 31">
            <a:extLst>
              <a:ext uri="{FF2B5EF4-FFF2-40B4-BE49-F238E27FC236}">
                <a16:creationId xmlns:a16="http://schemas.microsoft.com/office/drawing/2014/main" id="{B85836FC-FB57-9FED-1847-1087D20973F9}"/>
              </a:ext>
            </a:extLst>
          </p:cNvPr>
          <p:cNvGrpSpPr/>
          <p:nvPr/>
        </p:nvGrpSpPr>
        <p:grpSpPr>
          <a:xfrm>
            <a:off x="8047720" y="2750175"/>
            <a:ext cx="1428729" cy="412750"/>
            <a:chOff x="4787230" y="1861556"/>
            <a:chExt cx="2417054" cy="412750"/>
          </a:xfrm>
        </p:grpSpPr>
        <p:sp>
          <p:nvSpPr>
            <p:cNvPr id="38" name="Text Box 82">
              <a:extLst>
                <a:ext uri="{FF2B5EF4-FFF2-40B4-BE49-F238E27FC236}">
                  <a16:creationId xmlns:a16="http://schemas.microsoft.com/office/drawing/2014/main" id="{2554484D-789C-B5A1-EA0F-13D73572A1D1}"/>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E5974773-EFD9-F31D-303E-C937D1B11B7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87F3656B-BAF1-9E1E-FD8A-C2A08561B61E}"/>
              </a:ext>
            </a:extLst>
          </p:cNvPr>
          <p:cNvSpPr/>
          <p:nvPr/>
        </p:nvSpPr>
        <p:spPr>
          <a:xfrm>
            <a:off x="8520567" y="3162742"/>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1" name="Verbinder: gewinkelt 87">
            <a:extLst>
              <a:ext uri="{FF2B5EF4-FFF2-40B4-BE49-F238E27FC236}">
                <a16:creationId xmlns:a16="http://schemas.microsoft.com/office/drawing/2014/main" id="{800310E4-1128-5345-8FA5-FF8A1BE2CEED}"/>
              </a:ext>
            </a:extLst>
          </p:cNvPr>
          <p:cNvCxnSpPr>
            <a:cxnSpLocks/>
            <a:stCxn id="40" idx="2"/>
            <a:endCxn id="27" idx="0"/>
          </p:cNvCxnSpPr>
          <p:nvPr/>
        </p:nvCxnSpPr>
        <p:spPr>
          <a:xfrm rot="16200000" flipH="1">
            <a:off x="8957256" y="3182632"/>
            <a:ext cx="347281" cy="739500"/>
          </a:xfrm>
          <a:prstGeom prst="bentConnector3">
            <a:avLst>
              <a:gd name="adj1" fmla="val 26371"/>
            </a:avLst>
          </a:prstGeom>
          <a:noFill/>
          <a:ln w="9525">
            <a:solidFill>
              <a:sysClr val="windowText" lastClr="000000"/>
            </a:solidFill>
            <a:round/>
            <a:headEnd/>
            <a:tailEnd type="triangle" w="med" len="med"/>
          </a:ln>
        </p:spPr>
      </p:cxnSp>
      <p:cxnSp>
        <p:nvCxnSpPr>
          <p:cNvPr id="42" name="Verbinder: gewinkelt 87">
            <a:extLst>
              <a:ext uri="{FF2B5EF4-FFF2-40B4-BE49-F238E27FC236}">
                <a16:creationId xmlns:a16="http://schemas.microsoft.com/office/drawing/2014/main" id="{15606465-22F3-7E8F-B069-9C6528A7DCDA}"/>
              </a:ext>
            </a:extLst>
          </p:cNvPr>
          <p:cNvCxnSpPr>
            <a:cxnSpLocks/>
            <a:stCxn id="18" idx="2"/>
            <a:endCxn id="39" idx="0"/>
          </p:cNvCxnSpPr>
          <p:nvPr/>
        </p:nvCxnSpPr>
        <p:spPr>
          <a:xfrm rot="5400000">
            <a:off x="8870096" y="2158332"/>
            <a:ext cx="483832" cy="699854"/>
          </a:xfrm>
          <a:prstGeom prst="bentConnector3">
            <a:avLst>
              <a:gd name="adj1" fmla="val 50000"/>
            </a:avLst>
          </a:prstGeom>
          <a:noFill/>
          <a:ln w="9525">
            <a:solidFill>
              <a:sysClr val="windowText" lastClr="000000"/>
            </a:solidFill>
            <a:round/>
            <a:headEnd/>
            <a:tailEnd type="triangle" w="med" len="med"/>
          </a:ln>
        </p:spPr>
      </p:cxnSp>
      <p:sp>
        <p:nvSpPr>
          <p:cNvPr id="43" name="Textfeld 169">
            <a:extLst>
              <a:ext uri="{FF2B5EF4-FFF2-40B4-BE49-F238E27FC236}">
                <a16:creationId xmlns:a16="http://schemas.microsoft.com/office/drawing/2014/main" id="{5945CDAE-104A-A68F-76CF-97C0E76A21F1}"/>
              </a:ext>
            </a:extLst>
          </p:cNvPr>
          <p:cNvSpPr txBox="1"/>
          <p:nvPr/>
        </p:nvSpPr>
        <p:spPr>
          <a:xfrm>
            <a:off x="9992825" y="3447938"/>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B7AECD4B-770B-3BC8-4851-3E83488D2531}"/>
              </a:ext>
            </a:extLst>
          </p:cNvPr>
          <p:cNvSpPr txBox="1"/>
          <p:nvPr/>
        </p:nvSpPr>
        <p:spPr>
          <a:xfrm>
            <a:off x="9171775" y="3446678"/>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47" name="Gerade Verbindung mit Pfeil 46">
            <a:extLst>
              <a:ext uri="{FF2B5EF4-FFF2-40B4-BE49-F238E27FC236}">
                <a16:creationId xmlns:a16="http://schemas.microsoft.com/office/drawing/2014/main" id="{D2FC7087-529B-AFED-3ED5-677F19960AF2}"/>
              </a:ext>
            </a:extLst>
          </p:cNvPr>
          <p:cNvCxnSpPr>
            <a:cxnSpLocks/>
            <a:stCxn id="50" idx="3"/>
            <a:endCxn id="12" idx="1"/>
          </p:cNvCxnSpPr>
          <p:nvPr/>
        </p:nvCxnSpPr>
        <p:spPr>
          <a:xfrm>
            <a:off x="634487" y="2275163"/>
            <a:ext cx="349436" cy="0"/>
          </a:xfrm>
          <a:prstGeom prst="straightConnector1">
            <a:avLst/>
          </a:prstGeom>
          <a:noFill/>
          <a:ln w="9525">
            <a:solidFill>
              <a:sysClr val="windowText" lastClr="000000"/>
            </a:solidFill>
            <a:round/>
            <a:headEnd/>
            <a:tailEnd type="triangle" w="med" len="med"/>
          </a:ln>
        </p:spPr>
      </p:cxnSp>
      <p:sp>
        <p:nvSpPr>
          <p:cNvPr id="50" name="Rechteck 23">
            <a:extLst>
              <a:ext uri="{FF2B5EF4-FFF2-40B4-BE49-F238E27FC236}">
                <a16:creationId xmlns:a16="http://schemas.microsoft.com/office/drawing/2014/main" id="{DB47CED6-C088-4FD7-6380-B32A5FC9C57E}"/>
              </a:ext>
            </a:extLst>
          </p:cNvPr>
          <p:cNvSpPr/>
          <p:nvPr/>
        </p:nvSpPr>
        <p:spPr>
          <a:xfrm>
            <a:off x="418487" y="216716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7" name="Rectangle 83">
            <a:extLst>
              <a:ext uri="{FF2B5EF4-FFF2-40B4-BE49-F238E27FC236}">
                <a16:creationId xmlns:a16="http://schemas.microsoft.com/office/drawing/2014/main" id="{5DCF390C-B868-9EF2-C93C-D531ED6EFF3E}"/>
              </a:ext>
            </a:extLst>
          </p:cNvPr>
          <p:cNvSpPr>
            <a:spLocks noChangeArrowheads="1"/>
          </p:cNvSpPr>
          <p:nvPr/>
        </p:nvSpPr>
        <p:spPr bwMode="auto">
          <a:xfrm>
            <a:off x="8650485" y="372602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2" name="Gerade Verbindung mit Pfeil 1">
            <a:extLst>
              <a:ext uri="{FF2B5EF4-FFF2-40B4-BE49-F238E27FC236}">
                <a16:creationId xmlns:a16="http://schemas.microsoft.com/office/drawing/2014/main" id="{2DA78AFC-7208-3742-1113-393E8FEE7AB3}"/>
              </a:ext>
            </a:extLst>
          </p:cNvPr>
          <p:cNvCxnSpPr>
            <a:cxnSpLocks/>
            <a:stCxn id="82" idx="2"/>
            <a:endCxn id="70"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D7385E96-43F2-0343-0DE3-BEA73C729117}"/>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6" name="Textfeld 169">
            <a:extLst>
              <a:ext uri="{FF2B5EF4-FFF2-40B4-BE49-F238E27FC236}">
                <a16:creationId xmlns:a16="http://schemas.microsoft.com/office/drawing/2014/main" id="{59B02F2A-BD11-9293-A773-DCD50E5DB0E4}"/>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7" name="Textfeld 169">
            <a:extLst>
              <a:ext uri="{FF2B5EF4-FFF2-40B4-BE49-F238E27FC236}">
                <a16:creationId xmlns:a16="http://schemas.microsoft.com/office/drawing/2014/main" id="{87F23000-9D9A-7082-0C2B-EB2D5D96B27A}"/>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8" name="Textfeld 169">
            <a:extLst>
              <a:ext uri="{FF2B5EF4-FFF2-40B4-BE49-F238E27FC236}">
                <a16:creationId xmlns:a16="http://schemas.microsoft.com/office/drawing/2014/main" id="{E5E9565D-C0B0-1C13-FE31-7F98545A9F3D}"/>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 name="Textfeld 169">
            <a:extLst>
              <a:ext uri="{FF2B5EF4-FFF2-40B4-BE49-F238E27FC236}">
                <a16:creationId xmlns:a16="http://schemas.microsoft.com/office/drawing/2014/main" id="{B410FF2D-B98F-A37E-AA5B-E03D6304A196}"/>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3" name="Textfeld 169">
            <a:extLst>
              <a:ext uri="{FF2B5EF4-FFF2-40B4-BE49-F238E27FC236}">
                <a16:creationId xmlns:a16="http://schemas.microsoft.com/office/drawing/2014/main" id="{D2A4024D-2DFB-77FD-26A1-0AFC49FFA609}"/>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4" name="Textfeld 169">
            <a:extLst>
              <a:ext uri="{FF2B5EF4-FFF2-40B4-BE49-F238E27FC236}">
                <a16:creationId xmlns:a16="http://schemas.microsoft.com/office/drawing/2014/main" id="{90D55F2E-FADF-FD7B-B7E7-E96FF713F406}"/>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 name="Textfeld 169">
            <a:extLst>
              <a:ext uri="{FF2B5EF4-FFF2-40B4-BE49-F238E27FC236}">
                <a16:creationId xmlns:a16="http://schemas.microsoft.com/office/drawing/2014/main" id="{625B6310-CAF8-FD0F-A0EB-AD676EF55233}"/>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0" name="Textfeld 169">
            <a:extLst>
              <a:ext uri="{FF2B5EF4-FFF2-40B4-BE49-F238E27FC236}">
                <a16:creationId xmlns:a16="http://schemas.microsoft.com/office/drawing/2014/main" id="{4758C0F8-8A30-02A8-143F-D2771EE4B275}"/>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1" name="Textfeld 169">
            <a:extLst>
              <a:ext uri="{FF2B5EF4-FFF2-40B4-BE49-F238E27FC236}">
                <a16:creationId xmlns:a16="http://schemas.microsoft.com/office/drawing/2014/main" id="{5FC22F69-2929-48D0-EE1B-0F4D7936E205}"/>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2" name="Textfeld 169">
            <a:extLst>
              <a:ext uri="{FF2B5EF4-FFF2-40B4-BE49-F238E27FC236}">
                <a16:creationId xmlns:a16="http://schemas.microsoft.com/office/drawing/2014/main" id="{8881510C-7879-65CA-94C8-F9A94216A03C}"/>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3" name="Textfeld 169">
            <a:extLst>
              <a:ext uri="{FF2B5EF4-FFF2-40B4-BE49-F238E27FC236}">
                <a16:creationId xmlns:a16="http://schemas.microsoft.com/office/drawing/2014/main" id="{075EE5BD-D6E8-C1AB-A949-583EED0889D7}"/>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4" name="Textfeld 169">
            <a:extLst>
              <a:ext uri="{FF2B5EF4-FFF2-40B4-BE49-F238E27FC236}">
                <a16:creationId xmlns:a16="http://schemas.microsoft.com/office/drawing/2014/main" id="{E5791832-EAC4-FABE-BC42-721F67FADD50}"/>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31" name="Textfeld 169">
            <a:extLst>
              <a:ext uri="{FF2B5EF4-FFF2-40B4-BE49-F238E27FC236}">
                <a16:creationId xmlns:a16="http://schemas.microsoft.com/office/drawing/2014/main" id="{9C3BFF6C-0087-CAC0-1C2C-5FEB8806712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2" name="Textfeld 169">
            <a:extLst>
              <a:ext uri="{FF2B5EF4-FFF2-40B4-BE49-F238E27FC236}">
                <a16:creationId xmlns:a16="http://schemas.microsoft.com/office/drawing/2014/main" id="{2F9E20D6-C6BA-B2F8-8D4D-9AA2BB9D0F85}"/>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5" name="Gruppieren 34">
            <a:extLst>
              <a:ext uri="{FF2B5EF4-FFF2-40B4-BE49-F238E27FC236}">
                <a16:creationId xmlns:a16="http://schemas.microsoft.com/office/drawing/2014/main" id="{9D1BF88A-8F75-2588-A301-D04E078CDDD0}"/>
              </a:ext>
            </a:extLst>
          </p:cNvPr>
          <p:cNvGrpSpPr/>
          <p:nvPr/>
        </p:nvGrpSpPr>
        <p:grpSpPr>
          <a:xfrm>
            <a:off x="714671" y="3679010"/>
            <a:ext cx="1930787" cy="635024"/>
            <a:chOff x="4316210" y="1861556"/>
            <a:chExt cx="1930787" cy="635024"/>
          </a:xfrm>
        </p:grpSpPr>
        <p:grpSp>
          <p:nvGrpSpPr>
            <p:cNvPr id="36" name="Gruppieren 35">
              <a:extLst>
                <a:ext uri="{FF2B5EF4-FFF2-40B4-BE49-F238E27FC236}">
                  <a16:creationId xmlns:a16="http://schemas.microsoft.com/office/drawing/2014/main" id="{96AACDC5-7AA4-F10A-A43C-48CEB7B99159}"/>
                </a:ext>
              </a:extLst>
            </p:cNvPr>
            <p:cNvGrpSpPr/>
            <p:nvPr/>
          </p:nvGrpSpPr>
          <p:grpSpPr>
            <a:xfrm>
              <a:off x="4316210" y="1861556"/>
              <a:ext cx="1930787" cy="415732"/>
              <a:chOff x="5746196" y="1700350"/>
              <a:chExt cx="1930787" cy="415732"/>
            </a:xfrm>
          </p:grpSpPr>
          <p:cxnSp>
            <p:nvCxnSpPr>
              <p:cNvPr id="48" name="Verbinder: gewinkelt 87">
                <a:extLst>
                  <a:ext uri="{FF2B5EF4-FFF2-40B4-BE49-F238E27FC236}">
                    <a16:creationId xmlns:a16="http://schemas.microsoft.com/office/drawing/2014/main" id="{E3FDADB6-EE8D-B295-96BE-D2D8A1B44EEA}"/>
                  </a:ext>
                </a:extLst>
              </p:cNvPr>
              <p:cNvCxnSpPr>
                <a:cxnSpLocks/>
                <a:stCxn id="52" idx="2"/>
                <a:endCxn id="51"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9" name="Text Box 82">
                <a:extLst>
                  <a:ext uri="{FF2B5EF4-FFF2-40B4-BE49-F238E27FC236}">
                    <a16:creationId xmlns:a16="http://schemas.microsoft.com/office/drawing/2014/main" id="{AC17CD05-C0D6-CEA8-0DCF-E8512C7EF45E}"/>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51" name="Rectangle 83">
                <a:extLst>
                  <a:ext uri="{FF2B5EF4-FFF2-40B4-BE49-F238E27FC236}">
                    <a16:creationId xmlns:a16="http://schemas.microsoft.com/office/drawing/2014/main" id="{DC539853-E459-1406-A738-87C0A8F26BAB}"/>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2" name="AutoShape 50">
                <a:extLst>
                  <a:ext uri="{FF2B5EF4-FFF2-40B4-BE49-F238E27FC236}">
                    <a16:creationId xmlns:a16="http://schemas.microsoft.com/office/drawing/2014/main" id="{579549BF-8EB1-537B-7DDA-DC14080B07B6}"/>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3" name="Textfeld 169">
                <a:extLst>
                  <a:ext uri="{FF2B5EF4-FFF2-40B4-BE49-F238E27FC236}">
                    <a16:creationId xmlns:a16="http://schemas.microsoft.com/office/drawing/2014/main" id="{20A1330B-C836-AF9A-54BA-A0C0D645D94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4" name="Textfeld 169">
                <a:extLst>
                  <a:ext uri="{FF2B5EF4-FFF2-40B4-BE49-F238E27FC236}">
                    <a16:creationId xmlns:a16="http://schemas.microsoft.com/office/drawing/2014/main" id="{F7524A59-2B5A-C876-F432-E698AE2F5BEB}"/>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5" name="AutoShape 50">
                <a:extLst>
                  <a:ext uri="{FF2B5EF4-FFF2-40B4-BE49-F238E27FC236}">
                    <a16:creationId xmlns:a16="http://schemas.microsoft.com/office/drawing/2014/main" id="{521E959D-C988-24FC-76F0-2C2E81D61A64}"/>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5" name="Rectangle 83">
              <a:extLst>
                <a:ext uri="{FF2B5EF4-FFF2-40B4-BE49-F238E27FC236}">
                  <a16:creationId xmlns:a16="http://schemas.microsoft.com/office/drawing/2014/main" id="{3A44B988-685E-F06C-E88A-773D988329C1}"/>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Rectangle 83">
              <a:extLst>
                <a:ext uri="{FF2B5EF4-FFF2-40B4-BE49-F238E27FC236}">
                  <a16:creationId xmlns:a16="http://schemas.microsoft.com/office/drawing/2014/main" id="{06E14DBA-5C82-A190-7705-A1F676B142F2}"/>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6" name="Textfeld 169">
            <a:extLst>
              <a:ext uri="{FF2B5EF4-FFF2-40B4-BE49-F238E27FC236}">
                <a16:creationId xmlns:a16="http://schemas.microsoft.com/office/drawing/2014/main" id="{1FE7F3BF-B8CA-80DC-30E4-56A6D0060AA1}"/>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7" name="Textfeld 169">
            <a:extLst>
              <a:ext uri="{FF2B5EF4-FFF2-40B4-BE49-F238E27FC236}">
                <a16:creationId xmlns:a16="http://schemas.microsoft.com/office/drawing/2014/main" id="{31ACCC63-5B81-3310-C859-8EBE498A8735}"/>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8" name="Gruppieren 57">
            <a:extLst>
              <a:ext uri="{FF2B5EF4-FFF2-40B4-BE49-F238E27FC236}">
                <a16:creationId xmlns:a16="http://schemas.microsoft.com/office/drawing/2014/main" id="{1EA04623-1098-7160-357F-A2F5B3DEFCEE}"/>
              </a:ext>
            </a:extLst>
          </p:cNvPr>
          <p:cNvGrpSpPr/>
          <p:nvPr/>
        </p:nvGrpSpPr>
        <p:grpSpPr>
          <a:xfrm>
            <a:off x="966520" y="5205529"/>
            <a:ext cx="1632590" cy="412750"/>
            <a:chOff x="5282178" y="3388075"/>
            <a:chExt cx="1632590" cy="412750"/>
          </a:xfrm>
        </p:grpSpPr>
        <p:grpSp>
          <p:nvGrpSpPr>
            <p:cNvPr id="59" name="Group 87">
              <a:extLst>
                <a:ext uri="{FF2B5EF4-FFF2-40B4-BE49-F238E27FC236}">
                  <a16:creationId xmlns:a16="http://schemas.microsoft.com/office/drawing/2014/main" id="{4C44A3B0-763A-8D56-BD9D-E376D2695BAB}"/>
                </a:ext>
              </a:extLst>
            </p:cNvPr>
            <p:cNvGrpSpPr>
              <a:grpSpLocks/>
            </p:cNvGrpSpPr>
            <p:nvPr/>
          </p:nvGrpSpPr>
          <p:grpSpPr bwMode="auto">
            <a:xfrm>
              <a:off x="5282178" y="3388075"/>
              <a:ext cx="1631951" cy="412750"/>
              <a:chOff x="3304" y="2592"/>
              <a:chExt cx="1028" cy="260"/>
            </a:xfrm>
          </p:grpSpPr>
          <p:sp>
            <p:nvSpPr>
              <p:cNvPr id="64" name="Text Box 82">
                <a:extLst>
                  <a:ext uri="{FF2B5EF4-FFF2-40B4-BE49-F238E27FC236}">
                    <a16:creationId xmlns:a16="http://schemas.microsoft.com/office/drawing/2014/main" id="{B9938B6D-B374-845C-ED15-EEA459BB82E3}"/>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65" name="Rectangle 83">
                <a:extLst>
                  <a:ext uri="{FF2B5EF4-FFF2-40B4-BE49-F238E27FC236}">
                    <a16:creationId xmlns:a16="http://schemas.microsoft.com/office/drawing/2014/main" id="{F5F259CE-F086-D41D-947B-E2B668DA8DC6}"/>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0" name="Textfeld 169">
              <a:extLst>
                <a:ext uri="{FF2B5EF4-FFF2-40B4-BE49-F238E27FC236}">
                  <a16:creationId xmlns:a16="http://schemas.microsoft.com/office/drawing/2014/main" id="{4A2E27A1-ED5C-E493-F936-91A8A1FD2C8D}"/>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E4934B3-87EE-D4EF-F2AF-4C6877E8F4F0}"/>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C5445816-C75B-6397-F8F3-916727743F4C}"/>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B3827B3E-176B-C55C-E070-1CCEF3463FC4}"/>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6" name="Textfeld 169">
            <a:extLst>
              <a:ext uri="{FF2B5EF4-FFF2-40B4-BE49-F238E27FC236}">
                <a16:creationId xmlns:a16="http://schemas.microsoft.com/office/drawing/2014/main" id="{2F8091D9-BBE4-BCFA-25F1-60EC12F3EA54}"/>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7" name="Textfeld 169">
            <a:extLst>
              <a:ext uri="{FF2B5EF4-FFF2-40B4-BE49-F238E27FC236}">
                <a16:creationId xmlns:a16="http://schemas.microsoft.com/office/drawing/2014/main" id="{1AD797B8-DD0D-0CAC-8F17-4CB51C511A2E}"/>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68" name="Gruppieren 67">
            <a:extLst>
              <a:ext uri="{FF2B5EF4-FFF2-40B4-BE49-F238E27FC236}">
                <a16:creationId xmlns:a16="http://schemas.microsoft.com/office/drawing/2014/main" id="{ED8F786C-1295-FCF7-7EAB-6C9CF25576F8}"/>
              </a:ext>
            </a:extLst>
          </p:cNvPr>
          <p:cNvGrpSpPr/>
          <p:nvPr/>
        </p:nvGrpSpPr>
        <p:grpSpPr>
          <a:xfrm>
            <a:off x="3466841" y="5205529"/>
            <a:ext cx="1415042" cy="412750"/>
            <a:chOff x="7782499" y="3595251"/>
            <a:chExt cx="1415042" cy="412750"/>
          </a:xfrm>
        </p:grpSpPr>
        <p:sp>
          <p:nvSpPr>
            <p:cNvPr id="69" name="Text Box 82">
              <a:extLst>
                <a:ext uri="{FF2B5EF4-FFF2-40B4-BE49-F238E27FC236}">
                  <a16:creationId xmlns:a16="http://schemas.microsoft.com/office/drawing/2014/main" id="{3AE9708A-1A0A-3679-A894-1EF9B9225089}"/>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70" name="Rectangle 83">
              <a:extLst>
                <a:ext uri="{FF2B5EF4-FFF2-40B4-BE49-F238E27FC236}">
                  <a16:creationId xmlns:a16="http://schemas.microsoft.com/office/drawing/2014/main" id="{00D57D12-C831-411F-583A-08F9F8816DC2}"/>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Textfeld 169">
              <a:extLst>
                <a:ext uri="{FF2B5EF4-FFF2-40B4-BE49-F238E27FC236}">
                  <a16:creationId xmlns:a16="http://schemas.microsoft.com/office/drawing/2014/main" id="{9AACAB52-5991-1564-92F5-6CB070B389DE}"/>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2" name="Textfeld 169">
              <a:extLst>
                <a:ext uri="{FF2B5EF4-FFF2-40B4-BE49-F238E27FC236}">
                  <a16:creationId xmlns:a16="http://schemas.microsoft.com/office/drawing/2014/main" id="{0C9971A7-2F6F-4729-19B8-416480F5EE5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3" name="Textfeld 169">
              <a:extLst>
                <a:ext uri="{FF2B5EF4-FFF2-40B4-BE49-F238E27FC236}">
                  <a16:creationId xmlns:a16="http://schemas.microsoft.com/office/drawing/2014/main" id="{026A5866-0902-659A-4AF8-1A2D923D8F0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4" name="Textfeld 169">
              <a:extLst>
                <a:ext uri="{FF2B5EF4-FFF2-40B4-BE49-F238E27FC236}">
                  <a16:creationId xmlns:a16="http://schemas.microsoft.com/office/drawing/2014/main" id="{63970AAB-2C2C-AC58-EF5A-94EE14B617B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75" name="Gerade Verbindung mit Pfeil 74">
            <a:extLst>
              <a:ext uri="{FF2B5EF4-FFF2-40B4-BE49-F238E27FC236}">
                <a16:creationId xmlns:a16="http://schemas.microsoft.com/office/drawing/2014/main" id="{DB6E9F2D-ADD9-C18B-C81D-CA155C9238EB}"/>
              </a:ext>
            </a:extLst>
          </p:cNvPr>
          <p:cNvCxnSpPr>
            <a:cxnSpLocks/>
            <a:stCxn id="46" idx="2"/>
            <a:endCxn id="63"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76" name="Gerade Verbindung mit Pfeil 75">
            <a:extLst>
              <a:ext uri="{FF2B5EF4-FFF2-40B4-BE49-F238E27FC236}">
                <a16:creationId xmlns:a16="http://schemas.microsoft.com/office/drawing/2014/main" id="{76821F69-20B9-ED17-3DA2-23ED0B0E122B}"/>
              </a:ext>
            </a:extLst>
          </p:cNvPr>
          <p:cNvCxnSpPr>
            <a:cxnSpLocks/>
            <a:stCxn id="45" idx="2"/>
            <a:endCxn id="62"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77" name="Gruppieren 76">
            <a:extLst>
              <a:ext uri="{FF2B5EF4-FFF2-40B4-BE49-F238E27FC236}">
                <a16:creationId xmlns:a16="http://schemas.microsoft.com/office/drawing/2014/main" id="{0088B906-D081-4336-DB2B-389E6EBC91F7}"/>
              </a:ext>
            </a:extLst>
          </p:cNvPr>
          <p:cNvGrpSpPr/>
          <p:nvPr/>
        </p:nvGrpSpPr>
        <p:grpSpPr>
          <a:xfrm>
            <a:off x="3469224" y="3680501"/>
            <a:ext cx="1410052" cy="412750"/>
            <a:chOff x="7784882" y="1863047"/>
            <a:chExt cx="1410052" cy="412750"/>
          </a:xfrm>
        </p:grpSpPr>
        <p:grpSp>
          <p:nvGrpSpPr>
            <p:cNvPr id="78" name="Gruppieren 77">
              <a:extLst>
                <a:ext uri="{FF2B5EF4-FFF2-40B4-BE49-F238E27FC236}">
                  <a16:creationId xmlns:a16="http://schemas.microsoft.com/office/drawing/2014/main" id="{BC08FE7E-2628-429F-D83E-C575A0D5158D}"/>
                </a:ext>
              </a:extLst>
            </p:cNvPr>
            <p:cNvGrpSpPr/>
            <p:nvPr/>
          </p:nvGrpSpPr>
          <p:grpSpPr>
            <a:xfrm>
              <a:off x="7784882" y="1863047"/>
              <a:ext cx="1410052" cy="412750"/>
              <a:chOff x="6133049" y="1935065"/>
              <a:chExt cx="1410052" cy="412750"/>
            </a:xfrm>
          </p:grpSpPr>
          <p:sp>
            <p:nvSpPr>
              <p:cNvPr id="81" name="Text Box 82">
                <a:extLst>
                  <a:ext uri="{FF2B5EF4-FFF2-40B4-BE49-F238E27FC236}">
                    <a16:creationId xmlns:a16="http://schemas.microsoft.com/office/drawing/2014/main" id="{BD713EC5-5FBD-625D-6835-C0524AE3B5A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82" name="Rectangle 83">
                <a:extLst>
                  <a:ext uri="{FF2B5EF4-FFF2-40B4-BE49-F238E27FC236}">
                    <a16:creationId xmlns:a16="http://schemas.microsoft.com/office/drawing/2014/main" id="{9501EA88-AB30-5376-F8E9-9EE218496138}"/>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3" name="Textfeld 169">
                <a:extLst>
                  <a:ext uri="{FF2B5EF4-FFF2-40B4-BE49-F238E27FC236}">
                    <a16:creationId xmlns:a16="http://schemas.microsoft.com/office/drawing/2014/main" id="{3792BDB9-608A-0FB3-8794-52F60020A541}"/>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4" name="Textfeld 169">
                <a:extLst>
                  <a:ext uri="{FF2B5EF4-FFF2-40B4-BE49-F238E27FC236}">
                    <a16:creationId xmlns:a16="http://schemas.microsoft.com/office/drawing/2014/main" id="{C3644C64-6D69-F947-F13E-957D0EA2A97F}"/>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5" name="Textfeld 169">
                <a:extLst>
                  <a:ext uri="{FF2B5EF4-FFF2-40B4-BE49-F238E27FC236}">
                    <a16:creationId xmlns:a16="http://schemas.microsoft.com/office/drawing/2014/main" id="{57A6E9D2-D226-54E9-E245-1CF38320B402}"/>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6" name="Textfeld 169">
                <a:extLst>
                  <a:ext uri="{FF2B5EF4-FFF2-40B4-BE49-F238E27FC236}">
                    <a16:creationId xmlns:a16="http://schemas.microsoft.com/office/drawing/2014/main" id="{582F6679-7173-5A6F-0AA7-4F93AE891942}"/>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7" name="Textfeld 169">
                <a:extLst>
                  <a:ext uri="{FF2B5EF4-FFF2-40B4-BE49-F238E27FC236}">
                    <a16:creationId xmlns:a16="http://schemas.microsoft.com/office/drawing/2014/main" id="{2998342B-F0B1-943C-AD99-044049290C50}"/>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79" name="Textfeld 169">
              <a:extLst>
                <a:ext uri="{FF2B5EF4-FFF2-40B4-BE49-F238E27FC236}">
                  <a16:creationId xmlns:a16="http://schemas.microsoft.com/office/drawing/2014/main" id="{B2096293-BF72-C16D-B451-7AC434DCF61E}"/>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80" name="Textfeld 169">
              <a:extLst>
                <a:ext uri="{FF2B5EF4-FFF2-40B4-BE49-F238E27FC236}">
                  <a16:creationId xmlns:a16="http://schemas.microsoft.com/office/drawing/2014/main" id="{DFEDBEE1-0A9C-8C4A-61B4-D58C59B29196}"/>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88" name="Gerade Verbindung mit Pfeil 87">
            <a:extLst>
              <a:ext uri="{FF2B5EF4-FFF2-40B4-BE49-F238E27FC236}">
                <a16:creationId xmlns:a16="http://schemas.microsoft.com/office/drawing/2014/main" id="{E681ED20-C3DD-1A0A-F2BC-6A4E016346C5}"/>
              </a:ext>
            </a:extLst>
          </p:cNvPr>
          <p:cNvCxnSpPr>
            <a:cxnSpLocks/>
            <a:stCxn id="55" idx="2"/>
            <a:endCxn id="82"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89" name="Verbinder: gewinkelt 87">
            <a:extLst>
              <a:ext uri="{FF2B5EF4-FFF2-40B4-BE49-F238E27FC236}">
                <a16:creationId xmlns:a16="http://schemas.microsoft.com/office/drawing/2014/main" id="{77FC3882-9199-3C7E-8AD2-2097AF63AC47}"/>
              </a:ext>
            </a:extLst>
          </p:cNvPr>
          <p:cNvCxnSpPr>
            <a:cxnSpLocks/>
            <a:stCxn id="60" idx="0"/>
            <a:endCxn id="80"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90" name="Gerade Verbindung mit Pfeil 89">
            <a:extLst>
              <a:ext uri="{FF2B5EF4-FFF2-40B4-BE49-F238E27FC236}">
                <a16:creationId xmlns:a16="http://schemas.microsoft.com/office/drawing/2014/main" id="{71723F54-3DF6-3D1B-0D48-F269FDEDF130}"/>
              </a:ext>
            </a:extLst>
          </p:cNvPr>
          <p:cNvCxnSpPr>
            <a:cxnSpLocks/>
            <a:stCxn id="65" idx="3"/>
            <a:endCxn id="70"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95" name="Textfeld 94">
            <a:extLst>
              <a:ext uri="{FF2B5EF4-FFF2-40B4-BE49-F238E27FC236}">
                <a16:creationId xmlns:a16="http://schemas.microsoft.com/office/drawing/2014/main" id="{0E262CF7-9510-3BBE-520E-21FC4016CA0F}"/>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96" name="AutoShape 40">
            <a:extLst>
              <a:ext uri="{FF2B5EF4-FFF2-40B4-BE49-F238E27FC236}">
                <a16:creationId xmlns:a16="http://schemas.microsoft.com/office/drawing/2014/main" id="{E63C4BA4-7628-EB22-6586-B13F4B87AA31}"/>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97" name="Freihandform: Form 96">
            <a:extLst>
              <a:ext uri="{FF2B5EF4-FFF2-40B4-BE49-F238E27FC236}">
                <a16:creationId xmlns:a16="http://schemas.microsoft.com/office/drawing/2014/main" id="{7A2409F8-EC8F-792E-CA52-69E5F6A28A3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98" name="AutoShape 40">
            <a:extLst>
              <a:ext uri="{FF2B5EF4-FFF2-40B4-BE49-F238E27FC236}">
                <a16:creationId xmlns:a16="http://schemas.microsoft.com/office/drawing/2014/main" id="{73691884-0AED-929E-1C2C-E23DC971C27B}"/>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5" name="Inhaltsplatzhalter 3">
            <a:extLst>
              <a:ext uri="{FF2B5EF4-FFF2-40B4-BE49-F238E27FC236}">
                <a16:creationId xmlns:a16="http://schemas.microsoft.com/office/drawing/2014/main" id="{939F7C75-1475-2DCA-C35B-8B89AAB822D2}"/>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two functions with different qualifiers</a:t>
            </a:r>
          </a:p>
          <a:p>
            <a:pPr lvl="1"/>
            <a:r>
              <a:rPr lang="en-US" dirty="0"/>
              <a:t>but with the same role (in)</a:t>
            </a:r>
          </a:p>
        </p:txBody>
      </p:sp>
    </p:spTree>
    <p:extLst>
      <p:ext uri="{BB962C8B-B14F-4D97-AF65-F5344CB8AC3E}">
        <p14:creationId xmlns:p14="http://schemas.microsoft.com/office/powerpoint/2010/main" val="20492832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4. </a:t>
            </a:r>
            <a:r>
              <a:rPr lang="en-US" dirty="0"/>
              <a:t>Channels</a:t>
            </a:r>
            <a:r>
              <a:rPr lang="de-DE" dirty="0"/>
              <a:t> down </a:t>
            </a:r>
            <a:r>
              <a:rPr lang="de-DE" dirty="0" err="1"/>
              <a:t>the</a:t>
            </a:r>
            <a:r>
              <a:rPr lang="de-DE" dirty="0"/>
              <a:t> </a:t>
            </a:r>
            <a:r>
              <a:rPr lang="de-DE" dirty="0" err="1"/>
              <a:t>component</a:t>
            </a:r>
            <a:r>
              <a:rPr lang="de-DE" dirty="0"/>
              <a:t> </a:t>
            </a:r>
            <a:r>
              <a:rPr lang="de-DE" dirty="0" err="1"/>
              <a:t>hierarchy</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117516"/>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7" name="TextBox 16">
            <a:extLst>
              <a:ext uri="{FF2B5EF4-FFF2-40B4-BE49-F238E27FC236}">
                <a16:creationId xmlns:a16="http://schemas.microsoft.com/office/drawing/2014/main" id="{2B2CD728-AD34-800E-FE56-CBFACE6C198F}"/>
              </a:ext>
            </a:extLst>
          </p:cNvPr>
          <p:cNvSpPr txBox="1"/>
          <p:nvPr/>
        </p:nvSpPr>
        <p:spPr>
          <a:xfrm>
            <a:off x="4498782" y="2040355"/>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1066523" y="1536000"/>
            <a:ext cx="3202408" cy="1383788"/>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G</a:t>
            </a:r>
          </a:p>
          <a:p>
            <a:endParaRPr lang="en-US" sz="1600" dirty="0">
              <a:solidFill>
                <a:srgbClr val="000000"/>
              </a:solidFill>
            </a:endParaRPr>
          </a:p>
          <a:p>
            <a:endParaRPr lang="en-US" sz="1600" dirty="0">
              <a:solidFill>
                <a:srgbClr val="000000"/>
              </a:solidFill>
            </a:endParaRPr>
          </a:p>
          <a:p>
            <a:pPr algn="ctr"/>
            <a:endParaRPr lang="en-US" sz="1600" dirty="0">
              <a:solidFill>
                <a:srgbClr val="000000"/>
              </a:solidFill>
            </a:endParaRPr>
          </a:p>
          <a:p>
            <a:pPr algn="ctr"/>
            <a:endParaRPr lang="en-US" sz="2000" dirty="0"/>
          </a:p>
        </p:txBody>
      </p:sp>
      <p:sp>
        <p:nvSpPr>
          <p:cNvPr id="21" name="Rechteck 23">
            <a:extLst>
              <a:ext uri="{FF2B5EF4-FFF2-40B4-BE49-F238E27FC236}">
                <a16:creationId xmlns:a16="http://schemas.microsoft.com/office/drawing/2014/main" id="{35906E61-9F41-869D-4349-E594AD980B23}"/>
              </a:ext>
            </a:extLst>
          </p:cNvPr>
          <p:cNvSpPr/>
          <p:nvPr/>
        </p:nvSpPr>
        <p:spPr>
          <a:xfrm>
            <a:off x="938539"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10192347" y="1774246"/>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10821636" y="220255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10192347" y="2641546"/>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191408" y="4279541"/>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5075927" y="1899656"/>
              <a:ext cx="183648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6436079" y="2475136"/>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16200000" flipH="1">
            <a:off x="10812951" y="2547785"/>
            <a:ext cx="186584" cy="938"/>
          </a:xfrm>
          <a:prstGeom prst="bentConnector3">
            <a:avLst>
              <a:gd name="adj1" fmla="val 50000"/>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9679447" y="4393841"/>
            <a:ext cx="504831"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8165040" y="2354905"/>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1793288" y="1803965"/>
            <a:ext cx="1645651" cy="899822"/>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H</a:t>
            </a:r>
          </a:p>
          <a:p>
            <a:pPr algn="ctr"/>
            <a:endParaRPr lang="en-US" sz="1600" dirty="0">
              <a:solidFill>
                <a:srgbClr val="000000"/>
              </a:solidFill>
            </a:endParaRPr>
          </a:p>
          <a:p>
            <a:pPr algn="ctr"/>
            <a:endParaRPr lang="en-US" sz="2000" dirty="0"/>
          </a:p>
        </p:txBody>
      </p:sp>
      <p:sp>
        <p:nvSpPr>
          <p:cNvPr id="18" name="Rechteck 23">
            <a:extLst>
              <a:ext uri="{FF2B5EF4-FFF2-40B4-BE49-F238E27FC236}">
                <a16:creationId xmlns:a16="http://schemas.microsoft.com/office/drawing/2014/main" id="{A3F15343-E89B-2CFA-A284-6C183DFC49A0}"/>
              </a:ext>
            </a:extLst>
          </p:cNvPr>
          <p:cNvSpPr/>
          <p:nvPr/>
        </p:nvSpPr>
        <p:spPr>
          <a:xfrm>
            <a:off x="144908" y="2186996"/>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22" name="Gerade Verbindung mit Pfeil 21">
            <a:extLst>
              <a:ext uri="{FF2B5EF4-FFF2-40B4-BE49-F238E27FC236}">
                <a16:creationId xmlns:a16="http://schemas.microsoft.com/office/drawing/2014/main" id="{E0CD9A24-691F-6E8C-12C4-1BDFF7875E2B}"/>
              </a:ext>
            </a:extLst>
          </p:cNvPr>
          <p:cNvCxnSpPr>
            <a:cxnSpLocks/>
            <a:stCxn id="18" idx="3"/>
            <a:endCxn id="21" idx="1"/>
          </p:cNvCxnSpPr>
          <p:nvPr/>
        </p:nvCxnSpPr>
        <p:spPr>
          <a:xfrm>
            <a:off x="360908" y="2294996"/>
            <a:ext cx="577631" cy="3269"/>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nvGrpSpPr>
          <p:cNvPr id="77" name="Gruppieren 31">
            <a:extLst>
              <a:ext uri="{FF2B5EF4-FFF2-40B4-BE49-F238E27FC236}">
                <a16:creationId xmlns:a16="http://schemas.microsoft.com/office/drawing/2014/main" id="{AC479B88-8C5F-BBC9-FAF1-4C70F2EAFDE4}"/>
              </a:ext>
            </a:extLst>
          </p:cNvPr>
          <p:cNvGrpSpPr/>
          <p:nvPr/>
        </p:nvGrpSpPr>
        <p:grpSpPr>
          <a:xfrm>
            <a:off x="10192347" y="3495932"/>
            <a:ext cx="1428729" cy="412750"/>
            <a:chOff x="4787230" y="1861556"/>
            <a:chExt cx="2417054" cy="412750"/>
          </a:xfrm>
        </p:grpSpPr>
        <p:sp>
          <p:nvSpPr>
            <p:cNvPr id="78" name="Text Box 82">
              <a:extLst>
                <a:ext uri="{FF2B5EF4-FFF2-40B4-BE49-F238E27FC236}">
                  <a16:creationId xmlns:a16="http://schemas.microsoft.com/office/drawing/2014/main" id="{258D4251-209C-312F-1A60-55B24F2149EE}"/>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79" name="Rectangle 83">
              <a:extLst>
                <a:ext uri="{FF2B5EF4-FFF2-40B4-BE49-F238E27FC236}">
                  <a16:creationId xmlns:a16="http://schemas.microsoft.com/office/drawing/2014/main" id="{F7691709-FE5A-54D4-803C-4E589A268CD0}"/>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6" name="AutoShape 50">
            <a:extLst>
              <a:ext uri="{FF2B5EF4-FFF2-40B4-BE49-F238E27FC236}">
                <a16:creationId xmlns:a16="http://schemas.microsoft.com/office/drawing/2014/main" id="{84FE69C5-1868-82AA-1F2E-97CCA4511BD8}"/>
              </a:ext>
            </a:extLst>
          </p:cNvPr>
          <p:cNvSpPr>
            <a:spLocks noChangeArrowheads="1"/>
          </p:cNvSpPr>
          <p:nvPr/>
        </p:nvSpPr>
        <p:spPr bwMode="auto">
          <a:xfrm>
            <a:off x="10821636" y="3907356"/>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AutoShape 50">
            <a:extLst>
              <a:ext uri="{FF2B5EF4-FFF2-40B4-BE49-F238E27FC236}">
                <a16:creationId xmlns:a16="http://schemas.microsoft.com/office/drawing/2014/main" id="{293C570C-A6B2-A387-721A-786E1503EF6E}"/>
              </a:ext>
            </a:extLst>
          </p:cNvPr>
          <p:cNvSpPr>
            <a:spLocks noChangeArrowheads="1"/>
          </p:cNvSpPr>
          <p:nvPr/>
        </p:nvSpPr>
        <p:spPr bwMode="auto">
          <a:xfrm rot="10800000">
            <a:off x="10821636" y="3037146"/>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1" name="Rechteck 23">
            <a:extLst>
              <a:ext uri="{FF2B5EF4-FFF2-40B4-BE49-F238E27FC236}">
                <a16:creationId xmlns:a16="http://schemas.microsoft.com/office/drawing/2014/main" id="{06B276DB-6A39-0A72-2349-BA1E5D5FF7E8}"/>
              </a:ext>
            </a:extLst>
          </p:cNvPr>
          <p:cNvSpPr/>
          <p:nvPr/>
        </p:nvSpPr>
        <p:spPr>
          <a:xfrm>
            <a:off x="9709590" y="1871028"/>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121" name="Gerade Verbindung mit Pfeil 120">
            <a:extLst>
              <a:ext uri="{FF2B5EF4-FFF2-40B4-BE49-F238E27FC236}">
                <a16:creationId xmlns:a16="http://schemas.microsoft.com/office/drawing/2014/main" id="{B7B59B09-73FC-9450-E85F-DDE604371F3D}"/>
              </a:ext>
            </a:extLst>
          </p:cNvPr>
          <p:cNvCxnSpPr>
            <a:cxnSpLocks/>
            <a:stCxn id="86" idx="2"/>
            <a:endCxn id="35" idx="0"/>
          </p:cNvCxnSpPr>
          <p:nvPr/>
        </p:nvCxnSpPr>
        <p:spPr>
          <a:xfrm flipH="1">
            <a:off x="10905773" y="4159768"/>
            <a:ext cx="1" cy="119773"/>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24">
            <a:extLst>
              <a:ext uri="{FF2B5EF4-FFF2-40B4-BE49-F238E27FC236}">
                <a16:creationId xmlns:a16="http://schemas.microsoft.com/office/drawing/2014/main" id="{4E695396-4A1D-FC78-3201-F539C1DC19E1}"/>
              </a:ext>
            </a:extLst>
          </p:cNvPr>
          <p:cNvCxnSpPr>
            <a:cxnSpLocks/>
            <a:stCxn id="87" idx="0"/>
            <a:endCxn id="79" idx="0"/>
          </p:cNvCxnSpPr>
          <p:nvPr/>
        </p:nvCxnSpPr>
        <p:spPr>
          <a:xfrm>
            <a:off x="10905773" y="3289558"/>
            <a:ext cx="939" cy="206374"/>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4" name="Rectangle 41">
            <a:extLst>
              <a:ext uri="{FF2B5EF4-FFF2-40B4-BE49-F238E27FC236}">
                <a16:creationId xmlns:a16="http://schemas.microsoft.com/office/drawing/2014/main" id="{57FBCB5F-B397-7AE7-A9C3-8B8E54247F4A}"/>
              </a:ext>
            </a:extLst>
          </p:cNvPr>
          <p:cNvSpPr>
            <a:spLocks noChangeArrowheads="1"/>
          </p:cNvSpPr>
          <p:nvPr/>
        </p:nvSpPr>
        <p:spPr bwMode="auto">
          <a:xfrm>
            <a:off x="2269839" y="2056709"/>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I</a:t>
            </a:r>
            <a:endParaRPr lang="en-US" sz="2000" dirty="0"/>
          </a:p>
        </p:txBody>
      </p:sp>
      <p:sp>
        <p:nvSpPr>
          <p:cNvPr id="5" name="Rechteck 23">
            <a:extLst>
              <a:ext uri="{FF2B5EF4-FFF2-40B4-BE49-F238E27FC236}">
                <a16:creationId xmlns:a16="http://schemas.microsoft.com/office/drawing/2014/main" id="{01B73916-3AEA-B975-9760-984A505949DC}"/>
              </a:ext>
            </a:extLst>
          </p:cNvPr>
          <p:cNvSpPr/>
          <p:nvPr/>
        </p:nvSpPr>
        <p:spPr>
          <a:xfrm>
            <a:off x="1696657"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8" name="Rechteck 23">
            <a:extLst>
              <a:ext uri="{FF2B5EF4-FFF2-40B4-BE49-F238E27FC236}">
                <a16:creationId xmlns:a16="http://schemas.microsoft.com/office/drawing/2014/main" id="{49A23915-FDF5-22D5-4444-8AB9B14E9D14}"/>
              </a:ext>
            </a:extLst>
          </p:cNvPr>
          <p:cNvSpPr/>
          <p:nvPr/>
        </p:nvSpPr>
        <p:spPr>
          <a:xfrm>
            <a:off x="2179053"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sp>
        <p:nvSpPr>
          <p:cNvPr id="9" name="TextBox 16">
            <a:extLst>
              <a:ext uri="{FF2B5EF4-FFF2-40B4-BE49-F238E27FC236}">
                <a16:creationId xmlns:a16="http://schemas.microsoft.com/office/drawing/2014/main" id="{4596BB25-C8DF-8494-5065-68CA43EA102B}"/>
              </a:ext>
            </a:extLst>
          </p:cNvPr>
          <p:cNvSpPr txBox="1"/>
          <p:nvPr/>
        </p:nvSpPr>
        <p:spPr>
          <a:xfrm>
            <a:off x="3710960" y="2028057"/>
            <a:ext cx="415498" cy="369332"/>
          </a:xfrm>
          <a:prstGeom prst="rect">
            <a:avLst/>
          </a:prstGeom>
          <a:noFill/>
        </p:spPr>
        <p:txBody>
          <a:bodyPr wrap="none" rtlCol="0">
            <a:spAutoFit/>
          </a:bodyPr>
          <a:lstStyle/>
          <a:p>
            <a:r>
              <a:rPr lang="de-DE" dirty="0"/>
              <a:t>…</a:t>
            </a:r>
            <a:endParaRPr lang="en-DE" dirty="0"/>
          </a:p>
        </p:txBody>
      </p:sp>
      <p:sp>
        <p:nvSpPr>
          <p:cNvPr id="10" name="TextBox 16">
            <a:extLst>
              <a:ext uri="{FF2B5EF4-FFF2-40B4-BE49-F238E27FC236}">
                <a16:creationId xmlns:a16="http://schemas.microsoft.com/office/drawing/2014/main" id="{D28B8920-954B-5EEB-E55D-2FCFD87EC72A}"/>
              </a:ext>
            </a:extLst>
          </p:cNvPr>
          <p:cNvSpPr txBox="1"/>
          <p:nvPr/>
        </p:nvSpPr>
        <p:spPr>
          <a:xfrm>
            <a:off x="2978207" y="2028057"/>
            <a:ext cx="415498" cy="369332"/>
          </a:xfrm>
          <a:prstGeom prst="rect">
            <a:avLst/>
          </a:prstGeom>
          <a:noFill/>
        </p:spPr>
        <p:txBody>
          <a:bodyPr wrap="none" rtlCol="0">
            <a:spAutoFit/>
          </a:bodyPr>
          <a:lstStyle/>
          <a:p>
            <a:r>
              <a:rPr lang="de-DE" dirty="0"/>
              <a:t>…</a:t>
            </a:r>
            <a:endParaRPr lang="en-DE" dirty="0"/>
          </a:p>
        </p:txBody>
      </p:sp>
      <p:cxnSp>
        <p:nvCxnSpPr>
          <p:cNvPr id="12" name="Gerade Verbindung mit Pfeil 11">
            <a:extLst>
              <a:ext uri="{FF2B5EF4-FFF2-40B4-BE49-F238E27FC236}">
                <a16:creationId xmlns:a16="http://schemas.microsoft.com/office/drawing/2014/main" id="{5D6E13DA-8F5E-8E52-6BC4-3236619F3BB4}"/>
              </a:ext>
            </a:extLst>
          </p:cNvPr>
          <p:cNvCxnSpPr>
            <a:cxnSpLocks/>
            <a:stCxn id="21" idx="3"/>
            <a:endCxn id="5" idx="1"/>
          </p:cNvCxnSpPr>
          <p:nvPr/>
        </p:nvCxnSpPr>
        <p:spPr>
          <a:xfrm>
            <a:off x="1154539" y="2298265"/>
            <a:ext cx="542118"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5" name="Gerade Verbindung mit Pfeil 24">
            <a:extLst>
              <a:ext uri="{FF2B5EF4-FFF2-40B4-BE49-F238E27FC236}">
                <a16:creationId xmlns:a16="http://schemas.microsoft.com/office/drawing/2014/main" id="{752B7B3A-7C3E-9F7C-EF5A-BF21DEB23441}"/>
              </a:ext>
            </a:extLst>
          </p:cNvPr>
          <p:cNvCxnSpPr>
            <a:cxnSpLocks/>
            <a:stCxn id="5" idx="3"/>
            <a:endCxn id="8" idx="1"/>
          </p:cNvCxnSpPr>
          <p:nvPr/>
        </p:nvCxnSpPr>
        <p:spPr>
          <a:xfrm>
            <a:off x="1912657" y="2298265"/>
            <a:ext cx="266396"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60" name="Rechteck 23">
            <a:extLst>
              <a:ext uri="{FF2B5EF4-FFF2-40B4-BE49-F238E27FC236}">
                <a16:creationId xmlns:a16="http://schemas.microsoft.com/office/drawing/2014/main" id="{FD4DBFE0-7DA9-9027-B862-A75E0AE21D5D}"/>
              </a:ext>
            </a:extLst>
          </p:cNvPr>
          <p:cNvSpPr/>
          <p:nvPr/>
        </p:nvSpPr>
        <p:spPr>
          <a:xfrm>
            <a:off x="9709590" y="3590028"/>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cxnSp>
        <p:nvCxnSpPr>
          <p:cNvPr id="69" name="Verbinder: gewinkelt 87">
            <a:extLst>
              <a:ext uri="{FF2B5EF4-FFF2-40B4-BE49-F238E27FC236}">
                <a16:creationId xmlns:a16="http://schemas.microsoft.com/office/drawing/2014/main" id="{615B8622-7E2D-8AC6-707A-6E0D303B7E54}"/>
              </a:ext>
            </a:extLst>
          </p:cNvPr>
          <p:cNvCxnSpPr>
            <a:cxnSpLocks/>
            <a:stCxn id="91" idx="1"/>
          </p:cNvCxnSpPr>
          <p:nvPr/>
        </p:nvCxnSpPr>
        <p:spPr>
          <a:xfrm rot="10800000" flipV="1">
            <a:off x="7021544" y="1979027"/>
            <a:ext cx="2688047" cy="495945"/>
          </a:xfrm>
          <a:prstGeom prst="bentConnector3">
            <a:avLst>
              <a:gd name="adj1" fmla="val 100034"/>
            </a:avLst>
          </a:prstGeom>
          <a:noFill/>
          <a:ln w="9525">
            <a:solidFill>
              <a:sysClr val="windowText" lastClr="000000"/>
            </a:solidFill>
            <a:round/>
            <a:headEnd/>
            <a:tailEnd type="triangle" w="med" len="med"/>
          </a:ln>
        </p:spPr>
      </p:cxnSp>
      <p:cxnSp>
        <p:nvCxnSpPr>
          <p:cNvPr id="75" name="Verbinder: gewinkelt 87">
            <a:extLst>
              <a:ext uri="{FF2B5EF4-FFF2-40B4-BE49-F238E27FC236}">
                <a16:creationId xmlns:a16="http://schemas.microsoft.com/office/drawing/2014/main" id="{C2D8F10A-53CE-04BE-9D96-B759FF5767DF}"/>
              </a:ext>
            </a:extLst>
          </p:cNvPr>
          <p:cNvCxnSpPr>
            <a:cxnSpLocks/>
            <a:stCxn id="60" idx="1"/>
          </p:cNvCxnSpPr>
          <p:nvPr/>
        </p:nvCxnSpPr>
        <p:spPr>
          <a:xfrm rot="10800000">
            <a:off x="8136400" y="2600240"/>
            <a:ext cx="1573190" cy="1097789"/>
          </a:xfrm>
          <a:prstGeom prst="bentConnector3">
            <a:avLst>
              <a:gd name="adj1" fmla="val 50000"/>
            </a:avLst>
          </a:prstGeom>
          <a:noFill/>
          <a:ln w="9525">
            <a:solidFill>
              <a:sysClr val="windowText" lastClr="000000"/>
            </a:solidFill>
            <a:round/>
            <a:headEnd/>
            <a:tailEnd type="triangle" w="med" len="med"/>
          </a:ln>
        </p:spPr>
      </p:cxnSp>
      <p:cxnSp>
        <p:nvCxnSpPr>
          <p:cNvPr id="81" name="Verbinder: gewinkelt 87">
            <a:extLst>
              <a:ext uri="{FF2B5EF4-FFF2-40B4-BE49-F238E27FC236}">
                <a16:creationId xmlns:a16="http://schemas.microsoft.com/office/drawing/2014/main" id="{A4659CFD-4F79-9923-B67B-251D7EB70584}"/>
              </a:ext>
            </a:extLst>
          </p:cNvPr>
          <p:cNvCxnSpPr>
            <a:cxnSpLocks/>
          </p:cNvCxnSpPr>
          <p:nvPr/>
        </p:nvCxnSpPr>
        <p:spPr>
          <a:xfrm rot="10800000">
            <a:off x="8142751" y="2795811"/>
            <a:ext cx="1550679" cy="1706030"/>
          </a:xfrm>
          <a:prstGeom prst="bentConnector3">
            <a:avLst>
              <a:gd name="adj1" fmla="val 56961"/>
            </a:avLst>
          </a:prstGeom>
          <a:noFill/>
          <a:ln w="9525">
            <a:solidFill>
              <a:sysClr val="windowText" lastClr="000000"/>
            </a:solidFill>
            <a:round/>
            <a:headEnd/>
            <a:tailEnd type="triangle" w="med" len="med"/>
          </a:ln>
        </p:spPr>
      </p:cxnSp>
      <p:cxnSp>
        <p:nvCxnSpPr>
          <p:cNvPr id="72" name="Verbinder: gewinkelt 87">
            <a:extLst>
              <a:ext uri="{FF2B5EF4-FFF2-40B4-BE49-F238E27FC236}">
                <a16:creationId xmlns:a16="http://schemas.microsoft.com/office/drawing/2014/main" id="{1152D979-FF9D-A7F2-F523-3893AA541EFC}"/>
              </a:ext>
            </a:extLst>
          </p:cNvPr>
          <p:cNvCxnSpPr>
            <a:cxnSpLocks/>
          </p:cNvCxnSpPr>
          <p:nvPr/>
        </p:nvCxnSpPr>
        <p:spPr>
          <a:xfrm rot="10800000">
            <a:off x="7499290" y="2475136"/>
            <a:ext cx="2581397" cy="388584"/>
          </a:xfrm>
          <a:prstGeom prst="bentConnector4">
            <a:avLst>
              <a:gd name="adj1" fmla="val 33533"/>
              <a:gd name="adj2" fmla="val 158829"/>
            </a:avLst>
          </a:prstGeom>
          <a:noFill/>
          <a:ln w="9525">
            <a:solidFill>
              <a:sysClr val="windowText" lastClr="000000"/>
            </a:solidFill>
            <a:round/>
            <a:headEnd/>
            <a:tailEnd type="triangle" w="med" len="med"/>
          </a:ln>
        </p:spPr>
      </p:cxnSp>
      <p:sp>
        <p:nvSpPr>
          <p:cNvPr id="97" name="Textfeld 169">
            <a:extLst>
              <a:ext uri="{FF2B5EF4-FFF2-40B4-BE49-F238E27FC236}">
                <a16:creationId xmlns:a16="http://schemas.microsoft.com/office/drawing/2014/main" id="{5D2B00D6-689F-002A-0FA3-8F79D15A5565}"/>
              </a:ext>
            </a:extLst>
          </p:cNvPr>
          <p:cNvSpPr txBox="1"/>
          <p:nvPr/>
        </p:nvSpPr>
        <p:spPr>
          <a:xfrm>
            <a:off x="8173120" y="255240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98" name="Textfeld 169">
            <a:extLst>
              <a:ext uri="{FF2B5EF4-FFF2-40B4-BE49-F238E27FC236}">
                <a16:creationId xmlns:a16="http://schemas.microsoft.com/office/drawing/2014/main" id="{2FFE5B80-0394-1B3E-BBF4-144595BC6481}"/>
              </a:ext>
            </a:extLst>
          </p:cNvPr>
          <p:cNvSpPr txBox="1"/>
          <p:nvPr/>
        </p:nvSpPr>
        <p:spPr>
          <a:xfrm>
            <a:off x="7473566" y="22088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100" name="Textfeld 169">
            <a:extLst>
              <a:ext uri="{FF2B5EF4-FFF2-40B4-BE49-F238E27FC236}">
                <a16:creationId xmlns:a16="http://schemas.microsoft.com/office/drawing/2014/main" id="{772F0A46-6025-8DF5-3791-D3414C5F8DBD}"/>
              </a:ext>
            </a:extLst>
          </p:cNvPr>
          <p:cNvSpPr txBox="1"/>
          <p:nvPr/>
        </p:nvSpPr>
        <p:spPr>
          <a:xfrm>
            <a:off x="6984532" y="22088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58" name="Rechteck 23">
            <a:extLst>
              <a:ext uri="{FF2B5EF4-FFF2-40B4-BE49-F238E27FC236}">
                <a16:creationId xmlns:a16="http://schemas.microsoft.com/office/drawing/2014/main" id="{37122928-276D-3314-9D13-05460D4BE8FA}"/>
              </a:ext>
            </a:extLst>
          </p:cNvPr>
          <p:cNvSpPr/>
          <p:nvPr/>
        </p:nvSpPr>
        <p:spPr>
          <a:xfrm>
            <a:off x="9709590" y="2755719"/>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24" name="Gerade Verbindung mit Pfeil 23">
            <a:extLst>
              <a:ext uri="{FF2B5EF4-FFF2-40B4-BE49-F238E27FC236}">
                <a16:creationId xmlns:a16="http://schemas.microsoft.com/office/drawing/2014/main" id="{0B86B31B-D4DC-CC28-E364-E86451FCB77E}"/>
              </a:ext>
            </a:extLst>
          </p:cNvPr>
          <p:cNvCxnSpPr>
            <a:cxnSpLocks/>
            <a:stCxn id="112" idx="2"/>
            <a:endCxn id="99"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39" name="Textfeld 169">
            <a:extLst>
              <a:ext uri="{FF2B5EF4-FFF2-40B4-BE49-F238E27FC236}">
                <a16:creationId xmlns:a16="http://schemas.microsoft.com/office/drawing/2014/main" id="{A261BADB-51FF-FDE7-2C95-B7FCF5D93C7D}"/>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0" name="Textfeld 169">
            <a:extLst>
              <a:ext uri="{FF2B5EF4-FFF2-40B4-BE49-F238E27FC236}">
                <a16:creationId xmlns:a16="http://schemas.microsoft.com/office/drawing/2014/main" id="{F36BC9CB-FE5E-129C-E9AA-D0616AAA26D8}"/>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45" name="Textfeld 169">
            <a:extLst>
              <a:ext uri="{FF2B5EF4-FFF2-40B4-BE49-F238E27FC236}">
                <a16:creationId xmlns:a16="http://schemas.microsoft.com/office/drawing/2014/main" id="{0B92A4C2-8714-AE35-173F-22A8A516E849}"/>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46" name="Textfeld 169">
            <a:extLst>
              <a:ext uri="{FF2B5EF4-FFF2-40B4-BE49-F238E27FC236}">
                <a16:creationId xmlns:a16="http://schemas.microsoft.com/office/drawing/2014/main" id="{39DF7D68-E19B-54BE-B706-7FEB324DD1A4}"/>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7" name="Textfeld 169">
            <a:extLst>
              <a:ext uri="{FF2B5EF4-FFF2-40B4-BE49-F238E27FC236}">
                <a16:creationId xmlns:a16="http://schemas.microsoft.com/office/drawing/2014/main" id="{D453120A-3C9E-EBB3-5FDF-4E9275A002E0}"/>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8" name="Textfeld 169">
            <a:extLst>
              <a:ext uri="{FF2B5EF4-FFF2-40B4-BE49-F238E27FC236}">
                <a16:creationId xmlns:a16="http://schemas.microsoft.com/office/drawing/2014/main" id="{DF4E4E8C-6FD1-16CB-0C5D-89855D90FD78}"/>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0" name="Textfeld 169">
            <a:extLst>
              <a:ext uri="{FF2B5EF4-FFF2-40B4-BE49-F238E27FC236}">
                <a16:creationId xmlns:a16="http://schemas.microsoft.com/office/drawing/2014/main" id="{8BDDB08F-8C91-5FB0-B7B7-58B547AEF816}"/>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1" name="Textfeld 169">
            <a:extLst>
              <a:ext uri="{FF2B5EF4-FFF2-40B4-BE49-F238E27FC236}">
                <a16:creationId xmlns:a16="http://schemas.microsoft.com/office/drawing/2014/main" id="{A3ED7F9F-528B-B30A-B854-0E5FEB9CCE99}"/>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2" name="Textfeld 169">
            <a:extLst>
              <a:ext uri="{FF2B5EF4-FFF2-40B4-BE49-F238E27FC236}">
                <a16:creationId xmlns:a16="http://schemas.microsoft.com/office/drawing/2014/main" id="{B7C67AD0-2D4E-B5FF-143A-673156515AD2}"/>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3" name="Textfeld 169">
            <a:extLst>
              <a:ext uri="{FF2B5EF4-FFF2-40B4-BE49-F238E27FC236}">
                <a16:creationId xmlns:a16="http://schemas.microsoft.com/office/drawing/2014/main" id="{1754EBB1-A711-48C8-9CC7-043EAD114CFF}"/>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4" name="Textfeld 169">
            <a:extLst>
              <a:ext uri="{FF2B5EF4-FFF2-40B4-BE49-F238E27FC236}">
                <a16:creationId xmlns:a16="http://schemas.microsoft.com/office/drawing/2014/main" id="{3F70FA41-9F5C-15CA-889C-D7D224F44E3D}"/>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5" name="Textfeld 169">
            <a:extLst>
              <a:ext uri="{FF2B5EF4-FFF2-40B4-BE49-F238E27FC236}">
                <a16:creationId xmlns:a16="http://schemas.microsoft.com/office/drawing/2014/main" id="{1CB31230-88EB-BDC7-F320-A6002821C6C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6" name="Textfeld 169">
            <a:extLst>
              <a:ext uri="{FF2B5EF4-FFF2-40B4-BE49-F238E27FC236}">
                <a16:creationId xmlns:a16="http://schemas.microsoft.com/office/drawing/2014/main" id="{6782ED4E-49C7-B661-F2FC-504B97F6B4AD}"/>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7" name="Textfeld 169">
            <a:extLst>
              <a:ext uri="{FF2B5EF4-FFF2-40B4-BE49-F238E27FC236}">
                <a16:creationId xmlns:a16="http://schemas.microsoft.com/office/drawing/2014/main" id="{9795F0BC-949A-1999-7CD1-F50446C223A0}"/>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9" name="Textfeld 169">
            <a:extLst>
              <a:ext uri="{FF2B5EF4-FFF2-40B4-BE49-F238E27FC236}">
                <a16:creationId xmlns:a16="http://schemas.microsoft.com/office/drawing/2014/main" id="{FE3FB8E1-27FE-BAE4-8EBC-8646FE93464F}"/>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61" name="Gruppieren 60">
            <a:extLst>
              <a:ext uri="{FF2B5EF4-FFF2-40B4-BE49-F238E27FC236}">
                <a16:creationId xmlns:a16="http://schemas.microsoft.com/office/drawing/2014/main" id="{691AAB0E-C0DB-4F60-45CB-5125E7FFFEFF}"/>
              </a:ext>
            </a:extLst>
          </p:cNvPr>
          <p:cNvGrpSpPr/>
          <p:nvPr/>
        </p:nvGrpSpPr>
        <p:grpSpPr>
          <a:xfrm>
            <a:off x="714671" y="3679010"/>
            <a:ext cx="1930787" cy="635024"/>
            <a:chOff x="4316210" y="1861556"/>
            <a:chExt cx="1930787" cy="635024"/>
          </a:xfrm>
        </p:grpSpPr>
        <p:grpSp>
          <p:nvGrpSpPr>
            <p:cNvPr id="62" name="Gruppieren 61">
              <a:extLst>
                <a:ext uri="{FF2B5EF4-FFF2-40B4-BE49-F238E27FC236}">
                  <a16:creationId xmlns:a16="http://schemas.microsoft.com/office/drawing/2014/main" id="{AC548CEB-EF96-E18D-3D9C-E813E34E1859}"/>
                </a:ext>
              </a:extLst>
            </p:cNvPr>
            <p:cNvGrpSpPr/>
            <p:nvPr/>
          </p:nvGrpSpPr>
          <p:grpSpPr>
            <a:xfrm>
              <a:off x="4316210" y="1861556"/>
              <a:ext cx="1930787" cy="415732"/>
              <a:chOff x="5746196" y="1700350"/>
              <a:chExt cx="1930787" cy="415732"/>
            </a:xfrm>
          </p:grpSpPr>
          <p:cxnSp>
            <p:nvCxnSpPr>
              <p:cNvPr id="66" name="Verbinder: gewinkelt 87">
                <a:extLst>
                  <a:ext uri="{FF2B5EF4-FFF2-40B4-BE49-F238E27FC236}">
                    <a16:creationId xmlns:a16="http://schemas.microsoft.com/office/drawing/2014/main" id="{30D95D21-BBAC-3403-9765-1E81E5C5D76F}"/>
                  </a:ext>
                </a:extLst>
              </p:cNvPr>
              <p:cNvCxnSpPr>
                <a:cxnSpLocks/>
                <a:stCxn id="70" idx="2"/>
                <a:endCxn id="6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67" name="Text Box 82">
                <a:extLst>
                  <a:ext uri="{FF2B5EF4-FFF2-40B4-BE49-F238E27FC236}">
                    <a16:creationId xmlns:a16="http://schemas.microsoft.com/office/drawing/2014/main" id="{E6D278A1-BAE3-B73A-1C65-66B0719B93A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8" name="Rectangle 83">
                <a:extLst>
                  <a:ext uri="{FF2B5EF4-FFF2-40B4-BE49-F238E27FC236}">
                    <a16:creationId xmlns:a16="http://schemas.microsoft.com/office/drawing/2014/main" id="{5E671F61-3CE8-7B3A-C1F8-4973C70E3760}"/>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0" name="AutoShape 50">
                <a:extLst>
                  <a:ext uri="{FF2B5EF4-FFF2-40B4-BE49-F238E27FC236}">
                    <a16:creationId xmlns:a16="http://schemas.microsoft.com/office/drawing/2014/main" id="{D3603AE2-3FAF-DE94-B0D8-FDEB3DD542C2}"/>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Textfeld 169">
                <a:extLst>
                  <a:ext uri="{FF2B5EF4-FFF2-40B4-BE49-F238E27FC236}">
                    <a16:creationId xmlns:a16="http://schemas.microsoft.com/office/drawing/2014/main" id="{246E122C-6BAD-D0C2-9262-5823E47C0B4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3" name="Textfeld 169">
                <a:extLst>
                  <a:ext uri="{FF2B5EF4-FFF2-40B4-BE49-F238E27FC236}">
                    <a16:creationId xmlns:a16="http://schemas.microsoft.com/office/drawing/2014/main" id="{BE7E148E-1FCC-65CD-5DD4-FEF4B911ABE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4" name="AutoShape 50">
                <a:extLst>
                  <a:ext uri="{FF2B5EF4-FFF2-40B4-BE49-F238E27FC236}">
                    <a16:creationId xmlns:a16="http://schemas.microsoft.com/office/drawing/2014/main" id="{043C4EC1-E657-2EBA-7379-35967A935FF1}"/>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4" name="Rectangle 83">
              <a:extLst>
                <a:ext uri="{FF2B5EF4-FFF2-40B4-BE49-F238E27FC236}">
                  <a16:creationId xmlns:a16="http://schemas.microsoft.com/office/drawing/2014/main" id="{954A10F3-242D-D8C4-4C46-2CA5BD49680A}"/>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5" name="Rectangle 83">
              <a:extLst>
                <a:ext uri="{FF2B5EF4-FFF2-40B4-BE49-F238E27FC236}">
                  <a16:creationId xmlns:a16="http://schemas.microsoft.com/office/drawing/2014/main" id="{8669A803-076A-8486-A9BD-DE80FC565227}"/>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6" name="Textfeld 169">
            <a:extLst>
              <a:ext uri="{FF2B5EF4-FFF2-40B4-BE49-F238E27FC236}">
                <a16:creationId xmlns:a16="http://schemas.microsoft.com/office/drawing/2014/main" id="{A84CABF0-D479-CC79-9A2B-C6CCD23F4252}"/>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80" name="Textfeld 169">
            <a:extLst>
              <a:ext uri="{FF2B5EF4-FFF2-40B4-BE49-F238E27FC236}">
                <a16:creationId xmlns:a16="http://schemas.microsoft.com/office/drawing/2014/main" id="{CB685989-F740-C012-18FF-2E46ED19E7CC}"/>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82" name="Gruppieren 81">
            <a:extLst>
              <a:ext uri="{FF2B5EF4-FFF2-40B4-BE49-F238E27FC236}">
                <a16:creationId xmlns:a16="http://schemas.microsoft.com/office/drawing/2014/main" id="{9ADA896B-8E40-541F-0ADF-7EE45338CA89}"/>
              </a:ext>
            </a:extLst>
          </p:cNvPr>
          <p:cNvGrpSpPr/>
          <p:nvPr/>
        </p:nvGrpSpPr>
        <p:grpSpPr>
          <a:xfrm>
            <a:off x="966520" y="5205529"/>
            <a:ext cx="1632590" cy="412750"/>
            <a:chOff x="5282178" y="3388075"/>
            <a:chExt cx="1632590" cy="412750"/>
          </a:xfrm>
        </p:grpSpPr>
        <p:grpSp>
          <p:nvGrpSpPr>
            <p:cNvPr id="83" name="Group 87">
              <a:extLst>
                <a:ext uri="{FF2B5EF4-FFF2-40B4-BE49-F238E27FC236}">
                  <a16:creationId xmlns:a16="http://schemas.microsoft.com/office/drawing/2014/main" id="{77A3292F-1567-8934-3AB2-02E68DA9F820}"/>
                </a:ext>
              </a:extLst>
            </p:cNvPr>
            <p:cNvGrpSpPr>
              <a:grpSpLocks/>
            </p:cNvGrpSpPr>
            <p:nvPr/>
          </p:nvGrpSpPr>
          <p:grpSpPr bwMode="auto">
            <a:xfrm>
              <a:off x="5282178" y="3388075"/>
              <a:ext cx="1631951" cy="412750"/>
              <a:chOff x="3304" y="2592"/>
              <a:chExt cx="1028" cy="260"/>
            </a:xfrm>
          </p:grpSpPr>
          <p:sp>
            <p:nvSpPr>
              <p:cNvPr id="90" name="Text Box 82">
                <a:extLst>
                  <a:ext uri="{FF2B5EF4-FFF2-40B4-BE49-F238E27FC236}">
                    <a16:creationId xmlns:a16="http://schemas.microsoft.com/office/drawing/2014/main" id="{74BE8EE3-B130-7B20-9B29-7A3352CD0F57}"/>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92" name="Rectangle 83">
                <a:extLst>
                  <a:ext uri="{FF2B5EF4-FFF2-40B4-BE49-F238E27FC236}">
                    <a16:creationId xmlns:a16="http://schemas.microsoft.com/office/drawing/2014/main" id="{8037E089-3E00-B65F-4784-5423EE7A890E}"/>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4" name="Textfeld 169">
              <a:extLst>
                <a:ext uri="{FF2B5EF4-FFF2-40B4-BE49-F238E27FC236}">
                  <a16:creationId xmlns:a16="http://schemas.microsoft.com/office/drawing/2014/main" id="{7EAF41CA-5D57-62B2-27BE-FEEB12946356}"/>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5" name="Textfeld 169">
              <a:extLst>
                <a:ext uri="{FF2B5EF4-FFF2-40B4-BE49-F238E27FC236}">
                  <a16:creationId xmlns:a16="http://schemas.microsoft.com/office/drawing/2014/main" id="{DAFDDFE5-F5DE-7ADD-A4C8-EFA8965EFBB3}"/>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8" name="Textfeld 169">
              <a:extLst>
                <a:ext uri="{FF2B5EF4-FFF2-40B4-BE49-F238E27FC236}">
                  <a16:creationId xmlns:a16="http://schemas.microsoft.com/office/drawing/2014/main" id="{1CCA5AAC-6A00-DD25-B991-3040E5592BC8}"/>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89" name="Textfeld 169">
              <a:extLst>
                <a:ext uri="{FF2B5EF4-FFF2-40B4-BE49-F238E27FC236}">
                  <a16:creationId xmlns:a16="http://schemas.microsoft.com/office/drawing/2014/main" id="{B3C0E4DC-2BD5-7EE5-E78F-F67AAA24A99A}"/>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93" name="Textfeld 169">
            <a:extLst>
              <a:ext uri="{FF2B5EF4-FFF2-40B4-BE49-F238E27FC236}">
                <a16:creationId xmlns:a16="http://schemas.microsoft.com/office/drawing/2014/main" id="{B45313B5-24FA-43F8-581B-5713BB27848C}"/>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94" name="Textfeld 169">
            <a:extLst>
              <a:ext uri="{FF2B5EF4-FFF2-40B4-BE49-F238E27FC236}">
                <a16:creationId xmlns:a16="http://schemas.microsoft.com/office/drawing/2014/main" id="{41FFC16D-2CA8-AD65-FEF4-426925A98016}"/>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95" name="Gruppieren 94">
            <a:extLst>
              <a:ext uri="{FF2B5EF4-FFF2-40B4-BE49-F238E27FC236}">
                <a16:creationId xmlns:a16="http://schemas.microsoft.com/office/drawing/2014/main" id="{BF171D48-AA00-71BD-07F6-8824ADD3DB63}"/>
              </a:ext>
            </a:extLst>
          </p:cNvPr>
          <p:cNvGrpSpPr/>
          <p:nvPr/>
        </p:nvGrpSpPr>
        <p:grpSpPr>
          <a:xfrm>
            <a:off x="3466841" y="5205529"/>
            <a:ext cx="1415042" cy="412750"/>
            <a:chOff x="7782499" y="3595251"/>
            <a:chExt cx="1415042" cy="412750"/>
          </a:xfrm>
        </p:grpSpPr>
        <p:sp>
          <p:nvSpPr>
            <p:cNvPr id="96" name="Text Box 82">
              <a:extLst>
                <a:ext uri="{FF2B5EF4-FFF2-40B4-BE49-F238E27FC236}">
                  <a16:creationId xmlns:a16="http://schemas.microsoft.com/office/drawing/2014/main" id="{96B4AF94-345D-1438-2734-C818E162CE2F}"/>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99" name="Rectangle 83">
              <a:extLst>
                <a:ext uri="{FF2B5EF4-FFF2-40B4-BE49-F238E27FC236}">
                  <a16:creationId xmlns:a16="http://schemas.microsoft.com/office/drawing/2014/main" id="{C5961382-01EF-78D7-2C38-00296C46D053}"/>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01" name="Textfeld 169">
              <a:extLst>
                <a:ext uri="{FF2B5EF4-FFF2-40B4-BE49-F238E27FC236}">
                  <a16:creationId xmlns:a16="http://schemas.microsoft.com/office/drawing/2014/main" id="{39EC7B7B-E35A-D044-FC29-C1DC635D50EF}"/>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2" name="Textfeld 169">
              <a:extLst>
                <a:ext uri="{FF2B5EF4-FFF2-40B4-BE49-F238E27FC236}">
                  <a16:creationId xmlns:a16="http://schemas.microsoft.com/office/drawing/2014/main" id="{1443752F-4CB6-4BA0-8D38-C75876CD562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3" name="Textfeld 169">
              <a:extLst>
                <a:ext uri="{FF2B5EF4-FFF2-40B4-BE49-F238E27FC236}">
                  <a16:creationId xmlns:a16="http://schemas.microsoft.com/office/drawing/2014/main" id="{D1E05675-22A3-0FE0-B798-C3297D7D3A3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4" name="Textfeld 169">
              <a:extLst>
                <a:ext uri="{FF2B5EF4-FFF2-40B4-BE49-F238E27FC236}">
                  <a16:creationId xmlns:a16="http://schemas.microsoft.com/office/drawing/2014/main" id="{1511E0C9-AAC6-E4EE-92D8-3377605F63D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05" name="Gerade Verbindung mit Pfeil 104">
            <a:extLst>
              <a:ext uri="{FF2B5EF4-FFF2-40B4-BE49-F238E27FC236}">
                <a16:creationId xmlns:a16="http://schemas.microsoft.com/office/drawing/2014/main" id="{78B0719D-ECEF-0261-A44E-9DB0B33910E7}"/>
              </a:ext>
            </a:extLst>
          </p:cNvPr>
          <p:cNvCxnSpPr>
            <a:cxnSpLocks/>
            <a:stCxn id="65" idx="2"/>
            <a:endCxn id="89"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06" name="Gerade Verbindung mit Pfeil 105">
            <a:extLst>
              <a:ext uri="{FF2B5EF4-FFF2-40B4-BE49-F238E27FC236}">
                <a16:creationId xmlns:a16="http://schemas.microsoft.com/office/drawing/2014/main" id="{685B4764-2915-E679-AFDA-5517EF00BBB2}"/>
              </a:ext>
            </a:extLst>
          </p:cNvPr>
          <p:cNvCxnSpPr>
            <a:cxnSpLocks/>
            <a:stCxn id="64" idx="2"/>
            <a:endCxn id="88"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07" name="Gruppieren 106">
            <a:extLst>
              <a:ext uri="{FF2B5EF4-FFF2-40B4-BE49-F238E27FC236}">
                <a16:creationId xmlns:a16="http://schemas.microsoft.com/office/drawing/2014/main" id="{2D79E84F-BE8C-04C4-AA21-92C3C24867C8}"/>
              </a:ext>
            </a:extLst>
          </p:cNvPr>
          <p:cNvGrpSpPr/>
          <p:nvPr/>
        </p:nvGrpSpPr>
        <p:grpSpPr>
          <a:xfrm>
            <a:off x="3469224" y="3680501"/>
            <a:ext cx="1410052" cy="412750"/>
            <a:chOff x="7784882" y="1863047"/>
            <a:chExt cx="1410052" cy="412750"/>
          </a:xfrm>
        </p:grpSpPr>
        <p:grpSp>
          <p:nvGrpSpPr>
            <p:cNvPr id="108" name="Gruppieren 107">
              <a:extLst>
                <a:ext uri="{FF2B5EF4-FFF2-40B4-BE49-F238E27FC236}">
                  <a16:creationId xmlns:a16="http://schemas.microsoft.com/office/drawing/2014/main" id="{35B6A84E-377A-5662-8E00-DE6260FDFFA5}"/>
                </a:ext>
              </a:extLst>
            </p:cNvPr>
            <p:cNvGrpSpPr/>
            <p:nvPr/>
          </p:nvGrpSpPr>
          <p:grpSpPr>
            <a:xfrm>
              <a:off x="7784882" y="1863047"/>
              <a:ext cx="1410052" cy="412750"/>
              <a:chOff x="6133049" y="1935065"/>
              <a:chExt cx="1410052" cy="412750"/>
            </a:xfrm>
          </p:grpSpPr>
          <p:sp>
            <p:nvSpPr>
              <p:cNvPr id="111" name="Text Box 82">
                <a:extLst>
                  <a:ext uri="{FF2B5EF4-FFF2-40B4-BE49-F238E27FC236}">
                    <a16:creationId xmlns:a16="http://schemas.microsoft.com/office/drawing/2014/main" id="{8D2F0FD4-1439-5F55-EA86-9E5BA95AEF4D}"/>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12" name="Rectangle 83">
                <a:extLst>
                  <a:ext uri="{FF2B5EF4-FFF2-40B4-BE49-F238E27FC236}">
                    <a16:creationId xmlns:a16="http://schemas.microsoft.com/office/drawing/2014/main" id="{466D5E16-C7B6-6D33-33F4-52B6EC3B38F7}"/>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3" name="Textfeld 169">
                <a:extLst>
                  <a:ext uri="{FF2B5EF4-FFF2-40B4-BE49-F238E27FC236}">
                    <a16:creationId xmlns:a16="http://schemas.microsoft.com/office/drawing/2014/main" id="{2D89C312-41E3-8D56-1111-F5CA1D0F667E}"/>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4" name="Textfeld 169">
                <a:extLst>
                  <a:ext uri="{FF2B5EF4-FFF2-40B4-BE49-F238E27FC236}">
                    <a16:creationId xmlns:a16="http://schemas.microsoft.com/office/drawing/2014/main" id="{5517CC35-2131-A34B-FC5E-876A5016C5EE}"/>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5" name="Textfeld 169">
                <a:extLst>
                  <a:ext uri="{FF2B5EF4-FFF2-40B4-BE49-F238E27FC236}">
                    <a16:creationId xmlns:a16="http://schemas.microsoft.com/office/drawing/2014/main" id="{F7A4D47C-ABE8-F21C-01FE-26A2D27864DF}"/>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6" name="Textfeld 169">
                <a:extLst>
                  <a:ext uri="{FF2B5EF4-FFF2-40B4-BE49-F238E27FC236}">
                    <a16:creationId xmlns:a16="http://schemas.microsoft.com/office/drawing/2014/main" id="{676B311E-9B54-9849-0413-094DBB708CA6}"/>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7" name="Textfeld 169">
                <a:extLst>
                  <a:ext uri="{FF2B5EF4-FFF2-40B4-BE49-F238E27FC236}">
                    <a16:creationId xmlns:a16="http://schemas.microsoft.com/office/drawing/2014/main" id="{70EEF535-DB30-1CCC-DB20-CF9B2020F5DA}"/>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9" name="Textfeld 169">
              <a:extLst>
                <a:ext uri="{FF2B5EF4-FFF2-40B4-BE49-F238E27FC236}">
                  <a16:creationId xmlns:a16="http://schemas.microsoft.com/office/drawing/2014/main" id="{A06898E2-5217-D8B7-90A4-56131F3E70F8}"/>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10" name="Textfeld 169">
              <a:extLst>
                <a:ext uri="{FF2B5EF4-FFF2-40B4-BE49-F238E27FC236}">
                  <a16:creationId xmlns:a16="http://schemas.microsoft.com/office/drawing/2014/main" id="{8DBBFFE5-1194-FA75-AFAC-2349416CD86F}"/>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18" name="Gerade Verbindung mit Pfeil 117">
            <a:extLst>
              <a:ext uri="{FF2B5EF4-FFF2-40B4-BE49-F238E27FC236}">
                <a16:creationId xmlns:a16="http://schemas.microsoft.com/office/drawing/2014/main" id="{FAF265ED-1940-8E30-6101-E42B68D4D0C6}"/>
              </a:ext>
            </a:extLst>
          </p:cNvPr>
          <p:cNvCxnSpPr>
            <a:cxnSpLocks/>
            <a:stCxn id="74" idx="2"/>
            <a:endCxn id="112"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19" name="Verbinder: gewinkelt 87">
            <a:extLst>
              <a:ext uri="{FF2B5EF4-FFF2-40B4-BE49-F238E27FC236}">
                <a16:creationId xmlns:a16="http://schemas.microsoft.com/office/drawing/2014/main" id="{01640849-DD8D-9FBD-7303-18414BBA63C0}"/>
              </a:ext>
            </a:extLst>
          </p:cNvPr>
          <p:cNvCxnSpPr>
            <a:cxnSpLocks/>
            <a:stCxn id="84" idx="0"/>
            <a:endCxn id="110"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20" name="Gerade Verbindung mit Pfeil 119">
            <a:extLst>
              <a:ext uri="{FF2B5EF4-FFF2-40B4-BE49-F238E27FC236}">
                <a16:creationId xmlns:a16="http://schemas.microsoft.com/office/drawing/2014/main" id="{C18FE73E-4740-0648-2A86-4D05FB65B4A8}"/>
              </a:ext>
            </a:extLst>
          </p:cNvPr>
          <p:cNvCxnSpPr>
            <a:cxnSpLocks/>
            <a:stCxn id="92" idx="3"/>
            <a:endCxn id="99"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28" name="Textfeld 127">
            <a:extLst>
              <a:ext uri="{FF2B5EF4-FFF2-40B4-BE49-F238E27FC236}">
                <a16:creationId xmlns:a16="http://schemas.microsoft.com/office/drawing/2014/main" id="{00E862CC-45AF-0091-2624-F6FD8E3838A3}"/>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29" name="AutoShape 40">
            <a:extLst>
              <a:ext uri="{FF2B5EF4-FFF2-40B4-BE49-F238E27FC236}">
                <a16:creationId xmlns:a16="http://schemas.microsoft.com/office/drawing/2014/main" id="{D7A99E06-6DE7-F208-E12A-A64919C3B494}"/>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30" name="Freihandform: Form 129">
            <a:extLst>
              <a:ext uri="{FF2B5EF4-FFF2-40B4-BE49-F238E27FC236}">
                <a16:creationId xmlns:a16="http://schemas.microsoft.com/office/drawing/2014/main" id="{B4495F39-2711-650F-D6C2-18FD8B1D644D}"/>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31" name="AutoShape 40">
            <a:extLst>
              <a:ext uri="{FF2B5EF4-FFF2-40B4-BE49-F238E27FC236}">
                <a16:creationId xmlns:a16="http://schemas.microsoft.com/office/drawing/2014/main" id="{13D4FCE3-B202-C56F-21D6-7F5D507F5D25}"/>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11" name="Inhaltsplatzhalter 3">
            <a:extLst>
              <a:ext uri="{FF2B5EF4-FFF2-40B4-BE49-F238E27FC236}">
                <a16:creationId xmlns:a16="http://schemas.microsoft.com/office/drawing/2014/main" id="{E3D1B6BB-0F0A-5ADF-8314-ECFCAF076067}"/>
              </a:ext>
            </a:extLst>
          </p:cNvPr>
          <p:cNvSpPr txBox="1">
            <a:spLocks/>
          </p:cNvSpPr>
          <p:nvPr/>
        </p:nvSpPr>
        <p:spPr>
          <a:xfrm>
            <a:off x="6216000" y="4770973"/>
            <a:ext cx="5652000" cy="956113"/>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multiple functions with different qualifiers</a:t>
            </a:r>
          </a:p>
          <a:p>
            <a:pPr lvl="1"/>
            <a:r>
              <a:rPr lang="en-US" dirty="0"/>
              <a:t>but with the same role (in)</a:t>
            </a:r>
          </a:p>
        </p:txBody>
      </p:sp>
    </p:spTree>
    <p:extLst>
      <p:ext uri="{BB962C8B-B14F-4D97-AF65-F5344CB8AC3E}">
        <p14:creationId xmlns:p14="http://schemas.microsoft.com/office/powerpoint/2010/main" val="17787079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5. </a:t>
            </a:r>
            <a:r>
              <a:rPr lang="en-US" dirty="0"/>
              <a:t>Channels</a:t>
            </a:r>
            <a:r>
              <a:rPr lang="de-DE" dirty="0"/>
              <a:t> </a:t>
            </a:r>
            <a:r>
              <a:rPr lang="de-DE" dirty="0" err="1"/>
              <a:t>up</a:t>
            </a:r>
            <a:r>
              <a:rPr lang="de-DE" dirty="0"/>
              <a:t> and down </a:t>
            </a:r>
            <a:r>
              <a:rPr lang="de-DE" dirty="0" err="1"/>
              <a:t>the</a:t>
            </a:r>
            <a:r>
              <a:rPr lang="de-DE" dirty="0"/>
              <a:t> </a:t>
            </a:r>
            <a:r>
              <a:rPr lang="de-DE" dirty="0" err="1"/>
              <a:t>component</a:t>
            </a:r>
            <a:r>
              <a:rPr lang="de-DE" dirty="0"/>
              <a:t> </a:t>
            </a:r>
            <a:r>
              <a:rPr lang="de-DE" dirty="0" err="1"/>
              <a:t>hierarchy</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062135"/>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7" name="TextBox 16">
            <a:extLst>
              <a:ext uri="{FF2B5EF4-FFF2-40B4-BE49-F238E27FC236}">
                <a16:creationId xmlns:a16="http://schemas.microsoft.com/office/drawing/2014/main" id="{2B2CD728-AD34-800E-FE56-CBFACE6C198F}"/>
              </a:ext>
            </a:extLst>
          </p:cNvPr>
          <p:cNvSpPr txBox="1"/>
          <p:nvPr/>
        </p:nvSpPr>
        <p:spPr>
          <a:xfrm>
            <a:off x="4710254" y="2028057"/>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598206" y="1711352"/>
            <a:ext cx="1480599" cy="908445"/>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G</a:t>
            </a:r>
          </a:p>
          <a:p>
            <a:pPr algn="ctr"/>
            <a:endParaRPr lang="en-US" sz="1600" dirty="0">
              <a:solidFill>
                <a:srgbClr val="000000"/>
              </a:solidFill>
            </a:endParaRPr>
          </a:p>
          <a:p>
            <a:pPr algn="ctr"/>
            <a:endParaRPr lang="en-US" sz="2000" dirty="0"/>
          </a:p>
        </p:txBody>
      </p:sp>
      <p:sp>
        <p:nvSpPr>
          <p:cNvPr id="16" name="TextBox 15">
            <a:extLst>
              <a:ext uri="{FF2B5EF4-FFF2-40B4-BE49-F238E27FC236}">
                <a16:creationId xmlns:a16="http://schemas.microsoft.com/office/drawing/2014/main" id="{C87A5050-D724-3B8A-C51D-B17BA26D7EC1}"/>
              </a:ext>
            </a:extLst>
          </p:cNvPr>
          <p:cNvSpPr txBox="1"/>
          <p:nvPr/>
        </p:nvSpPr>
        <p:spPr>
          <a:xfrm>
            <a:off x="227898" y="2021859"/>
            <a:ext cx="415498" cy="369332"/>
          </a:xfrm>
          <a:prstGeom prst="rect">
            <a:avLst/>
          </a:prstGeom>
          <a:noFill/>
        </p:spPr>
        <p:txBody>
          <a:bodyPr wrap="none" rtlCol="0">
            <a:spAutoFit/>
          </a:bodyPr>
          <a:lstStyle/>
          <a:p>
            <a:r>
              <a:rPr lang="de-DE" dirty="0"/>
              <a:t>…</a:t>
            </a:r>
            <a:endParaRPr lang="en-DE" dirty="0"/>
          </a:p>
        </p:txBody>
      </p:sp>
      <p:sp>
        <p:nvSpPr>
          <p:cNvPr id="21" name="Rechteck 23">
            <a:extLst>
              <a:ext uri="{FF2B5EF4-FFF2-40B4-BE49-F238E27FC236}">
                <a16:creationId xmlns:a16="http://schemas.microsoft.com/office/drawing/2014/main" id="{35906E61-9F41-869D-4349-E594AD980B23}"/>
              </a:ext>
            </a:extLst>
          </p:cNvPr>
          <p:cNvSpPr/>
          <p:nvPr/>
        </p:nvSpPr>
        <p:spPr>
          <a:xfrm>
            <a:off x="1971274"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8695734" y="1123249"/>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9325023" y="1551553"/>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6494135" y="2360937"/>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167280" y="2360937"/>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5075927" y="1899656"/>
              <a:ext cx="183648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6356143" y="4073803"/>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5400000">
            <a:off x="8030345" y="982121"/>
            <a:ext cx="556972" cy="2200661"/>
          </a:xfrm>
          <a:prstGeom prst="bentConnector3">
            <a:avLst>
              <a:gd name="adj1" fmla="val 50000"/>
            </a:avLst>
          </a:prstGeom>
          <a:noFill/>
          <a:ln w="9525">
            <a:solidFill>
              <a:sysClr val="windowText" lastClr="000000"/>
            </a:solidFill>
            <a:round/>
            <a:headEnd/>
            <a:tailEnd type="triangle" w="med" len="med"/>
          </a:ln>
        </p:spPr>
      </p:cxnSp>
      <p:cxnSp>
        <p:nvCxnSpPr>
          <p:cNvPr id="45" name="Verbinder: gewinkelt 87">
            <a:extLst>
              <a:ext uri="{FF2B5EF4-FFF2-40B4-BE49-F238E27FC236}">
                <a16:creationId xmlns:a16="http://schemas.microsoft.com/office/drawing/2014/main" id="{2AFB883D-1F18-AE3D-AC1E-1F4B0F418B68}"/>
              </a:ext>
            </a:extLst>
          </p:cNvPr>
          <p:cNvCxnSpPr>
            <a:cxnSpLocks/>
            <a:stCxn id="29" idx="2"/>
            <a:endCxn id="35" idx="0"/>
          </p:cNvCxnSpPr>
          <p:nvPr/>
        </p:nvCxnSpPr>
        <p:spPr>
          <a:xfrm rot="16200000" flipH="1">
            <a:off x="9866917" y="1346209"/>
            <a:ext cx="556972" cy="1472484"/>
          </a:xfrm>
          <a:prstGeom prst="bentConnector3">
            <a:avLst>
              <a:gd name="adj1" fmla="val 50000"/>
            </a:avLst>
          </a:prstGeom>
          <a:noFill/>
          <a:ln w="9525">
            <a:solidFill>
              <a:sysClr val="windowText" lastClr="000000"/>
            </a:solidFill>
            <a:round/>
            <a:headEnd/>
            <a:tailEnd type="triangle" w="med" len="med"/>
          </a:ln>
        </p:spPr>
      </p:cxnSp>
      <p:sp>
        <p:nvSpPr>
          <p:cNvPr id="46" name="Rechteck 23">
            <a:extLst>
              <a:ext uri="{FF2B5EF4-FFF2-40B4-BE49-F238E27FC236}">
                <a16:creationId xmlns:a16="http://schemas.microsoft.com/office/drawing/2014/main" id="{DB8BE2DF-4FBE-678D-38F7-C918CF7ACFB0}"/>
              </a:ext>
            </a:extLst>
          </p:cNvPr>
          <p:cNvSpPr/>
          <p:nvPr/>
        </p:nvSpPr>
        <p:spPr>
          <a:xfrm>
            <a:off x="6817658" y="277182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8" name="Verbinder: gewinkelt 87">
            <a:extLst>
              <a:ext uri="{FF2B5EF4-FFF2-40B4-BE49-F238E27FC236}">
                <a16:creationId xmlns:a16="http://schemas.microsoft.com/office/drawing/2014/main" id="{133F86D3-60A0-78BF-180D-BB9C8D1F9031}"/>
              </a:ext>
            </a:extLst>
          </p:cNvPr>
          <p:cNvCxnSpPr>
            <a:cxnSpLocks/>
            <a:stCxn id="49" idx="2"/>
          </p:cNvCxnSpPr>
          <p:nvPr/>
        </p:nvCxnSpPr>
        <p:spPr>
          <a:xfrm rot="5400000">
            <a:off x="8738005" y="2296378"/>
            <a:ext cx="1444720" cy="2827608"/>
          </a:xfrm>
          <a:prstGeom prst="bentConnector2">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10648514" y="2771822"/>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62" name="Textfeld 169">
            <a:extLst>
              <a:ext uri="{FF2B5EF4-FFF2-40B4-BE49-F238E27FC236}">
                <a16:creationId xmlns:a16="http://schemas.microsoft.com/office/drawing/2014/main" id="{FBE7F8F2-3CDB-F794-90D3-C3115C22EF53}"/>
              </a:ext>
            </a:extLst>
          </p:cNvPr>
          <p:cNvSpPr txBox="1"/>
          <p:nvPr/>
        </p:nvSpPr>
        <p:spPr>
          <a:xfrm>
            <a:off x="8082475" y="3982455"/>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6667334" y="3776537"/>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876257" y="1963763"/>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sp>
        <p:nvSpPr>
          <p:cNvPr id="15" name="Rectangle 41">
            <a:extLst>
              <a:ext uri="{FF2B5EF4-FFF2-40B4-BE49-F238E27FC236}">
                <a16:creationId xmlns:a16="http://schemas.microsoft.com/office/drawing/2014/main" id="{BE7B76BD-A696-6D89-C705-E4247C98F957}"/>
              </a:ext>
            </a:extLst>
          </p:cNvPr>
          <p:cNvSpPr>
            <a:spLocks noChangeArrowheads="1"/>
          </p:cNvSpPr>
          <p:nvPr/>
        </p:nvSpPr>
        <p:spPr bwMode="auto">
          <a:xfrm>
            <a:off x="3246842" y="1711351"/>
            <a:ext cx="1480599" cy="908445"/>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I</a:t>
            </a:r>
          </a:p>
          <a:p>
            <a:pPr algn="ctr"/>
            <a:endParaRPr lang="en-US" sz="1600" dirty="0">
              <a:solidFill>
                <a:srgbClr val="000000"/>
              </a:solidFill>
            </a:endParaRPr>
          </a:p>
          <a:p>
            <a:pPr algn="ctr"/>
            <a:endParaRPr lang="en-US" sz="2000" dirty="0"/>
          </a:p>
        </p:txBody>
      </p:sp>
      <p:sp>
        <p:nvSpPr>
          <p:cNvPr id="18" name="Rechteck 23">
            <a:extLst>
              <a:ext uri="{FF2B5EF4-FFF2-40B4-BE49-F238E27FC236}">
                <a16:creationId xmlns:a16="http://schemas.microsoft.com/office/drawing/2014/main" id="{A3F15343-E89B-2CFA-A284-6C183DFC49A0}"/>
              </a:ext>
            </a:extLst>
          </p:cNvPr>
          <p:cNvSpPr/>
          <p:nvPr/>
        </p:nvSpPr>
        <p:spPr>
          <a:xfrm>
            <a:off x="1448666"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3" name="Rechteck 23">
            <a:extLst>
              <a:ext uri="{FF2B5EF4-FFF2-40B4-BE49-F238E27FC236}">
                <a16:creationId xmlns:a16="http://schemas.microsoft.com/office/drawing/2014/main" id="{45120770-9BA1-0BF5-AD97-F6BDEBF744B8}"/>
              </a:ext>
            </a:extLst>
          </p:cNvPr>
          <p:cNvSpPr/>
          <p:nvPr/>
        </p:nvSpPr>
        <p:spPr>
          <a:xfrm>
            <a:off x="3116599"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19" name="Rectangle 41">
            <a:extLst>
              <a:ext uri="{FF2B5EF4-FFF2-40B4-BE49-F238E27FC236}">
                <a16:creationId xmlns:a16="http://schemas.microsoft.com/office/drawing/2014/main" id="{0E2659C0-4BB4-B1DF-6443-6739B8605D88}"/>
              </a:ext>
            </a:extLst>
          </p:cNvPr>
          <p:cNvSpPr>
            <a:spLocks noChangeArrowheads="1"/>
          </p:cNvSpPr>
          <p:nvPr/>
        </p:nvSpPr>
        <p:spPr bwMode="auto">
          <a:xfrm>
            <a:off x="3824248" y="1960110"/>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J</a:t>
            </a:r>
            <a:endParaRPr lang="en-US" sz="2000" dirty="0"/>
          </a:p>
        </p:txBody>
      </p:sp>
      <p:sp>
        <p:nvSpPr>
          <p:cNvPr id="14" name="Rechteck 23">
            <a:extLst>
              <a:ext uri="{FF2B5EF4-FFF2-40B4-BE49-F238E27FC236}">
                <a16:creationId xmlns:a16="http://schemas.microsoft.com/office/drawing/2014/main" id="{1360FD4B-18A6-6DCA-F5C8-EF353F8C40AA}"/>
              </a:ext>
            </a:extLst>
          </p:cNvPr>
          <p:cNvSpPr/>
          <p:nvPr/>
        </p:nvSpPr>
        <p:spPr>
          <a:xfrm>
            <a:off x="3715583" y="2092258"/>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cxnSp>
        <p:nvCxnSpPr>
          <p:cNvPr id="22" name="Gerade Verbindung mit Pfeil 21">
            <a:extLst>
              <a:ext uri="{FF2B5EF4-FFF2-40B4-BE49-F238E27FC236}">
                <a16:creationId xmlns:a16="http://schemas.microsoft.com/office/drawing/2014/main" id="{E0CD9A24-691F-6E8C-12C4-1BDFF7875E2B}"/>
              </a:ext>
            </a:extLst>
          </p:cNvPr>
          <p:cNvCxnSpPr>
            <a:endCxn id="21" idx="1"/>
          </p:cNvCxnSpPr>
          <p:nvPr/>
        </p:nvCxnSpPr>
        <p:spPr>
          <a:xfrm>
            <a:off x="1664666" y="2200258"/>
            <a:ext cx="306608" cy="4251"/>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Gerade Verbindung mit Pfeil 23">
            <a:extLst>
              <a:ext uri="{FF2B5EF4-FFF2-40B4-BE49-F238E27FC236}">
                <a16:creationId xmlns:a16="http://schemas.microsoft.com/office/drawing/2014/main" id="{55D543BB-5187-938D-FC9A-1D32BC9A5129}"/>
              </a:ext>
            </a:extLst>
          </p:cNvPr>
          <p:cNvCxnSpPr>
            <a:cxnSpLocks/>
            <a:stCxn id="21" idx="3"/>
            <a:endCxn id="23" idx="1"/>
          </p:cNvCxnSpPr>
          <p:nvPr/>
        </p:nvCxnSpPr>
        <p:spPr>
          <a:xfrm>
            <a:off x="2187274" y="2204509"/>
            <a:ext cx="929325"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40" name="Gerade Verbindung mit Pfeil 39">
            <a:extLst>
              <a:ext uri="{FF2B5EF4-FFF2-40B4-BE49-F238E27FC236}">
                <a16:creationId xmlns:a16="http://schemas.microsoft.com/office/drawing/2014/main" id="{A0B47D9A-0247-8EEB-C9F4-A3FD0307F098}"/>
              </a:ext>
            </a:extLst>
          </p:cNvPr>
          <p:cNvCxnSpPr>
            <a:cxnSpLocks/>
            <a:stCxn id="23" idx="3"/>
          </p:cNvCxnSpPr>
          <p:nvPr/>
        </p:nvCxnSpPr>
        <p:spPr>
          <a:xfrm flipV="1">
            <a:off x="3332599" y="2200258"/>
            <a:ext cx="374971" cy="4251"/>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nvGrpSpPr>
          <p:cNvPr id="66" name="Gruppieren 31">
            <a:extLst>
              <a:ext uri="{FF2B5EF4-FFF2-40B4-BE49-F238E27FC236}">
                <a16:creationId xmlns:a16="http://schemas.microsoft.com/office/drawing/2014/main" id="{D44D9199-5048-347E-D1A2-C075510C1B8C}"/>
              </a:ext>
            </a:extLst>
          </p:cNvPr>
          <p:cNvGrpSpPr/>
          <p:nvPr/>
        </p:nvGrpSpPr>
        <p:grpSpPr>
          <a:xfrm>
            <a:off x="7558100" y="3174325"/>
            <a:ext cx="1428729" cy="412750"/>
            <a:chOff x="4787230" y="1861556"/>
            <a:chExt cx="2417054" cy="412750"/>
          </a:xfrm>
        </p:grpSpPr>
        <p:sp>
          <p:nvSpPr>
            <p:cNvPr id="67" name="Text Box 82">
              <a:extLst>
                <a:ext uri="{FF2B5EF4-FFF2-40B4-BE49-F238E27FC236}">
                  <a16:creationId xmlns:a16="http://schemas.microsoft.com/office/drawing/2014/main" id="{9A812EF5-6DC2-4BE9-3C63-647BAFC0A7F3}"/>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8" name="Rectangle 83">
              <a:extLst>
                <a:ext uri="{FF2B5EF4-FFF2-40B4-BE49-F238E27FC236}">
                  <a16:creationId xmlns:a16="http://schemas.microsoft.com/office/drawing/2014/main" id="{A2C312BE-CD99-5994-9F64-9E814946BA4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77" name="Gruppieren 31">
            <a:extLst>
              <a:ext uri="{FF2B5EF4-FFF2-40B4-BE49-F238E27FC236}">
                <a16:creationId xmlns:a16="http://schemas.microsoft.com/office/drawing/2014/main" id="{AC479B88-8C5F-BBC9-FAF1-4C70F2EAFDE4}"/>
              </a:ext>
            </a:extLst>
          </p:cNvPr>
          <p:cNvGrpSpPr/>
          <p:nvPr/>
        </p:nvGrpSpPr>
        <p:grpSpPr>
          <a:xfrm>
            <a:off x="9176425" y="3174325"/>
            <a:ext cx="1428729" cy="412750"/>
            <a:chOff x="4787230" y="1861556"/>
            <a:chExt cx="2417054" cy="412750"/>
          </a:xfrm>
        </p:grpSpPr>
        <p:sp>
          <p:nvSpPr>
            <p:cNvPr id="78" name="Text Box 82">
              <a:extLst>
                <a:ext uri="{FF2B5EF4-FFF2-40B4-BE49-F238E27FC236}">
                  <a16:creationId xmlns:a16="http://schemas.microsoft.com/office/drawing/2014/main" id="{258D4251-209C-312F-1A60-55B24F2149EE}"/>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J</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79" name="Rectangle 83">
              <a:extLst>
                <a:ext uri="{FF2B5EF4-FFF2-40B4-BE49-F238E27FC236}">
                  <a16:creationId xmlns:a16="http://schemas.microsoft.com/office/drawing/2014/main" id="{F7691709-FE5A-54D4-803C-4E589A268CD0}"/>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6" name="AutoShape 50">
            <a:extLst>
              <a:ext uri="{FF2B5EF4-FFF2-40B4-BE49-F238E27FC236}">
                <a16:creationId xmlns:a16="http://schemas.microsoft.com/office/drawing/2014/main" id="{84FE69C5-1868-82AA-1F2E-97CCA4511BD8}"/>
              </a:ext>
            </a:extLst>
          </p:cNvPr>
          <p:cNvSpPr>
            <a:spLocks noChangeArrowheads="1"/>
          </p:cNvSpPr>
          <p:nvPr/>
        </p:nvSpPr>
        <p:spPr bwMode="auto">
          <a:xfrm>
            <a:off x="7718887" y="2773687"/>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AutoShape 50">
            <a:extLst>
              <a:ext uri="{FF2B5EF4-FFF2-40B4-BE49-F238E27FC236}">
                <a16:creationId xmlns:a16="http://schemas.microsoft.com/office/drawing/2014/main" id="{293C570C-A6B2-A387-721A-786E1503EF6E}"/>
              </a:ext>
            </a:extLst>
          </p:cNvPr>
          <p:cNvSpPr>
            <a:spLocks noChangeArrowheads="1"/>
          </p:cNvSpPr>
          <p:nvPr/>
        </p:nvSpPr>
        <p:spPr bwMode="auto">
          <a:xfrm rot="10800000">
            <a:off x="10231720" y="277368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88" name="Gerade Verbindung mit Pfeil 87">
            <a:extLst>
              <a:ext uri="{FF2B5EF4-FFF2-40B4-BE49-F238E27FC236}">
                <a16:creationId xmlns:a16="http://schemas.microsoft.com/office/drawing/2014/main" id="{CC08CEF5-3BB6-0DD1-5126-F3A1FC413BDB}"/>
              </a:ext>
            </a:extLst>
          </p:cNvPr>
          <p:cNvCxnSpPr>
            <a:cxnSpLocks/>
            <a:stCxn id="46" idx="2"/>
          </p:cNvCxnSpPr>
          <p:nvPr/>
        </p:nvCxnSpPr>
        <p:spPr>
          <a:xfrm>
            <a:off x="7071098" y="2987822"/>
            <a:ext cx="3839" cy="1085981"/>
          </a:xfrm>
          <a:prstGeom prst="straightConnector1">
            <a:avLst/>
          </a:prstGeom>
          <a:ln w="9525" cap="flat">
            <a:solidFill>
              <a:schemeClr val="tx1"/>
            </a:solidFill>
            <a:round/>
            <a:headEnd type="none"/>
            <a:tailEnd type="triangle"/>
          </a:ln>
        </p:spPr>
        <p:style>
          <a:lnRef idx="1">
            <a:schemeClr val="accent1"/>
          </a:lnRef>
          <a:fillRef idx="0">
            <a:schemeClr val="accent1"/>
          </a:fillRef>
          <a:effectRef idx="0">
            <a:schemeClr val="accent1"/>
          </a:effectRef>
          <a:fontRef idx="minor">
            <a:schemeClr val="tx1"/>
          </a:fontRef>
        </p:style>
      </p:cxnSp>
      <p:sp>
        <p:nvSpPr>
          <p:cNvPr id="91" name="Rechteck 23">
            <a:extLst>
              <a:ext uri="{FF2B5EF4-FFF2-40B4-BE49-F238E27FC236}">
                <a16:creationId xmlns:a16="http://schemas.microsoft.com/office/drawing/2014/main" id="{06B276DB-6A39-0A72-2349-BA1E5D5FF7E8}"/>
              </a:ext>
            </a:extLst>
          </p:cNvPr>
          <p:cNvSpPr/>
          <p:nvPr/>
        </p:nvSpPr>
        <p:spPr>
          <a:xfrm>
            <a:off x="8056462" y="359414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92" name="Rechteck 23">
            <a:extLst>
              <a:ext uri="{FF2B5EF4-FFF2-40B4-BE49-F238E27FC236}">
                <a16:creationId xmlns:a16="http://schemas.microsoft.com/office/drawing/2014/main" id="{0539A2E3-6306-FD9C-6A9B-9118D5400892}"/>
              </a:ext>
            </a:extLst>
          </p:cNvPr>
          <p:cNvSpPr/>
          <p:nvPr/>
        </p:nvSpPr>
        <p:spPr>
          <a:xfrm>
            <a:off x="9680482" y="3589079"/>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cxnSp>
        <p:nvCxnSpPr>
          <p:cNvPr id="93" name="Verbinder: gewinkelt 87">
            <a:extLst>
              <a:ext uri="{FF2B5EF4-FFF2-40B4-BE49-F238E27FC236}">
                <a16:creationId xmlns:a16="http://schemas.microsoft.com/office/drawing/2014/main" id="{441F59A1-0052-5994-C018-00CA7A0A7167}"/>
              </a:ext>
            </a:extLst>
          </p:cNvPr>
          <p:cNvCxnSpPr>
            <a:cxnSpLocks/>
            <a:stCxn id="92" idx="2"/>
          </p:cNvCxnSpPr>
          <p:nvPr/>
        </p:nvCxnSpPr>
        <p:spPr>
          <a:xfrm rot="5400000">
            <a:off x="8773485" y="3088060"/>
            <a:ext cx="443418" cy="1877457"/>
          </a:xfrm>
          <a:prstGeom prst="bentConnector2">
            <a:avLst/>
          </a:prstGeom>
          <a:noFill/>
          <a:ln w="9525">
            <a:solidFill>
              <a:sysClr val="windowText" lastClr="000000"/>
            </a:solidFill>
            <a:round/>
            <a:headEnd/>
            <a:tailEnd type="triangle" w="med" len="med"/>
          </a:ln>
        </p:spPr>
      </p:cxnSp>
      <p:cxnSp>
        <p:nvCxnSpPr>
          <p:cNvPr id="99" name="Verbinder: gewinkelt 87">
            <a:extLst>
              <a:ext uri="{FF2B5EF4-FFF2-40B4-BE49-F238E27FC236}">
                <a16:creationId xmlns:a16="http://schemas.microsoft.com/office/drawing/2014/main" id="{5D785A06-97FE-2DB7-D14B-25A9BB80B451}"/>
              </a:ext>
            </a:extLst>
          </p:cNvPr>
          <p:cNvCxnSpPr>
            <a:cxnSpLocks/>
            <a:stCxn id="91" idx="2"/>
            <a:endCxn id="38" idx="0"/>
          </p:cNvCxnSpPr>
          <p:nvPr/>
        </p:nvCxnSpPr>
        <p:spPr>
          <a:xfrm rot="5400000">
            <a:off x="7626273" y="3390173"/>
            <a:ext cx="263661" cy="1103598"/>
          </a:xfrm>
          <a:prstGeom prst="bentConnector3">
            <a:avLst>
              <a:gd name="adj1" fmla="val 50000"/>
            </a:avLst>
          </a:prstGeom>
          <a:noFill/>
          <a:ln w="9525">
            <a:solidFill>
              <a:sysClr val="windowText" lastClr="000000"/>
            </a:solidFill>
            <a:round/>
            <a:headEnd/>
            <a:tailEnd type="triangle" w="med" len="med"/>
          </a:ln>
        </p:spPr>
      </p:cxnSp>
      <p:cxnSp>
        <p:nvCxnSpPr>
          <p:cNvPr id="121" name="Gerade Verbindung mit Pfeil 120">
            <a:extLst>
              <a:ext uri="{FF2B5EF4-FFF2-40B4-BE49-F238E27FC236}">
                <a16:creationId xmlns:a16="http://schemas.microsoft.com/office/drawing/2014/main" id="{B7B59B09-73FC-9450-E85F-DDE604371F3D}"/>
              </a:ext>
            </a:extLst>
          </p:cNvPr>
          <p:cNvCxnSpPr>
            <a:cxnSpLocks/>
            <a:stCxn id="86" idx="2"/>
          </p:cNvCxnSpPr>
          <p:nvPr/>
        </p:nvCxnSpPr>
        <p:spPr>
          <a:xfrm flipH="1">
            <a:off x="7801636" y="3026099"/>
            <a:ext cx="1389" cy="152196"/>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24">
            <a:extLst>
              <a:ext uri="{FF2B5EF4-FFF2-40B4-BE49-F238E27FC236}">
                <a16:creationId xmlns:a16="http://schemas.microsoft.com/office/drawing/2014/main" id="{4E695396-4A1D-FC78-3201-F539C1DC19E1}"/>
              </a:ext>
            </a:extLst>
          </p:cNvPr>
          <p:cNvCxnSpPr>
            <a:cxnSpLocks/>
          </p:cNvCxnSpPr>
          <p:nvPr/>
        </p:nvCxnSpPr>
        <p:spPr>
          <a:xfrm flipH="1">
            <a:off x="10314468" y="3022128"/>
            <a:ext cx="1389" cy="152196"/>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28" name="Textfeld 169">
            <a:extLst>
              <a:ext uri="{FF2B5EF4-FFF2-40B4-BE49-F238E27FC236}">
                <a16:creationId xmlns:a16="http://schemas.microsoft.com/office/drawing/2014/main" id="{DBDE07A8-64AB-E7F6-9381-55DA876DD4F5}"/>
              </a:ext>
            </a:extLst>
          </p:cNvPr>
          <p:cNvSpPr txBox="1"/>
          <p:nvPr/>
        </p:nvSpPr>
        <p:spPr>
          <a:xfrm>
            <a:off x="8082476" y="419592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135" name="Textfeld 169">
            <a:extLst>
              <a:ext uri="{FF2B5EF4-FFF2-40B4-BE49-F238E27FC236}">
                <a16:creationId xmlns:a16="http://schemas.microsoft.com/office/drawing/2014/main" id="{7AAAF90C-41BC-2CAC-A513-F0B35A74339D}"/>
              </a:ext>
            </a:extLst>
          </p:cNvPr>
          <p:cNvSpPr txBox="1"/>
          <p:nvPr/>
        </p:nvSpPr>
        <p:spPr>
          <a:xfrm>
            <a:off x="7136603" y="363430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cxnSp>
        <p:nvCxnSpPr>
          <p:cNvPr id="4" name="Gerade Verbindung mit Pfeil 3">
            <a:extLst>
              <a:ext uri="{FF2B5EF4-FFF2-40B4-BE49-F238E27FC236}">
                <a16:creationId xmlns:a16="http://schemas.microsoft.com/office/drawing/2014/main" id="{AA71221E-8975-66DB-44A3-FCD7EF20F091}"/>
              </a:ext>
            </a:extLst>
          </p:cNvPr>
          <p:cNvCxnSpPr>
            <a:cxnSpLocks/>
            <a:stCxn id="106" idx="2"/>
            <a:endCxn id="90"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070591C8-352F-B4B5-8059-E73A726E8366}"/>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8" name="Textfeld 169">
            <a:extLst>
              <a:ext uri="{FF2B5EF4-FFF2-40B4-BE49-F238E27FC236}">
                <a16:creationId xmlns:a16="http://schemas.microsoft.com/office/drawing/2014/main" id="{72B16727-BDD6-C2E6-6094-862028F06287}"/>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9" name="Textfeld 169">
            <a:extLst>
              <a:ext uri="{FF2B5EF4-FFF2-40B4-BE49-F238E27FC236}">
                <a16:creationId xmlns:a16="http://schemas.microsoft.com/office/drawing/2014/main" id="{D7036405-880B-6802-193D-0A8201968081}"/>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 name="Textfeld 169">
            <a:extLst>
              <a:ext uri="{FF2B5EF4-FFF2-40B4-BE49-F238E27FC236}">
                <a16:creationId xmlns:a16="http://schemas.microsoft.com/office/drawing/2014/main" id="{92AF37BD-282E-F0CA-F930-320756D0C3FB}"/>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Textfeld 169">
            <a:extLst>
              <a:ext uri="{FF2B5EF4-FFF2-40B4-BE49-F238E27FC236}">
                <a16:creationId xmlns:a16="http://schemas.microsoft.com/office/drawing/2014/main" id="{2FB3E0EC-82FA-CE6D-1EA8-1F2CB07304D5}"/>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41AA6435-7B6D-74CA-832A-620053C80198}"/>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97139BE4-454A-BA46-3B65-2EF535298E22}"/>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0" name="Textfeld 169">
            <a:extLst>
              <a:ext uri="{FF2B5EF4-FFF2-40B4-BE49-F238E27FC236}">
                <a16:creationId xmlns:a16="http://schemas.microsoft.com/office/drawing/2014/main" id="{E8AC2AFA-45E0-0A5C-99E8-708882693604}"/>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5" name="Textfeld 169">
            <a:extLst>
              <a:ext uri="{FF2B5EF4-FFF2-40B4-BE49-F238E27FC236}">
                <a16:creationId xmlns:a16="http://schemas.microsoft.com/office/drawing/2014/main" id="{75BB1F6C-6E70-A975-7D22-781D5CC5C2BE}"/>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39" name="Textfeld 169">
            <a:extLst>
              <a:ext uri="{FF2B5EF4-FFF2-40B4-BE49-F238E27FC236}">
                <a16:creationId xmlns:a16="http://schemas.microsoft.com/office/drawing/2014/main" id="{E71F55C5-867E-0664-ED45-A033A65F7310}"/>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47" name="Textfeld 169">
            <a:extLst>
              <a:ext uri="{FF2B5EF4-FFF2-40B4-BE49-F238E27FC236}">
                <a16:creationId xmlns:a16="http://schemas.microsoft.com/office/drawing/2014/main" id="{1A4C9FCA-D6E6-53A5-A6D1-74E1749B34B3}"/>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0" name="Textfeld 169">
            <a:extLst>
              <a:ext uri="{FF2B5EF4-FFF2-40B4-BE49-F238E27FC236}">
                <a16:creationId xmlns:a16="http://schemas.microsoft.com/office/drawing/2014/main" id="{AE6111F4-F374-575C-6773-72ACFB6C16A6}"/>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1" name="Textfeld 169">
            <a:extLst>
              <a:ext uri="{FF2B5EF4-FFF2-40B4-BE49-F238E27FC236}">
                <a16:creationId xmlns:a16="http://schemas.microsoft.com/office/drawing/2014/main" id="{E9B5363D-CE8A-2D14-8175-E6ABDB0B0C29}"/>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2" name="Textfeld 169">
            <a:extLst>
              <a:ext uri="{FF2B5EF4-FFF2-40B4-BE49-F238E27FC236}">
                <a16:creationId xmlns:a16="http://schemas.microsoft.com/office/drawing/2014/main" id="{5CD9CE11-47C7-CC69-A930-A12B78C5D214}"/>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3" name="Textfeld 169">
            <a:extLst>
              <a:ext uri="{FF2B5EF4-FFF2-40B4-BE49-F238E27FC236}">
                <a16:creationId xmlns:a16="http://schemas.microsoft.com/office/drawing/2014/main" id="{AC28676B-2D37-A9E7-B8CC-D4E38BCB5793}"/>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54" name="Gruppieren 53">
            <a:extLst>
              <a:ext uri="{FF2B5EF4-FFF2-40B4-BE49-F238E27FC236}">
                <a16:creationId xmlns:a16="http://schemas.microsoft.com/office/drawing/2014/main" id="{9F92A7EB-C54E-FF52-3BD0-3D94541B6CC6}"/>
              </a:ext>
            </a:extLst>
          </p:cNvPr>
          <p:cNvGrpSpPr/>
          <p:nvPr/>
        </p:nvGrpSpPr>
        <p:grpSpPr>
          <a:xfrm>
            <a:off x="714671" y="3679010"/>
            <a:ext cx="1930787" cy="635024"/>
            <a:chOff x="4316210" y="1861556"/>
            <a:chExt cx="1930787" cy="635024"/>
          </a:xfrm>
        </p:grpSpPr>
        <p:grpSp>
          <p:nvGrpSpPr>
            <p:cNvPr id="55" name="Gruppieren 54">
              <a:extLst>
                <a:ext uri="{FF2B5EF4-FFF2-40B4-BE49-F238E27FC236}">
                  <a16:creationId xmlns:a16="http://schemas.microsoft.com/office/drawing/2014/main" id="{AF1A94CB-D7CE-EB05-8630-E94FFE5CE43E}"/>
                </a:ext>
              </a:extLst>
            </p:cNvPr>
            <p:cNvGrpSpPr/>
            <p:nvPr/>
          </p:nvGrpSpPr>
          <p:grpSpPr>
            <a:xfrm>
              <a:off x="4316210" y="1861556"/>
              <a:ext cx="1930787" cy="415732"/>
              <a:chOff x="5746196" y="1700350"/>
              <a:chExt cx="1930787" cy="415732"/>
            </a:xfrm>
          </p:grpSpPr>
          <p:cxnSp>
            <p:nvCxnSpPr>
              <p:cNvPr id="58" name="Verbinder: gewinkelt 87">
                <a:extLst>
                  <a:ext uri="{FF2B5EF4-FFF2-40B4-BE49-F238E27FC236}">
                    <a16:creationId xmlns:a16="http://schemas.microsoft.com/office/drawing/2014/main" id="{C7DDB80E-CD51-3CAF-F9D9-ACB6419AECF6}"/>
                  </a:ext>
                </a:extLst>
              </p:cNvPr>
              <p:cNvCxnSpPr>
                <a:cxnSpLocks/>
                <a:stCxn id="61" idx="2"/>
                <a:endCxn id="60"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59" name="Text Box 82">
                <a:extLst>
                  <a:ext uri="{FF2B5EF4-FFF2-40B4-BE49-F238E27FC236}">
                    <a16:creationId xmlns:a16="http://schemas.microsoft.com/office/drawing/2014/main" id="{E042328E-2A48-4D2F-251F-9C9196213E06}"/>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0" name="Rectangle 83">
                <a:extLst>
                  <a:ext uri="{FF2B5EF4-FFF2-40B4-BE49-F238E27FC236}">
                    <a16:creationId xmlns:a16="http://schemas.microsoft.com/office/drawing/2014/main" id="{527D1E13-9CB0-0862-1E4F-2F7BFA205369}"/>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1" name="AutoShape 50">
                <a:extLst>
                  <a:ext uri="{FF2B5EF4-FFF2-40B4-BE49-F238E27FC236}">
                    <a16:creationId xmlns:a16="http://schemas.microsoft.com/office/drawing/2014/main" id="{8B8E73AA-D47F-8B90-23A8-FB364667387C}"/>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4" name="Textfeld 169">
                <a:extLst>
                  <a:ext uri="{FF2B5EF4-FFF2-40B4-BE49-F238E27FC236}">
                    <a16:creationId xmlns:a16="http://schemas.microsoft.com/office/drawing/2014/main" id="{7B27EF0C-A655-A626-43BA-871ED5B5911F}"/>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65" name="Textfeld 169">
                <a:extLst>
                  <a:ext uri="{FF2B5EF4-FFF2-40B4-BE49-F238E27FC236}">
                    <a16:creationId xmlns:a16="http://schemas.microsoft.com/office/drawing/2014/main" id="{5E93D98C-D09E-C5EA-D90E-14D78C91659F}"/>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69" name="AutoShape 50">
                <a:extLst>
                  <a:ext uri="{FF2B5EF4-FFF2-40B4-BE49-F238E27FC236}">
                    <a16:creationId xmlns:a16="http://schemas.microsoft.com/office/drawing/2014/main" id="{62C12515-13F1-CA17-2C93-AD9A4AD5CE95}"/>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6" name="Rectangle 83">
              <a:extLst>
                <a:ext uri="{FF2B5EF4-FFF2-40B4-BE49-F238E27FC236}">
                  <a16:creationId xmlns:a16="http://schemas.microsoft.com/office/drawing/2014/main" id="{D4857F7E-3582-224C-A42B-E84ECA9D5E8C}"/>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7" name="Rectangle 83">
              <a:extLst>
                <a:ext uri="{FF2B5EF4-FFF2-40B4-BE49-F238E27FC236}">
                  <a16:creationId xmlns:a16="http://schemas.microsoft.com/office/drawing/2014/main" id="{483CD332-FBAD-3056-CD3A-55664C4CD565}"/>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0" name="Textfeld 169">
            <a:extLst>
              <a:ext uri="{FF2B5EF4-FFF2-40B4-BE49-F238E27FC236}">
                <a16:creationId xmlns:a16="http://schemas.microsoft.com/office/drawing/2014/main" id="{55406D08-3CEF-269D-783B-0C80CF8C25CE}"/>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71" name="Textfeld 169">
            <a:extLst>
              <a:ext uri="{FF2B5EF4-FFF2-40B4-BE49-F238E27FC236}">
                <a16:creationId xmlns:a16="http://schemas.microsoft.com/office/drawing/2014/main" id="{6E398C13-1F6E-5432-E254-B5145C3480A7}"/>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72" name="Gruppieren 71">
            <a:extLst>
              <a:ext uri="{FF2B5EF4-FFF2-40B4-BE49-F238E27FC236}">
                <a16:creationId xmlns:a16="http://schemas.microsoft.com/office/drawing/2014/main" id="{BA9CAEFA-C2F1-36F5-02AB-6EB2FDC2872B}"/>
              </a:ext>
            </a:extLst>
          </p:cNvPr>
          <p:cNvGrpSpPr/>
          <p:nvPr/>
        </p:nvGrpSpPr>
        <p:grpSpPr>
          <a:xfrm>
            <a:off x="966520" y="5205529"/>
            <a:ext cx="1632590" cy="412750"/>
            <a:chOff x="5282178" y="3388075"/>
            <a:chExt cx="1632590" cy="412750"/>
          </a:xfrm>
        </p:grpSpPr>
        <p:grpSp>
          <p:nvGrpSpPr>
            <p:cNvPr id="73" name="Group 87">
              <a:extLst>
                <a:ext uri="{FF2B5EF4-FFF2-40B4-BE49-F238E27FC236}">
                  <a16:creationId xmlns:a16="http://schemas.microsoft.com/office/drawing/2014/main" id="{4670B9EB-B60B-DE4F-57E1-1DC08E3A3E63}"/>
                </a:ext>
              </a:extLst>
            </p:cNvPr>
            <p:cNvGrpSpPr>
              <a:grpSpLocks/>
            </p:cNvGrpSpPr>
            <p:nvPr/>
          </p:nvGrpSpPr>
          <p:grpSpPr bwMode="auto">
            <a:xfrm>
              <a:off x="5282178" y="3388075"/>
              <a:ext cx="1631951" cy="412750"/>
              <a:chOff x="3304" y="2592"/>
              <a:chExt cx="1028" cy="260"/>
            </a:xfrm>
          </p:grpSpPr>
          <p:sp>
            <p:nvSpPr>
              <p:cNvPr id="81" name="Text Box 82">
                <a:extLst>
                  <a:ext uri="{FF2B5EF4-FFF2-40B4-BE49-F238E27FC236}">
                    <a16:creationId xmlns:a16="http://schemas.microsoft.com/office/drawing/2014/main" id="{59392068-2D29-10A5-10C1-4810F42F403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82" name="Rectangle 83">
                <a:extLst>
                  <a:ext uri="{FF2B5EF4-FFF2-40B4-BE49-F238E27FC236}">
                    <a16:creationId xmlns:a16="http://schemas.microsoft.com/office/drawing/2014/main" id="{A05E100F-2501-CF3F-4208-67B688A09C79}"/>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4" name="Textfeld 169">
              <a:extLst>
                <a:ext uri="{FF2B5EF4-FFF2-40B4-BE49-F238E27FC236}">
                  <a16:creationId xmlns:a16="http://schemas.microsoft.com/office/drawing/2014/main" id="{A022C5E9-F90A-5F83-A27E-9E4EC2EBEB84}"/>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C485E994-DB60-5076-3CAD-79E9D1FF3111}"/>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5AA24586-34A9-933B-5969-78AE764A0802}"/>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80" name="Textfeld 169">
              <a:extLst>
                <a:ext uri="{FF2B5EF4-FFF2-40B4-BE49-F238E27FC236}">
                  <a16:creationId xmlns:a16="http://schemas.microsoft.com/office/drawing/2014/main" id="{850CBA6B-2A24-2A1E-51A8-954B0C2A04BE}"/>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83" name="Textfeld 169">
            <a:extLst>
              <a:ext uri="{FF2B5EF4-FFF2-40B4-BE49-F238E27FC236}">
                <a16:creationId xmlns:a16="http://schemas.microsoft.com/office/drawing/2014/main" id="{5AE2B68D-EC54-C1B3-AE98-5892FAA6B6F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84" name="Textfeld 169">
            <a:extLst>
              <a:ext uri="{FF2B5EF4-FFF2-40B4-BE49-F238E27FC236}">
                <a16:creationId xmlns:a16="http://schemas.microsoft.com/office/drawing/2014/main" id="{36872EA5-DDF2-D681-EA48-16289AAA90CB}"/>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5" name="Gruppieren 84">
            <a:extLst>
              <a:ext uri="{FF2B5EF4-FFF2-40B4-BE49-F238E27FC236}">
                <a16:creationId xmlns:a16="http://schemas.microsoft.com/office/drawing/2014/main" id="{5F14B6BB-0DF9-919F-608A-80EA1876C26A}"/>
              </a:ext>
            </a:extLst>
          </p:cNvPr>
          <p:cNvGrpSpPr/>
          <p:nvPr/>
        </p:nvGrpSpPr>
        <p:grpSpPr>
          <a:xfrm>
            <a:off x="3466841" y="5205529"/>
            <a:ext cx="1415042" cy="412750"/>
            <a:chOff x="7782499" y="3595251"/>
            <a:chExt cx="1415042" cy="412750"/>
          </a:xfrm>
        </p:grpSpPr>
        <p:sp>
          <p:nvSpPr>
            <p:cNvPr id="89" name="Text Box 82">
              <a:extLst>
                <a:ext uri="{FF2B5EF4-FFF2-40B4-BE49-F238E27FC236}">
                  <a16:creationId xmlns:a16="http://schemas.microsoft.com/office/drawing/2014/main" id="{353CC136-8887-A052-3851-6ABEA4930D6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90" name="Rectangle 83">
              <a:extLst>
                <a:ext uri="{FF2B5EF4-FFF2-40B4-BE49-F238E27FC236}">
                  <a16:creationId xmlns:a16="http://schemas.microsoft.com/office/drawing/2014/main" id="{918D3F4B-1569-CDAB-988A-9F1A2BC35829}"/>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4" name="Textfeld 169">
              <a:extLst>
                <a:ext uri="{FF2B5EF4-FFF2-40B4-BE49-F238E27FC236}">
                  <a16:creationId xmlns:a16="http://schemas.microsoft.com/office/drawing/2014/main" id="{5D369729-8BC3-EC44-6EA0-0BAEF9C4783F}"/>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5" name="Textfeld 169">
              <a:extLst>
                <a:ext uri="{FF2B5EF4-FFF2-40B4-BE49-F238E27FC236}">
                  <a16:creationId xmlns:a16="http://schemas.microsoft.com/office/drawing/2014/main" id="{CB9052B7-F5A5-9B7F-AFA4-8208C7571CC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53511924-55EE-E975-2ECE-58D69E6A9E24}"/>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7" name="Textfeld 169">
              <a:extLst>
                <a:ext uri="{FF2B5EF4-FFF2-40B4-BE49-F238E27FC236}">
                  <a16:creationId xmlns:a16="http://schemas.microsoft.com/office/drawing/2014/main" id="{8AB39F4F-24B2-F926-398E-0C2D6C90D647}"/>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8" name="Gerade Verbindung mit Pfeil 97">
            <a:extLst>
              <a:ext uri="{FF2B5EF4-FFF2-40B4-BE49-F238E27FC236}">
                <a16:creationId xmlns:a16="http://schemas.microsoft.com/office/drawing/2014/main" id="{32A4F7F7-EF96-99BE-EF5E-194E2324ECA7}"/>
              </a:ext>
            </a:extLst>
          </p:cNvPr>
          <p:cNvCxnSpPr>
            <a:cxnSpLocks/>
            <a:stCxn id="57" idx="2"/>
            <a:endCxn id="80"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00" name="Gerade Verbindung mit Pfeil 99">
            <a:extLst>
              <a:ext uri="{FF2B5EF4-FFF2-40B4-BE49-F238E27FC236}">
                <a16:creationId xmlns:a16="http://schemas.microsoft.com/office/drawing/2014/main" id="{47826697-87AC-9909-1A36-547B67DBACEE}"/>
              </a:ext>
            </a:extLst>
          </p:cNvPr>
          <p:cNvCxnSpPr>
            <a:cxnSpLocks/>
            <a:stCxn id="56" idx="2"/>
            <a:endCxn id="76"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01" name="Gruppieren 100">
            <a:extLst>
              <a:ext uri="{FF2B5EF4-FFF2-40B4-BE49-F238E27FC236}">
                <a16:creationId xmlns:a16="http://schemas.microsoft.com/office/drawing/2014/main" id="{AE020039-3DF3-4D0A-948B-F2498AF9316C}"/>
              </a:ext>
            </a:extLst>
          </p:cNvPr>
          <p:cNvGrpSpPr/>
          <p:nvPr/>
        </p:nvGrpSpPr>
        <p:grpSpPr>
          <a:xfrm>
            <a:off x="3469224" y="3680501"/>
            <a:ext cx="1410052" cy="412750"/>
            <a:chOff x="7784882" y="1863047"/>
            <a:chExt cx="1410052" cy="412750"/>
          </a:xfrm>
        </p:grpSpPr>
        <p:grpSp>
          <p:nvGrpSpPr>
            <p:cNvPr id="102" name="Gruppieren 101">
              <a:extLst>
                <a:ext uri="{FF2B5EF4-FFF2-40B4-BE49-F238E27FC236}">
                  <a16:creationId xmlns:a16="http://schemas.microsoft.com/office/drawing/2014/main" id="{EFA9243A-BD75-980C-C223-004ABBC7F23B}"/>
                </a:ext>
              </a:extLst>
            </p:cNvPr>
            <p:cNvGrpSpPr/>
            <p:nvPr/>
          </p:nvGrpSpPr>
          <p:grpSpPr>
            <a:xfrm>
              <a:off x="7784882" y="1863047"/>
              <a:ext cx="1410052" cy="412750"/>
              <a:chOff x="6133049" y="1935065"/>
              <a:chExt cx="1410052" cy="412750"/>
            </a:xfrm>
          </p:grpSpPr>
          <p:sp>
            <p:nvSpPr>
              <p:cNvPr id="105" name="Text Box 82">
                <a:extLst>
                  <a:ext uri="{FF2B5EF4-FFF2-40B4-BE49-F238E27FC236}">
                    <a16:creationId xmlns:a16="http://schemas.microsoft.com/office/drawing/2014/main" id="{ED65B60D-CFF1-1945-89F8-01439FCBCD9D}"/>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06" name="Rectangle 83">
                <a:extLst>
                  <a:ext uri="{FF2B5EF4-FFF2-40B4-BE49-F238E27FC236}">
                    <a16:creationId xmlns:a16="http://schemas.microsoft.com/office/drawing/2014/main" id="{9194B156-B5F5-1B1B-ADC7-9C0800E9B9BC}"/>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07" name="Textfeld 169">
                <a:extLst>
                  <a:ext uri="{FF2B5EF4-FFF2-40B4-BE49-F238E27FC236}">
                    <a16:creationId xmlns:a16="http://schemas.microsoft.com/office/drawing/2014/main" id="{F11103B9-DB21-01C8-0F87-712AA74813ED}"/>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8" name="Textfeld 169">
                <a:extLst>
                  <a:ext uri="{FF2B5EF4-FFF2-40B4-BE49-F238E27FC236}">
                    <a16:creationId xmlns:a16="http://schemas.microsoft.com/office/drawing/2014/main" id="{446875B1-BE4E-1C40-2D83-C156734C0EB7}"/>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9" name="Textfeld 169">
                <a:extLst>
                  <a:ext uri="{FF2B5EF4-FFF2-40B4-BE49-F238E27FC236}">
                    <a16:creationId xmlns:a16="http://schemas.microsoft.com/office/drawing/2014/main" id="{204045B4-C996-0BC2-6F09-1CEB6FE15376}"/>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0" name="Textfeld 169">
                <a:extLst>
                  <a:ext uri="{FF2B5EF4-FFF2-40B4-BE49-F238E27FC236}">
                    <a16:creationId xmlns:a16="http://schemas.microsoft.com/office/drawing/2014/main" id="{79796909-644C-AD79-A890-FE6C1D51D368}"/>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1" name="Textfeld 169">
                <a:extLst>
                  <a:ext uri="{FF2B5EF4-FFF2-40B4-BE49-F238E27FC236}">
                    <a16:creationId xmlns:a16="http://schemas.microsoft.com/office/drawing/2014/main" id="{3D140E71-ACF9-5DD4-597D-8421208A4461}"/>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3" name="Textfeld 169">
              <a:extLst>
                <a:ext uri="{FF2B5EF4-FFF2-40B4-BE49-F238E27FC236}">
                  <a16:creationId xmlns:a16="http://schemas.microsoft.com/office/drawing/2014/main" id="{1AE278C0-8383-DFC0-1DEC-FE3CCBFCB18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04" name="Textfeld 169">
              <a:extLst>
                <a:ext uri="{FF2B5EF4-FFF2-40B4-BE49-F238E27FC236}">
                  <a16:creationId xmlns:a16="http://schemas.microsoft.com/office/drawing/2014/main" id="{381F05AA-2096-0415-1CDE-FC7F61B5EFA9}"/>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12" name="Gerade Verbindung mit Pfeil 111">
            <a:extLst>
              <a:ext uri="{FF2B5EF4-FFF2-40B4-BE49-F238E27FC236}">
                <a16:creationId xmlns:a16="http://schemas.microsoft.com/office/drawing/2014/main" id="{1961D867-2C1E-A4E4-DDA8-2B60C3B6DFAC}"/>
              </a:ext>
            </a:extLst>
          </p:cNvPr>
          <p:cNvCxnSpPr>
            <a:cxnSpLocks/>
            <a:stCxn id="69" idx="2"/>
            <a:endCxn id="106"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13" name="Verbinder: gewinkelt 87">
            <a:extLst>
              <a:ext uri="{FF2B5EF4-FFF2-40B4-BE49-F238E27FC236}">
                <a16:creationId xmlns:a16="http://schemas.microsoft.com/office/drawing/2014/main" id="{1D682EE7-6318-BED9-4123-693F2F0DBB5D}"/>
              </a:ext>
            </a:extLst>
          </p:cNvPr>
          <p:cNvCxnSpPr>
            <a:cxnSpLocks/>
            <a:stCxn id="74" idx="0"/>
            <a:endCxn id="104"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14" name="Gerade Verbindung mit Pfeil 113">
            <a:extLst>
              <a:ext uri="{FF2B5EF4-FFF2-40B4-BE49-F238E27FC236}">
                <a16:creationId xmlns:a16="http://schemas.microsoft.com/office/drawing/2014/main" id="{7FE0A810-44FD-AB14-9B7B-938DA62C11CF}"/>
              </a:ext>
            </a:extLst>
          </p:cNvPr>
          <p:cNvCxnSpPr>
            <a:cxnSpLocks/>
            <a:stCxn id="82" idx="3"/>
            <a:endCxn id="90"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19" name="Textfeld 118">
            <a:extLst>
              <a:ext uri="{FF2B5EF4-FFF2-40B4-BE49-F238E27FC236}">
                <a16:creationId xmlns:a16="http://schemas.microsoft.com/office/drawing/2014/main" id="{4C88FF78-ADA4-9CB3-2FDD-11E82139E337}"/>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20" name="AutoShape 40">
            <a:extLst>
              <a:ext uri="{FF2B5EF4-FFF2-40B4-BE49-F238E27FC236}">
                <a16:creationId xmlns:a16="http://schemas.microsoft.com/office/drawing/2014/main" id="{B02A0B45-9D94-0433-2080-2D3E40DBF779}"/>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22" name="Freihandform: Form 121">
            <a:extLst>
              <a:ext uri="{FF2B5EF4-FFF2-40B4-BE49-F238E27FC236}">
                <a16:creationId xmlns:a16="http://schemas.microsoft.com/office/drawing/2014/main" id="{66155A6F-F306-5AE7-7471-3F218DA9A2C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23" name="AutoShape 40">
            <a:extLst>
              <a:ext uri="{FF2B5EF4-FFF2-40B4-BE49-F238E27FC236}">
                <a16:creationId xmlns:a16="http://schemas.microsoft.com/office/drawing/2014/main" id="{538D7AC2-98B4-8993-5E38-9191C26AD273}"/>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36" name="Inhaltsplatzhalter 3">
            <a:extLst>
              <a:ext uri="{FF2B5EF4-FFF2-40B4-BE49-F238E27FC236}">
                <a16:creationId xmlns:a16="http://schemas.microsoft.com/office/drawing/2014/main" id="{863749B4-A4D4-6CEC-38F7-94F49B2A86FB}"/>
              </a:ext>
            </a:extLst>
          </p:cNvPr>
          <p:cNvSpPr txBox="1">
            <a:spLocks/>
          </p:cNvSpPr>
          <p:nvPr/>
        </p:nvSpPr>
        <p:spPr>
          <a:xfrm>
            <a:off x="6216000" y="4770973"/>
            <a:ext cx="5652000" cy="956113"/>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multiple functions with different qualifiers</a:t>
            </a:r>
          </a:p>
          <a:p>
            <a:pPr lvl="1"/>
            <a:r>
              <a:rPr lang="en-US" dirty="0"/>
              <a:t>with different roles (in / out)</a:t>
            </a:r>
          </a:p>
        </p:txBody>
      </p:sp>
    </p:spTree>
    <p:extLst>
      <p:ext uri="{BB962C8B-B14F-4D97-AF65-F5344CB8AC3E}">
        <p14:creationId xmlns:p14="http://schemas.microsoft.com/office/powerpoint/2010/main" val="704160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6. </a:t>
            </a:r>
            <a:r>
              <a:rPr lang="en-US" dirty="0"/>
              <a:t>Channels</a:t>
            </a:r>
            <a:r>
              <a:rPr lang="de-DE" dirty="0"/>
              <a:t> </a:t>
            </a:r>
            <a:r>
              <a:rPr lang="de-DE" dirty="0" err="1"/>
              <a:t>split</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200632"/>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3237468" y="1134951"/>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0" name="Rectangle 41">
            <a:extLst>
              <a:ext uri="{FF2B5EF4-FFF2-40B4-BE49-F238E27FC236}">
                <a16:creationId xmlns:a16="http://schemas.microsoft.com/office/drawing/2014/main" id="{7E335D61-B997-FF3A-8987-AD908F856BA4}"/>
              </a:ext>
            </a:extLst>
          </p:cNvPr>
          <p:cNvSpPr>
            <a:spLocks noChangeArrowheads="1"/>
          </p:cNvSpPr>
          <p:nvPr/>
        </p:nvSpPr>
        <p:spPr bwMode="auto">
          <a:xfrm>
            <a:off x="3239213" y="2421655"/>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cxnSp>
        <p:nvCxnSpPr>
          <p:cNvPr id="11" name="Verbinder: gewinkelt 36">
            <a:extLst>
              <a:ext uri="{FF2B5EF4-FFF2-40B4-BE49-F238E27FC236}">
                <a16:creationId xmlns:a16="http://schemas.microsoft.com/office/drawing/2014/main" id="{F2A32D55-2E1D-6144-1FF8-B9CE5D6C06E5}"/>
              </a:ext>
            </a:extLst>
          </p:cNvPr>
          <p:cNvCxnSpPr>
            <a:cxnSpLocks/>
            <a:stCxn id="18" idx="3"/>
          </p:cNvCxnSpPr>
          <p:nvPr/>
        </p:nvCxnSpPr>
        <p:spPr>
          <a:xfrm flipV="1">
            <a:off x="2187678" y="1477233"/>
            <a:ext cx="944506" cy="682860"/>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3" name="Verbinder: gewinkelt 36">
            <a:extLst>
              <a:ext uri="{FF2B5EF4-FFF2-40B4-BE49-F238E27FC236}">
                <a16:creationId xmlns:a16="http://schemas.microsoft.com/office/drawing/2014/main" id="{83B6BA5B-7089-EA97-FEAD-686D489174AB}"/>
              </a:ext>
            </a:extLst>
          </p:cNvPr>
          <p:cNvCxnSpPr>
            <a:cxnSpLocks/>
            <a:stCxn id="18" idx="3"/>
            <a:endCxn id="23" idx="1"/>
          </p:cNvCxnSpPr>
          <p:nvPr/>
        </p:nvCxnSpPr>
        <p:spPr>
          <a:xfrm>
            <a:off x="2187678" y="2160093"/>
            <a:ext cx="932293" cy="583676"/>
          </a:xfrm>
          <a:prstGeom prst="bentConnector3">
            <a:avLst>
              <a:gd name="adj1" fmla="val 50402"/>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B2CD728-AD34-800E-FE56-CBFACE6C198F}"/>
              </a:ext>
            </a:extLst>
          </p:cNvPr>
          <p:cNvSpPr txBox="1"/>
          <p:nvPr/>
        </p:nvSpPr>
        <p:spPr>
          <a:xfrm>
            <a:off x="4545774" y="1932228"/>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828461" y="182348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I</a:t>
            </a:r>
            <a:endParaRPr lang="en-US" sz="2000" dirty="0"/>
          </a:p>
        </p:txBody>
      </p:sp>
      <p:sp>
        <p:nvSpPr>
          <p:cNvPr id="16" name="TextBox 15">
            <a:extLst>
              <a:ext uri="{FF2B5EF4-FFF2-40B4-BE49-F238E27FC236}">
                <a16:creationId xmlns:a16="http://schemas.microsoft.com/office/drawing/2014/main" id="{C87A5050-D724-3B8A-C51D-B17BA26D7EC1}"/>
              </a:ext>
            </a:extLst>
          </p:cNvPr>
          <p:cNvSpPr txBox="1"/>
          <p:nvPr/>
        </p:nvSpPr>
        <p:spPr>
          <a:xfrm>
            <a:off x="321050" y="1897251"/>
            <a:ext cx="415498" cy="369332"/>
          </a:xfrm>
          <a:prstGeom prst="rect">
            <a:avLst/>
          </a:prstGeom>
          <a:noFill/>
        </p:spPr>
        <p:txBody>
          <a:bodyPr wrap="none" rtlCol="0">
            <a:spAutoFit/>
          </a:bodyPr>
          <a:lstStyle/>
          <a:p>
            <a:r>
              <a:rPr lang="de-DE" dirty="0"/>
              <a:t>…</a:t>
            </a:r>
            <a:endParaRPr lang="en-DE" dirty="0"/>
          </a:p>
        </p:txBody>
      </p:sp>
      <p:sp>
        <p:nvSpPr>
          <p:cNvPr id="18" name="Rechteck 23">
            <a:extLst>
              <a:ext uri="{FF2B5EF4-FFF2-40B4-BE49-F238E27FC236}">
                <a16:creationId xmlns:a16="http://schemas.microsoft.com/office/drawing/2014/main" id="{A3F15343-E89B-2CFA-A284-6C183DFC49A0}"/>
              </a:ext>
            </a:extLst>
          </p:cNvPr>
          <p:cNvSpPr/>
          <p:nvPr/>
        </p:nvSpPr>
        <p:spPr>
          <a:xfrm>
            <a:off x="1971678" y="205209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1" name="Rechteck 23">
            <a:extLst>
              <a:ext uri="{FF2B5EF4-FFF2-40B4-BE49-F238E27FC236}">
                <a16:creationId xmlns:a16="http://schemas.microsoft.com/office/drawing/2014/main" id="{35906E61-9F41-869D-4349-E594AD980B23}"/>
              </a:ext>
            </a:extLst>
          </p:cNvPr>
          <p:cNvSpPr/>
          <p:nvPr/>
        </p:nvSpPr>
        <p:spPr>
          <a:xfrm>
            <a:off x="3132184" y="1360417"/>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3" name="Rechteck 23">
            <a:extLst>
              <a:ext uri="{FF2B5EF4-FFF2-40B4-BE49-F238E27FC236}">
                <a16:creationId xmlns:a16="http://schemas.microsoft.com/office/drawing/2014/main" id="{45120770-9BA1-0BF5-AD97-F6BDEBF744B8}"/>
              </a:ext>
            </a:extLst>
          </p:cNvPr>
          <p:cNvSpPr/>
          <p:nvPr/>
        </p:nvSpPr>
        <p:spPr>
          <a:xfrm>
            <a:off x="3119971" y="263576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8695734" y="1283048"/>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9325023" y="1711352"/>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8695734" y="2652938"/>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515009" y="2652755"/>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H:Function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5929297" y="3552400"/>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16200000" flipH="1">
            <a:off x="9065043" y="2307882"/>
            <a:ext cx="689174" cy="938"/>
          </a:xfrm>
          <a:prstGeom prst="bentConnector3">
            <a:avLst>
              <a:gd name="adj1" fmla="val 50000"/>
            </a:avLst>
          </a:prstGeom>
          <a:noFill/>
          <a:ln w="9525">
            <a:solidFill>
              <a:sysClr val="windowText" lastClr="000000"/>
            </a:solidFill>
            <a:round/>
            <a:headEnd/>
            <a:tailEnd type="triangle" w="med" len="med"/>
          </a:ln>
        </p:spPr>
      </p:cxnSp>
      <p:cxnSp>
        <p:nvCxnSpPr>
          <p:cNvPr id="45" name="Verbinder: gewinkelt 87">
            <a:extLst>
              <a:ext uri="{FF2B5EF4-FFF2-40B4-BE49-F238E27FC236}">
                <a16:creationId xmlns:a16="http://schemas.microsoft.com/office/drawing/2014/main" id="{2AFB883D-1F18-AE3D-AC1E-1F4B0F418B68}"/>
              </a:ext>
            </a:extLst>
          </p:cNvPr>
          <p:cNvCxnSpPr>
            <a:cxnSpLocks/>
            <a:stCxn id="29" idx="2"/>
            <a:endCxn id="35" idx="0"/>
          </p:cNvCxnSpPr>
          <p:nvPr/>
        </p:nvCxnSpPr>
        <p:spPr>
          <a:xfrm rot="16200000" flipH="1">
            <a:off x="9974772" y="1398152"/>
            <a:ext cx="688991" cy="1820213"/>
          </a:xfrm>
          <a:prstGeom prst="bentConnector3">
            <a:avLst>
              <a:gd name="adj1" fmla="val 50000"/>
            </a:avLst>
          </a:prstGeom>
          <a:noFill/>
          <a:ln w="9525">
            <a:solidFill>
              <a:sysClr val="windowText" lastClr="000000"/>
            </a:solidFill>
            <a:round/>
            <a:headEnd/>
            <a:tailEnd type="triangle" w="med" len="med"/>
          </a:ln>
        </p:spPr>
      </p:cxnSp>
      <p:sp>
        <p:nvSpPr>
          <p:cNvPr id="46" name="Rechteck 23">
            <a:extLst>
              <a:ext uri="{FF2B5EF4-FFF2-40B4-BE49-F238E27FC236}">
                <a16:creationId xmlns:a16="http://schemas.microsoft.com/office/drawing/2014/main" id="{DB8BE2DF-4FBE-678D-38F7-C918CF7ACFB0}"/>
              </a:ext>
            </a:extLst>
          </p:cNvPr>
          <p:cNvSpPr/>
          <p:nvPr/>
        </p:nvSpPr>
        <p:spPr>
          <a:xfrm>
            <a:off x="9155720" y="3065505"/>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7" name="Verbinder: gewinkelt 87">
            <a:extLst>
              <a:ext uri="{FF2B5EF4-FFF2-40B4-BE49-F238E27FC236}">
                <a16:creationId xmlns:a16="http://schemas.microsoft.com/office/drawing/2014/main" id="{20C1FDC2-B3E6-D37E-8A07-108B580168D5}"/>
              </a:ext>
            </a:extLst>
          </p:cNvPr>
          <p:cNvCxnSpPr>
            <a:cxnSpLocks/>
            <a:stCxn id="46" idx="2"/>
          </p:cNvCxnSpPr>
          <p:nvPr/>
        </p:nvCxnSpPr>
        <p:spPr>
          <a:xfrm rot="5400000">
            <a:off x="8344742" y="2566381"/>
            <a:ext cx="349295" cy="1779543"/>
          </a:xfrm>
          <a:prstGeom prst="bentConnector2">
            <a:avLst/>
          </a:prstGeom>
          <a:noFill/>
          <a:ln w="9525">
            <a:solidFill>
              <a:sysClr val="windowText" lastClr="000000"/>
            </a:solidFill>
            <a:round/>
            <a:headEnd/>
            <a:tailEnd type="triangle" w="med" len="med"/>
          </a:ln>
        </p:spPr>
      </p:cxnSp>
      <p:cxnSp>
        <p:nvCxnSpPr>
          <p:cNvPr id="48" name="Verbinder: gewinkelt 87">
            <a:extLst>
              <a:ext uri="{FF2B5EF4-FFF2-40B4-BE49-F238E27FC236}">
                <a16:creationId xmlns:a16="http://schemas.microsoft.com/office/drawing/2014/main" id="{133F86D3-60A0-78BF-180D-BB9C8D1F9031}"/>
              </a:ext>
            </a:extLst>
          </p:cNvPr>
          <p:cNvCxnSpPr>
            <a:cxnSpLocks/>
            <a:stCxn id="49" idx="2"/>
          </p:cNvCxnSpPr>
          <p:nvPr/>
        </p:nvCxnSpPr>
        <p:spPr>
          <a:xfrm rot="5400000">
            <a:off x="9121077" y="1790048"/>
            <a:ext cx="615902" cy="3598817"/>
          </a:xfrm>
          <a:prstGeom prst="bentConnector2">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11002781" y="3065505"/>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51" name="Gruppieren 31">
            <a:extLst>
              <a:ext uri="{FF2B5EF4-FFF2-40B4-BE49-F238E27FC236}">
                <a16:creationId xmlns:a16="http://schemas.microsoft.com/office/drawing/2014/main" id="{CC35215D-7CCB-33E4-8515-FBDF27C16715}"/>
              </a:ext>
            </a:extLst>
          </p:cNvPr>
          <p:cNvGrpSpPr/>
          <p:nvPr/>
        </p:nvGrpSpPr>
        <p:grpSpPr>
          <a:xfrm>
            <a:off x="6065092" y="2652754"/>
            <a:ext cx="1428729" cy="412750"/>
            <a:chOff x="4787230" y="1861556"/>
            <a:chExt cx="2417054" cy="412750"/>
          </a:xfrm>
        </p:grpSpPr>
        <p:sp>
          <p:nvSpPr>
            <p:cNvPr id="52" name="Text Box 82">
              <a:extLst>
                <a:ext uri="{FF2B5EF4-FFF2-40B4-BE49-F238E27FC236}">
                  <a16:creationId xmlns:a16="http://schemas.microsoft.com/office/drawing/2014/main" id="{4690CB4A-9264-7CB0-61C8-E6DC14C744F5}"/>
                </a:ext>
              </a:extLst>
            </p:cNvPr>
            <p:cNvSpPr txBox="1">
              <a:spLocks noChangeArrowheads="1"/>
            </p:cNvSpPr>
            <p:nvPr/>
          </p:nvSpPr>
          <p:spPr bwMode="auto">
            <a:xfrm>
              <a:off x="5075927" y="1899656"/>
              <a:ext cx="183648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53" name="Rectangle 83">
              <a:extLst>
                <a:ext uri="{FF2B5EF4-FFF2-40B4-BE49-F238E27FC236}">
                  <a16:creationId xmlns:a16="http://schemas.microsoft.com/office/drawing/2014/main" id="{E761484D-2E6F-0646-576F-6B028B961945}"/>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4" name="Rechteck 23">
            <a:extLst>
              <a:ext uri="{FF2B5EF4-FFF2-40B4-BE49-F238E27FC236}">
                <a16:creationId xmlns:a16="http://schemas.microsoft.com/office/drawing/2014/main" id="{204AD31F-9C8F-08B8-2076-7D6378002C6E}"/>
              </a:ext>
            </a:extLst>
          </p:cNvPr>
          <p:cNvSpPr/>
          <p:nvPr/>
        </p:nvSpPr>
        <p:spPr>
          <a:xfrm>
            <a:off x="6537939" y="3065321"/>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55" name="Verbinder: gewinkelt 87">
            <a:extLst>
              <a:ext uri="{FF2B5EF4-FFF2-40B4-BE49-F238E27FC236}">
                <a16:creationId xmlns:a16="http://schemas.microsoft.com/office/drawing/2014/main" id="{D96C7707-6CB7-EAA6-FCA1-8EA78AB68BC1}"/>
              </a:ext>
            </a:extLst>
          </p:cNvPr>
          <p:cNvCxnSpPr>
            <a:cxnSpLocks/>
            <a:stCxn id="54" idx="2"/>
            <a:endCxn id="38" idx="0"/>
          </p:cNvCxnSpPr>
          <p:nvPr/>
        </p:nvCxnSpPr>
        <p:spPr>
          <a:xfrm rot="16200000" flipH="1">
            <a:off x="6643449" y="3416390"/>
            <a:ext cx="271079" cy="940"/>
          </a:xfrm>
          <a:prstGeom prst="bentConnector3">
            <a:avLst>
              <a:gd name="adj1" fmla="val 50000"/>
            </a:avLst>
          </a:prstGeom>
          <a:noFill/>
          <a:ln w="9525">
            <a:solidFill>
              <a:sysClr val="windowText" lastClr="000000"/>
            </a:solidFill>
            <a:round/>
            <a:headEnd/>
            <a:tailEnd type="triangle" w="med" len="med"/>
          </a:ln>
        </p:spPr>
      </p:cxnSp>
      <p:cxnSp>
        <p:nvCxnSpPr>
          <p:cNvPr id="58" name="Verbinder: gewinkelt 87">
            <a:extLst>
              <a:ext uri="{FF2B5EF4-FFF2-40B4-BE49-F238E27FC236}">
                <a16:creationId xmlns:a16="http://schemas.microsoft.com/office/drawing/2014/main" id="{CFDD9B0D-3056-5549-1176-F88AD26065D3}"/>
              </a:ext>
            </a:extLst>
          </p:cNvPr>
          <p:cNvCxnSpPr>
            <a:cxnSpLocks/>
            <a:stCxn id="29" idx="2"/>
            <a:endCxn id="53" idx="0"/>
          </p:cNvCxnSpPr>
          <p:nvPr/>
        </p:nvCxnSpPr>
        <p:spPr>
          <a:xfrm rot="5400000">
            <a:off x="7749814" y="993407"/>
            <a:ext cx="688990" cy="2629704"/>
          </a:xfrm>
          <a:prstGeom prst="bentConnector3">
            <a:avLst>
              <a:gd name="adj1" fmla="val 50000"/>
            </a:avLst>
          </a:prstGeom>
          <a:noFill/>
          <a:ln w="9525">
            <a:solidFill>
              <a:sysClr val="windowText" lastClr="000000"/>
            </a:solidFill>
            <a:round/>
            <a:headEnd/>
            <a:tailEnd type="triangle" w="med" len="med"/>
          </a:ln>
        </p:spPr>
      </p:cxnSp>
      <p:sp>
        <p:nvSpPr>
          <p:cNvPr id="62" name="Textfeld 169">
            <a:extLst>
              <a:ext uri="{FF2B5EF4-FFF2-40B4-BE49-F238E27FC236}">
                <a16:creationId xmlns:a16="http://schemas.microsoft.com/office/drawing/2014/main" id="{FBE7F8F2-3CDB-F794-90D3-C3115C22EF53}"/>
              </a:ext>
            </a:extLst>
          </p:cNvPr>
          <p:cNvSpPr txBox="1"/>
          <p:nvPr/>
        </p:nvSpPr>
        <p:spPr>
          <a:xfrm>
            <a:off x="7668584" y="3356894"/>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6799053" y="327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4" name="Textfeld 169">
            <a:extLst>
              <a:ext uri="{FF2B5EF4-FFF2-40B4-BE49-F238E27FC236}">
                <a16:creationId xmlns:a16="http://schemas.microsoft.com/office/drawing/2014/main" id="{D5175A60-3D50-4787-859D-023FAD520A36}"/>
              </a:ext>
            </a:extLst>
          </p:cNvPr>
          <p:cNvSpPr txBox="1"/>
          <p:nvPr/>
        </p:nvSpPr>
        <p:spPr>
          <a:xfrm>
            <a:off x="7670099" y="363080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5" name="Gerade Verbindung mit Pfeil 4">
            <a:extLst>
              <a:ext uri="{FF2B5EF4-FFF2-40B4-BE49-F238E27FC236}">
                <a16:creationId xmlns:a16="http://schemas.microsoft.com/office/drawing/2014/main" id="{E26F6E07-F898-D38D-56A0-9CB7ED6F37C0}"/>
              </a:ext>
            </a:extLst>
          </p:cNvPr>
          <p:cNvCxnSpPr>
            <a:cxnSpLocks/>
            <a:stCxn id="98" idx="2"/>
            <a:endCxn id="86"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8" name="Textfeld 169">
            <a:extLst>
              <a:ext uri="{FF2B5EF4-FFF2-40B4-BE49-F238E27FC236}">
                <a16:creationId xmlns:a16="http://schemas.microsoft.com/office/drawing/2014/main" id="{FE759783-B04E-6028-C8CD-C9D53E750EBC}"/>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 name="Textfeld 169">
            <a:extLst>
              <a:ext uri="{FF2B5EF4-FFF2-40B4-BE49-F238E27FC236}">
                <a16:creationId xmlns:a16="http://schemas.microsoft.com/office/drawing/2014/main" id="{C19DDB36-1A6F-5161-62F6-F4B1DF92D3E7}"/>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2" name="Textfeld 169">
            <a:extLst>
              <a:ext uri="{FF2B5EF4-FFF2-40B4-BE49-F238E27FC236}">
                <a16:creationId xmlns:a16="http://schemas.microsoft.com/office/drawing/2014/main" id="{0B2E99CC-D0B1-19F2-9A02-7704AC807E44}"/>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2757E39C-E946-BEFA-58CE-AFB09C4F1D0F}"/>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5" name="Textfeld 169">
            <a:extLst>
              <a:ext uri="{FF2B5EF4-FFF2-40B4-BE49-F238E27FC236}">
                <a16:creationId xmlns:a16="http://schemas.microsoft.com/office/drawing/2014/main" id="{676B23B6-C1F5-F539-DB6A-0D5E3967FD15}"/>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 name="Textfeld 169">
            <a:extLst>
              <a:ext uri="{FF2B5EF4-FFF2-40B4-BE49-F238E27FC236}">
                <a16:creationId xmlns:a16="http://schemas.microsoft.com/office/drawing/2014/main" id="{D17B6765-C642-2755-CCD4-FE1C8FB13A49}"/>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0" name="Textfeld 169">
            <a:extLst>
              <a:ext uri="{FF2B5EF4-FFF2-40B4-BE49-F238E27FC236}">
                <a16:creationId xmlns:a16="http://schemas.microsoft.com/office/drawing/2014/main" id="{9BDD2F3D-062E-2960-225C-739FA9B50C20}"/>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2" name="Textfeld 169">
            <a:extLst>
              <a:ext uri="{FF2B5EF4-FFF2-40B4-BE49-F238E27FC236}">
                <a16:creationId xmlns:a16="http://schemas.microsoft.com/office/drawing/2014/main" id="{84574237-1580-783C-4B7F-641EB464DFAF}"/>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4" name="Textfeld 169">
            <a:extLst>
              <a:ext uri="{FF2B5EF4-FFF2-40B4-BE49-F238E27FC236}">
                <a16:creationId xmlns:a16="http://schemas.microsoft.com/office/drawing/2014/main" id="{464A3192-3CC9-217A-E189-DCA3A6EABBD3}"/>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5" name="Textfeld 169">
            <a:extLst>
              <a:ext uri="{FF2B5EF4-FFF2-40B4-BE49-F238E27FC236}">
                <a16:creationId xmlns:a16="http://schemas.microsoft.com/office/drawing/2014/main" id="{4CA7001D-6850-554C-5DAD-0F3992956C26}"/>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39" name="Textfeld 169">
            <a:extLst>
              <a:ext uri="{FF2B5EF4-FFF2-40B4-BE49-F238E27FC236}">
                <a16:creationId xmlns:a16="http://schemas.microsoft.com/office/drawing/2014/main" id="{AAEB62F5-E445-7FDE-B095-63F40BAA21F9}"/>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0" name="Textfeld 169">
            <a:extLst>
              <a:ext uri="{FF2B5EF4-FFF2-40B4-BE49-F238E27FC236}">
                <a16:creationId xmlns:a16="http://schemas.microsoft.com/office/drawing/2014/main" id="{AC255B08-0FFB-3060-F23B-9E59BB02911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0" name="Textfeld 169">
            <a:extLst>
              <a:ext uri="{FF2B5EF4-FFF2-40B4-BE49-F238E27FC236}">
                <a16:creationId xmlns:a16="http://schemas.microsoft.com/office/drawing/2014/main" id="{EEB1877C-3B2A-A101-258B-00DAD23F09C1}"/>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6" name="Textfeld 169">
            <a:extLst>
              <a:ext uri="{FF2B5EF4-FFF2-40B4-BE49-F238E27FC236}">
                <a16:creationId xmlns:a16="http://schemas.microsoft.com/office/drawing/2014/main" id="{0D5FB3D0-7F7F-9E6A-6C36-8B627DBF4F9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7" name="Textfeld 169">
            <a:extLst>
              <a:ext uri="{FF2B5EF4-FFF2-40B4-BE49-F238E27FC236}">
                <a16:creationId xmlns:a16="http://schemas.microsoft.com/office/drawing/2014/main" id="{50BD0235-BF34-C308-47EA-D484CEF1BD5E}"/>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59" name="Gruppieren 58">
            <a:extLst>
              <a:ext uri="{FF2B5EF4-FFF2-40B4-BE49-F238E27FC236}">
                <a16:creationId xmlns:a16="http://schemas.microsoft.com/office/drawing/2014/main" id="{0C33B4FF-C207-FA6D-7878-7942806284D5}"/>
              </a:ext>
            </a:extLst>
          </p:cNvPr>
          <p:cNvGrpSpPr/>
          <p:nvPr/>
        </p:nvGrpSpPr>
        <p:grpSpPr>
          <a:xfrm>
            <a:off x="714671" y="3679010"/>
            <a:ext cx="1930787" cy="635024"/>
            <a:chOff x="4316210" y="1861556"/>
            <a:chExt cx="1930787" cy="635024"/>
          </a:xfrm>
        </p:grpSpPr>
        <p:grpSp>
          <p:nvGrpSpPr>
            <p:cNvPr id="60" name="Gruppieren 59">
              <a:extLst>
                <a:ext uri="{FF2B5EF4-FFF2-40B4-BE49-F238E27FC236}">
                  <a16:creationId xmlns:a16="http://schemas.microsoft.com/office/drawing/2014/main" id="{82525944-7284-2C38-F5AF-22EA70D487DC}"/>
                </a:ext>
              </a:extLst>
            </p:cNvPr>
            <p:cNvGrpSpPr/>
            <p:nvPr/>
          </p:nvGrpSpPr>
          <p:grpSpPr>
            <a:xfrm>
              <a:off x="4316210" y="1861556"/>
              <a:ext cx="1930787" cy="415732"/>
              <a:chOff x="5746196" y="1700350"/>
              <a:chExt cx="1930787" cy="415732"/>
            </a:xfrm>
          </p:grpSpPr>
          <p:cxnSp>
            <p:nvCxnSpPr>
              <p:cNvPr id="65" name="Verbinder: gewinkelt 87">
                <a:extLst>
                  <a:ext uri="{FF2B5EF4-FFF2-40B4-BE49-F238E27FC236}">
                    <a16:creationId xmlns:a16="http://schemas.microsoft.com/office/drawing/2014/main" id="{F342213F-B27D-4AB7-C08E-B82EF4AA0F10}"/>
                  </a:ext>
                </a:extLst>
              </p:cNvPr>
              <p:cNvCxnSpPr>
                <a:cxnSpLocks/>
                <a:stCxn id="68" idx="2"/>
                <a:endCxn id="67"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66" name="Text Box 82">
                <a:extLst>
                  <a:ext uri="{FF2B5EF4-FFF2-40B4-BE49-F238E27FC236}">
                    <a16:creationId xmlns:a16="http://schemas.microsoft.com/office/drawing/2014/main" id="{8F7487AF-82CA-5EE2-A3E5-F186A50328BC}"/>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7" name="Rectangle 83">
                <a:extLst>
                  <a:ext uri="{FF2B5EF4-FFF2-40B4-BE49-F238E27FC236}">
                    <a16:creationId xmlns:a16="http://schemas.microsoft.com/office/drawing/2014/main" id="{9A1FD0F4-1EB5-4BF8-8A9A-FA09777B500E}"/>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8" name="AutoShape 50">
                <a:extLst>
                  <a:ext uri="{FF2B5EF4-FFF2-40B4-BE49-F238E27FC236}">
                    <a16:creationId xmlns:a16="http://schemas.microsoft.com/office/drawing/2014/main" id="{4F696479-A758-7B48-0509-E06CEF2C3417}"/>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9" name="Textfeld 169">
                <a:extLst>
                  <a:ext uri="{FF2B5EF4-FFF2-40B4-BE49-F238E27FC236}">
                    <a16:creationId xmlns:a16="http://schemas.microsoft.com/office/drawing/2014/main" id="{58233911-278A-234C-B462-72B4B5B26EF9}"/>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0" name="Textfeld 169">
                <a:extLst>
                  <a:ext uri="{FF2B5EF4-FFF2-40B4-BE49-F238E27FC236}">
                    <a16:creationId xmlns:a16="http://schemas.microsoft.com/office/drawing/2014/main" id="{81B1CE5E-94C8-DB9F-9FED-DAF6F8DB205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1" name="AutoShape 50">
                <a:extLst>
                  <a:ext uri="{FF2B5EF4-FFF2-40B4-BE49-F238E27FC236}">
                    <a16:creationId xmlns:a16="http://schemas.microsoft.com/office/drawing/2014/main" id="{D3115523-1E7B-36B2-CA96-8559C3253E8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1" name="Rectangle 83">
              <a:extLst>
                <a:ext uri="{FF2B5EF4-FFF2-40B4-BE49-F238E27FC236}">
                  <a16:creationId xmlns:a16="http://schemas.microsoft.com/office/drawing/2014/main" id="{9BA659C8-DE1F-DDB0-C72F-3145D71F6DEC}"/>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4" name="Rectangle 83">
              <a:extLst>
                <a:ext uri="{FF2B5EF4-FFF2-40B4-BE49-F238E27FC236}">
                  <a16:creationId xmlns:a16="http://schemas.microsoft.com/office/drawing/2014/main" id="{5D299D57-A5D4-9578-19DB-EDD01D390F3C}"/>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2" name="Textfeld 169">
            <a:extLst>
              <a:ext uri="{FF2B5EF4-FFF2-40B4-BE49-F238E27FC236}">
                <a16:creationId xmlns:a16="http://schemas.microsoft.com/office/drawing/2014/main" id="{1A33CAC9-E8AF-2F09-6687-0D3FA7022C7A}"/>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73" name="Textfeld 169">
            <a:extLst>
              <a:ext uri="{FF2B5EF4-FFF2-40B4-BE49-F238E27FC236}">
                <a16:creationId xmlns:a16="http://schemas.microsoft.com/office/drawing/2014/main" id="{BBA6F035-E7B3-5882-1B2D-636FA0D1843C}"/>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74" name="Gruppieren 73">
            <a:extLst>
              <a:ext uri="{FF2B5EF4-FFF2-40B4-BE49-F238E27FC236}">
                <a16:creationId xmlns:a16="http://schemas.microsoft.com/office/drawing/2014/main" id="{00B80626-FCD9-D1AA-6B22-73840DAF69AB}"/>
              </a:ext>
            </a:extLst>
          </p:cNvPr>
          <p:cNvGrpSpPr/>
          <p:nvPr/>
        </p:nvGrpSpPr>
        <p:grpSpPr>
          <a:xfrm>
            <a:off x="966520" y="5205529"/>
            <a:ext cx="1632590" cy="412750"/>
            <a:chOff x="5282178" y="3388075"/>
            <a:chExt cx="1632590" cy="412750"/>
          </a:xfrm>
        </p:grpSpPr>
        <p:grpSp>
          <p:nvGrpSpPr>
            <p:cNvPr id="75" name="Group 87">
              <a:extLst>
                <a:ext uri="{FF2B5EF4-FFF2-40B4-BE49-F238E27FC236}">
                  <a16:creationId xmlns:a16="http://schemas.microsoft.com/office/drawing/2014/main" id="{099E7279-D82D-2D15-A6B6-18FDE6C7C7D5}"/>
                </a:ext>
              </a:extLst>
            </p:cNvPr>
            <p:cNvGrpSpPr>
              <a:grpSpLocks/>
            </p:cNvGrpSpPr>
            <p:nvPr/>
          </p:nvGrpSpPr>
          <p:grpSpPr bwMode="auto">
            <a:xfrm>
              <a:off x="5282178" y="3388075"/>
              <a:ext cx="1631951" cy="412750"/>
              <a:chOff x="3304" y="2592"/>
              <a:chExt cx="1028" cy="260"/>
            </a:xfrm>
          </p:grpSpPr>
          <p:sp>
            <p:nvSpPr>
              <p:cNvPr id="80" name="Text Box 82">
                <a:extLst>
                  <a:ext uri="{FF2B5EF4-FFF2-40B4-BE49-F238E27FC236}">
                    <a16:creationId xmlns:a16="http://schemas.microsoft.com/office/drawing/2014/main" id="{F289C1FC-C9EF-0FF8-8620-AB935B471E95}"/>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81" name="Rectangle 83">
                <a:extLst>
                  <a:ext uri="{FF2B5EF4-FFF2-40B4-BE49-F238E27FC236}">
                    <a16:creationId xmlns:a16="http://schemas.microsoft.com/office/drawing/2014/main" id="{DA7D41AF-8532-E251-7BE2-9033F199ED3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6" name="Textfeld 169">
              <a:extLst>
                <a:ext uri="{FF2B5EF4-FFF2-40B4-BE49-F238E27FC236}">
                  <a16:creationId xmlns:a16="http://schemas.microsoft.com/office/drawing/2014/main" id="{EDA421A2-8817-A5F3-449C-83AF03826F12}"/>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7" name="Textfeld 169">
              <a:extLst>
                <a:ext uri="{FF2B5EF4-FFF2-40B4-BE49-F238E27FC236}">
                  <a16:creationId xmlns:a16="http://schemas.microsoft.com/office/drawing/2014/main" id="{ACD14CE0-88D9-D28E-6C11-379BCF33E4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8" name="Textfeld 169">
              <a:extLst>
                <a:ext uri="{FF2B5EF4-FFF2-40B4-BE49-F238E27FC236}">
                  <a16:creationId xmlns:a16="http://schemas.microsoft.com/office/drawing/2014/main" id="{8C5BD410-D7D5-85C3-1FD5-02F1F348D46C}"/>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79" name="Textfeld 169">
              <a:extLst>
                <a:ext uri="{FF2B5EF4-FFF2-40B4-BE49-F238E27FC236}">
                  <a16:creationId xmlns:a16="http://schemas.microsoft.com/office/drawing/2014/main" id="{10B9D8EB-811F-515F-34E6-4933275B0E92}"/>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82" name="Textfeld 169">
            <a:extLst>
              <a:ext uri="{FF2B5EF4-FFF2-40B4-BE49-F238E27FC236}">
                <a16:creationId xmlns:a16="http://schemas.microsoft.com/office/drawing/2014/main" id="{297FBB16-E17F-0790-9F84-1829014A063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83" name="Textfeld 169">
            <a:extLst>
              <a:ext uri="{FF2B5EF4-FFF2-40B4-BE49-F238E27FC236}">
                <a16:creationId xmlns:a16="http://schemas.microsoft.com/office/drawing/2014/main" id="{C0171EFB-1D2A-361C-B993-6A775AF9FA5E}"/>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4" name="Gruppieren 83">
            <a:extLst>
              <a:ext uri="{FF2B5EF4-FFF2-40B4-BE49-F238E27FC236}">
                <a16:creationId xmlns:a16="http://schemas.microsoft.com/office/drawing/2014/main" id="{9F6539A2-2B83-DCD3-894E-7E228B23FE0B}"/>
              </a:ext>
            </a:extLst>
          </p:cNvPr>
          <p:cNvGrpSpPr/>
          <p:nvPr/>
        </p:nvGrpSpPr>
        <p:grpSpPr>
          <a:xfrm>
            <a:off x="3466841" y="5205529"/>
            <a:ext cx="1415042" cy="412750"/>
            <a:chOff x="7782499" y="3595251"/>
            <a:chExt cx="1415042" cy="412750"/>
          </a:xfrm>
        </p:grpSpPr>
        <p:sp>
          <p:nvSpPr>
            <p:cNvPr id="85" name="Text Box 82">
              <a:extLst>
                <a:ext uri="{FF2B5EF4-FFF2-40B4-BE49-F238E27FC236}">
                  <a16:creationId xmlns:a16="http://schemas.microsoft.com/office/drawing/2014/main" id="{000D6E33-DDC3-877A-ADCB-318B8609CEAB}"/>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86" name="Rectangle 83">
              <a:extLst>
                <a:ext uri="{FF2B5EF4-FFF2-40B4-BE49-F238E27FC236}">
                  <a16:creationId xmlns:a16="http://schemas.microsoft.com/office/drawing/2014/main" id="{D20CC6DC-A181-42F7-6F4D-9409165BF739}"/>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Textfeld 169">
              <a:extLst>
                <a:ext uri="{FF2B5EF4-FFF2-40B4-BE49-F238E27FC236}">
                  <a16:creationId xmlns:a16="http://schemas.microsoft.com/office/drawing/2014/main" id="{9D9CA7E6-A60E-6453-C6DB-481F50B73C20}"/>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8" name="Textfeld 169">
              <a:extLst>
                <a:ext uri="{FF2B5EF4-FFF2-40B4-BE49-F238E27FC236}">
                  <a16:creationId xmlns:a16="http://schemas.microsoft.com/office/drawing/2014/main" id="{33DD899D-C649-2BF5-63B0-4E60F1C0085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9" name="Textfeld 169">
              <a:extLst>
                <a:ext uri="{FF2B5EF4-FFF2-40B4-BE49-F238E27FC236}">
                  <a16:creationId xmlns:a16="http://schemas.microsoft.com/office/drawing/2014/main" id="{AFCA7AAE-D89B-D651-FCAB-BFD565DC74B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0" name="Textfeld 169">
              <a:extLst>
                <a:ext uri="{FF2B5EF4-FFF2-40B4-BE49-F238E27FC236}">
                  <a16:creationId xmlns:a16="http://schemas.microsoft.com/office/drawing/2014/main" id="{15790C04-A0E3-759D-5E0B-27EAC8C185ED}"/>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1" name="Gerade Verbindung mit Pfeil 90">
            <a:extLst>
              <a:ext uri="{FF2B5EF4-FFF2-40B4-BE49-F238E27FC236}">
                <a16:creationId xmlns:a16="http://schemas.microsoft.com/office/drawing/2014/main" id="{93F5EA7A-B846-057B-D509-411221D7C803}"/>
              </a:ext>
            </a:extLst>
          </p:cNvPr>
          <p:cNvCxnSpPr>
            <a:cxnSpLocks/>
            <a:stCxn id="64" idx="2"/>
            <a:endCxn id="79"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92" name="Gerade Verbindung mit Pfeil 91">
            <a:extLst>
              <a:ext uri="{FF2B5EF4-FFF2-40B4-BE49-F238E27FC236}">
                <a16:creationId xmlns:a16="http://schemas.microsoft.com/office/drawing/2014/main" id="{1B8578EC-20BE-66F9-8180-6FF79CF79E83}"/>
              </a:ext>
            </a:extLst>
          </p:cNvPr>
          <p:cNvCxnSpPr>
            <a:cxnSpLocks/>
            <a:stCxn id="61" idx="2"/>
            <a:endCxn id="78"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93" name="Gruppieren 92">
            <a:extLst>
              <a:ext uri="{FF2B5EF4-FFF2-40B4-BE49-F238E27FC236}">
                <a16:creationId xmlns:a16="http://schemas.microsoft.com/office/drawing/2014/main" id="{2220F016-9DFB-12A1-417E-2BF419E93FD8}"/>
              </a:ext>
            </a:extLst>
          </p:cNvPr>
          <p:cNvGrpSpPr/>
          <p:nvPr/>
        </p:nvGrpSpPr>
        <p:grpSpPr>
          <a:xfrm>
            <a:off x="3469224" y="3680501"/>
            <a:ext cx="1410052" cy="412750"/>
            <a:chOff x="7784882" y="1863047"/>
            <a:chExt cx="1410052" cy="412750"/>
          </a:xfrm>
        </p:grpSpPr>
        <p:grpSp>
          <p:nvGrpSpPr>
            <p:cNvPr id="94" name="Gruppieren 93">
              <a:extLst>
                <a:ext uri="{FF2B5EF4-FFF2-40B4-BE49-F238E27FC236}">
                  <a16:creationId xmlns:a16="http://schemas.microsoft.com/office/drawing/2014/main" id="{4B23FAF0-7B79-7446-5304-AF103E1E15A6}"/>
                </a:ext>
              </a:extLst>
            </p:cNvPr>
            <p:cNvGrpSpPr/>
            <p:nvPr/>
          </p:nvGrpSpPr>
          <p:grpSpPr>
            <a:xfrm>
              <a:off x="7784882" y="1863047"/>
              <a:ext cx="1410052" cy="412750"/>
              <a:chOff x="6133049" y="1935065"/>
              <a:chExt cx="1410052" cy="412750"/>
            </a:xfrm>
          </p:grpSpPr>
          <p:sp>
            <p:nvSpPr>
              <p:cNvPr id="97" name="Text Box 82">
                <a:extLst>
                  <a:ext uri="{FF2B5EF4-FFF2-40B4-BE49-F238E27FC236}">
                    <a16:creationId xmlns:a16="http://schemas.microsoft.com/office/drawing/2014/main" id="{04EFD5C6-A7E5-FE51-2237-A7C1E38D2EFC}"/>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98" name="Rectangle 83">
                <a:extLst>
                  <a:ext uri="{FF2B5EF4-FFF2-40B4-BE49-F238E27FC236}">
                    <a16:creationId xmlns:a16="http://schemas.microsoft.com/office/drawing/2014/main" id="{52BAA564-E2D7-8916-2716-907E301A9A88}"/>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9" name="Textfeld 169">
                <a:extLst>
                  <a:ext uri="{FF2B5EF4-FFF2-40B4-BE49-F238E27FC236}">
                    <a16:creationId xmlns:a16="http://schemas.microsoft.com/office/drawing/2014/main" id="{E11D9A04-4CEF-3DA2-3B71-8762D42B8BB9}"/>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0" name="Textfeld 169">
                <a:extLst>
                  <a:ext uri="{FF2B5EF4-FFF2-40B4-BE49-F238E27FC236}">
                    <a16:creationId xmlns:a16="http://schemas.microsoft.com/office/drawing/2014/main" id="{F0E074A6-3E4C-0334-C1E2-DC8C123DCC84}"/>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1" name="Textfeld 169">
                <a:extLst>
                  <a:ext uri="{FF2B5EF4-FFF2-40B4-BE49-F238E27FC236}">
                    <a16:creationId xmlns:a16="http://schemas.microsoft.com/office/drawing/2014/main" id="{47EF84B4-7C10-DC98-FE72-46319772056A}"/>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2" name="Textfeld 169">
                <a:extLst>
                  <a:ext uri="{FF2B5EF4-FFF2-40B4-BE49-F238E27FC236}">
                    <a16:creationId xmlns:a16="http://schemas.microsoft.com/office/drawing/2014/main" id="{D60A8650-ED19-0925-8E72-9CA1B67893C7}"/>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3" name="Textfeld 169">
                <a:extLst>
                  <a:ext uri="{FF2B5EF4-FFF2-40B4-BE49-F238E27FC236}">
                    <a16:creationId xmlns:a16="http://schemas.microsoft.com/office/drawing/2014/main" id="{4A6B7F0F-AE1B-2A04-487D-CC24CA634AF3}"/>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95" name="Textfeld 169">
              <a:extLst>
                <a:ext uri="{FF2B5EF4-FFF2-40B4-BE49-F238E27FC236}">
                  <a16:creationId xmlns:a16="http://schemas.microsoft.com/office/drawing/2014/main" id="{F742A87E-2F7E-93D1-2BBA-91590A4EF53C}"/>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ED3A016B-8968-0D20-B4B0-22E721538D85}"/>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04" name="Gerade Verbindung mit Pfeil 103">
            <a:extLst>
              <a:ext uri="{FF2B5EF4-FFF2-40B4-BE49-F238E27FC236}">
                <a16:creationId xmlns:a16="http://schemas.microsoft.com/office/drawing/2014/main" id="{ACA6C89B-60CF-DE71-F54B-B97E65DE12B0}"/>
              </a:ext>
            </a:extLst>
          </p:cNvPr>
          <p:cNvCxnSpPr>
            <a:cxnSpLocks/>
            <a:stCxn id="71" idx="2"/>
            <a:endCxn id="98"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05" name="Verbinder: gewinkelt 87">
            <a:extLst>
              <a:ext uri="{FF2B5EF4-FFF2-40B4-BE49-F238E27FC236}">
                <a16:creationId xmlns:a16="http://schemas.microsoft.com/office/drawing/2014/main" id="{5652ABDD-A1C0-19E2-8AC0-6D190B32469E}"/>
              </a:ext>
            </a:extLst>
          </p:cNvPr>
          <p:cNvCxnSpPr>
            <a:cxnSpLocks/>
            <a:stCxn id="76" idx="0"/>
            <a:endCxn id="96"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06" name="Gerade Verbindung mit Pfeil 105">
            <a:extLst>
              <a:ext uri="{FF2B5EF4-FFF2-40B4-BE49-F238E27FC236}">
                <a16:creationId xmlns:a16="http://schemas.microsoft.com/office/drawing/2014/main" id="{F21F1377-B1B8-A077-A1F3-7B53558A3564}"/>
              </a:ext>
            </a:extLst>
          </p:cNvPr>
          <p:cNvCxnSpPr>
            <a:cxnSpLocks/>
            <a:stCxn id="81" idx="3"/>
            <a:endCxn id="86"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11" name="Textfeld 110">
            <a:extLst>
              <a:ext uri="{FF2B5EF4-FFF2-40B4-BE49-F238E27FC236}">
                <a16:creationId xmlns:a16="http://schemas.microsoft.com/office/drawing/2014/main" id="{DA9AABA4-8FA9-BEB0-D654-5B803F44EC61}"/>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12" name="AutoShape 40">
            <a:extLst>
              <a:ext uri="{FF2B5EF4-FFF2-40B4-BE49-F238E27FC236}">
                <a16:creationId xmlns:a16="http://schemas.microsoft.com/office/drawing/2014/main" id="{51D683C1-EBAF-3792-1D89-DF7AB6B37FC7}"/>
              </a:ext>
            </a:extLst>
          </p:cNvPr>
          <p:cNvSpPr>
            <a:spLocks noChangeArrowheads="1"/>
          </p:cNvSpPr>
          <p:nvPr/>
        </p:nvSpPr>
        <p:spPr bwMode="auto">
          <a:xfrm flipV="1">
            <a:off x="4858843" y="3264404"/>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13" name="Freihandform: Form 112">
            <a:extLst>
              <a:ext uri="{FF2B5EF4-FFF2-40B4-BE49-F238E27FC236}">
                <a16:creationId xmlns:a16="http://schemas.microsoft.com/office/drawing/2014/main" id="{20B71D6F-8734-B0D6-1E89-31A0BC4C53B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14" name="AutoShape 40">
            <a:extLst>
              <a:ext uri="{FF2B5EF4-FFF2-40B4-BE49-F238E27FC236}">
                <a16:creationId xmlns:a16="http://schemas.microsoft.com/office/drawing/2014/main" id="{0DA894AD-1F93-0A20-6C76-32446F21CF89}"/>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36" name="Inhaltsplatzhalter 3">
            <a:extLst>
              <a:ext uri="{FF2B5EF4-FFF2-40B4-BE49-F238E27FC236}">
                <a16:creationId xmlns:a16="http://schemas.microsoft.com/office/drawing/2014/main" id="{126D3BFB-C4DC-00DA-8B15-E5FBB41D6F0B}"/>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one source and two targets</a:t>
            </a:r>
          </a:p>
        </p:txBody>
      </p:sp>
    </p:spTree>
    <p:extLst>
      <p:ext uri="{BB962C8B-B14F-4D97-AF65-F5344CB8AC3E}">
        <p14:creationId xmlns:p14="http://schemas.microsoft.com/office/powerpoint/2010/main" val="989824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7. </a:t>
            </a:r>
            <a:r>
              <a:rPr lang="en-US" dirty="0"/>
              <a:t>Channels</a:t>
            </a:r>
            <a:r>
              <a:rPr lang="de-DE" dirty="0"/>
              <a:t> </a:t>
            </a:r>
            <a:r>
              <a:rPr lang="de-DE" dirty="0" err="1"/>
              <a:t>split</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components</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7345" y="1009767"/>
            <a:ext cx="3295323" cy="2207585"/>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1693247" y="1142401"/>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8" name="Rechteck 23">
            <a:extLst>
              <a:ext uri="{FF2B5EF4-FFF2-40B4-BE49-F238E27FC236}">
                <a16:creationId xmlns:a16="http://schemas.microsoft.com/office/drawing/2014/main" id="{F6D60C20-C046-D3FB-2EEF-283457B6B75C}"/>
              </a:ext>
            </a:extLst>
          </p:cNvPr>
          <p:cNvSpPr/>
          <p:nvPr/>
        </p:nvSpPr>
        <p:spPr>
          <a:xfrm>
            <a:off x="149345" y="2060554"/>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10" name="Rectangle 41">
            <a:extLst>
              <a:ext uri="{FF2B5EF4-FFF2-40B4-BE49-F238E27FC236}">
                <a16:creationId xmlns:a16="http://schemas.microsoft.com/office/drawing/2014/main" id="{7E335D61-B997-FF3A-8987-AD908F856BA4}"/>
              </a:ext>
            </a:extLst>
          </p:cNvPr>
          <p:cNvSpPr>
            <a:spLocks noChangeArrowheads="1"/>
          </p:cNvSpPr>
          <p:nvPr/>
        </p:nvSpPr>
        <p:spPr bwMode="auto">
          <a:xfrm>
            <a:off x="1693247" y="2430115"/>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cxnSp>
        <p:nvCxnSpPr>
          <p:cNvPr id="11" name="Verbinder: gewinkelt 36">
            <a:extLst>
              <a:ext uri="{FF2B5EF4-FFF2-40B4-BE49-F238E27FC236}">
                <a16:creationId xmlns:a16="http://schemas.microsoft.com/office/drawing/2014/main" id="{F2A32D55-2E1D-6144-1FF8-B9CE5D6C06E5}"/>
              </a:ext>
            </a:extLst>
          </p:cNvPr>
          <p:cNvCxnSpPr>
            <a:cxnSpLocks/>
            <a:stCxn id="8" idx="3"/>
            <a:endCxn id="20" idx="1"/>
          </p:cNvCxnSpPr>
          <p:nvPr/>
        </p:nvCxnSpPr>
        <p:spPr>
          <a:xfrm flipV="1">
            <a:off x="365345" y="1470348"/>
            <a:ext cx="1219902" cy="698206"/>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3" name="Verbinder: gewinkelt 36">
            <a:extLst>
              <a:ext uri="{FF2B5EF4-FFF2-40B4-BE49-F238E27FC236}">
                <a16:creationId xmlns:a16="http://schemas.microsoft.com/office/drawing/2014/main" id="{83B6BA5B-7089-EA97-FEAD-686D489174AB}"/>
              </a:ext>
            </a:extLst>
          </p:cNvPr>
          <p:cNvCxnSpPr>
            <a:cxnSpLocks/>
            <a:endCxn id="22" idx="1"/>
          </p:cNvCxnSpPr>
          <p:nvPr/>
        </p:nvCxnSpPr>
        <p:spPr>
          <a:xfrm>
            <a:off x="365345" y="2168554"/>
            <a:ext cx="1216686" cy="598166"/>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B2CD728-AD34-800E-FE56-CBFACE6C198F}"/>
              </a:ext>
            </a:extLst>
          </p:cNvPr>
          <p:cNvSpPr txBox="1"/>
          <p:nvPr/>
        </p:nvSpPr>
        <p:spPr>
          <a:xfrm>
            <a:off x="2983421" y="1907222"/>
            <a:ext cx="415498" cy="369332"/>
          </a:xfrm>
          <a:prstGeom prst="rect">
            <a:avLst/>
          </a:prstGeom>
          <a:noFill/>
        </p:spPr>
        <p:txBody>
          <a:bodyPr wrap="none" rtlCol="0">
            <a:spAutoFit/>
          </a:bodyPr>
          <a:lstStyle/>
          <a:p>
            <a:r>
              <a:rPr lang="de-DE" dirty="0"/>
              <a:t>…</a:t>
            </a:r>
            <a:endParaRPr lang="en-DE" dirty="0"/>
          </a:p>
        </p:txBody>
      </p:sp>
      <p:sp>
        <p:nvSpPr>
          <p:cNvPr id="20" name="Rechteck 23">
            <a:extLst>
              <a:ext uri="{FF2B5EF4-FFF2-40B4-BE49-F238E27FC236}">
                <a16:creationId xmlns:a16="http://schemas.microsoft.com/office/drawing/2014/main" id="{236C79BE-E4F8-1619-7A6D-783D00F85750}"/>
              </a:ext>
            </a:extLst>
          </p:cNvPr>
          <p:cNvSpPr/>
          <p:nvPr/>
        </p:nvSpPr>
        <p:spPr>
          <a:xfrm>
            <a:off x="1585247" y="1362348"/>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2" name="Rechteck 23">
            <a:extLst>
              <a:ext uri="{FF2B5EF4-FFF2-40B4-BE49-F238E27FC236}">
                <a16:creationId xmlns:a16="http://schemas.microsoft.com/office/drawing/2014/main" id="{0644AF0D-5521-FCA8-9BEE-526FF79CA50D}"/>
              </a:ext>
            </a:extLst>
          </p:cNvPr>
          <p:cNvSpPr/>
          <p:nvPr/>
        </p:nvSpPr>
        <p:spPr>
          <a:xfrm>
            <a:off x="1582031" y="2658720"/>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189" name="Gruppieren 31">
            <a:extLst>
              <a:ext uri="{FF2B5EF4-FFF2-40B4-BE49-F238E27FC236}">
                <a16:creationId xmlns:a16="http://schemas.microsoft.com/office/drawing/2014/main" id="{9C1E0F2F-C1DF-C719-8264-D9A350360FBC}"/>
              </a:ext>
            </a:extLst>
          </p:cNvPr>
          <p:cNvGrpSpPr/>
          <p:nvPr/>
        </p:nvGrpSpPr>
        <p:grpSpPr>
          <a:xfrm>
            <a:off x="8695734" y="1283048"/>
            <a:ext cx="1428729" cy="412750"/>
            <a:chOff x="4787230" y="1861556"/>
            <a:chExt cx="2417054" cy="412750"/>
          </a:xfrm>
        </p:grpSpPr>
        <p:sp>
          <p:nvSpPr>
            <p:cNvPr id="190" name="Text Box 82">
              <a:extLst>
                <a:ext uri="{FF2B5EF4-FFF2-40B4-BE49-F238E27FC236}">
                  <a16:creationId xmlns:a16="http://schemas.microsoft.com/office/drawing/2014/main" id="{D9E9A35D-58C7-2135-CBE1-AD2DCF08C14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91" name="Rectangle 83">
              <a:extLst>
                <a:ext uri="{FF2B5EF4-FFF2-40B4-BE49-F238E27FC236}">
                  <a16:creationId xmlns:a16="http://schemas.microsoft.com/office/drawing/2014/main" id="{EEFB7336-D977-E236-E89F-5F8329428B45}"/>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92" name="AutoShape 50">
            <a:extLst>
              <a:ext uri="{FF2B5EF4-FFF2-40B4-BE49-F238E27FC236}">
                <a16:creationId xmlns:a16="http://schemas.microsoft.com/office/drawing/2014/main" id="{9BA3A600-EF7A-3E05-23D2-78EB8BFF99CB}"/>
              </a:ext>
            </a:extLst>
          </p:cNvPr>
          <p:cNvSpPr>
            <a:spLocks noChangeArrowheads="1"/>
          </p:cNvSpPr>
          <p:nvPr/>
        </p:nvSpPr>
        <p:spPr bwMode="auto">
          <a:xfrm>
            <a:off x="9325023" y="1711352"/>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193" name="Gruppieren 31">
            <a:extLst>
              <a:ext uri="{FF2B5EF4-FFF2-40B4-BE49-F238E27FC236}">
                <a16:creationId xmlns:a16="http://schemas.microsoft.com/office/drawing/2014/main" id="{D3BD09EC-FA2B-8F1F-067D-439E1F2AD0BB}"/>
              </a:ext>
            </a:extLst>
          </p:cNvPr>
          <p:cNvGrpSpPr/>
          <p:nvPr/>
        </p:nvGrpSpPr>
        <p:grpSpPr>
          <a:xfrm>
            <a:off x="8695734" y="2652938"/>
            <a:ext cx="1428729" cy="412750"/>
            <a:chOff x="4787230" y="1861556"/>
            <a:chExt cx="2417054" cy="412750"/>
          </a:xfrm>
        </p:grpSpPr>
        <p:sp>
          <p:nvSpPr>
            <p:cNvPr id="194" name="Text Box 82">
              <a:extLst>
                <a:ext uri="{FF2B5EF4-FFF2-40B4-BE49-F238E27FC236}">
                  <a16:creationId xmlns:a16="http://schemas.microsoft.com/office/drawing/2014/main" id="{F71B1B52-CC23-63BC-1307-FB2CE4AE751E}"/>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95" name="Rectangle 83">
              <a:extLst>
                <a:ext uri="{FF2B5EF4-FFF2-40B4-BE49-F238E27FC236}">
                  <a16:creationId xmlns:a16="http://schemas.microsoft.com/office/drawing/2014/main" id="{7A9F09C4-25D7-BA31-2B5E-A206C20B68B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96" name="Gruppieren 31">
            <a:extLst>
              <a:ext uri="{FF2B5EF4-FFF2-40B4-BE49-F238E27FC236}">
                <a16:creationId xmlns:a16="http://schemas.microsoft.com/office/drawing/2014/main" id="{CDFCE437-A0FC-DA9A-AAC7-BAFB4C87AC63}"/>
              </a:ext>
            </a:extLst>
          </p:cNvPr>
          <p:cNvGrpSpPr/>
          <p:nvPr/>
        </p:nvGrpSpPr>
        <p:grpSpPr>
          <a:xfrm>
            <a:off x="10515009" y="2652755"/>
            <a:ext cx="1428729" cy="412750"/>
            <a:chOff x="4787230" y="1861556"/>
            <a:chExt cx="2417054" cy="412750"/>
          </a:xfrm>
        </p:grpSpPr>
        <p:sp>
          <p:nvSpPr>
            <p:cNvPr id="197" name="Text Box 82">
              <a:extLst>
                <a:ext uri="{FF2B5EF4-FFF2-40B4-BE49-F238E27FC236}">
                  <a16:creationId xmlns:a16="http://schemas.microsoft.com/office/drawing/2014/main" id="{567D48CD-55F7-0AEF-8BF4-06FBCDC2B951}"/>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H:Function</a:t>
              </a:r>
            </a:p>
          </p:txBody>
        </p:sp>
        <p:sp>
          <p:nvSpPr>
            <p:cNvPr id="198" name="Rectangle 83">
              <a:extLst>
                <a:ext uri="{FF2B5EF4-FFF2-40B4-BE49-F238E27FC236}">
                  <a16:creationId xmlns:a16="http://schemas.microsoft.com/office/drawing/2014/main" id="{FD6A750A-1A2C-3740-623A-4B44068D9F3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202" name="Verbinder: gewinkelt 87">
            <a:extLst>
              <a:ext uri="{FF2B5EF4-FFF2-40B4-BE49-F238E27FC236}">
                <a16:creationId xmlns:a16="http://schemas.microsoft.com/office/drawing/2014/main" id="{67C41521-F647-6CD9-9DEF-278A97C36527}"/>
              </a:ext>
            </a:extLst>
          </p:cNvPr>
          <p:cNvCxnSpPr>
            <a:cxnSpLocks/>
            <a:stCxn id="203" idx="1"/>
            <a:endCxn id="201" idx="0"/>
          </p:cNvCxnSpPr>
          <p:nvPr/>
        </p:nvCxnSpPr>
        <p:spPr>
          <a:xfrm rot="10800000" flipV="1">
            <a:off x="6779459" y="1489920"/>
            <a:ext cx="1438899" cy="2062480"/>
          </a:xfrm>
          <a:prstGeom prst="bentConnector2">
            <a:avLst/>
          </a:prstGeom>
          <a:noFill/>
          <a:ln w="9525">
            <a:solidFill>
              <a:sysClr val="windowText" lastClr="000000"/>
            </a:solidFill>
            <a:round/>
            <a:headEnd/>
            <a:tailEnd type="triangle" w="med" len="med"/>
          </a:ln>
        </p:spPr>
      </p:cxnSp>
      <p:sp>
        <p:nvSpPr>
          <p:cNvPr id="203" name="Rechteck 23">
            <a:extLst>
              <a:ext uri="{FF2B5EF4-FFF2-40B4-BE49-F238E27FC236}">
                <a16:creationId xmlns:a16="http://schemas.microsoft.com/office/drawing/2014/main" id="{199F2D46-3817-D5AB-5CBC-B2BF7733407A}"/>
              </a:ext>
            </a:extLst>
          </p:cNvPr>
          <p:cNvSpPr/>
          <p:nvPr/>
        </p:nvSpPr>
        <p:spPr>
          <a:xfrm>
            <a:off x="8218357" y="1381920"/>
            <a:ext cx="473339"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207" name="Verbinder: gewinkelt 87">
            <a:extLst>
              <a:ext uri="{FF2B5EF4-FFF2-40B4-BE49-F238E27FC236}">
                <a16:creationId xmlns:a16="http://schemas.microsoft.com/office/drawing/2014/main" id="{4633764E-AD4F-E48F-C39F-4C3C8D0E7C98}"/>
              </a:ext>
            </a:extLst>
          </p:cNvPr>
          <p:cNvCxnSpPr>
            <a:cxnSpLocks/>
            <a:stCxn id="192" idx="2"/>
            <a:endCxn id="195" idx="0"/>
          </p:cNvCxnSpPr>
          <p:nvPr/>
        </p:nvCxnSpPr>
        <p:spPr>
          <a:xfrm rot="16200000" flipH="1">
            <a:off x="9065043" y="2307882"/>
            <a:ext cx="689174" cy="938"/>
          </a:xfrm>
          <a:prstGeom prst="bentConnector3">
            <a:avLst>
              <a:gd name="adj1" fmla="val 50000"/>
            </a:avLst>
          </a:prstGeom>
          <a:noFill/>
          <a:ln w="9525">
            <a:solidFill>
              <a:sysClr val="windowText" lastClr="000000"/>
            </a:solidFill>
            <a:round/>
            <a:headEnd/>
            <a:tailEnd type="triangle" w="med" len="med"/>
          </a:ln>
        </p:spPr>
      </p:cxnSp>
      <p:cxnSp>
        <p:nvCxnSpPr>
          <p:cNvPr id="208" name="Verbinder: gewinkelt 87">
            <a:extLst>
              <a:ext uri="{FF2B5EF4-FFF2-40B4-BE49-F238E27FC236}">
                <a16:creationId xmlns:a16="http://schemas.microsoft.com/office/drawing/2014/main" id="{6B85EB40-BF8F-808A-E5BA-FDE9A387AA6F}"/>
              </a:ext>
            </a:extLst>
          </p:cNvPr>
          <p:cNvCxnSpPr>
            <a:cxnSpLocks/>
            <a:stCxn id="192" idx="2"/>
            <a:endCxn id="198" idx="0"/>
          </p:cNvCxnSpPr>
          <p:nvPr/>
        </p:nvCxnSpPr>
        <p:spPr>
          <a:xfrm rot="16200000" flipH="1">
            <a:off x="9974772" y="1398152"/>
            <a:ext cx="688991" cy="1820213"/>
          </a:xfrm>
          <a:prstGeom prst="bentConnector3">
            <a:avLst>
              <a:gd name="adj1" fmla="val 50000"/>
            </a:avLst>
          </a:prstGeom>
          <a:noFill/>
          <a:ln w="9525">
            <a:solidFill>
              <a:sysClr val="windowText" lastClr="000000"/>
            </a:solidFill>
            <a:round/>
            <a:headEnd/>
            <a:tailEnd type="triangle" w="med" len="med"/>
          </a:ln>
        </p:spPr>
      </p:cxnSp>
      <p:sp>
        <p:nvSpPr>
          <p:cNvPr id="214" name="Textfeld 169">
            <a:extLst>
              <a:ext uri="{FF2B5EF4-FFF2-40B4-BE49-F238E27FC236}">
                <a16:creationId xmlns:a16="http://schemas.microsoft.com/office/drawing/2014/main" id="{E6A5D1A1-8FA9-0578-090F-8600AB0BA7FD}"/>
              </a:ext>
            </a:extLst>
          </p:cNvPr>
          <p:cNvSpPr txBox="1"/>
          <p:nvPr/>
        </p:nvSpPr>
        <p:spPr>
          <a:xfrm>
            <a:off x="6799053" y="327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218" name="Rechteck 23">
            <a:extLst>
              <a:ext uri="{FF2B5EF4-FFF2-40B4-BE49-F238E27FC236}">
                <a16:creationId xmlns:a16="http://schemas.microsoft.com/office/drawing/2014/main" id="{A12985EC-0D15-A3CD-C138-81A438F6B578}"/>
              </a:ext>
            </a:extLst>
          </p:cNvPr>
          <p:cNvSpPr/>
          <p:nvPr/>
        </p:nvSpPr>
        <p:spPr>
          <a:xfrm>
            <a:off x="9155720" y="3065505"/>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19" name="Rechteck 23">
            <a:extLst>
              <a:ext uri="{FF2B5EF4-FFF2-40B4-BE49-F238E27FC236}">
                <a16:creationId xmlns:a16="http://schemas.microsoft.com/office/drawing/2014/main" id="{A7A824BA-C156-5B8F-5048-9983B17D751F}"/>
              </a:ext>
            </a:extLst>
          </p:cNvPr>
          <p:cNvSpPr/>
          <p:nvPr/>
        </p:nvSpPr>
        <p:spPr>
          <a:xfrm>
            <a:off x="11002781" y="3065505"/>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cxnSp>
        <p:nvCxnSpPr>
          <p:cNvPr id="2" name="Verbinder: gewinkelt 87">
            <a:extLst>
              <a:ext uri="{FF2B5EF4-FFF2-40B4-BE49-F238E27FC236}">
                <a16:creationId xmlns:a16="http://schemas.microsoft.com/office/drawing/2014/main" id="{8AA6850A-362C-0910-A06C-B6999B46A148}"/>
              </a:ext>
            </a:extLst>
          </p:cNvPr>
          <p:cNvCxnSpPr>
            <a:cxnSpLocks/>
          </p:cNvCxnSpPr>
          <p:nvPr/>
        </p:nvCxnSpPr>
        <p:spPr>
          <a:xfrm rot="5400000">
            <a:off x="8344742" y="2566381"/>
            <a:ext cx="349295" cy="1779543"/>
          </a:xfrm>
          <a:prstGeom prst="bentConnector2">
            <a:avLst/>
          </a:prstGeom>
          <a:noFill/>
          <a:ln w="9525">
            <a:solidFill>
              <a:sysClr val="windowText" lastClr="000000"/>
            </a:solidFill>
            <a:round/>
            <a:headEnd/>
            <a:tailEnd type="triangle" w="med" len="med"/>
          </a:ln>
        </p:spPr>
      </p:cxnSp>
      <p:cxnSp>
        <p:nvCxnSpPr>
          <p:cNvPr id="4" name="Verbinder: gewinkelt 87">
            <a:extLst>
              <a:ext uri="{FF2B5EF4-FFF2-40B4-BE49-F238E27FC236}">
                <a16:creationId xmlns:a16="http://schemas.microsoft.com/office/drawing/2014/main" id="{55D92B0E-493D-195F-CA4D-1C6392E4D21D}"/>
              </a:ext>
            </a:extLst>
          </p:cNvPr>
          <p:cNvCxnSpPr>
            <a:cxnSpLocks/>
          </p:cNvCxnSpPr>
          <p:nvPr/>
        </p:nvCxnSpPr>
        <p:spPr>
          <a:xfrm rot="5400000">
            <a:off x="9121077" y="1790048"/>
            <a:ext cx="615902" cy="3598817"/>
          </a:xfrm>
          <a:prstGeom prst="bentConnector2">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32A449C9-1527-3964-CB7F-5932FF0E3393}"/>
              </a:ext>
            </a:extLst>
          </p:cNvPr>
          <p:cNvSpPr txBox="1"/>
          <p:nvPr/>
        </p:nvSpPr>
        <p:spPr>
          <a:xfrm>
            <a:off x="7668584" y="3356894"/>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9" name="Textfeld 169">
            <a:extLst>
              <a:ext uri="{FF2B5EF4-FFF2-40B4-BE49-F238E27FC236}">
                <a16:creationId xmlns:a16="http://schemas.microsoft.com/office/drawing/2014/main" id="{A7C38F46-033D-9863-DD78-918A26041708}"/>
              </a:ext>
            </a:extLst>
          </p:cNvPr>
          <p:cNvSpPr txBox="1"/>
          <p:nvPr/>
        </p:nvSpPr>
        <p:spPr>
          <a:xfrm>
            <a:off x="7670099" y="363080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12" name="Gerade Verbindung mit Pfeil 11">
            <a:extLst>
              <a:ext uri="{FF2B5EF4-FFF2-40B4-BE49-F238E27FC236}">
                <a16:creationId xmlns:a16="http://schemas.microsoft.com/office/drawing/2014/main" id="{BF62DF68-CE2B-5419-5348-E6369E66D950}"/>
              </a:ext>
            </a:extLst>
          </p:cNvPr>
          <p:cNvCxnSpPr>
            <a:cxnSpLocks/>
            <a:stCxn id="133" idx="2"/>
            <a:endCxn id="57"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14" name="Textfeld 169">
            <a:extLst>
              <a:ext uri="{FF2B5EF4-FFF2-40B4-BE49-F238E27FC236}">
                <a16:creationId xmlns:a16="http://schemas.microsoft.com/office/drawing/2014/main" id="{341BA9D2-3B25-3131-291C-B08793EF7BE5}"/>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5" name="Textfeld 169">
            <a:extLst>
              <a:ext uri="{FF2B5EF4-FFF2-40B4-BE49-F238E27FC236}">
                <a16:creationId xmlns:a16="http://schemas.microsoft.com/office/drawing/2014/main" id="{DDD44F39-BB19-3BCC-511B-13821519DAA9}"/>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6" name="Textfeld 169">
            <a:extLst>
              <a:ext uri="{FF2B5EF4-FFF2-40B4-BE49-F238E27FC236}">
                <a16:creationId xmlns:a16="http://schemas.microsoft.com/office/drawing/2014/main" id="{E55D0153-B604-4796-5FBC-43E8B375B6AC}"/>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 name="Textfeld 169">
            <a:extLst>
              <a:ext uri="{FF2B5EF4-FFF2-40B4-BE49-F238E27FC236}">
                <a16:creationId xmlns:a16="http://schemas.microsoft.com/office/drawing/2014/main" id="{F48FE946-3664-3CDF-B6DD-8DCF387A027D}"/>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 name="Textfeld 169">
            <a:extLst>
              <a:ext uri="{FF2B5EF4-FFF2-40B4-BE49-F238E27FC236}">
                <a16:creationId xmlns:a16="http://schemas.microsoft.com/office/drawing/2014/main" id="{79F01DF7-AEA5-465A-4D3F-323E036C8382}"/>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1" name="Textfeld 169">
            <a:extLst>
              <a:ext uri="{FF2B5EF4-FFF2-40B4-BE49-F238E27FC236}">
                <a16:creationId xmlns:a16="http://schemas.microsoft.com/office/drawing/2014/main" id="{8C373464-410A-D7FC-F6A7-9D61A4A62741}"/>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3" name="Textfeld 169">
            <a:extLst>
              <a:ext uri="{FF2B5EF4-FFF2-40B4-BE49-F238E27FC236}">
                <a16:creationId xmlns:a16="http://schemas.microsoft.com/office/drawing/2014/main" id="{7B4EA0A3-5E85-C992-4EEA-F53F36D39621}"/>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4" name="Textfeld 169">
            <a:extLst>
              <a:ext uri="{FF2B5EF4-FFF2-40B4-BE49-F238E27FC236}">
                <a16:creationId xmlns:a16="http://schemas.microsoft.com/office/drawing/2014/main" id="{8BCBCB77-FD3F-8219-D32C-0EFE46CD3E06}"/>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5" name="Textfeld 169">
            <a:extLst>
              <a:ext uri="{FF2B5EF4-FFF2-40B4-BE49-F238E27FC236}">
                <a16:creationId xmlns:a16="http://schemas.microsoft.com/office/drawing/2014/main" id="{7E6F2DD8-9CB0-74DB-08A8-B11922A1BD89}"/>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6" name="Textfeld 169">
            <a:extLst>
              <a:ext uri="{FF2B5EF4-FFF2-40B4-BE49-F238E27FC236}">
                <a16:creationId xmlns:a16="http://schemas.microsoft.com/office/drawing/2014/main" id="{8D797160-A0D9-8BEF-1C54-1540DDDC67A4}"/>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7" name="Textfeld 169">
            <a:extLst>
              <a:ext uri="{FF2B5EF4-FFF2-40B4-BE49-F238E27FC236}">
                <a16:creationId xmlns:a16="http://schemas.microsoft.com/office/drawing/2014/main" id="{76EB1697-85A6-68C7-9F8B-63247F1DB930}"/>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8" name="Textfeld 169">
            <a:extLst>
              <a:ext uri="{FF2B5EF4-FFF2-40B4-BE49-F238E27FC236}">
                <a16:creationId xmlns:a16="http://schemas.microsoft.com/office/drawing/2014/main" id="{D7BB3D69-38F5-3547-039C-6591373BA545}"/>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9" name="Textfeld 169">
            <a:extLst>
              <a:ext uri="{FF2B5EF4-FFF2-40B4-BE49-F238E27FC236}">
                <a16:creationId xmlns:a16="http://schemas.microsoft.com/office/drawing/2014/main" id="{9633FA07-6DE8-639F-A860-693B46122BE6}"/>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30" name="Textfeld 169">
            <a:extLst>
              <a:ext uri="{FF2B5EF4-FFF2-40B4-BE49-F238E27FC236}">
                <a16:creationId xmlns:a16="http://schemas.microsoft.com/office/drawing/2014/main" id="{96BE617E-A811-2D35-9E4C-267198E13D7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1" name="Textfeld 169">
            <a:extLst>
              <a:ext uri="{FF2B5EF4-FFF2-40B4-BE49-F238E27FC236}">
                <a16:creationId xmlns:a16="http://schemas.microsoft.com/office/drawing/2014/main" id="{2F9E8FD3-ABF7-4B1D-AAF9-CAD3F527309A}"/>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2" name="Gruppieren 31">
            <a:extLst>
              <a:ext uri="{FF2B5EF4-FFF2-40B4-BE49-F238E27FC236}">
                <a16:creationId xmlns:a16="http://schemas.microsoft.com/office/drawing/2014/main" id="{BEDD9EB7-6B62-657C-4162-174D73E67348}"/>
              </a:ext>
            </a:extLst>
          </p:cNvPr>
          <p:cNvGrpSpPr/>
          <p:nvPr/>
        </p:nvGrpSpPr>
        <p:grpSpPr>
          <a:xfrm>
            <a:off x="714671" y="3679010"/>
            <a:ext cx="1930787" cy="635024"/>
            <a:chOff x="4316210" y="1861556"/>
            <a:chExt cx="1930787" cy="635024"/>
          </a:xfrm>
        </p:grpSpPr>
        <p:grpSp>
          <p:nvGrpSpPr>
            <p:cNvPr id="33" name="Gruppieren 32">
              <a:extLst>
                <a:ext uri="{FF2B5EF4-FFF2-40B4-BE49-F238E27FC236}">
                  <a16:creationId xmlns:a16="http://schemas.microsoft.com/office/drawing/2014/main" id="{60C38CA7-CD9A-5480-A9BD-D4F24DE48465}"/>
                </a:ext>
              </a:extLst>
            </p:cNvPr>
            <p:cNvGrpSpPr/>
            <p:nvPr/>
          </p:nvGrpSpPr>
          <p:grpSpPr>
            <a:xfrm>
              <a:off x="4316210" y="1861556"/>
              <a:ext cx="1930787" cy="415732"/>
              <a:chOff x="5746196" y="1700350"/>
              <a:chExt cx="1930787" cy="415732"/>
            </a:xfrm>
          </p:grpSpPr>
          <p:cxnSp>
            <p:nvCxnSpPr>
              <p:cNvPr id="36" name="Verbinder: gewinkelt 87">
                <a:extLst>
                  <a:ext uri="{FF2B5EF4-FFF2-40B4-BE49-F238E27FC236}">
                    <a16:creationId xmlns:a16="http://schemas.microsoft.com/office/drawing/2014/main" id="{3EFCAD9E-CE54-A30E-F064-823CB906441A}"/>
                  </a:ext>
                </a:extLst>
              </p:cNvPr>
              <p:cNvCxnSpPr>
                <a:cxnSpLocks/>
                <a:stCxn id="39" idx="2"/>
                <a:endCxn id="3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37" name="Text Box 82">
                <a:extLst>
                  <a:ext uri="{FF2B5EF4-FFF2-40B4-BE49-F238E27FC236}">
                    <a16:creationId xmlns:a16="http://schemas.microsoft.com/office/drawing/2014/main" id="{B7A1A2AD-549A-E0D6-4811-02FC5AE661AE}"/>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8" name="Rectangle 83">
                <a:extLst>
                  <a:ext uri="{FF2B5EF4-FFF2-40B4-BE49-F238E27FC236}">
                    <a16:creationId xmlns:a16="http://schemas.microsoft.com/office/drawing/2014/main" id="{111824FC-AEAC-23CF-16CA-27F996F9F81A}"/>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9" name="AutoShape 50">
                <a:extLst>
                  <a:ext uri="{FF2B5EF4-FFF2-40B4-BE49-F238E27FC236}">
                    <a16:creationId xmlns:a16="http://schemas.microsoft.com/office/drawing/2014/main" id="{08612B3D-40F7-9BD1-CCFA-3D3E0002ABF7}"/>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0" name="Textfeld 169">
                <a:extLst>
                  <a:ext uri="{FF2B5EF4-FFF2-40B4-BE49-F238E27FC236}">
                    <a16:creationId xmlns:a16="http://schemas.microsoft.com/office/drawing/2014/main" id="{BD24CB16-4C6C-23EA-F46E-A2DE78A18836}"/>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1" name="Textfeld 169">
                <a:extLst>
                  <a:ext uri="{FF2B5EF4-FFF2-40B4-BE49-F238E27FC236}">
                    <a16:creationId xmlns:a16="http://schemas.microsoft.com/office/drawing/2014/main" id="{12F4DD78-3C35-FF09-4EA8-6191EAFB8793}"/>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2" name="AutoShape 50">
                <a:extLst>
                  <a:ext uri="{FF2B5EF4-FFF2-40B4-BE49-F238E27FC236}">
                    <a16:creationId xmlns:a16="http://schemas.microsoft.com/office/drawing/2014/main" id="{954C2886-0552-3D75-148D-0EFE5780854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4" name="Rectangle 83">
              <a:extLst>
                <a:ext uri="{FF2B5EF4-FFF2-40B4-BE49-F238E27FC236}">
                  <a16:creationId xmlns:a16="http://schemas.microsoft.com/office/drawing/2014/main" id="{F85BAF63-2EF3-07C6-C1C2-378B617A7D45}"/>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5" name="Rectangle 83">
              <a:extLst>
                <a:ext uri="{FF2B5EF4-FFF2-40B4-BE49-F238E27FC236}">
                  <a16:creationId xmlns:a16="http://schemas.microsoft.com/office/drawing/2014/main" id="{B19AD6B5-410A-0E94-65B5-60482AD6C531}"/>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3" name="Textfeld 169">
            <a:extLst>
              <a:ext uri="{FF2B5EF4-FFF2-40B4-BE49-F238E27FC236}">
                <a16:creationId xmlns:a16="http://schemas.microsoft.com/office/drawing/2014/main" id="{4C3D1EF2-2E03-F71D-C87A-75180B6D383B}"/>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44" name="Textfeld 169">
            <a:extLst>
              <a:ext uri="{FF2B5EF4-FFF2-40B4-BE49-F238E27FC236}">
                <a16:creationId xmlns:a16="http://schemas.microsoft.com/office/drawing/2014/main" id="{D0C85F1D-E16B-0858-0FC5-7CCED11782C4}"/>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45" name="Gruppieren 44">
            <a:extLst>
              <a:ext uri="{FF2B5EF4-FFF2-40B4-BE49-F238E27FC236}">
                <a16:creationId xmlns:a16="http://schemas.microsoft.com/office/drawing/2014/main" id="{66410E8B-041C-0751-5CC9-3B89DA8B06CF}"/>
              </a:ext>
            </a:extLst>
          </p:cNvPr>
          <p:cNvGrpSpPr/>
          <p:nvPr/>
        </p:nvGrpSpPr>
        <p:grpSpPr>
          <a:xfrm>
            <a:off x="966520" y="5205529"/>
            <a:ext cx="1632590" cy="412750"/>
            <a:chOff x="5282178" y="3388075"/>
            <a:chExt cx="1632590" cy="412750"/>
          </a:xfrm>
        </p:grpSpPr>
        <p:grpSp>
          <p:nvGrpSpPr>
            <p:cNvPr id="46" name="Group 87">
              <a:extLst>
                <a:ext uri="{FF2B5EF4-FFF2-40B4-BE49-F238E27FC236}">
                  <a16:creationId xmlns:a16="http://schemas.microsoft.com/office/drawing/2014/main" id="{2A274157-EDA6-9369-8F49-E1ADD248BDB1}"/>
                </a:ext>
              </a:extLst>
            </p:cNvPr>
            <p:cNvGrpSpPr>
              <a:grpSpLocks/>
            </p:cNvGrpSpPr>
            <p:nvPr/>
          </p:nvGrpSpPr>
          <p:grpSpPr bwMode="auto">
            <a:xfrm>
              <a:off x="5282178" y="3388075"/>
              <a:ext cx="1631951" cy="412750"/>
              <a:chOff x="3304" y="2592"/>
              <a:chExt cx="1028" cy="260"/>
            </a:xfrm>
          </p:grpSpPr>
          <p:sp>
            <p:nvSpPr>
              <p:cNvPr id="51" name="Text Box 82">
                <a:extLst>
                  <a:ext uri="{FF2B5EF4-FFF2-40B4-BE49-F238E27FC236}">
                    <a16:creationId xmlns:a16="http://schemas.microsoft.com/office/drawing/2014/main" id="{B7E6B564-D0EE-ACD0-1417-EE6DF0DEC97D}"/>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52" name="Rectangle 83">
                <a:extLst>
                  <a:ext uri="{FF2B5EF4-FFF2-40B4-BE49-F238E27FC236}">
                    <a16:creationId xmlns:a16="http://schemas.microsoft.com/office/drawing/2014/main" id="{201B756D-268F-EB93-AE14-D9F698906ADE}"/>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7" name="Textfeld 169">
              <a:extLst>
                <a:ext uri="{FF2B5EF4-FFF2-40B4-BE49-F238E27FC236}">
                  <a16:creationId xmlns:a16="http://schemas.microsoft.com/office/drawing/2014/main" id="{406948C9-5FB0-C103-C939-DA3A4A19FF3D}"/>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F2A99F77-5004-8918-C0EC-87BAC5C3F69E}"/>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2EC322F4-C878-BBF6-EA30-20F43717FF58}"/>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24956897-201A-1A85-E1F5-7C903D25405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53" name="Textfeld 169">
            <a:extLst>
              <a:ext uri="{FF2B5EF4-FFF2-40B4-BE49-F238E27FC236}">
                <a16:creationId xmlns:a16="http://schemas.microsoft.com/office/drawing/2014/main" id="{1BB371F1-9891-C1F5-14EE-90E41802E644}"/>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54" name="Textfeld 169">
            <a:extLst>
              <a:ext uri="{FF2B5EF4-FFF2-40B4-BE49-F238E27FC236}">
                <a16:creationId xmlns:a16="http://schemas.microsoft.com/office/drawing/2014/main" id="{DCF72F77-D5CA-3FF7-F1C3-7617150DB442}"/>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55" name="Gruppieren 54">
            <a:extLst>
              <a:ext uri="{FF2B5EF4-FFF2-40B4-BE49-F238E27FC236}">
                <a16:creationId xmlns:a16="http://schemas.microsoft.com/office/drawing/2014/main" id="{77DA2EE5-BC97-C631-6740-7855184014A5}"/>
              </a:ext>
            </a:extLst>
          </p:cNvPr>
          <p:cNvGrpSpPr/>
          <p:nvPr/>
        </p:nvGrpSpPr>
        <p:grpSpPr>
          <a:xfrm>
            <a:off x="3466841" y="5205529"/>
            <a:ext cx="1415042" cy="412750"/>
            <a:chOff x="7782499" y="3595251"/>
            <a:chExt cx="1415042" cy="412750"/>
          </a:xfrm>
        </p:grpSpPr>
        <p:sp>
          <p:nvSpPr>
            <p:cNvPr id="56" name="Text Box 82">
              <a:extLst>
                <a:ext uri="{FF2B5EF4-FFF2-40B4-BE49-F238E27FC236}">
                  <a16:creationId xmlns:a16="http://schemas.microsoft.com/office/drawing/2014/main" id="{C7B048EB-A11F-BEC7-782D-49F7FC6E3BDA}"/>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57" name="Rectangle 83">
              <a:extLst>
                <a:ext uri="{FF2B5EF4-FFF2-40B4-BE49-F238E27FC236}">
                  <a16:creationId xmlns:a16="http://schemas.microsoft.com/office/drawing/2014/main" id="{3C081B1C-94CC-56AF-23BD-77DEB20EFDFB}"/>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319E3FAA-6404-E929-C72E-2C22AE5FF73E}"/>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9" name="Textfeld 169">
              <a:extLst>
                <a:ext uri="{FF2B5EF4-FFF2-40B4-BE49-F238E27FC236}">
                  <a16:creationId xmlns:a16="http://schemas.microsoft.com/office/drawing/2014/main" id="{7DC5FD39-BF63-BEC5-553B-E59EF0B1434C}"/>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96F9AF7A-F98F-0D8D-0B1E-52467792E94F}"/>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F620971-79DD-BC44-BA32-9FE034B3D81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62" name="Gerade Verbindung mit Pfeil 61">
            <a:extLst>
              <a:ext uri="{FF2B5EF4-FFF2-40B4-BE49-F238E27FC236}">
                <a16:creationId xmlns:a16="http://schemas.microsoft.com/office/drawing/2014/main" id="{9E45994A-0D05-3D4C-F129-EBDCA51E05EE}"/>
              </a:ext>
            </a:extLst>
          </p:cNvPr>
          <p:cNvCxnSpPr>
            <a:cxnSpLocks/>
            <a:stCxn id="35" idx="2"/>
            <a:endCxn id="50"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63" name="Gerade Verbindung mit Pfeil 62">
            <a:extLst>
              <a:ext uri="{FF2B5EF4-FFF2-40B4-BE49-F238E27FC236}">
                <a16:creationId xmlns:a16="http://schemas.microsoft.com/office/drawing/2014/main" id="{D602F057-3D5A-B849-A7C9-A89F624DE4C2}"/>
              </a:ext>
            </a:extLst>
          </p:cNvPr>
          <p:cNvCxnSpPr>
            <a:cxnSpLocks/>
            <a:stCxn id="34" idx="2"/>
            <a:endCxn id="49"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28" name="Gruppieren 127">
            <a:extLst>
              <a:ext uri="{FF2B5EF4-FFF2-40B4-BE49-F238E27FC236}">
                <a16:creationId xmlns:a16="http://schemas.microsoft.com/office/drawing/2014/main" id="{8ADDF460-E472-1B0E-C12D-9DBDC4475984}"/>
              </a:ext>
            </a:extLst>
          </p:cNvPr>
          <p:cNvGrpSpPr/>
          <p:nvPr/>
        </p:nvGrpSpPr>
        <p:grpSpPr>
          <a:xfrm>
            <a:off x="3469224" y="3680501"/>
            <a:ext cx="1410052" cy="412750"/>
            <a:chOff x="7784882" y="1863047"/>
            <a:chExt cx="1410052" cy="412750"/>
          </a:xfrm>
        </p:grpSpPr>
        <p:grpSp>
          <p:nvGrpSpPr>
            <p:cNvPr id="129" name="Gruppieren 128">
              <a:extLst>
                <a:ext uri="{FF2B5EF4-FFF2-40B4-BE49-F238E27FC236}">
                  <a16:creationId xmlns:a16="http://schemas.microsoft.com/office/drawing/2014/main" id="{4C4024F7-5467-B9A8-0680-980B4856CCC9}"/>
                </a:ext>
              </a:extLst>
            </p:cNvPr>
            <p:cNvGrpSpPr/>
            <p:nvPr/>
          </p:nvGrpSpPr>
          <p:grpSpPr>
            <a:xfrm>
              <a:off x="7784882" y="1863047"/>
              <a:ext cx="1410052" cy="412750"/>
              <a:chOff x="6133049" y="1935065"/>
              <a:chExt cx="1410052" cy="412750"/>
            </a:xfrm>
          </p:grpSpPr>
          <p:sp>
            <p:nvSpPr>
              <p:cNvPr id="132" name="Text Box 82">
                <a:extLst>
                  <a:ext uri="{FF2B5EF4-FFF2-40B4-BE49-F238E27FC236}">
                    <a16:creationId xmlns:a16="http://schemas.microsoft.com/office/drawing/2014/main" id="{0DB34DEA-55FD-01D4-1859-4682295279C4}"/>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33" name="Rectangle 83">
                <a:extLst>
                  <a:ext uri="{FF2B5EF4-FFF2-40B4-BE49-F238E27FC236}">
                    <a16:creationId xmlns:a16="http://schemas.microsoft.com/office/drawing/2014/main" id="{E86A74A8-F19E-8096-F164-E1585537A1A2}"/>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DC760A33-78CD-B525-CCDF-BD124E787A95}"/>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5" name="Textfeld 169">
                <a:extLst>
                  <a:ext uri="{FF2B5EF4-FFF2-40B4-BE49-F238E27FC236}">
                    <a16:creationId xmlns:a16="http://schemas.microsoft.com/office/drawing/2014/main" id="{09F44DAD-AF55-B597-FFCB-484D8DA8B017}"/>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6" name="Textfeld 169">
                <a:extLst>
                  <a:ext uri="{FF2B5EF4-FFF2-40B4-BE49-F238E27FC236}">
                    <a16:creationId xmlns:a16="http://schemas.microsoft.com/office/drawing/2014/main" id="{73D5622F-18BD-9D5B-8B8A-3EEEF9A514CB}"/>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7" name="Textfeld 169">
                <a:extLst>
                  <a:ext uri="{FF2B5EF4-FFF2-40B4-BE49-F238E27FC236}">
                    <a16:creationId xmlns:a16="http://schemas.microsoft.com/office/drawing/2014/main" id="{84F2B552-2CEB-39DA-3E19-72E7D5477653}"/>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8" name="Textfeld 169">
                <a:extLst>
                  <a:ext uri="{FF2B5EF4-FFF2-40B4-BE49-F238E27FC236}">
                    <a16:creationId xmlns:a16="http://schemas.microsoft.com/office/drawing/2014/main" id="{CA3CD3BF-7E46-2EAF-C92C-3FA77545A23E}"/>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30" name="Textfeld 169">
              <a:extLst>
                <a:ext uri="{FF2B5EF4-FFF2-40B4-BE49-F238E27FC236}">
                  <a16:creationId xmlns:a16="http://schemas.microsoft.com/office/drawing/2014/main" id="{E97CDFCE-DA51-E5ED-76C7-012786E68F4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31" name="Textfeld 169">
              <a:extLst>
                <a:ext uri="{FF2B5EF4-FFF2-40B4-BE49-F238E27FC236}">
                  <a16:creationId xmlns:a16="http://schemas.microsoft.com/office/drawing/2014/main" id="{5EF4B63B-28E3-B855-A3B1-4BE3193EF804}"/>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39" name="Gerade Verbindung mit Pfeil 138">
            <a:extLst>
              <a:ext uri="{FF2B5EF4-FFF2-40B4-BE49-F238E27FC236}">
                <a16:creationId xmlns:a16="http://schemas.microsoft.com/office/drawing/2014/main" id="{6865CFF5-B525-3035-2FCF-229EBDBB26F9}"/>
              </a:ext>
            </a:extLst>
          </p:cNvPr>
          <p:cNvCxnSpPr>
            <a:cxnSpLocks/>
            <a:stCxn id="42" idx="2"/>
            <a:endCxn id="133"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40" name="Verbinder: gewinkelt 87">
            <a:extLst>
              <a:ext uri="{FF2B5EF4-FFF2-40B4-BE49-F238E27FC236}">
                <a16:creationId xmlns:a16="http://schemas.microsoft.com/office/drawing/2014/main" id="{821F591E-B0F3-9E3E-482A-CD587B8C3FFF}"/>
              </a:ext>
            </a:extLst>
          </p:cNvPr>
          <p:cNvCxnSpPr>
            <a:cxnSpLocks/>
            <a:stCxn id="47" idx="0"/>
            <a:endCxn id="131"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41" name="Gerade Verbindung mit Pfeil 140">
            <a:extLst>
              <a:ext uri="{FF2B5EF4-FFF2-40B4-BE49-F238E27FC236}">
                <a16:creationId xmlns:a16="http://schemas.microsoft.com/office/drawing/2014/main" id="{67C5238D-9CDE-3B76-E63D-255C31E87627}"/>
              </a:ext>
            </a:extLst>
          </p:cNvPr>
          <p:cNvCxnSpPr>
            <a:cxnSpLocks/>
            <a:stCxn id="52" idx="3"/>
            <a:endCxn id="57"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201" name="Rectangle 83">
            <a:extLst>
              <a:ext uri="{FF2B5EF4-FFF2-40B4-BE49-F238E27FC236}">
                <a16:creationId xmlns:a16="http://schemas.microsoft.com/office/drawing/2014/main" id="{21338AD9-66D2-73B0-3374-5229FE3BF8B9}"/>
              </a:ext>
            </a:extLst>
          </p:cNvPr>
          <p:cNvSpPr>
            <a:spLocks noChangeArrowheads="1"/>
          </p:cNvSpPr>
          <p:nvPr/>
        </p:nvSpPr>
        <p:spPr bwMode="auto">
          <a:xfrm>
            <a:off x="5929297" y="3552400"/>
            <a:ext cx="1700321" cy="412750"/>
          </a:xfrm>
          <a:prstGeom prst="rect">
            <a:avLst/>
          </a:prstGeom>
          <a:solidFill>
            <a:schemeClr val="bg1"/>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6" name="Textfeld 145">
            <a:extLst>
              <a:ext uri="{FF2B5EF4-FFF2-40B4-BE49-F238E27FC236}">
                <a16:creationId xmlns:a16="http://schemas.microsoft.com/office/drawing/2014/main" id="{A1B208DF-C016-D7D2-6385-AA095ECD7154}"/>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47" name="AutoShape 40">
            <a:extLst>
              <a:ext uri="{FF2B5EF4-FFF2-40B4-BE49-F238E27FC236}">
                <a16:creationId xmlns:a16="http://schemas.microsoft.com/office/drawing/2014/main" id="{79FD0B24-C623-3CB6-1B78-EA582E45B30F}"/>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48" name="Freihandform: Form 147">
            <a:extLst>
              <a:ext uri="{FF2B5EF4-FFF2-40B4-BE49-F238E27FC236}">
                <a16:creationId xmlns:a16="http://schemas.microsoft.com/office/drawing/2014/main" id="{BF1EE0F7-77B4-ABA2-9B39-DC979518F39C}"/>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49" name="AutoShape 40">
            <a:extLst>
              <a:ext uri="{FF2B5EF4-FFF2-40B4-BE49-F238E27FC236}">
                <a16:creationId xmlns:a16="http://schemas.microsoft.com/office/drawing/2014/main" id="{9DBB4DB5-CF50-5BBB-4E50-323293D99F40}"/>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142" name="Inhaltsplatzhalter 3">
            <a:extLst>
              <a:ext uri="{FF2B5EF4-FFF2-40B4-BE49-F238E27FC236}">
                <a16:creationId xmlns:a16="http://schemas.microsoft.com/office/drawing/2014/main" id="{3D83A6AC-BAC9-0907-E697-AB058E98267E}"/>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one source and two targets</a:t>
            </a:r>
          </a:p>
        </p:txBody>
      </p:sp>
    </p:spTree>
    <p:extLst>
      <p:ext uri="{BB962C8B-B14F-4D97-AF65-F5344CB8AC3E}">
        <p14:creationId xmlns:p14="http://schemas.microsoft.com/office/powerpoint/2010/main" val="60861087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6cd991bf-f022-4378-96e7-2c338aeb3f5a"/>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TOrIf3yzQbGCpNu4CpwWtA"/>
</p:tagLst>
</file>

<file path=ppt/theme/theme1.xml><?xml version="1.0" encoding="utf-8"?>
<a:theme xmlns:a="http://schemas.openxmlformats.org/drawingml/2006/main" name="DesignSE">
  <a:themeElements>
    <a:clrScheme name="Editir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339933"/>
      </a:accent4>
      <a:accent5>
        <a:srgbClr val="F6A800"/>
      </a:accent5>
      <a:accent6>
        <a:srgbClr val="CC071E"/>
      </a:accent6>
      <a:hlink>
        <a:srgbClr val="612158"/>
      </a:hlink>
      <a:folHlink>
        <a:srgbClr val="7A6FAC"/>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noFill/>
        <a:ln w="9525">
          <a:solidFill>
            <a:schemeClr val="tx2"/>
          </a:solidFill>
          <a:round/>
          <a:headEnd type="none" w="sm" len="sm"/>
          <a:tailEnd type="arrow" w="med" len="med"/>
        </a:ln>
      </a:spPr>
      <a:bodyPr wrap="none" anchor="ctr"/>
      <a:lstStyle>
        <a:defPPr algn="l">
          <a:defRPr/>
        </a:defPPr>
      </a:lstStyle>
    </a:spDef>
    <a:lnDef>
      <a:spPr>
        <a:ln w="9525">
          <a:solidFill>
            <a:schemeClr val="tx2"/>
          </a:solidFill>
          <a:headEnd type="triangle"/>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Editir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339933"/>
        </a:accent4>
        <a:accent5>
          <a:srgbClr val="F6A800"/>
        </a:accent5>
        <a:accent6>
          <a:srgbClr val="CC071E"/>
        </a:accent6>
        <a:hlink>
          <a:srgbClr val="612158"/>
        </a:hlink>
        <a:folHlink>
          <a:srgbClr val="7A6FAC"/>
        </a:folHlink>
      </a:clrScheme>
    </a:extraClrScheme>
    <a:extraClrScheme>
      <a:clrScheme name="Anzeige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C0C0C0"/>
        </a:accent4>
        <a:accent5>
          <a:srgbClr val="F6A800"/>
        </a:accent5>
        <a:accent6>
          <a:srgbClr val="CC071E"/>
        </a:accent6>
        <a:hlink>
          <a:srgbClr val="612158"/>
        </a:hlink>
        <a:folHlink>
          <a:srgbClr val="7A6FAC"/>
        </a:folHlink>
      </a:clrScheme>
    </a:extraClrScheme>
    <a:extraClrScheme>
      <a:clrScheme name="Druck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FFFFFF"/>
        </a:accent4>
        <a:accent5>
          <a:srgbClr val="F6A800"/>
        </a:accent5>
        <a:accent6>
          <a:srgbClr val="CC071E"/>
        </a:accent6>
        <a:hlink>
          <a:srgbClr val="612158"/>
        </a:hlink>
        <a:folHlink>
          <a:srgbClr val="7A6FAC"/>
        </a:folHlink>
      </a:clrScheme>
    </a:extraClrScheme>
  </a:extraClrSchemeLst>
  <a:extLst>
    <a:ext uri="{05A4C25C-085E-4340-85A3-A5531E510DB2}">
      <thm15:themeFamily xmlns:thm15="http://schemas.microsoft.com/office/thememl/2012/main" name="DesignSE" id="{EAFC8903-E4B1-467C-960D-91660CE78A0A}" vid="{99D41127-BE3F-4F81-BB33-06BFE3C9306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2466</Words>
  <Application>Microsoft Office PowerPoint</Application>
  <PresentationFormat>Breitbild</PresentationFormat>
  <Paragraphs>1133</Paragraphs>
  <Slides>23</Slides>
  <Notes>7</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23</vt:i4>
      </vt:variant>
    </vt:vector>
  </HeadingPairs>
  <TitlesOfParts>
    <vt:vector size="31" baseType="lpstr">
      <vt:lpstr>ＭＳ Ｐゴシック</vt:lpstr>
      <vt:lpstr>Arial</vt:lpstr>
      <vt:lpstr>Calibri</vt:lpstr>
      <vt:lpstr>Symbol</vt:lpstr>
      <vt:lpstr>Trebuchet MS</vt:lpstr>
      <vt:lpstr>Wingdings</vt:lpstr>
      <vt:lpstr>DesignSE</vt:lpstr>
      <vt:lpstr>think-cell Folie</vt:lpstr>
      <vt:lpstr>FunctionStructure Reference Model </vt:lpstr>
      <vt:lpstr>FunctionStructure : das Referenzmodell</vt:lpstr>
      <vt:lpstr>FunctionStructure</vt:lpstr>
      <vt:lpstr>FunctionStructure : the reference model</vt:lpstr>
      <vt:lpstr>FunctionStructure</vt:lpstr>
      <vt:lpstr>FunctionStructure : the CD</vt:lpstr>
      <vt:lpstr>FunctionStructure : Streams</vt:lpstr>
      <vt:lpstr>FunctionStructure : Decomposition</vt:lpstr>
      <vt:lpstr>FunctionStructure : Top-Level-Function</vt:lpstr>
      <vt:lpstr>FunctionStructure + Monitoring Extension</vt:lpstr>
      <vt:lpstr>FunctionStructure : OCL Contraints</vt:lpstr>
      <vt:lpstr>FunctionStructure for Fenix</vt:lpstr>
      <vt:lpstr>Examples</vt:lpstr>
      <vt:lpstr>Example system</vt:lpstr>
      <vt:lpstr>The Example System as an Instantiation of the Function Structure Model</vt:lpstr>
      <vt:lpstr>Connectors</vt:lpstr>
      <vt:lpstr>1. Channels of the outer-most component</vt:lpstr>
      <vt:lpstr>2. Channels between sibling components</vt:lpstr>
      <vt:lpstr>3. Channels from outer- to sub-component</vt:lpstr>
      <vt:lpstr>4. Channels down the component hierarchy</vt:lpstr>
      <vt:lpstr>5. Channels up and down the component hierarchy</vt:lpstr>
      <vt:lpstr>6. Channels split</vt:lpstr>
      <vt:lpstr>7. Channels split from outer- to sub-components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Windows-Benutzer</dc:creator>
  <cp:lastModifiedBy>Malte Heithoff</cp:lastModifiedBy>
  <cp:revision>98</cp:revision>
  <cp:lastPrinted>2023-03-26T07:04:59Z</cp:lastPrinted>
  <dcterms:created xsi:type="dcterms:W3CDTF">2019-02-06T21:20:56Z</dcterms:created>
  <dcterms:modified xsi:type="dcterms:W3CDTF">2024-03-01T19:30:46Z</dcterms:modified>
</cp:coreProperties>
</file>