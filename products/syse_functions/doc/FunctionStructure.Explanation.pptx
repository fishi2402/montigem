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  <p:sldMasterId id="2147483934" r:id="rId2"/>
  </p:sldMasterIdLst>
  <p:notesMasterIdLst>
    <p:notesMasterId r:id="rId19"/>
  </p:notesMasterIdLst>
  <p:handoutMasterIdLst>
    <p:handoutMasterId r:id="rId20"/>
  </p:handoutMasterIdLst>
  <p:sldIdLst>
    <p:sldId id="396" r:id="rId3"/>
    <p:sldId id="305" r:id="rId4"/>
    <p:sldId id="2147376236" r:id="rId5"/>
    <p:sldId id="2147376237" r:id="rId6"/>
    <p:sldId id="310" r:id="rId7"/>
    <p:sldId id="2147376231" r:id="rId8"/>
    <p:sldId id="2147376239" r:id="rId9"/>
    <p:sldId id="2147376240" r:id="rId10"/>
    <p:sldId id="2147376238" r:id="rId11"/>
    <p:sldId id="2147376232" r:id="rId12"/>
    <p:sldId id="2147376233" r:id="rId13"/>
    <p:sldId id="378" r:id="rId14"/>
    <p:sldId id="379" r:id="rId15"/>
    <p:sldId id="375" r:id="rId16"/>
    <p:sldId id="2147376225" r:id="rId17"/>
    <p:sldId id="2147376226" r:id="rId18"/>
  </p:sldIdLst>
  <p:sldSz cx="12192000" cy="6858000"/>
  <p:notesSz cx="6797675" cy="9926638"/>
  <p:custDataLst>
    <p:tags r:id="rId21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ing" id="{310A5F1A-0976-42F7-BDDC-465CDDD9AA6D}">
          <p14:sldIdLst>
            <p14:sldId id="396"/>
            <p14:sldId id="305"/>
            <p14:sldId id="2147376236"/>
            <p14:sldId id="2147376237"/>
            <p14:sldId id="310"/>
            <p14:sldId id="2147376231"/>
            <p14:sldId id="2147376239"/>
            <p14:sldId id="2147376240"/>
            <p14:sldId id="2147376238"/>
            <p14:sldId id="2147376232"/>
            <p14:sldId id="2147376233"/>
            <p14:sldId id="378"/>
            <p14:sldId id="379"/>
            <p14:sldId id="375"/>
            <p14:sldId id="2147376225"/>
            <p14:sldId id="214737622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2" autoAdjust="0"/>
    <p:restoredTop sz="92645" autoAdjust="0"/>
  </p:normalViewPr>
  <p:slideViewPr>
    <p:cSldViewPr snapToGrid="0">
      <p:cViewPr varScale="1">
        <p:scale>
          <a:sx n="126" d="100"/>
          <a:sy n="126" d="100"/>
        </p:scale>
        <p:origin x="645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tags" Target="tags/tag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02.11.2023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02.11.2023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8E4ED0-4097-48FF-9E2B-CD0FFFCB8F54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50813" y="704850"/>
            <a:ext cx="6262687" cy="3524250"/>
          </a:xfrm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5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493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4284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36977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1793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0046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err="1"/>
              <a:t>Untertitelmasters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0"/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/>
              <a:t>Untertitelmasters durch Klicken bearbeiten</a:t>
            </a:r>
            <a:endParaRPr lang="en-US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>
                <a:solidFill>
                  <a:schemeClr val="tx2"/>
                </a:solidFill>
              </a:rPr>
              <a:t>Vielen Dank</a:t>
            </a:r>
            <a:br>
              <a:rPr lang="de-DE" altLang="de-DE" sz="3200" b="1">
                <a:solidFill>
                  <a:schemeClr val="tx2"/>
                </a:solidFill>
              </a:rPr>
            </a:br>
            <a:r>
              <a:rPr lang="de-DE" altLang="de-DE" sz="3200" b="1">
                <a:solidFill>
                  <a:schemeClr val="tx2"/>
                </a:solidFill>
              </a:rPr>
              <a:t>für Ihre Aufmerksamkeit</a:t>
            </a:r>
            <a:endParaRPr lang="en-US" altLang="de-DE" sz="3200" b="1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79053655"/>
              </p:ext>
            </p:extLst>
          </p:nvPr>
        </p:nvGraphicFramePr>
        <p:xfrm>
          <a:off x="1956" y="1591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think-cell Folie" r:id="rId5" imgW="270" imgH="270" progId="TCLayout.ActiveDocument.1">
                  <p:embed/>
                </p:oleObj>
              </mc:Choice>
              <mc:Fallback>
                <p:oleObj name="think-cell Folie" r:id="rId5" imgW="270" imgH="270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56" y="1591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DDDDDD"/>
          </a:solidFill>
          <a:ln w="1079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708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254" indent="-328254">
              <a:buFont typeface="Arial" panose="020B0604020202020204" pitchFamily="34" charset="0"/>
              <a:buChar char="•"/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55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Malte Heithoff | Software Engineering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  <p:sldLayoutId id="2147483944" r:id="rId9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 err="1">
                <a:solidFill>
                  <a:schemeClr val="tx2"/>
                </a:solidFill>
              </a:rPr>
              <a:t>FoWo</a:t>
            </a:r>
            <a:r>
              <a:rPr lang="de-DE" altLang="de-DE" sz="900" dirty="0">
                <a:solidFill>
                  <a:schemeClr val="tx2"/>
                </a:solidFill>
              </a:rPr>
              <a:t> 2021</a:t>
            </a:r>
            <a:r>
              <a:rPr lang="de-DE" altLang="de-DE" sz="900" baseline="0" dirty="0">
                <a:solidFill>
                  <a:schemeClr val="tx2"/>
                </a:solidFill>
              </a:rPr>
              <a:t>  |  Malte Heithoff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CD4Function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74EF9740-1DC3-44C4-BFAD-144CF7D8E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8" y="4405079"/>
            <a:ext cx="2518575" cy="153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 sz="2000" dirty="0"/>
          </a:p>
          <a:p>
            <a:r>
              <a:rPr lang="en-US" sz="2000" dirty="0"/>
              <a:t>Software Engineering</a:t>
            </a:r>
          </a:p>
          <a:p>
            <a:r>
              <a:rPr lang="en-US" sz="2000" dirty="0"/>
              <a:t>RWTH Aachen </a:t>
            </a:r>
          </a:p>
          <a:p>
            <a:endParaRPr lang="en-US" sz="2000" dirty="0"/>
          </a:p>
          <a:p>
            <a:r>
              <a:rPr lang="en-US" sz="2000" dirty="0"/>
              <a:t>http://www.se-rwth.de/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B48C8A0-5E06-613A-BB9E-C64900E2C1C9}"/>
              </a:ext>
            </a:extLst>
          </p:cNvPr>
          <p:cNvGrpSpPr>
            <a:grpSpLocks noChangeAspect="1"/>
          </p:cNvGrpSpPr>
          <p:nvPr/>
        </p:nvGrpSpPr>
        <p:grpSpPr>
          <a:xfrm>
            <a:off x="4294416" y="2788920"/>
            <a:ext cx="7524943" cy="2834640"/>
            <a:chOff x="7238764" y="3177220"/>
            <a:chExt cx="4550031" cy="1713991"/>
          </a:xfrm>
        </p:grpSpPr>
        <p:sp>
          <p:nvSpPr>
            <p:cNvPr id="3" name="Cube 6">
              <a:extLst>
                <a:ext uri="{FF2B5EF4-FFF2-40B4-BE49-F238E27FC236}">
                  <a16:creationId xmlns:a16="http://schemas.microsoft.com/office/drawing/2014/main" id="{6BA445C4-D951-34C1-10D2-05DA0EEFE495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CCC334C0-8C60-08ED-9212-8CE394024BD6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Pfeil nach rechts 9">
              <a:extLst>
                <a:ext uri="{FF2B5EF4-FFF2-40B4-BE49-F238E27FC236}">
                  <a16:creationId xmlns:a16="http://schemas.microsoft.com/office/drawing/2014/main" id="{08F45EFD-49A1-C529-C94F-99EE8D47C0D2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sp>
          <p:nvSpPr>
            <p:cNvPr id="6" name="Textfeld 10">
              <a:extLst>
                <a:ext uri="{FF2B5EF4-FFF2-40B4-BE49-F238E27FC236}">
                  <a16:creationId xmlns:a16="http://schemas.microsoft.com/office/drawing/2014/main" id="{0378BF45-E575-606C-E386-5DA4920FD2A8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725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Cyber-</a:t>
              </a:r>
              <a:br>
                <a:rPr lang="de-DE" sz="2400" dirty="0"/>
              </a:br>
              <a:r>
                <a:rPr lang="de-DE" sz="2400" dirty="0"/>
                <a:t>Physical System</a:t>
              </a:r>
              <a:endParaRPr lang="en-US" sz="2400" dirty="0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75F8C01C-9059-26E3-92D2-BAB5662BF593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E36A4FD3-B734-3353-1D3B-67E6A628478E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Pfeil nach rechts 13">
              <a:extLst>
                <a:ext uri="{FF2B5EF4-FFF2-40B4-BE49-F238E27FC236}">
                  <a16:creationId xmlns:a16="http://schemas.microsoft.com/office/drawing/2014/main" id="{69AC3D63-A862-98AB-FB0E-0B21EDAC24FD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1C1E368-B029-EC83-AFFD-255AD8B1C32A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5">
              <a:extLst>
                <a:ext uri="{FF2B5EF4-FFF2-40B4-BE49-F238E27FC236}">
                  <a16:creationId xmlns:a16="http://schemas.microsoft.com/office/drawing/2014/main" id="{F409FFEF-437A-DC5A-002E-A6BA7BB60049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Energy</a:t>
              </a:r>
              <a:endParaRPr lang="en-US" sz="2400" dirty="0"/>
            </a:p>
          </p:txBody>
        </p:sp>
        <p:sp>
          <p:nvSpPr>
            <p:cNvPr id="13" name="Textfeld 16">
              <a:extLst>
                <a:ext uri="{FF2B5EF4-FFF2-40B4-BE49-F238E27FC236}">
                  <a16:creationId xmlns:a16="http://schemas.microsoft.com/office/drawing/2014/main" id="{CA09DF99-B8F9-49F2-CD6F-1C5D53508FB1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Material</a:t>
              </a:r>
              <a:endParaRPr lang="en-US" sz="2400" dirty="0"/>
            </a:p>
          </p:txBody>
        </p:sp>
        <p:sp>
          <p:nvSpPr>
            <p:cNvPr id="14" name="Textfeld 17">
              <a:extLst>
                <a:ext uri="{FF2B5EF4-FFF2-40B4-BE49-F238E27FC236}">
                  <a16:creationId xmlns:a16="http://schemas.microsoft.com/office/drawing/2014/main" id="{81C1863B-805A-09CF-DF6B-E80D09A21C82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Data</a:t>
              </a:r>
              <a:endParaRPr lang="en-US" sz="2400" dirty="0"/>
            </a:p>
          </p:txBody>
        </p:sp>
        <p:sp>
          <p:nvSpPr>
            <p:cNvPr id="15" name="AutoShape 40">
              <a:extLst>
                <a:ext uri="{FF2B5EF4-FFF2-40B4-BE49-F238E27FC236}">
                  <a16:creationId xmlns:a16="http://schemas.microsoft.com/office/drawing/2014/main" id="{D878364E-F3EA-AE8B-AA61-89E30F06CE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2400" dirty="0"/>
                <a:t>CPF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0968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physikalische Struktur 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Softwarekomponenten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physikalische oder Daten technische Informationen fließen und deren Auftreten als Events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Maschinenbauer in Form von etwa 300 Stück kennt.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internen Zustand haben und diesen Zustand wechseln, was ebenfalls als Event auftritt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3" name="Textfeld 169">
            <a:extLst>
              <a:ext uri="{FF2B5EF4-FFF2-40B4-BE49-F238E27FC236}">
                <a16:creationId xmlns:a16="http://schemas.microsoft.com/office/drawing/2014/main" id="{9B7BB3A9-EAA3-3A7E-30D2-989D9E578004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 (OCL)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Two ways of connecting two ports</a:t>
            </a:r>
          </a:p>
          <a:p>
            <a:pPr lvl="1"/>
            <a:r>
              <a:rPr lang="en-US" sz="1800" dirty="0"/>
              <a:t>Inside of one function: association of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dirty="0"/>
              <a:t> to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dirty="0">
                <a:latin typeface="+mj-lt"/>
              </a:rPr>
              <a:t>Connection of an outer function with an inner function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00549F"/>
                </a:solidFill>
              </a:rPr>
              <a:t>use the same (shared) port object</a:t>
            </a:r>
          </a:p>
          <a:p>
            <a:pPr lvl="2"/>
            <a:r>
              <a:rPr lang="en-US" sz="1800" dirty="0"/>
              <a:t>OCL: permit connection of ports of different type (Double -&gt; Integer) which leads to implicit type conversion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" name="Textfeld 169">
            <a:extLst>
              <a:ext uri="{FF2B5EF4-FFF2-40B4-BE49-F238E27FC236}">
                <a16:creationId xmlns:a16="http://schemas.microsoft.com/office/drawing/2014/main" id="{84BD94CF-9748-A9EB-57F9-C78EA415E0C3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3754D900-E39C-CA6A-9AB8-3D67766576CA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FDC58CF8-207F-D8BB-4120-AD73ECC42DFF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557277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38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type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type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multi-dimensional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55623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06539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45392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157577" y="4553018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472464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4" name="Group 140">
            <a:extLst>
              <a:ext uri="{FF2B5EF4-FFF2-40B4-BE49-F238E27FC236}">
                <a16:creationId xmlns:a16="http://schemas.microsoft.com/office/drawing/2014/main" id="{8D125345-AABF-4F5B-D672-D2561C4E6B89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2508165"/>
            <a:ext cx="1608138" cy="412750"/>
            <a:chOff x="3381" y="2592"/>
            <a:chExt cx="1013" cy="260"/>
          </a:xfrm>
        </p:grpSpPr>
        <p:sp>
          <p:nvSpPr>
            <p:cNvPr id="55" name="Text Box 141">
              <a:extLst>
                <a:ext uri="{FF2B5EF4-FFF2-40B4-BE49-F238E27FC236}">
                  <a16:creationId xmlns:a16="http://schemas.microsoft.com/office/drawing/2014/main" id="{8BC3BE7C-2977-2E09-9943-43F11837A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56" name="Rectangle 142">
              <a:extLst>
                <a:ext uri="{FF2B5EF4-FFF2-40B4-BE49-F238E27FC236}">
                  <a16:creationId xmlns:a16="http://schemas.microsoft.com/office/drawing/2014/main" id="{5B81D1D9-7A76-4BE6-090A-CDB1B45EA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7" name="Group 140">
            <a:extLst>
              <a:ext uri="{FF2B5EF4-FFF2-40B4-BE49-F238E27FC236}">
                <a16:creationId xmlns:a16="http://schemas.microsoft.com/office/drawing/2014/main" id="{6DCF251E-56CA-5D62-EB3A-76CA6E113B8D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5038636"/>
            <a:ext cx="1608138" cy="412750"/>
            <a:chOff x="3381" y="2592"/>
            <a:chExt cx="1013" cy="260"/>
          </a:xfrm>
        </p:grpSpPr>
        <p:sp>
          <p:nvSpPr>
            <p:cNvPr id="58" name="Text Box 141">
              <a:extLst>
                <a:ext uri="{FF2B5EF4-FFF2-40B4-BE49-F238E27FC236}">
                  <a16:creationId xmlns:a16="http://schemas.microsoft.com/office/drawing/2014/main" id="{161440B1-D4DD-2F9A-C8BF-375E6A21C9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61" name="Rectangle 142">
              <a:extLst>
                <a:ext uri="{FF2B5EF4-FFF2-40B4-BE49-F238E27FC236}">
                  <a16:creationId xmlns:a16="http://schemas.microsoft.com/office/drawing/2014/main" id="{20D6EF9E-1374-A531-D6E0-E9C0B2640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62" name="AutoShape 50">
            <a:extLst>
              <a:ext uri="{FF2B5EF4-FFF2-40B4-BE49-F238E27FC236}">
                <a16:creationId xmlns:a16="http://schemas.microsoft.com/office/drawing/2014/main" id="{D7A6F448-9D9E-1524-F37B-7CB81E7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7" y="2435950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63" name="AutoShape 50">
            <a:extLst>
              <a:ext uri="{FF2B5EF4-FFF2-40B4-BE49-F238E27FC236}">
                <a16:creationId xmlns:a16="http://schemas.microsoft.com/office/drawing/2014/main" id="{6183F128-4D14-6180-160B-C1A057A43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6" y="496585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cxnSp>
        <p:nvCxnSpPr>
          <p:cNvPr id="66" name="Verbinder: gewinkelt 126">
            <a:extLst>
              <a:ext uri="{FF2B5EF4-FFF2-40B4-BE49-F238E27FC236}">
                <a16:creationId xmlns:a16="http://schemas.microsoft.com/office/drawing/2014/main" id="{2BC93DC1-4B36-B89D-1691-DB36CA0079CB}"/>
              </a:ext>
            </a:extLst>
          </p:cNvPr>
          <p:cNvCxnSpPr>
            <a:cxnSpLocks/>
            <a:stCxn id="62" idx="2"/>
            <a:endCxn id="56" idx="1"/>
          </p:cNvCxnSpPr>
          <p:nvPr/>
        </p:nvCxnSpPr>
        <p:spPr>
          <a:xfrm rot="16200000" flipH="1">
            <a:off x="5323452" y="2599214"/>
            <a:ext cx="26178" cy="20447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9" name="Verbinder: gewinkelt 126">
            <a:extLst>
              <a:ext uri="{FF2B5EF4-FFF2-40B4-BE49-F238E27FC236}">
                <a16:creationId xmlns:a16="http://schemas.microsoft.com/office/drawing/2014/main" id="{868DD8EB-636F-9323-7516-15B0596EA7B8}"/>
              </a:ext>
            </a:extLst>
          </p:cNvPr>
          <p:cNvCxnSpPr>
            <a:cxnSpLocks/>
            <a:stCxn id="63" idx="2"/>
            <a:endCxn id="61" idx="1"/>
          </p:cNvCxnSpPr>
          <p:nvPr/>
        </p:nvCxnSpPr>
        <p:spPr>
          <a:xfrm rot="16200000" flipH="1">
            <a:off x="5323168" y="5129400"/>
            <a:ext cx="26747" cy="20447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346643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4342101"/>
            <a:ext cx="752852" cy="210917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29757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387508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29297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03335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544785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25512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pic>
        <p:nvPicPr>
          <p:cNvPr id="510" name="Grafik 509">
            <a:extLst>
              <a:ext uri="{FF2B5EF4-FFF2-40B4-BE49-F238E27FC236}">
                <a16:creationId xmlns:a16="http://schemas.microsoft.com/office/drawing/2014/main" id="{98D29839-857D-97C1-D0F6-0E0237DA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003" y="3379716"/>
            <a:ext cx="4653968" cy="256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47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Text Box 82">
            <a:extLst>
              <a:ext uri="{FF2B5EF4-FFF2-40B4-BE49-F238E27FC236}">
                <a16:creationId xmlns:a16="http://schemas.microsoft.com/office/drawing/2014/main" id="{A86E7FAC-D012-8643-A9DD-B84EE56C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37" name="Rectangle 83">
            <a:extLst>
              <a:ext uri="{FF2B5EF4-FFF2-40B4-BE49-F238E27FC236}">
                <a16:creationId xmlns:a16="http://schemas.microsoft.com/office/drawing/2014/main" id="{14FFC7ED-4636-51E7-CD3A-25D6E5190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02B1547-CB5A-BCFE-048C-EA4238ED56D3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119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2884330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DB0E97B5-14C1-9A24-FC44-BD692E88EF0F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8EA6076-8AD1-8651-0CA9-3CD8DB93AA91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55637FB-0EF3-2A39-3D95-759E50539EEA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9" name="Group 87">
              <a:extLst>
                <a:ext uri="{FF2B5EF4-FFF2-40B4-BE49-F238E27FC236}">
                  <a16:creationId xmlns:a16="http://schemas.microsoft.com/office/drawing/2014/main" id="{6049D24F-F454-4DA0-7C90-2DB3385D98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14" name="Text Box 82">
                <a:extLst>
                  <a:ext uri="{FF2B5EF4-FFF2-40B4-BE49-F238E27FC236}">
                    <a16:creationId xmlns:a16="http://schemas.microsoft.com/office/drawing/2014/main" id="{D0F6257E-CABB-1030-47A4-18DCB43AA0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6" name="Rectangle 83">
                <a:extLst>
                  <a:ext uri="{FF2B5EF4-FFF2-40B4-BE49-F238E27FC236}">
                    <a16:creationId xmlns:a16="http://schemas.microsoft.com/office/drawing/2014/main" id="{281C2E80-78CB-DD5E-B162-9E3D673C9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" name="Textfeld 169">
              <a:extLst>
                <a:ext uri="{FF2B5EF4-FFF2-40B4-BE49-F238E27FC236}">
                  <a16:creationId xmlns:a16="http://schemas.microsoft.com/office/drawing/2014/main" id="{9654C0C2-E10C-EA19-EA4B-16956A373D9E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44C733-4131-503D-EC7D-6C4F9723F507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19" name="Group 87">
              <a:extLst>
                <a:ext uri="{FF2B5EF4-FFF2-40B4-BE49-F238E27FC236}">
                  <a16:creationId xmlns:a16="http://schemas.microsoft.com/office/drawing/2014/main" id="{DEB00EEA-6550-64BD-3E1A-ED06E9246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22" name="Text Box 82">
                <a:extLst>
                  <a:ext uri="{FF2B5EF4-FFF2-40B4-BE49-F238E27FC236}">
                    <a16:creationId xmlns:a16="http://schemas.microsoft.com/office/drawing/2014/main" id="{B939D808-5045-B7E8-DEB5-ECA51B6C6E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3" name="Rectangle 83">
                <a:extLst>
                  <a:ext uri="{FF2B5EF4-FFF2-40B4-BE49-F238E27FC236}">
                    <a16:creationId xmlns:a16="http://schemas.microsoft.com/office/drawing/2014/main" id="{9C6CDE5B-F62E-8337-298B-B80B23B9DC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Textfeld 169">
              <a:extLst>
                <a:ext uri="{FF2B5EF4-FFF2-40B4-BE49-F238E27FC236}">
                  <a16:creationId xmlns:a16="http://schemas.microsoft.com/office/drawing/2014/main" id="{877E9C88-44CF-86CF-49B8-4557344A2FA0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24" name="Group 87">
            <a:extLst>
              <a:ext uri="{FF2B5EF4-FFF2-40B4-BE49-F238E27FC236}">
                <a16:creationId xmlns:a16="http://schemas.microsoft.com/office/drawing/2014/main" id="{68E28098-44C8-55B7-1845-68547CE48E91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25" name="Text Box 82">
              <a:extLst>
                <a:ext uri="{FF2B5EF4-FFF2-40B4-BE49-F238E27FC236}">
                  <a16:creationId xmlns:a16="http://schemas.microsoft.com/office/drawing/2014/main" id="{175F2F9C-7BBD-B7C7-FA30-60A3930292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27" name="Rectangle 83">
              <a:extLst>
                <a:ext uri="{FF2B5EF4-FFF2-40B4-BE49-F238E27FC236}">
                  <a16:creationId xmlns:a16="http://schemas.microsoft.com/office/drawing/2014/main" id="{0FBE417F-9027-70B3-B62E-D7642364D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8" name="Verbinder: gewinkelt 87">
            <a:extLst>
              <a:ext uri="{FF2B5EF4-FFF2-40B4-BE49-F238E27FC236}">
                <a16:creationId xmlns:a16="http://schemas.microsoft.com/office/drawing/2014/main" id="{72432AE7-A6F7-8E60-96FB-CA157AFF17C2}"/>
              </a:ext>
            </a:extLst>
          </p:cNvPr>
          <p:cNvCxnSpPr>
            <a:cxnSpLocks/>
            <a:stCxn id="16" idx="3"/>
            <a:endCxn id="9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0" name="Verbinder: gewinkelt 87">
            <a:extLst>
              <a:ext uri="{FF2B5EF4-FFF2-40B4-BE49-F238E27FC236}">
                <a16:creationId xmlns:a16="http://schemas.microsoft.com/office/drawing/2014/main" id="{A7214BA0-8D98-6633-A48F-CD46E48D5C5A}"/>
              </a:ext>
            </a:extLst>
          </p:cNvPr>
          <p:cNvCxnSpPr>
            <a:cxnSpLocks/>
            <a:stCxn id="23" idx="3"/>
            <a:endCxn id="9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1" name="Verbinder: gewinkelt 87">
            <a:extLst>
              <a:ext uri="{FF2B5EF4-FFF2-40B4-BE49-F238E27FC236}">
                <a16:creationId xmlns:a16="http://schemas.microsoft.com/office/drawing/2014/main" id="{5EA2C2EA-1B7B-3C8D-EBE4-81B3B0E72AEC}"/>
              </a:ext>
            </a:extLst>
          </p:cNvPr>
          <p:cNvCxnSpPr>
            <a:cxnSpLocks/>
            <a:stCxn id="96" idx="2"/>
            <a:endCxn id="119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4D0B6A7-8425-29B3-AD74-7BD910B3AD65}"/>
              </a:ext>
            </a:extLst>
          </p:cNvPr>
          <p:cNvCxnSpPr>
            <a:cxnSpLocks/>
            <a:stCxn id="126" idx="0"/>
            <a:endCxn id="27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8A77CD5-3051-816F-F356-9305A31F6F2E}"/>
              </a:ext>
            </a:extLst>
          </p:cNvPr>
          <p:cNvCxnSpPr>
            <a:cxnSpLocks/>
            <a:stCxn id="23" idx="0"/>
            <a:endCxn id="1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1748259-7664-02D7-42E6-3854F01CAF41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39" name="Verbinder: gewinkelt 87">
              <a:extLst>
                <a:ext uri="{FF2B5EF4-FFF2-40B4-BE49-F238E27FC236}">
                  <a16:creationId xmlns:a16="http://schemas.microsoft.com/office/drawing/2014/main" id="{7368805F-E8DF-41E7-E660-F700F2718F83}"/>
                </a:ext>
              </a:extLst>
            </p:cNvPr>
            <p:cNvCxnSpPr>
              <a:cxnSpLocks/>
              <a:stCxn id="45" idx="2"/>
              <a:endCxn id="44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3" name="Text Box 82">
              <a:extLst>
                <a:ext uri="{FF2B5EF4-FFF2-40B4-BE49-F238E27FC236}">
                  <a16:creationId xmlns:a16="http://schemas.microsoft.com/office/drawing/2014/main" id="{0C533DF8-DBAB-43C5-308E-1DCCC80746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44" name="Rectangle 83">
              <a:extLst>
                <a:ext uri="{FF2B5EF4-FFF2-40B4-BE49-F238E27FC236}">
                  <a16:creationId xmlns:a16="http://schemas.microsoft.com/office/drawing/2014/main" id="{F420C451-9681-9006-FFCB-BE8AF473B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AutoShape 50">
              <a:extLst>
                <a:ext uri="{FF2B5EF4-FFF2-40B4-BE49-F238E27FC236}">
                  <a16:creationId xmlns:a16="http://schemas.microsoft.com/office/drawing/2014/main" id="{B2A2236F-6475-B5E0-A6A9-52F82008BBC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AFDA5BD2-5B2F-032C-DDEB-704523080280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85ED3B47-E825-AF97-013E-B60ACF9735C7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AutoShape 50">
              <a:extLst>
                <a:ext uri="{FF2B5EF4-FFF2-40B4-BE49-F238E27FC236}">
                  <a16:creationId xmlns:a16="http://schemas.microsoft.com/office/drawing/2014/main" id="{29D1A0FE-0993-E4E8-82FF-B16FB166D1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AD3F749-19D5-1D44-DCD4-65720E86416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A8129D00-6FE3-4D3F-38F7-FD2F0826D0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5633609B-9483-9CF3-BDEF-8C038A7595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6E91C04A-BC1F-C081-501B-80AFDFC7D08A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5B41272C-D895-66C8-8218-DE7B9AC2557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4685A46-7ADC-3D7C-140B-DBDAE7CE5B3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689970C7-47E9-1F88-380A-491B97C2F0F4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4" name="Textfeld 169">
              <a:extLst>
                <a:ext uri="{FF2B5EF4-FFF2-40B4-BE49-F238E27FC236}">
                  <a16:creationId xmlns:a16="http://schemas.microsoft.com/office/drawing/2014/main" id="{498C4916-9CBC-32CB-6586-2CABC2BA2535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655FCD6A-EB80-4FE3-3B06-A781CA86F871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5EBB1785-0A62-7347-D1D1-1B4EA9030A3D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60578F61-93AF-EEC8-2947-3ADE3B98E394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3" name="AutoShape 37">
              <a:extLst>
                <a:ext uri="{FF2B5EF4-FFF2-40B4-BE49-F238E27FC236}">
                  <a16:creationId xmlns:a16="http://schemas.microsoft.com/office/drawing/2014/main" id="{730B014A-9A8B-5DBE-8547-EB8A2AA2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B9C619DC-2C6E-ECE4-07C2-D83E7F612598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AutoShape 50">
              <a:extLst>
                <a:ext uri="{FF2B5EF4-FFF2-40B4-BE49-F238E27FC236}">
                  <a16:creationId xmlns:a16="http://schemas.microsoft.com/office/drawing/2014/main" id="{0041D9FD-9839-C8F6-863B-6E048D237B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D0757D6-C6B6-1A3B-71A2-DB27241CE72D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54" name="Verbinder: gewinkelt 87">
            <a:extLst>
              <a:ext uri="{FF2B5EF4-FFF2-40B4-BE49-F238E27FC236}">
                <a16:creationId xmlns:a16="http://schemas.microsoft.com/office/drawing/2014/main" id="{0183BEA3-6598-36F9-EE01-8B735AEF2E9A}"/>
              </a:ext>
            </a:extLst>
          </p:cNvPr>
          <p:cNvCxnSpPr>
            <a:cxnSpLocks/>
            <a:stCxn id="49" idx="2"/>
            <a:endCxn id="1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Verbinder: gewinkelt 87">
            <a:extLst>
              <a:ext uri="{FF2B5EF4-FFF2-40B4-BE49-F238E27FC236}">
                <a16:creationId xmlns:a16="http://schemas.microsoft.com/office/drawing/2014/main" id="{B5445932-4899-F0CE-DACF-66C1CAEB99FA}"/>
              </a:ext>
            </a:extLst>
          </p:cNvPr>
          <p:cNvCxnSpPr>
            <a:cxnSpLocks/>
            <a:stCxn id="95" idx="3"/>
            <a:endCxn id="61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1160A881-A1AA-546C-B8AA-855A11C7639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1" name="Verbinder: gewinkelt 87">
            <a:extLst>
              <a:ext uri="{FF2B5EF4-FFF2-40B4-BE49-F238E27FC236}">
                <a16:creationId xmlns:a16="http://schemas.microsoft.com/office/drawing/2014/main" id="{BCEA4818-DE4D-5555-6663-2309B54DCB28}"/>
              </a:ext>
            </a:extLst>
          </p:cNvPr>
          <p:cNvCxnSpPr>
            <a:cxnSpLocks/>
            <a:stCxn id="46" idx="2"/>
            <a:endCxn id="2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1102222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5398069" y="416811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5819997" y="4170374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5151175" y="3482805"/>
            <a:ext cx="1353657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5147741" y="4430450"/>
            <a:ext cx="1357920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7889888" y="4430450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6504832" y="3514055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6505661" y="3514055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7359079" y="3165799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8594736" y="2168396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8594737" y="4159597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V="1">
            <a:off x="5826701" y="3895555"/>
            <a:ext cx="1303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3590636" y="1754155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4549445" y="15190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7317331" y="1942938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7603998" y="16877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7889888" y="1755646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4880582" y="370287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4823936" y="4310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5507499" y="3851342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5788133" y="39015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6079066" y="2801364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8081921" y="2211276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7887505" y="3487850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7604930" y="34294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8541946" y="32308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8589005" y="4155610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7267799" y="31682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8560996" y="224064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is known by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its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name</a:t>
            </a:r>
            <a:r>
              <a:rPr lang="en-US" dirty="0">
                <a:latin typeface="+mj-lt"/>
              </a:rPr>
              <a:t> attribute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Problem: shared ports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lead to loss of port names</a:t>
            </a:r>
          </a:p>
          <a:p>
            <a:pPr marL="0" indent="0">
              <a:buNone/>
            </a:pPr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Solution: use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qualified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+mj-lt"/>
              </a:rPr>
              <a:t>	association </a:t>
            </a:r>
            <a:r>
              <a:rPr lang="en-US" dirty="0">
                <a:latin typeface="+mj-lt"/>
              </a:rPr>
              <a:t>of type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	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String </a:t>
            </a:r>
            <a:r>
              <a:rPr lang="en-US" dirty="0">
                <a:latin typeface="+mj-lt"/>
              </a:rPr>
              <a:t>to encode port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name	in its respective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function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4254449" y="27450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4814260" y="267090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46" idx="2"/>
            <a:endCxn id="88" idx="1"/>
          </p:cNvCxnSpPr>
          <p:nvPr/>
        </p:nvCxnSpPr>
        <p:spPr>
          <a:xfrm rot="16200000" flipH="1">
            <a:off x="4445665" y="2983670"/>
            <a:ext cx="1229718" cy="1813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8109794" y="263724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7494170" y="2164050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5521423" y="1962021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4467960" y="4614109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51" idx="2"/>
            <a:endCxn id="98" idx="1"/>
          </p:cNvCxnSpPr>
          <p:nvPr/>
        </p:nvCxnSpPr>
        <p:spPr>
          <a:xfrm rot="16200000" flipH="1">
            <a:off x="3558509" y="3047592"/>
            <a:ext cx="2177363" cy="10011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3440899" y="1498553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7488767" y="265607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3096967" y="1938180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5408700" y="168770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A40781D8-17F1-A6E8-DE28-CDDA763B4BAD}"/>
              </a:ext>
            </a:extLst>
          </p:cNvPr>
          <p:cNvSpPr txBox="1"/>
          <p:nvPr/>
        </p:nvSpPr>
        <p:spPr>
          <a:xfrm>
            <a:off x="9153982" y="2136299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46" name="Rectangle 83">
            <a:extLst>
              <a:ext uri="{FF2B5EF4-FFF2-40B4-BE49-F238E27FC236}">
                <a16:creationId xmlns:a16="http://schemas.microsoft.com/office/drawing/2014/main" id="{A524E138-AA0D-71C4-B9DA-AE3E0F752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1709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" name="Rectangle 83">
            <a:extLst>
              <a:ext uri="{FF2B5EF4-FFF2-40B4-BE49-F238E27FC236}">
                <a16:creationId xmlns:a16="http://schemas.microsoft.com/office/drawing/2014/main" id="{7F1569AF-F28B-2C2C-3EA1-0FD2CB4C9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475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4ABB525-A3B1-1B8B-8CEF-87B13EDEEF0A}"/>
              </a:ext>
            </a:extLst>
          </p:cNvPr>
          <p:cNvSpPr/>
          <p:nvPr/>
        </p:nvSpPr>
        <p:spPr bwMode="auto">
          <a:xfrm rot="2413287">
            <a:off x="4110454" y="3248964"/>
            <a:ext cx="67646" cy="129702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40AB19D5-0A93-C547-6D9D-F240CDE7D1F2}"/>
              </a:ext>
            </a:extLst>
          </p:cNvPr>
          <p:cNvSpPr/>
          <p:nvPr/>
        </p:nvSpPr>
        <p:spPr bwMode="auto">
          <a:xfrm rot="18440148">
            <a:off x="3526452" y="2859213"/>
            <a:ext cx="1118109" cy="407308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ihandform: Form 58">
            <a:extLst>
              <a:ext uri="{FF2B5EF4-FFF2-40B4-BE49-F238E27FC236}">
                <a16:creationId xmlns:a16="http://schemas.microsoft.com/office/drawing/2014/main" id="{AAEA8621-0527-04F7-B986-F2F04BF1C8E7}"/>
              </a:ext>
            </a:extLst>
          </p:cNvPr>
          <p:cNvSpPr/>
          <p:nvPr/>
        </p:nvSpPr>
        <p:spPr bwMode="auto">
          <a:xfrm rot="19695704">
            <a:off x="4036317" y="2713396"/>
            <a:ext cx="940636" cy="348319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298C50EF-6325-2BF4-042B-6B0A084A2631}"/>
              </a:ext>
            </a:extLst>
          </p:cNvPr>
          <p:cNvSpPr txBox="1"/>
          <p:nvPr/>
        </p:nvSpPr>
        <p:spPr>
          <a:xfrm>
            <a:off x="2954289" y="3609752"/>
            <a:ext cx="1305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q</a:t>
            </a: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ualifier encodes port name</a:t>
            </a:r>
          </a:p>
        </p:txBody>
      </p: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82973707-50A3-5B70-0362-C91ABC693C3B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9295391" y="2155889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2" name="Text Box 82">
            <a:extLst>
              <a:ext uri="{FF2B5EF4-FFF2-40B4-BE49-F238E27FC236}">
                <a16:creationId xmlns:a16="http://schemas.microsoft.com/office/drawing/2014/main" id="{2B53F16C-C804-513C-C13F-3DB7C1A09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18240" y="1858836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64" name="Rectangle 83">
            <a:extLst>
              <a:ext uri="{FF2B5EF4-FFF2-40B4-BE49-F238E27FC236}">
                <a16:creationId xmlns:a16="http://schemas.microsoft.com/office/drawing/2014/main" id="{3333FD24-1CD9-C4D3-3CA8-5444B4E17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8763" y="1850692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5C484641-2722-D4C5-E5EA-D24199F27C4A}"/>
              </a:ext>
            </a:extLst>
          </p:cNvPr>
          <p:cNvSpPr txBox="1"/>
          <p:nvPr/>
        </p:nvSpPr>
        <p:spPr>
          <a:xfrm>
            <a:off x="10560833" y="1871380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61E010D-59EF-CD02-8B9D-316CA3CE8E13}"/>
              </a:ext>
            </a:extLst>
          </p:cNvPr>
          <p:cNvCxnSpPr>
            <a:cxnSpLocks/>
            <a:stCxn id="64" idx="2"/>
            <a:endCxn id="78" idx="0"/>
          </p:cNvCxnSpPr>
          <p:nvPr/>
        </p:nvCxnSpPr>
        <p:spPr>
          <a:xfrm flipH="1">
            <a:off x="11262822" y="2263442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29AE6982-3B59-0860-EB4A-0FFCA576C478}"/>
              </a:ext>
            </a:extLst>
          </p:cNvPr>
          <p:cNvGrpSpPr/>
          <p:nvPr/>
        </p:nvGrpSpPr>
        <p:grpSpPr>
          <a:xfrm>
            <a:off x="10557975" y="2792586"/>
            <a:ext cx="1409694" cy="412750"/>
            <a:chOff x="8871299" y="3365841"/>
            <a:chExt cx="1409694" cy="412750"/>
          </a:xfrm>
        </p:grpSpPr>
        <p:sp>
          <p:nvSpPr>
            <p:cNvPr id="77" name="Text Box 82">
              <a:extLst>
                <a:ext uri="{FF2B5EF4-FFF2-40B4-BE49-F238E27FC236}">
                  <a16:creationId xmlns:a16="http://schemas.microsoft.com/office/drawing/2014/main" id="{1CCC913B-0F6F-A4DF-F64D-F80DB22B52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78" name="Rectangle 83">
              <a:extLst>
                <a:ext uri="{FF2B5EF4-FFF2-40B4-BE49-F238E27FC236}">
                  <a16:creationId xmlns:a16="http://schemas.microsoft.com/office/drawing/2014/main" id="{B519FEE9-F188-8BCC-7418-74F1BCA0D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79" name="Verbinder: gewinkelt 87">
            <a:extLst>
              <a:ext uri="{FF2B5EF4-FFF2-40B4-BE49-F238E27FC236}">
                <a16:creationId xmlns:a16="http://schemas.microsoft.com/office/drawing/2014/main" id="{E9AA8F2A-9D0C-DAA9-4770-436463188B26}"/>
              </a:ext>
            </a:extLst>
          </p:cNvPr>
          <p:cNvCxnSpPr>
            <a:cxnSpLocks/>
            <a:stCxn id="78" idx="2"/>
          </p:cNvCxnSpPr>
          <p:nvPr/>
        </p:nvCxnSpPr>
        <p:spPr>
          <a:xfrm rot="5400000">
            <a:off x="9988154" y="2514602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80" name="Textfeld 169">
            <a:extLst>
              <a:ext uri="{FF2B5EF4-FFF2-40B4-BE49-F238E27FC236}">
                <a16:creationId xmlns:a16="http://schemas.microsoft.com/office/drawing/2014/main" id="{2424910E-D3F2-7AD3-6224-236EE5F346BD}"/>
              </a:ext>
            </a:extLst>
          </p:cNvPr>
          <p:cNvSpPr txBox="1"/>
          <p:nvPr/>
        </p:nvSpPr>
        <p:spPr>
          <a:xfrm>
            <a:off x="9348684" y="2745135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C16B7F89-94CC-85B1-1FD7-E84805F8B423}"/>
              </a:ext>
            </a:extLst>
          </p:cNvPr>
          <p:cNvSpPr txBox="1"/>
          <p:nvPr/>
        </p:nvSpPr>
        <p:spPr>
          <a:xfrm>
            <a:off x="10314323" y="2491634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9A03C5DA-3FCA-7A85-A0D9-698D9C08585F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9295391" y="1946844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92" name="Textfeld 169">
            <a:extLst>
              <a:ext uri="{FF2B5EF4-FFF2-40B4-BE49-F238E27FC236}">
                <a16:creationId xmlns:a16="http://schemas.microsoft.com/office/drawing/2014/main" id="{F1E3A670-2B3E-7AED-D381-15D1D075CAA3}"/>
              </a:ext>
            </a:extLst>
          </p:cNvPr>
          <p:cNvSpPr txBox="1"/>
          <p:nvPr/>
        </p:nvSpPr>
        <p:spPr>
          <a:xfrm>
            <a:off x="9255019" y="350627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0F685555-4A11-F2FF-6F9B-A282A4BF60D1}"/>
              </a:ext>
            </a:extLst>
          </p:cNvPr>
          <p:cNvSpPr txBox="1"/>
          <p:nvPr/>
        </p:nvSpPr>
        <p:spPr>
          <a:xfrm>
            <a:off x="11240909" y="31543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7CDF5D1B-A4AE-BED6-59E0-DB83A802485D}"/>
              </a:ext>
            </a:extLst>
          </p:cNvPr>
          <p:cNvSpPr txBox="1"/>
          <p:nvPr/>
        </p:nvSpPr>
        <p:spPr>
          <a:xfrm>
            <a:off x="11240908" y="21911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B656FC3A-4CE3-B2A8-3942-C7A44DCF226F}"/>
              </a:ext>
            </a:extLst>
          </p:cNvPr>
          <p:cNvSpPr txBox="1"/>
          <p:nvPr/>
        </p:nvSpPr>
        <p:spPr>
          <a:xfrm>
            <a:off x="11240909" y="25423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7" name="Textfeld 169">
            <a:extLst>
              <a:ext uri="{FF2B5EF4-FFF2-40B4-BE49-F238E27FC236}">
                <a16:creationId xmlns:a16="http://schemas.microsoft.com/office/drawing/2014/main" id="{99A74C94-3D9E-81DF-E9E7-119EBF24868D}"/>
              </a:ext>
            </a:extLst>
          </p:cNvPr>
          <p:cNvSpPr txBox="1"/>
          <p:nvPr/>
        </p:nvSpPr>
        <p:spPr>
          <a:xfrm>
            <a:off x="9318950" y="169695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DBE5F7AE-C8C7-7FF7-4709-22B061B2BB92}"/>
              </a:ext>
            </a:extLst>
          </p:cNvPr>
          <p:cNvSpPr txBox="1"/>
          <p:nvPr/>
        </p:nvSpPr>
        <p:spPr>
          <a:xfrm>
            <a:off x="10293159" y="177392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B953870-5EEB-C70D-C0A4-E563E9FFB683}"/>
              </a:ext>
            </a:extLst>
          </p:cNvPr>
          <p:cNvSpPr txBox="1"/>
          <p:nvPr/>
        </p:nvSpPr>
        <p:spPr>
          <a:xfrm>
            <a:off x="9976155" y="957753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3" name="AutoShape 40">
            <a:extLst>
              <a:ext uri="{FF2B5EF4-FFF2-40B4-BE49-F238E27FC236}">
                <a16:creationId xmlns:a16="http://schemas.microsoft.com/office/drawing/2014/main" id="{7AA34319-669B-2D17-EA88-4345BB74258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50971" y="1024695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CF1A6057-759E-B040-49CD-24A5F3394E14}"/>
              </a:ext>
            </a:extLst>
          </p:cNvPr>
          <p:cNvSpPr/>
          <p:nvPr/>
        </p:nvSpPr>
        <p:spPr bwMode="auto">
          <a:xfrm rot="21216338">
            <a:off x="9584124" y="962752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2876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 flipV="1">
            <a:off x="4336146" y="3210563"/>
            <a:ext cx="759201" cy="228417"/>
          </a:xfrm>
          <a:prstGeom prst="bentConnector3">
            <a:avLst>
              <a:gd name="adj1" fmla="val 575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4" name="Rechteck 483">
            <a:extLst>
              <a:ext uri="{FF2B5EF4-FFF2-40B4-BE49-F238E27FC236}">
                <a16:creationId xmlns:a16="http://schemas.microsoft.com/office/drawing/2014/main" id="{1F4B6CBF-D6F7-160A-C7FB-19D9E2648B9D}"/>
              </a:ext>
            </a:extLst>
          </p:cNvPr>
          <p:cNvSpPr/>
          <p:nvPr/>
        </p:nvSpPr>
        <p:spPr bwMode="auto">
          <a:xfrm>
            <a:off x="4654113" y="338934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3313926"/>
            <a:ext cx="752852" cy="1305767"/>
          </a:xfrm>
          <a:prstGeom prst="bentConnector3">
            <a:avLst>
              <a:gd name="adj1" fmla="val 7150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3" name="Rechteck 482">
            <a:extLst>
              <a:ext uri="{FF2B5EF4-FFF2-40B4-BE49-F238E27FC236}">
                <a16:creationId xmlns:a16="http://schemas.microsoft.com/office/drawing/2014/main" id="{93F97076-E814-8A16-5C7A-9F0E95D5A397}"/>
              </a:ext>
            </a:extLst>
          </p:cNvPr>
          <p:cNvSpPr/>
          <p:nvPr/>
        </p:nvSpPr>
        <p:spPr bwMode="auto">
          <a:xfrm>
            <a:off x="4653961" y="456664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913449"/>
            <a:ext cx="759201" cy="187936"/>
          </a:xfrm>
          <a:prstGeom prst="bentConnector3">
            <a:avLst>
              <a:gd name="adj1" fmla="val 7258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764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13207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52060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 </a:t>
            </a:r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934365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652688" y="1031563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132593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100928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5" idx="3"/>
            <a:endCxn id="173" idx="0"/>
          </p:cNvCxnSpPr>
          <p:nvPr/>
        </p:nvCxnSpPr>
        <p:spPr>
          <a:xfrm>
            <a:off x="1940884" y="1438170"/>
            <a:ext cx="1597542" cy="642022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470" idx="3"/>
            <a:endCxn id="182" idx="1"/>
          </p:cNvCxnSpPr>
          <p:nvPr/>
        </p:nvCxnSpPr>
        <p:spPr>
          <a:xfrm>
            <a:off x="2393730" y="2419802"/>
            <a:ext cx="340627" cy="38986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467" idx="3"/>
            <a:endCxn id="185" idx="1"/>
          </p:cNvCxnSpPr>
          <p:nvPr/>
        </p:nvCxnSpPr>
        <p:spPr>
          <a:xfrm>
            <a:off x="2166222" y="2571211"/>
            <a:ext cx="568135" cy="761553"/>
          </a:xfrm>
          <a:prstGeom prst="bentConnector3">
            <a:avLst>
              <a:gd name="adj1" fmla="val 2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460" idx="3"/>
          </p:cNvCxnSpPr>
          <p:nvPr/>
        </p:nvCxnSpPr>
        <p:spPr>
          <a:xfrm>
            <a:off x="2390062" y="4492165"/>
            <a:ext cx="34959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461" idx="3"/>
            <a:endCxn id="199" idx="1"/>
          </p:cNvCxnSpPr>
          <p:nvPr/>
        </p:nvCxnSpPr>
        <p:spPr>
          <a:xfrm>
            <a:off x="2392028" y="4752773"/>
            <a:ext cx="342329" cy="3856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539139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72916" y="109086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80192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0" y="2616"/>
              <a:ext cx="5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int:Type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947286" y="3028664"/>
            <a:ext cx="1008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double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7924006" y="123913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int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291238" y="2494543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280497" y="1130036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7907974" y="1544519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395654" y="1529279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782494" y="1354019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0864534" y="1315919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683434" y="2039819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9904414" y="2535119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481754" y="2519879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634154" y="2512259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612000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6" y="2616"/>
              <a:ext cx="81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double:Type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88396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902046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80400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50691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148444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641587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759324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4001146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100579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825" y="108641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413318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80192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0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465" idx="3"/>
            <a:endCxn id="173" idx="1"/>
          </p:cNvCxnSpPr>
          <p:nvPr/>
        </p:nvCxnSpPr>
        <p:spPr>
          <a:xfrm>
            <a:off x="2394366" y="2152629"/>
            <a:ext cx="339991" cy="133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80192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603290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126389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932040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413318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86567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818375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3004188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5262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52625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2428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24287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80214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25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36425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7619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7004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7133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50" idx="3"/>
            <a:endCxn id="188" idx="3"/>
          </p:cNvCxnSpPr>
          <p:nvPr/>
        </p:nvCxnSpPr>
        <p:spPr>
          <a:xfrm>
            <a:off x="1949495" y="1186015"/>
            <a:ext cx="2386651" cy="1514893"/>
          </a:xfrm>
          <a:prstGeom prst="bentConnector3">
            <a:avLst>
              <a:gd name="adj1" fmla="val 10957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450" idx="3"/>
            <a:endCxn id="199" idx="3"/>
          </p:cNvCxnSpPr>
          <p:nvPr/>
        </p:nvCxnSpPr>
        <p:spPr>
          <a:xfrm>
            <a:off x="1718284" y="1031563"/>
            <a:ext cx="2624211" cy="4106852"/>
          </a:xfrm>
          <a:prstGeom prst="bentConnector3">
            <a:avLst>
              <a:gd name="adj1" fmla="val 1130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454183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95972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7001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611460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92187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71446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615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9321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399" y="326705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857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08922" y="3342201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15" name="Rectangle 142">
            <a:extLst>
              <a:ext uri="{FF2B5EF4-FFF2-40B4-BE49-F238E27FC236}">
                <a16:creationId xmlns:a16="http://schemas.microsoft.com/office/drawing/2014/main" id="{9D605BB2-79E9-C21C-177E-1BD41EC63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0287" y="1361130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“a”</a:t>
            </a:r>
          </a:p>
        </p:txBody>
      </p:sp>
      <p:sp>
        <p:nvSpPr>
          <p:cNvPr id="50" name="Rectangle 142">
            <a:extLst>
              <a:ext uri="{FF2B5EF4-FFF2-40B4-BE49-F238E27FC236}">
                <a16:creationId xmlns:a16="http://schemas.microsoft.com/office/drawing/2014/main" id="{DD82B9F8-1592-9B56-7B18-3EB0C8D23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8898" y="110897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“g”</a:t>
            </a:r>
          </a:p>
        </p:txBody>
      </p:sp>
      <p:sp>
        <p:nvSpPr>
          <p:cNvPr id="450" name="Rectangle 142">
            <a:extLst>
              <a:ext uri="{FF2B5EF4-FFF2-40B4-BE49-F238E27FC236}">
                <a16:creationId xmlns:a16="http://schemas.microsoft.com/office/drawing/2014/main" id="{1311E489-EE16-E616-4ECD-81D4BDAA2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7687" y="95452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“h”</a:t>
            </a:r>
          </a:p>
        </p:txBody>
      </p:sp>
      <p:sp>
        <p:nvSpPr>
          <p:cNvPr id="460" name="Rectangle 142">
            <a:extLst>
              <a:ext uri="{FF2B5EF4-FFF2-40B4-BE49-F238E27FC236}">
                <a16:creationId xmlns:a16="http://schemas.microsoft.com/office/drawing/2014/main" id="{81D18EC8-435B-5FDD-3EC2-45FCFBA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465" y="441512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“e”</a:t>
            </a:r>
          </a:p>
        </p:txBody>
      </p:sp>
      <p:sp>
        <p:nvSpPr>
          <p:cNvPr id="461" name="Rectangle 142">
            <a:extLst>
              <a:ext uri="{FF2B5EF4-FFF2-40B4-BE49-F238E27FC236}">
                <a16:creationId xmlns:a16="http://schemas.microsoft.com/office/drawing/2014/main" id="{6126BB0B-BCFD-09B6-8AC7-5C4574C39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1431" y="467573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“f”</a:t>
            </a:r>
          </a:p>
        </p:txBody>
      </p:sp>
      <p:sp>
        <p:nvSpPr>
          <p:cNvPr id="465" name="Rectangle 142">
            <a:extLst>
              <a:ext uri="{FF2B5EF4-FFF2-40B4-BE49-F238E27FC236}">
                <a16:creationId xmlns:a16="http://schemas.microsoft.com/office/drawing/2014/main" id="{89FC98B5-2ECB-22A2-70CB-BDD42D4559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769" y="2075589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“b”</a:t>
            </a:r>
          </a:p>
        </p:txBody>
      </p:sp>
      <p:sp>
        <p:nvSpPr>
          <p:cNvPr id="467" name="Rectangle 142">
            <a:extLst>
              <a:ext uri="{FF2B5EF4-FFF2-40B4-BE49-F238E27FC236}">
                <a16:creationId xmlns:a16="http://schemas.microsoft.com/office/drawing/2014/main" id="{1399E681-C516-6BC8-D2F0-A54EE24D4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5625" y="2494171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“d”</a:t>
            </a:r>
          </a:p>
        </p:txBody>
      </p:sp>
      <p:sp>
        <p:nvSpPr>
          <p:cNvPr id="470" name="Rectangle 142">
            <a:extLst>
              <a:ext uri="{FF2B5EF4-FFF2-40B4-BE49-F238E27FC236}">
                <a16:creationId xmlns:a16="http://schemas.microsoft.com/office/drawing/2014/main" id="{BFCD676C-ED2A-7EBD-27F8-5A7F6C91C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33" y="2342762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“c”</a:t>
            </a:r>
          </a:p>
        </p:txBody>
      </p:sp>
      <p:pic>
        <p:nvPicPr>
          <p:cNvPr id="77" name="Grafik 76">
            <a:extLst>
              <a:ext uri="{FF2B5EF4-FFF2-40B4-BE49-F238E27FC236}">
                <a16:creationId xmlns:a16="http://schemas.microsoft.com/office/drawing/2014/main" id="{28EE4C8B-9003-1096-37C9-8E3137E72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495" y="3438980"/>
            <a:ext cx="4942016" cy="250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60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EA557A-0EA3-6E85-D25D-A81E3504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possible Layouts</a:t>
            </a:r>
          </a:p>
        </p:txBody>
      </p:sp>
      <p:pic>
        <p:nvPicPr>
          <p:cNvPr id="155" name="Grafik 154">
            <a:extLst>
              <a:ext uri="{FF2B5EF4-FFF2-40B4-BE49-F238E27FC236}">
                <a16:creationId xmlns:a16="http://schemas.microsoft.com/office/drawing/2014/main" id="{227937C6-D8D2-36CA-B88A-9FAFF71BF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386" y="3009900"/>
            <a:ext cx="6078798" cy="2733713"/>
          </a:xfrm>
          <a:prstGeom prst="rect">
            <a:avLst/>
          </a:prstGeom>
        </p:spPr>
      </p:pic>
      <p:sp>
        <p:nvSpPr>
          <p:cNvPr id="156" name="Textfeld 155">
            <a:extLst>
              <a:ext uri="{FF2B5EF4-FFF2-40B4-BE49-F238E27FC236}">
                <a16:creationId xmlns:a16="http://schemas.microsoft.com/office/drawing/2014/main" id="{098778D4-66AB-34F3-6925-DC85CFF8C6C9}"/>
              </a:ext>
            </a:extLst>
          </p:cNvPr>
          <p:cNvSpPr txBox="1"/>
          <p:nvPr/>
        </p:nvSpPr>
        <p:spPr>
          <a:xfrm>
            <a:off x="6451778" y="101074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1</a:t>
            </a:r>
            <a:endParaRPr lang="de-DE" dirty="0"/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0B8DF94B-03AC-E1C5-0CAD-281204D96791}"/>
              </a:ext>
            </a:extLst>
          </p:cNvPr>
          <p:cNvSpPr txBox="1"/>
          <p:nvPr/>
        </p:nvSpPr>
        <p:spPr>
          <a:xfrm>
            <a:off x="4359276" y="520682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2</a:t>
            </a:r>
            <a:endParaRPr lang="de-DE" dirty="0"/>
          </a:p>
        </p:txBody>
      </p:sp>
      <p:sp>
        <p:nvSpPr>
          <p:cNvPr id="158" name="Freihandform: Form 157">
            <a:extLst>
              <a:ext uri="{FF2B5EF4-FFF2-40B4-BE49-F238E27FC236}">
                <a16:creationId xmlns:a16="http://schemas.microsoft.com/office/drawing/2014/main" id="{69DD1F5D-72B6-C2A3-A09F-FCD373C8D31A}"/>
              </a:ext>
            </a:extLst>
          </p:cNvPr>
          <p:cNvSpPr/>
          <p:nvPr/>
        </p:nvSpPr>
        <p:spPr bwMode="auto">
          <a:xfrm>
            <a:off x="4897075" y="4560190"/>
            <a:ext cx="703625" cy="631570"/>
          </a:xfrm>
          <a:custGeom>
            <a:avLst/>
            <a:gdLst>
              <a:gd name="connsiteX0" fmla="*/ 83865 w 703625"/>
              <a:gd name="connsiteY0" fmla="*/ 631570 h 631570"/>
              <a:gd name="connsiteX1" fmla="*/ 53385 w 703625"/>
              <a:gd name="connsiteY1" fmla="*/ 82930 h 631570"/>
              <a:gd name="connsiteX2" fmla="*/ 703625 w 703625"/>
              <a:gd name="connsiteY2" fmla="*/ 11810 h 631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3625" h="631570">
                <a:moveTo>
                  <a:pt x="83865" y="631570"/>
                </a:moveTo>
                <a:cubicBezTo>
                  <a:pt x="16978" y="408896"/>
                  <a:pt x="-49908" y="186223"/>
                  <a:pt x="53385" y="82930"/>
                </a:cubicBezTo>
                <a:cubicBezTo>
                  <a:pt x="156678" y="-20363"/>
                  <a:pt x="430151" y="-4277"/>
                  <a:pt x="703625" y="1181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ihandform: Form 158">
            <a:extLst>
              <a:ext uri="{FF2B5EF4-FFF2-40B4-BE49-F238E27FC236}">
                <a16:creationId xmlns:a16="http://schemas.microsoft.com/office/drawing/2014/main" id="{00BA6058-8C6F-2B4C-FE08-C646D8711372}"/>
              </a:ext>
            </a:extLst>
          </p:cNvPr>
          <p:cNvSpPr/>
          <p:nvPr/>
        </p:nvSpPr>
        <p:spPr bwMode="auto">
          <a:xfrm>
            <a:off x="6136640" y="1381760"/>
            <a:ext cx="829260" cy="477520"/>
          </a:xfrm>
          <a:custGeom>
            <a:avLst/>
            <a:gdLst>
              <a:gd name="connsiteX0" fmla="*/ 812800 w 829260"/>
              <a:gd name="connsiteY0" fmla="*/ 0 h 477520"/>
              <a:gd name="connsiteX1" fmla="*/ 721360 w 829260"/>
              <a:gd name="connsiteY1" fmla="*/ 386080 h 477520"/>
              <a:gd name="connsiteX2" fmla="*/ 0 w 829260"/>
              <a:gd name="connsiteY2" fmla="*/ 477520 h 47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9260" h="477520">
                <a:moveTo>
                  <a:pt x="812800" y="0"/>
                </a:moveTo>
                <a:cubicBezTo>
                  <a:pt x="834813" y="153246"/>
                  <a:pt x="856827" y="306493"/>
                  <a:pt x="721360" y="386080"/>
                </a:cubicBezTo>
                <a:cubicBezTo>
                  <a:pt x="585893" y="465667"/>
                  <a:pt x="292946" y="471593"/>
                  <a:pt x="0" y="47752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fik 95">
            <a:extLst>
              <a:ext uri="{FF2B5EF4-FFF2-40B4-BE49-F238E27FC236}">
                <a16:creationId xmlns:a16="http://schemas.microsoft.com/office/drawing/2014/main" id="{4D8FF472-4BD4-2EA3-76A5-138C6CBC0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423"/>
            <a:ext cx="5890260" cy="266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90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cxnSp>
        <p:nvCxnSpPr>
          <p:cNvPr id="4" name="Verbinder: gewinkelt 87">
            <a:extLst>
              <a:ext uri="{FF2B5EF4-FFF2-40B4-BE49-F238E27FC236}">
                <a16:creationId xmlns:a16="http://schemas.microsoft.com/office/drawing/2014/main" id="{C8B2BF38-9F53-9A15-3875-B2C92B87578B}"/>
              </a:ext>
            </a:extLst>
          </p:cNvPr>
          <p:cNvCxnSpPr>
            <a:cxnSpLocks/>
            <a:stCxn id="133" idx="3"/>
            <a:endCxn id="16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 Box 82">
            <a:extLst>
              <a:ext uri="{FF2B5EF4-FFF2-40B4-BE49-F238E27FC236}">
                <a16:creationId xmlns:a16="http://schemas.microsoft.com/office/drawing/2014/main" id="{0C0F1F38-3E07-E801-5A3C-466C86133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7" name="Rectangle 83">
            <a:extLst>
              <a:ext uri="{FF2B5EF4-FFF2-40B4-BE49-F238E27FC236}">
                <a16:creationId xmlns:a16="http://schemas.microsoft.com/office/drawing/2014/main" id="{2914F297-FA74-B078-5704-7716610DE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A6EC98BD-9EC7-A9FD-2244-542A00DDF1E8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744C91F-CB12-743E-ABA6-8A9FC88155C1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FADF115-7C9A-028B-4496-8B3F4570975A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14" name="Text Box 82">
              <a:extLst>
                <a:ext uri="{FF2B5EF4-FFF2-40B4-BE49-F238E27FC236}">
                  <a16:creationId xmlns:a16="http://schemas.microsoft.com/office/drawing/2014/main" id="{6FD6C5B0-97A1-486E-6302-D0399AFF3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6" name="Rectangle 83">
              <a:extLst>
                <a:ext uri="{FF2B5EF4-FFF2-40B4-BE49-F238E27FC236}">
                  <a16:creationId xmlns:a16="http://schemas.microsoft.com/office/drawing/2014/main" id="{0DADB2FC-69FB-86E2-EE01-DF6D18AA1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" name="Verbinder: gewinkelt 87">
            <a:extLst>
              <a:ext uri="{FF2B5EF4-FFF2-40B4-BE49-F238E27FC236}">
                <a16:creationId xmlns:a16="http://schemas.microsoft.com/office/drawing/2014/main" id="{695351F1-F213-4E71-428D-37FA4414FC04}"/>
              </a:ext>
            </a:extLst>
          </p:cNvPr>
          <p:cNvCxnSpPr>
            <a:cxnSpLocks/>
            <a:stCxn id="16" idx="2"/>
            <a:endCxn id="152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" name="Textfeld 169">
            <a:extLst>
              <a:ext uri="{FF2B5EF4-FFF2-40B4-BE49-F238E27FC236}">
                <a16:creationId xmlns:a16="http://schemas.microsoft.com/office/drawing/2014/main" id="{60F5237D-EB07-F0F6-9390-378DA1213B6A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56C048C2-4E1D-E524-C35F-4BB7A1105E1C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378051-84AC-35E3-6B91-5B6B0AA69421}"/>
              </a:ext>
            </a:extLst>
          </p:cNvPr>
          <p:cNvCxnSpPr>
            <a:cxnSpLocks/>
            <a:stCxn id="8" idx="1"/>
            <a:endCxn id="128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23" name="Textfeld 169">
            <a:extLst>
              <a:ext uri="{FF2B5EF4-FFF2-40B4-BE49-F238E27FC236}">
                <a16:creationId xmlns:a16="http://schemas.microsoft.com/office/drawing/2014/main" id="{F4399C4A-619C-6EB5-411B-AD5C8B1BF92B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981B6948-F734-D50B-C6E4-F37463D84EDC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051F4BC8-5A17-EEB3-CBF3-AFD11B3DAA9F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68F054EB-C3FD-7524-DE3D-F4159251FC9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A41AA67A-C4B2-75FE-2236-A3288E2799AA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0" name="Textfeld 169">
            <a:extLst>
              <a:ext uri="{FF2B5EF4-FFF2-40B4-BE49-F238E27FC236}">
                <a16:creationId xmlns:a16="http://schemas.microsoft.com/office/drawing/2014/main" id="{CF788487-8143-899F-A2A1-EBD4835986C2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60AC9F4-574E-98E7-5FBD-9BA07C08FB73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997F41E9-121F-0D03-CEBA-E538EF637364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utoShape 40">
            <a:extLst>
              <a:ext uri="{FF2B5EF4-FFF2-40B4-BE49-F238E27FC236}">
                <a16:creationId xmlns:a16="http://schemas.microsoft.com/office/drawing/2014/main" id="{23C5AB06-60D7-F309-99B2-E3024B87F6C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35" name="Textfeld 169">
            <a:extLst>
              <a:ext uri="{FF2B5EF4-FFF2-40B4-BE49-F238E27FC236}">
                <a16:creationId xmlns:a16="http://schemas.microsoft.com/office/drawing/2014/main" id="{AAB737F6-6C18-B5A6-CBE5-6DC25DDB1B2C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F89569D8-A16D-FAD8-E9EA-63EEB1251F80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B59A4C8-5F64-F708-4A78-0471CD1160D3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43" name="Group 87">
              <a:extLst>
                <a:ext uri="{FF2B5EF4-FFF2-40B4-BE49-F238E27FC236}">
                  <a16:creationId xmlns:a16="http://schemas.microsoft.com/office/drawing/2014/main" id="{181C51B9-3056-8D89-EBD8-C6EE30839F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45" name="Text Box 82">
                <a:extLst>
                  <a:ext uri="{FF2B5EF4-FFF2-40B4-BE49-F238E27FC236}">
                    <a16:creationId xmlns:a16="http://schemas.microsoft.com/office/drawing/2014/main" id="{717CABBD-8661-3BCD-6DD7-59B3C95EA7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Rectangle 83">
                <a:extLst>
                  <a:ext uri="{FF2B5EF4-FFF2-40B4-BE49-F238E27FC236}">
                    <a16:creationId xmlns:a16="http://schemas.microsoft.com/office/drawing/2014/main" id="{29C5FBF8-5390-8C78-CF91-596F7186A8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4" name="Textfeld 169">
              <a:extLst>
                <a:ext uri="{FF2B5EF4-FFF2-40B4-BE49-F238E27FC236}">
                  <a16:creationId xmlns:a16="http://schemas.microsoft.com/office/drawing/2014/main" id="{CFB522DB-6E70-20DC-4652-38F0AF05CB32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79CD9903-24AB-FA42-9B29-BF2E6D7C2611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50" name="Group 87">
              <a:extLst>
                <a:ext uri="{FF2B5EF4-FFF2-40B4-BE49-F238E27FC236}">
                  <a16:creationId xmlns:a16="http://schemas.microsoft.com/office/drawing/2014/main" id="{7D2879AC-D01D-DABD-20B6-67E1613A8C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52" name="Text Box 82">
                <a:extLst>
                  <a:ext uri="{FF2B5EF4-FFF2-40B4-BE49-F238E27FC236}">
                    <a16:creationId xmlns:a16="http://schemas.microsoft.com/office/drawing/2014/main" id="{8E9A31F6-2A24-3993-EC64-B0F519E8D7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3" name="Rectangle 83">
                <a:extLst>
                  <a:ext uri="{FF2B5EF4-FFF2-40B4-BE49-F238E27FC236}">
                    <a16:creationId xmlns:a16="http://schemas.microsoft.com/office/drawing/2014/main" id="{156D3059-CE5F-C70E-4C1F-88716D7852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51" name="Textfeld 169">
              <a:extLst>
                <a:ext uri="{FF2B5EF4-FFF2-40B4-BE49-F238E27FC236}">
                  <a16:creationId xmlns:a16="http://schemas.microsoft.com/office/drawing/2014/main" id="{2C490A1D-75BC-F416-2CCE-CCE3CA657AA4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54" name="Group 87">
            <a:extLst>
              <a:ext uri="{FF2B5EF4-FFF2-40B4-BE49-F238E27FC236}">
                <a16:creationId xmlns:a16="http://schemas.microsoft.com/office/drawing/2014/main" id="{FF00F6B6-F7D8-1F8C-E3CB-9DAD4043851C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C9A0C3D9-E7F9-D6B2-86B3-8791C4C323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35FCB814-7D7F-58ED-8E02-2978A9D8E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58" name="Verbinder: gewinkelt 87">
            <a:extLst>
              <a:ext uri="{FF2B5EF4-FFF2-40B4-BE49-F238E27FC236}">
                <a16:creationId xmlns:a16="http://schemas.microsoft.com/office/drawing/2014/main" id="{B71537C5-CEEC-8D58-228E-4591F220CDD3}"/>
              </a:ext>
            </a:extLst>
          </p:cNvPr>
          <p:cNvCxnSpPr>
            <a:cxnSpLocks/>
            <a:stCxn id="46" idx="3"/>
            <a:endCxn id="14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0" name="Verbinder: gewinkelt 87">
            <a:extLst>
              <a:ext uri="{FF2B5EF4-FFF2-40B4-BE49-F238E27FC236}">
                <a16:creationId xmlns:a16="http://schemas.microsoft.com/office/drawing/2014/main" id="{CFF4F8FA-DFC1-4643-8DFC-0BB5E2ECEE53}"/>
              </a:ext>
            </a:extLst>
          </p:cNvPr>
          <p:cNvCxnSpPr>
            <a:cxnSpLocks/>
            <a:stCxn id="53" idx="3"/>
            <a:endCxn id="14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42D0E7E1-D4D0-D783-9F4B-97C2D443797A}"/>
              </a:ext>
            </a:extLst>
          </p:cNvPr>
          <p:cNvCxnSpPr>
            <a:cxnSpLocks/>
            <a:stCxn id="145" idx="2"/>
            <a:endCxn id="152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1FD0ED6B-0D16-A883-A0F2-186465C818B4}"/>
              </a:ext>
            </a:extLst>
          </p:cNvPr>
          <p:cNvCxnSpPr>
            <a:cxnSpLocks/>
            <a:stCxn id="112" idx="2"/>
            <a:endCxn id="152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C435591-0322-2F0B-6ED6-7C50124A2E5D}"/>
              </a:ext>
            </a:extLst>
          </p:cNvPr>
          <p:cNvCxnSpPr>
            <a:cxnSpLocks/>
            <a:stCxn id="153" idx="0"/>
            <a:endCxn id="56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D9C3B07-58A5-BE47-72AA-E574FB964430}"/>
              </a:ext>
            </a:extLst>
          </p:cNvPr>
          <p:cNvCxnSpPr>
            <a:cxnSpLocks/>
            <a:stCxn id="53" idx="0"/>
            <a:endCxn id="4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E0FE2177-ECAE-4598-B29A-ABC16D78FDA6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77" name="Verbinder: gewinkelt 87">
              <a:extLst>
                <a:ext uri="{FF2B5EF4-FFF2-40B4-BE49-F238E27FC236}">
                  <a16:creationId xmlns:a16="http://schemas.microsoft.com/office/drawing/2014/main" id="{C43857F2-2446-984C-085B-024D76E0B5F3}"/>
                </a:ext>
              </a:extLst>
            </p:cNvPr>
            <p:cNvCxnSpPr>
              <a:cxnSpLocks/>
              <a:stCxn id="80" idx="2"/>
              <a:endCxn id="79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883C2918-040E-63C0-79AC-87D099CD9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7F0C99A3-A993-C891-D11F-500BF215A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0" name="AutoShape 50">
              <a:extLst>
                <a:ext uri="{FF2B5EF4-FFF2-40B4-BE49-F238E27FC236}">
                  <a16:creationId xmlns:a16="http://schemas.microsoft.com/office/drawing/2014/main" id="{E6DC1D16-E20F-9E3C-AF66-C2A4EAFD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3" name="Textfeld 169">
              <a:extLst>
                <a:ext uri="{FF2B5EF4-FFF2-40B4-BE49-F238E27FC236}">
                  <a16:creationId xmlns:a16="http://schemas.microsoft.com/office/drawing/2014/main" id="{CD1225D7-AD57-EBE2-0049-9609C9C806AF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2" name="Textfeld 169">
              <a:extLst>
                <a:ext uri="{FF2B5EF4-FFF2-40B4-BE49-F238E27FC236}">
                  <a16:creationId xmlns:a16="http://schemas.microsoft.com/office/drawing/2014/main" id="{931983D6-1AA4-FBC6-A748-0C6711E80885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3" name="AutoShape 50">
              <a:extLst>
                <a:ext uri="{FF2B5EF4-FFF2-40B4-BE49-F238E27FC236}">
                  <a16:creationId xmlns:a16="http://schemas.microsoft.com/office/drawing/2014/main" id="{246ACC24-1515-121A-DCC2-EF15FEAF86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5" name="Textfeld 169">
            <a:extLst>
              <a:ext uri="{FF2B5EF4-FFF2-40B4-BE49-F238E27FC236}">
                <a16:creationId xmlns:a16="http://schemas.microsoft.com/office/drawing/2014/main" id="{FDA98303-E009-1599-08B6-CBBD297109E8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88A1421D-4EA2-A55F-3FA0-9D7355FF38EE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CC27CDEC-E9CA-81AF-C827-4390599046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0923A189-8648-21D5-2AC6-CA357E7110AC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103" name="Text Box 82">
              <a:extLst>
                <a:ext uri="{FF2B5EF4-FFF2-40B4-BE49-F238E27FC236}">
                  <a16:creationId xmlns:a16="http://schemas.microsoft.com/office/drawing/2014/main" id="{361B0411-78F9-9CD5-34DD-38D58FEA58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12" name="Rectangle 83">
              <a:extLst>
                <a:ext uri="{FF2B5EF4-FFF2-40B4-BE49-F238E27FC236}">
                  <a16:creationId xmlns:a16="http://schemas.microsoft.com/office/drawing/2014/main" id="{79C48E7C-6415-B3FD-06F0-8B90AEF92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ED56FD53-FADE-EE14-A49E-2F68ECE2B871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9" name="Textfeld 169">
              <a:extLst>
                <a:ext uri="{FF2B5EF4-FFF2-40B4-BE49-F238E27FC236}">
                  <a16:creationId xmlns:a16="http://schemas.microsoft.com/office/drawing/2014/main" id="{12C2F559-C03D-41B7-930B-AC234463F3D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07FD3B45-C561-57CA-D582-C783F0A9A524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8730FEDE-D74E-0F11-62A8-55D700379C6C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3" name="Textfeld 169">
              <a:extLst>
                <a:ext uri="{FF2B5EF4-FFF2-40B4-BE49-F238E27FC236}">
                  <a16:creationId xmlns:a16="http://schemas.microsoft.com/office/drawing/2014/main" id="{3BF3E2FB-ABD3-4177-7178-E5531BE70DED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4" name="Textfeld 169">
            <a:extLst>
              <a:ext uri="{FF2B5EF4-FFF2-40B4-BE49-F238E27FC236}">
                <a16:creationId xmlns:a16="http://schemas.microsoft.com/office/drawing/2014/main" id="{16A079D5-1FAF-F83A-B025-2984D5818389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81BFEBF3-DF15-5763-C8BB-164A5F6646E5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767B844-9ACA-3987-25E0-5BC45CD3C081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19AAFBB3-F1F6-B4EB-233B-E389898AB8A9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CF9A323E-9FD3-B685-F86C-611D7B0C0E1E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40" name="Textfeld 169">
            <a:extLst>
              <a:ext uri="{FF2B5EF4-FFF2-40B4-BE49-F238E27FC236}">
                <a16:creationId xmlns:a16="http://schemas.microsoft.com/office/drawing/2014/main" id="{32F36D0D-6D97-5598-D35A-2517395A176B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41" name="Gruppieren 140">
            <a:extLst>
              <a:ext uri="{FF2B5EF4-FFF2-40B4-BE49-F238E27FC236}">
                <a16:creationId xmlns:a16="http://schemas.microsoft.com/office/drawing/2014/main" id="{730481A8-93F3-0056-7B82-CE01BBE0CA86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142" name="Group 87">
              <a:extLst>
                <a:ext uri="{FF2B5EF4-FFF2-40B4-BE49-F238E27FC236}">
                  <a16:creationId xmlns:a16="http://schemas.microsoft.com/office/drawing/2014/main" id="{CA350FEE-835C-291F-FC02-37E752430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47" name="Text Box 82">
                <a:extLst>
                  <a:ext uri="{FF2B5EF4-FFF2-40B4-BE49-F238E27FC236}">
                    <a16:creationId xmlns:a16="http://schemas.microsoft.com/office/drawing/2014/main" id="{72B6999E-0A05-C049-46A8-1FD88E4148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48" name="Rectangle 83">
                <a:extLst>
                  <a:ext uri="{FF2B5EF4-FFF2-40B4-BE49-F238E27FC236}">
                    <a16:creationId xmlns:a16="http://schemas.microsoft.com/office/drawing/2014/main" id="{3EFBD0A8-1CF0-85CE-4BAB-0473F60FE2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43" name="AutoShape 37">
              <a:extLst>
                <a:ext uri="{FF2B5EF4-FFF2-40B4-BE49-F238E27FC236}">
                  <a16:creationId xmlns:a16="http://schemas.microsoft.com/office/drawing/2014/main" id="{F2F63F73-A34F-BA09-F704-A99E2A010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44" name="Textfeld 169">
              <a:extLst>
                <a:ext uri="{FF2B5EF4-FFF2-40B4-BE49-F238E27FC236}">
                  <a16:creationId xmlns:a16="http://schemas.microsoft.com/office/drawing/2014/main" id="{2084800B-5C2A-8537-AE86-16D6B0CD1001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5" name="Textfeld 169">
              <a:extLst>
                <a:ext uri="{FF2B5EF4-FFF2-40B4-BE49-F238E27FC236}">
                  <a16:creationId xmlns:a16="http://schemas.microsoft.com/office/drawing/2014/main" id="{C7D26942-971B-E595-3D40-01631CF42155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49" name="Textfeld 169">
            <a:extLst>
              <a:ext uri="{FF2B5EF4-FFF2-40B4-BE49-F238E27FC236}">
                <a16:creationId xmlns:a16="http://schemas.microsoft.com/office/drawing/2014/main" id="{56084792-CFCC-59E4-F1C6-DD92618F0C63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F83F90C5-7F64-630E-337C-2C1FFF9AC4AC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51" name="Text Box 82">
              <a:extLst>
                <a:ext uri="{FF2B5EF4-FFF2-40B4-BE49-F238E27FC236}">
                  <a16:creationId xmlns:a16="http://schemas.microsoft.com/office/drawing/2014/main" id="{693B4ADC-8F7D-B9E2-B73F-FEC283CC96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52" name="Rectangle 83">
              <a:extLst>
                <a:ext uri="{FF2B5EF4-FFF2-40B4-BE49-F238E27FC236}">
                  <a16:creationId xmlns:a16="http://schemas.microsoft.com/office/drawing/2014/main" id="{B133F03A-EB9E-9CCE-839F-50AFF16E6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AutoShape 50">
              <a:extLst>
                <a:ext uri="{FF2B5EF4-FFF2-40B4-BE49-F238E27FC236}">
                  <a16:creationId xmlns:a16="http://schemas.microsoft.com/office/drawing/2014/main" id="{4FD78DC9-B71A-50EA-A007-253FEEF5D2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Textfeld 169">
              <a:extLst>
                <a:ext uri="{FF2B5EF4-FFF2-40B4-BE49-F238E27FC236}">
                  <a16:creationId xmlns:a16="http://schemas.microsoft.com/office/drawing/2014/main" id="{AD46AC7F-C929-F2E8-CC6B-319BDE797A8F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55" name="Textfeld 169">
            <a:extLst>
              <a:ext uri="{FF2B5EF4-FFF2-40B4-BE49-F238E27FC236}">
                <a16:creationId xmlns:a16="http://schemas.microsoft.com/office/drawing/2014/main" id="{025D971B-A332-B8B6-6820-6B84C9592046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C4165A2-3166-0C5F-920E-2EE4BD43C3FB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5544C7D-175C-B06A-EFC5-6612797137A9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D8307358-80DC-1372-B6B1-33380FC5FB44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4CA53B03-10FB-DBDA-1465-07590C3EAC2B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7826CE44-5CCA-ABDC-B113-427F61E0ACCC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61" name="Verbinder: gewinkelt 87">
            <a:extLst>
              <a:ext uri="{FF2B5EF4-FFF2-40B4-BE49-F238E27FC236}">
                <a16:creationId xmlns:a16="http://schemas.microsoft.com/office/drawing/2014/main" id="{A1757ED0-6C20-0EB7-2FC1-00FDB23F0AF6}"/>
              </a:ext>
            </a:extLst>
          </p:cNvPr>
          <p:cNvCxnSpPr>
            <a:cxnSpLocks/>
            <a:stCxn id="92" idx="2"/>
            <a:endCxn id="4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4CAA2663-3A4E-21F7-CA3A-A18635362C1B}"/>
              </a:ext>
            </a:extLst>
          </p:cNvPr>
          <p:cNvCxnSpPr>
            <a:cxnSpLocks/>
            <a:stCxn id="144" idx="3"/>
            <a:endCxn id="126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2051C9AB-EDD6-4C00-2B3A-91B5211820C4}"/>
              </a:ext>
            </a:extLst>
          </p:cNvPr>
          <p:cNvCxnSpPr>
            <a:cxnSpLocks/>
            <a:stCxn id="93" idx="2"/>
            <a:endCxn id="112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8" name="Verbinder: gewinkelt 87">
            <a:extLst>
              <a:ext uri="{FF2B5EF4-FFF2-40B4-BE49-F238E27FC236}">
                <a16:creationId xmlns:a16="http://schemas.microsoft.com/office/drawing/2014/main" id="{DE70F7E3-F0B1-1D52-0AB2-7632432697CA}"/>
              </a:ext>
            </a:extLst>
          </p:cNvPr>
          <p:cNvCxnSpPr>
            <a:cxnSpLocks/>
            <a:stCxn id="83" idx="2"/>
            <a:endCxn id="5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9" name="Textfeld 169">
            <a:extLst>
              <a:ext uri="{FF2B5EF4-FFF2-40B4-BE49-F238E27FC236}">
                <a16:creationId xmlns:a16="http://schemas.microsoft.com/office/drawing/2014/main" id="{90039E70-610F-9B18-7D89-3FDB3F24B1C5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1" name="Textfeld 169">
            <a:extLst>
              <a:ext uri="{FF2B5EF4-FFF2-40B4-BE49-F238E27FC236}">
                <a16:creationId xmlns:a16="http://schemas.microsoft.com/office/drawing/2014/main" id="{183A603D-1750-AD14-40D6-68A66BAA29E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48F621ED-E666-AD8D-A881-822E6C5B178A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4161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Alternatives Layout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43212AF2-5C35-8E73-B76F-6EA138B6C174}"/>
              </a:ext>
            </a:extLst>
          </p:cNvPr>
          <p:cNvGrpSpPr/>
          <p:nvPr/>
        </p:nvGrpSpPr>
        <p:grpSpPr>
          <a:xfrm>
            <a:off x="7597965" y="3121315"/>
            <a:ext cx="1672659" cy="671126"/>
            <a:chOff x="3094354" y="1403609"/>
            <a:chExt cx="1672659" cy="671126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81" idx="2"/>
              <a:endCxn id="57" idx="0"/>
            </p:cNvCxnSpPr>
            <p:nvPr/>
          </p:nvCxnSpPr>
          <p:spPr>
            <a:xfrm rot="16200000" flipH="1">
              <a:off x="3718165" y="1317386"/>
              <a:ext cx="255394" cy="427840"/>
            </a:xfrm>
            <a:prstGeom prst="bentConnector3">
              <a:avLst>
                <a:gd name="adj1" fmla="val -89509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3213" y="1697103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550" y="1659003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136422" y="1745823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3631943" y="185457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4195922" y="1859291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3547805" y="1403609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9937144" y="3833037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2616"/>
                <a:ext cx="4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9934762" y="4500607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1" y="2616"/>
                <a:ext cx="5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03" name="Group 87">
            <a:extLst>
              <a:ext uri="{FF2B5EF4-FFF2-40B4-BE49-F238E27FC236}">
                <a16:creationId xmlns:a16="http://schemas.microsoft.com/office/drawing/2014/main" id="{0C406D64-5A9C-C4DF-16C7-8303DF892F59}"/>
              </a:ext>
            </a:extLst>
          </p:cNvPr>
          <p:cNvGrpSpPr>
            <a:grpSpLocks/>
          </p:cNvGrpSpPr>
          <p:nvPr/>
        </p:nvGrpSpPr>
        <p:grpSpPr bwMode="auto">
          <a:xfrm>
            <a:off x="5666824" y="2040026"/>
            <a:ext cx="1414463" cy="412750"/>
            <a:chOff x="3441" y="2592"/>
            <a:chExt cx="891" cy="260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7" y="2616"/>
              <a:ext cx="3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B9D10CF2-4502-5516-8A48-5366E9A1D425}"/>
              </a:ext>
            </a:extLst>
          </p:cNvPr>
          <p:cNvGrpSpPr/>
          <p:nvPr/>
        </p:nvGrpSpPr>
        <p:grpSpPr>
          <a:xfrm>
            <a:off x="8798981" y="2034548"/>
            <a:ext cx="1414463" cy="712691"/>
            <a:chOff x="5140385" y="2628971"/>
            <a:chExt cx="1414463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0385" y="2628971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5215" y="3051149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97A795FC-4A2C-7B0C-3F1D-24643DBA3201}"/>
              </a:ext>
            </a:extLst>
          </p:cNvPr>
          <p:cNvGrpSpPr/>
          <p:nvPr/>
        </p:nvGrpSpPr>
        <p:grpSpPr>
          <a:xfrm>
            <a:off x="5666007" y="3383360"/>
            <a:ext cx="1409695" cy="412750"/>
            <a:chOff x="7635017" y="3330621"/>
            <a:chExt cx="1409695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15721" y="3368721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5017" y="3330621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7831480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8537771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7831480" y="358513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5669208" y="122506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39" name="Verbinder: gewinkelt 87">
            <a:extLst>
              <a:ext uri="{FF2B5EF4-FFF2-40B4-BE49-F238E27FC236}">
                <a16:creationId xmlns:a16="http://schemas.microsoft.com/office/drawing/2014/main" id="{7C9F1ED2-40D6-117E-2CF8-15D22926C6C6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8650120" y="3422340"/>
            <a:ext cx="919254" cy="165002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4" name="Verbinder: gewinkelt 87">
            <a:extLst>
              <a:ext uri="{FF2B5EF4-FFF2-40B4-BE49-F238E27FC236}">
                <a16:creationId xmlns:a16="http://schemas.microsoft.com/office/drawing/2014/main" id="{CDABA5F0-0196-AEF7-936A-22F7D6A699E3}"/>
              </a:ext>
            </a:extLst>
          </p:cNvPr>
          <p:cNvCxnSpPr>
            <a:cxnSpLocks/>
            <a:stCxn id="98" idx="0"/>
            <a:endCxn id="116" idx="3"/>
          </p:cNvCxnSpPr>
          <p:nvPr/>
        </p:nvCxnSpPr>
        <p:spPr>
          <a:xfrm rot="16200000" flipV="1">
            <a:off x="9197419" y="3056031"/>
            <a:ext cx="1753368" cy="1135783"/>
          </a:xfrm>
          <a:prstGeom prst="bentConnector3">
            <a:avLst>
              <a:gd name="adj1" fmla="val 480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47" name="Verbinder: gewinkelt 87">
            <a:extLst>
              <a:ext uri="{FF2B5EF4-FFF2-40B4-BE49-F238E27FC236}">
                <a16:creationId xmlns:a16="http://schemas.microsoft.com/office/drawing/2014/main" id="{05F753FD-3BA4-D49F-52AF-22F9799E02FD}"/>
              </a:ext>
            </a:extLst>
          </p:cNvPr>
          <p:cNvCxnSpPr>
            <a:cxnSpLocks/>
            <a:stCxn id="116" idx="3"/>
            <a:endCxn id="88" idx="0"/>
          </p:cNvCxnSpPr>
          <p:nvPr/>
        </p:nvCxnSpPr>
        <p:spPr>
          <a:xfrm rot="16200000" flipH="1">
            <a:off x="9532394" y="2721055"/>
            <a:ext cx="1085798" cy="11381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A9FF2BF6-FF1E-AA34-546C-7519D48FA59B}"/>
              </a:ext>
            </a:extLst>
          </p:cNvPr>
          <p:cNvCxnSpPr>
            <a:cxnSpLocks/>
            <a:stCxn id="118" idx="1"/>
            <a:endCxn id="108" idx="3"/>
          </p:cNvCxnSpPr>
          <p:nvPr/>
        </p:nvCxnSpPr>
        <p:spPr>
          <a:xfrm flipH="1">
            <a:off x="7081287" y="2240923"/>
            <a:ext cx="1717694" cy="54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30CB32BC-898F-02B8-FFD6-520CACABAF5D}"/>
              </a:ext>
            </a:extLst>
          </p:cNvPr>
          <p:cNvCxnSpPr>
            <a:cxnSpLocks/>
            <a:stCxn id="108" idx="0"/>
            <a:endCxn id="132" idx="2"/>
          </p:cNvCxnSpPr>
          <p:nvPr/>
        </p:nvCxnSpPr>
        <p:spPr>
          <a:xfrm flipV="1">
            <a:off x="6374056" y="1637815"/>
            <a:ext cx="2384" cy="40221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9D784177-CFBE-DD07-A9DE-13B5BEA2531C}"/>
              </a:ext>
            </a:extLst>
          </p:cNvPr>
          <p:cNvCxnSpPr>
            <a:cxnSpLocks/>
            <a:stCxn id="74" idx="2"/>
            <a:endCxn id="123" idx="3"/>
          </p:cNvCxnSpPr>
          <p:nvPr/>
        </p:nvCxnSpPr>
        <p:spPr>
          <a:xfrm flipH="1" flipV="1">
            <a:off x="7075702" y="3589735"/>
            <a:ext cx="522263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62EF6347-31E5-7677-270C-91EA8C101B41}"/>
              </a:ext>
            </a:extLst>
          </p:cNvPr>
          <p:cNvCxnSpPr>
            <a:cxnSpLocks/>
            <a:stCxn id="123" idx="0"/>
            <a:endCxn id="108" idx="2"/>
          </p:cNvCxnSpPr>
          <p:nvPr/>
        </p:nvCxnSpPr>
        <p:spPr>
          <a:xfrm flipV="1">
            <a:off x="6370855" y="2452776"/>
            <a:ext cx="3201" cy="93058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8B40C093-6CFA-12E9-9BE6-E7E04766F825}"/>
              </a:ext>
            </a:extLst>
          </p:cNvPr>
          <p:cNvGrpSpPr/>
          <p:nvPr/>
        </p:nvGrpSpPr>
        <p:grpSpPr>
          <a:xfrm>
            <a:off x="3107040" y="3086556"/>
            <a:ext cx="1899504" cy="1006358"/>
            <a:chOff x="8294148" y="3350941"/>
            <a:chExt cx="1899504" cy="1006358"/>
          </a:xfrm>
        </p:grpSpPr>
        <p:sp>
          <p:nvSpPr>
            <p:cNvPr id="166" name="Text Box 82">
              <a:extLst>
                <a:ext uri="{FF2B5EF4-FFF2-40B4-BE49-F238E27FC236}">
                  <a16:creationId xmlns:a16="http://schemas.microsoft.com/office/drawing/2014/main" id="{3C6F85F5-6EF7-BBE5-892A-661E1BBC60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52838" y="3389041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167" name="Rectangle 83">
              <a:extLst>
                <a:ext uri="{FF2B5EF4-FFF2-40B4-BE49-F238E27FC236}">
                  <a16:creationId xmlns:a16="http://schemas.microsoft.com/office/drawing/2014/main" id="{2A6DB4C1-C887-8380-F255-FF10C5404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Rectangle 1">
              <a:extLst>
                <a:ext uri="{FF2B5EF4-FFF2-40B4-BE49-F238E27FC236}">
                  <a16:creationId xmlns:a16="http://schemas.microsoft.com/office/drawing/2014/main" id="{9A1337B1-C8B9-50E9-C25A-BEB6BB560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5641" y="3772524"/>
              <a:ext cx="1821118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</a:t>
              </a: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start</a:t>
              </a:r>
              <a:b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</a:b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end</a:t>
              </a:r>
              <a:endParaRPr lang="de-DE" altLang="de-DE" sz="1600" dirty="0">
                <a:solidFill>
                  <a:srgbClr val="080808"/>
                </a:solidFill>
                <a:latin typeface="+mj-lt"/>
              </a:endParaRPr>
            </a:p>
          </p:txBody>
        </p:sp>
        <p:sp>
          <p:nvSpPr>
            <p:cNvPr id="169" name="Rectangle 83">
              <a:extLst>
                <a:ext uri="{FF2B5EF4-FFF2-40B4-BE49-F238E27FC236}">
                  <a16:creationId xmlns:a16="http://schemas.microsoft.com/office/drawing/2014/main" id="{69B8271F-E1A0-7CB0-D2F0-776147F1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995435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EE249DEC-8236-62A1-A7D9-5FA43243B55F}"/>
              </a:ext>
            </a:extLst>
          </p:cNvPr>
          <p:cNvGrpSpPr/>
          <p:nvPr/>
        </p:nvGrpSpPr>
        <p:grpSpPr>
          <a:xfrm>
            <a:off x="3107174" y="2441469"/>
            <a:ext cx="1409694" cy="412750"/>
            <a:chOff x="8871299" y="3365841"/>
            <a:chExt cx="1409694" cy="412750"/>
          </a:xfrm>
        </p:grpSpPr>
        <p:sp>
          <p:nvSpPr>
            <p:cNvPr id="171" name="Text Box 82">
              <a:extLst>
                <a:ext uri="{FF2B5EF4-FFF2-40B4-BE49-F238E27FC236}">
                  <a16:creationId xmlns:a16="http://schemas.microsoft.com/office/drawing/2014/main" id="{C20324BE-D288-E68D-5B58-E3E7B97102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146466E2-5051-03EE-A7AE-4455C5A65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3" name="Verbinder: gewinkelt 87">
            <a:extLst>
              <a:ext uri="{FF2B5EF4-FFF2-40B4-BE49-F238E27FC236}">
                <a16:creationId xmlns:a16="http://schemas.microsoft.com/office/drawing/2014/main" id="{4760D103-572E-023D-9F9F-09326C96A44C}"/>
              </a:ext>
            </a:extLst>
          </p:cNvPr>
          <p:cNvCxnSpPr>
            <a:cxnSpLocks/>
            <a:stCxn id="172" idx="3"/>
            <a:endCxn id="124" idx="0"/>
          </p:cNvCxnSpPr>
          <p:nvPr/>
        </p:nvCxnSpPr>
        <p:spPr>
          <a:xfrm>
            <a:off x="4516868" y="2647844"/>
            <a:ext cx="1494781" cy="73556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8" name="Verbinder: gewinkelt 87">
            <a:extLst>
              <a:ext uri="{FF2B5EF4-FFF2-40B4-BE49-F238E27FC236}">
                <a16:creationId xmlns:a16="http://schemas.microsoft.com/office/drawing/2014/main" id="{71F0F63A-8B26-188C-A97D-6699FCECF4DB}"/>
              </a:ext>
            </a:extLst>
          </p:cNvPr>
          <p:cNvCxnSpPr>
            <a:cxnSpLocks/>
            <a:stCxn id="172" idx="0"/>
            <a:endCxn id="108" idx="1"/>
          </p:cNvCxnSpPr>
          <p:nvPr/>
        </p:nvCxnSpPr>
        <p:spPr>
          <a:xfrm rot="5400000" flipH="1" flipV="1">
            <a:off x="4641888" y="1416534"/>
            <a:ext cx="195068" cy="18548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1" name="Verbinder: gewinkelt 87">
            <a:extLst>
              <a:ext uri="{FF2B5EF4-FFF2-40B4-BE49-F238E27FC236}">
                <a16:creationId xmlns:a16="http://schemas.microsoft.com/office/drawing/2014/main" id="{5B47ED23-DE49-3131-A82E-B08DBA3E8CCC}"/>
              </a:ext>
            </a:extLst>
          </p:cNvPr>
          <p:cNvCxnSpPr>
            <a:cxnSpLocks/>
            <a:stCxn id="169" idx="1"/>
            <a:endCxn id="172" idx="1"/>
          </p:cNvCxnSpPr>
          <p:nvPr/>
        </p:nvCxnSpPr>
        <p:spPr>
          <a:xfrm rot="10800000" flipH="1">
            <a:off x="3107040" y="2647844"/>
            <a:ext cx="134" cy="936430"/>
          </a:xfrm>
          <a:prstGeom prst="bentConnector3">
            <a:avLst>
              <a:gd name="adj1" fmla="val -170597015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0ADC7D2-D70E-05F6-8625-12175CC1C3AD}"/>
              </a:ext>
            </a:extLst>
          </p:cNvPr>
          <p:cNvCxnSpPr>
            <a:cxnSpLocks/>
            <a:stCxn id="169" idx="3"/>
            <a:endCxn id="123" idx="1"/>
          </p:cNvCxnSpPr>
          <p:nvPr/>
        </p:nvCxnSpPr>
        <p:spPr>
          <a:xfrm>
            <a:off x="5006544" y="3584274"/>
            <a:ext cx="659463" cy="546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5" name="Rechteck 194">
            <a:extLst>
              <a:ext uri="{FF2B5EF4-FFF2-40B4-BE49-F238E27FC236}">
                <a16:creationId xmlns:a16="http://schemas.microsoft.com/office/drawing/2014/main" id="{0A0E091F-522C-3772-2826-257FFC710FC0}"/>
              </a:ext>
            </a:extLst>
          </p:cNvPr>
          <p:cNvSpPr/>
          <p:nvPr/>
        </p:nvSpPr>
        <p:spPr bwMode="auto">
          <a:xfrm>
            <a:off x="9446240" y="3975935"/>
            <a:ext cx="108758" cy="118112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/>
            </a:solidFill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de-DE"/>
          </a:p>
        </p:txBody>
      </p:sp>
      <p:cxnSp>
        <p:nvCxnSpPr>
          <p:cNvPr id="134" name="Verbinder: gewinkelt 87">
            <a:extLst>
              <a:ext uri="{FF2B5EF4-FFF2-40B4-BE49-F238E27FC236}">
                <a16:creationId xmlns:a16="http://schemas.microsoft.com/office/drawing/2014/main" id="{0A938E68-E950-4B5F-4636-E560D9A8A651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9269443" y="3371710"/>
            <a:ext cx="246971" cy="108843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7" name="AutoShape 50">
            <a:extLst>
              <a:ext uri="{FF2B5EF4-FFF2-40B4-BE49-F238E27FC236}">
                <a16:creationId xmlns:a16="http://schemas.microsoft.com/office/drawing/2014/main" id="{DE8C9DCC-E418-B138-35B5-0D4A5B813D5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292301" y="1786918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DA3702AB-8352-2239-5F86-C9EDB99520B3}"/>
              </a:ext>
            </a:extLst>
          </p:cNvPr>
          <p:cNvSpPr txBox="1"/>
          <p:nvPr/>
        </p:nvSpPr>
        <p:spPr>
          <a:xfrm>
            <a:off x="3337420" y="1294384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99" name="Freihandform: Form 198">
            <a:extLst>
              <a:ext uri="{FF2B5EF4-FFF2-40B4-BE49-F238E27FC236}">
                <a16:creationId xmlns:a16="http://schemas.microsoft.com/office/drawing/2014/main" id="{6A979DBC-C961-7DE2-FD88-D8F225391A8F}"/>
              </a:ext>
            </a:extLst>
          </p:cNvPr>
          <p:cNvSpPr/>
          <p:nvPr/>
        </p:nvSpPr>
        <p:spPr bwMode="auto">
          <a:xfrm rot="21216338" flipH="1">
            <a:off x="3782106" y="1473309"/>
            <a:ext cx="1569622" cy="3477415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410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4F2C1D-8C0D-4121-8456-9BAA90390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</a:t>
            </a:r>
            <a:r>
              <a:rPr lang="de-DE" dirty="0" err="1"/>
              <a:t>Example</a:t>
            </a:r>
            <a:r>
              <a:rPr lang="de-DE" dirty="0"/>
              <a:t> Model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D33C6B9-75E8-44F4-8390-61DE8401E2D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7271" y="2166150"/>
            <a:ext cx="5743494" cy="2828885"/>
          </a:xfrm>
        </p:spPr>
      </p:pic>
      <p:sp>
        <p:nvSpPr>
          <p:cNvPr id="7" name="Text Box 3">
            <a:extLst>
              <a:ext uri="{FF2B5EF4-FFF2-40B4-BE49-F238E27FC236}">
                <a16:creationId xmlns:a16="http://schemas.microsoft.com/office/drawing/2014/main" id="{37D76BCE-DCE0-4F3E-A353-C5EC801CDE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75173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(CD)</a:t>
            </a: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0395" y="1008266"/>
            <a:ext cx="4887449" cy="92333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20157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967156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628904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638048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6149340" y="3147578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9171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-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: F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f$g1 : G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f$h1 : H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36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Ports &amp; </a:t>
            </a:r>
            <a:r>
              <a:rPr lang="de-DE" dirty="0" err="1"/>
              <a:t>Associations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7548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f$g1$d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f$h1$e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[“a”]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[“g”]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[“h”]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[“b”]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[“c”]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 [“d”] -&gt; f$g1$d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 [“e”] -&gt;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f$h1 [“f”]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link f$g1$d (out) &lt;-&gt; (in)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58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3239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f$g1$b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f$g1$c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f$g1$d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f$h1$e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f$h1$f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75671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9525">
          <a:solidFill>
            <a:schemeClr val="tx2"/>
          </a:solidFill>
          <a:round/>
          <a:headEnd type="none" w="sm" len="sm"/>
          <a:tailEnd type="arrow" w="med" len="med"/>
        </a:ln>
      </a:spPr>
      <a:bodyPr wrap="none" anchor="ctr"/>
      <a:lstStyle>
        <a:defPPr algn="l">
          <a:defRPr/>
        </a:defPPr>
      </a:lstStyle>
    </a:spDef>
    <a:lnDef>
      <a:spPr>
        <a:ln w="9525">
          <a:solidFill>
            <a:schemeClr val="tx2"/>
          </a:solidFill>
          <a:headEnd type="triangle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1759</Words>
  <Application>Microsoft Office PowerPoint</Application>
  <PresentationFormat>Breitbild</PresentationFormat>
  <Paragraphs>595</Paragraphs>
  <Slides>16</Slides>
  <Notes>8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5" baseType="lpstr">
      <vt:lpstr>Arial</vt:lpstr>
      <vt:lpstr>Calibri</vt:lpstr>
      <vt:lpstr>Courier New</vt:lpstr>
      <vt:lpstr>Symbol</vt:lpstr>
      <vt:lpstr>Trebuchet MS</vt:lpstr>
      <vt:lpstr>Wingdings</vt:lpstr>
      <vt:lpstr>DesignSE</vt:lpstr>
      <vt:lpstr>1_DesignSE</vt:lpstr>
      <vt:lpstr>think-cell Folie</vt:lpstr>
      <vt:lpstr>CD4Function</vt:lpstr>
      <vt:lpstr>CD4Function: Metamodell á la OCEL</vt:lpstr>
      <vt:lpstr>CD4Function</vt:lpstr>
      <vt:lpstr>CD4Function</vt:lpstr>
      <vt:lpstr>Example</vt:lpstr>
      <vt:lpstr>CD4Function + Monitoring</vt:lpstr>
      <vt:lpstr>CD4Function2Fenix</vt:lpstr>
      <vt:lpstr>CD4Function2Fenix Example</vt:lpstr>
      <vt:lpstr>Two possible Layouts</vt:lpstr>
      <vt:lpstr>CD4Function</vt:lpstr>
      <vt:lpstr>Alternatives Layout</vt:lpstr>
      <vt:lpstr>MA2Fenix Example Model</vt:lpstr>
      <vt:lpstr>MA2Fenix (CD)</vt:lpstr>
      <vt:lpstr>MA2Fenix (OD) - Functions</vt:lpstr>
      <vt:lpstr>MA2Fenix (OD) – Ports &amp; Associations</vt:lpstr>
      <vt:lpstr>MA2Fenix (OD) – Port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Felix Steinfurth</cp:lastModifiedBy>
  <cp:revision>70</cp:revision>
  <cp:lastPrinted>2023-03-26T07:04:59Z</cp:lastPrinted>
  <dcterms:created xsi:type="dcterms:W3CDTF">2019-02-06T21:20:56Z</dcterms:created>
  <dcterms:modified xsi:type="dcterms:W3CDTF">2023-11-02T10:50:07Z</dcterms:modified>
</cp:coreProperties>
</file>