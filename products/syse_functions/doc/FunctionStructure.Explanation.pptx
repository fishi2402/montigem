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29EF90-D766-4FCC-8062-21DAA3F2F5DE}" v="17" dt="2024-01-18T21:27:04.6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2" autoAdjust="0"/>
    <p:restoredTop sz="92645" autoAdjust="0"/>
  </p:normalViewPr>
  <p:slideViewPr>
    <p:cSldViewPr snapToGrid="0">
      <p:cViewPr varScale="1">
        <p:scale>
          <a:sx n="119" d="100"/>
          <a:sy n="119" d="100"/>
        </p:scale>
        <p:origin x="16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2429EF90-D766-4FCC-8062-21DAA3F2F5DE}"/>
    <pc:docChg chg="undo custSel addSld delSld modSld modSection">
      <pc:chgData name="Malte Heithoff" userId="92960225c14ac204" providerId="LiveId" clId="{2429EF90-D766-4FCC-8062-21DAA3F2F5DE}" dt="2024-01-18T21:50:18.368" v="1520"/>
      <pc:docMkLst>
        <pc:docMk/>
      </pc:docMkLst>
      <pc:sldChg chg="add">
        <pc:chgData name="Malte Heithoff" userId="92960225c14ac204" providerId="LiveId" clId="{2429EF90-D766-4FCC-8062-21DAA3F2F5DE}" dt="2024-01-18T16:40:10.624" v="386"/>
        <pc:sldMkLst>
          <pc:docMk/>
          <pc:sldMk cId="16724385" sldId="281"/>
        </pc:sldMkLst>
      </pc:sldChg>
      <pc:sldChg chg="add del">
        <pc:chgData name="Malte Heithoff" userId="92960225c14ac204" providerId="LiveId" clId="{2429EF90-D766-4FCC-8062-21DAA3F2F5DE}" dt="2024-01-18T16:40:08.901" v="385" actId="2696"/>
        <pc:sldMkLst>
          <pc:docMk/>
          <pc:sldMk cId="3730269555" sldId="281"/>
        </pc:sldMkLst>
      </pc:sldChg>
      <pc:sldChg chg="modSp add mod">
        <pc:chgData name="Malte Heithoff" userId="92960225c14ac204" providerId="LiveId" clId="{2429EF90-D766-4FCC-8062-21DAA3F2F5DE}" dt="2024-01-18T21:50:06.970" v="1512"/>
        <pc:sldMkLst>
          <pc:docMk/>
          <pc:sldMk cId="704160793" sldId="282"/>
        </pc:sldMkLst>
        <pc:spChg chg="mod">
          <ac:chgData name="Malte Heithoff" userId="92960225c14ac204" providerId="LiveId" clId="{2429EF90-D766-4FCC-8062-21DAA3F2F5DE}" dt="2024-01-18T16:47:10.555" v="912" actId="20577"/>
          <ac:spMkLst>
            <pc:docMk/>
            <pc:sldMk cId="704160793" sldId="282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6.346" v="1511"/>
          <ac:spMkLst>
            <pc:docMk/>
            <pc:sldMk cId="704160793" sldId="282"/>
            <ac:spMk id="56" creationId="{D4857F7E-3582-224C-A42B-E84ECA9D5E8C}"/>
          </ac:spMkLst>
        </pc:spChg>
        <pc:spChg chg="mod">
          <ac:chgData name="Malte Heithoff" userId="92960225c14ac204" providerId="LiveId" clId="{2429EF90-D766-4FCC-8062-21DAA3F2F5DE}" dt="2024-01-18T21:50:06.970" v="1512"/>
          <ac:spMkLst>
            <pc:docMk/>
            <pc:sldMk cId="704160793" sldId="282"/>
            <ac:spMk id="57" creationId="{483CD332-FBAD-3056-CD3A-55664C4CD565}"/>
          </ac:spMkLst>
        </pc:spChg>
      </pc:sldChg>
      <pc:sldChg chg="modSp add mod">
        <pc:chgData name="Malte Heithoff" userId="92960225c14ac204" providerId="LiveId" clId="{2429EF90-D766-4FCC-8062-21DAA3F2F5DE}" dt="2024-01-18T21:49:58.641" v="1504"/>
        <pc:sldMkLst>
          <pc:docMk/>
          <pc:sldMk cId="3354873879" sldId="284"/>
        </pc:sldMkLst>
        <pc:spChg chg="mod">
          <ac:chgData name="Malte Heithoff" userId="92960225c14ac204" providerId="LiveId" clId="{2429EF90-D766-4FCC-8062-21DAA3F2F5DE}" dt="2024-01-18T16:45:03.138" v="758" actId="20577"/>
          <ac:spMkLst>
            <pc:docMk/>
            <pc:sldMk cId="3354873879" sldId="284"/>
            <ac:spMk id="3" creationId="{4B272F56-17AC-C117-D06B-48EA9A9F71F8}"/>
          </ac:spMkLst>
        </pc:spChg>
        <pc:spChg chg="mod">
          <ac:chgData name="Malte Heithoff" userId="92960225c14ac204" providerId="LiveId" clId="{2429EF90-D766-4FCC-8062-21DAA3F2F5DE}" dt="2024-01-18T21:49:57.932" v="1503"/>
          <ac:spMkLst>
            <pc:docMk/>
            <pc:sldMk cId="3354873879" sldId="284"/>
            <ac:spMk id="109" creationId="{EFBAE506-71E4-F130-F2FF-CD9C2C7D25DA}"/>
          </ac:spMkLst>
        </pc:spChg>
        <pc:spChg chg="mod">
          <ac:chgData name="Malte Heithoff" userId="92960225c14ac204" providerId="LiveId" clId="{2429EF90-D766-4FCC-8062-21DAA3F2F5DE}" dt="2024-01-18T21:49:58.641" v="1504"/>
          <ac:spMkLst>
            <pc:docMk/>
            <pc:sldMk cId="3354873879" sldId="284"/>
            <ac:spMk id="110" creationId="{204E0A05-7FD7-629C-A96D-6EEAF7DBD313}"/>
          </ac:spMkLst>
        </pc:spChg>
      </pc:sldChg>
      <pc:sldChg chg="modSp add del mod">
        <pc:chgData name="Malte Heithoff" userId="92960225c14ac204" providerId="LiveId" clId="{2429EF90-D766-4FCC-8062-21DAA3F2F5DE}" dt="2024-01-18T21:50:01.376" v="1506"/>
        <pc:sldMkLst>
          <pc:docMk/>
          <pc:sldMk cId="3582229333" sldId="285"/>
        </pc:sldMkLst>
        <pc:spChg chg="mod">
          <ac:chgData name="Malte Heithoff" userId="92960225c14ac204" providerId="LiveId" clId="{2429EF90-D766-4FCC-8062-21DAA3F2F5DE}" dt="2024-01-18T16:45:48.705" v="808" actId="20577"/>
          <ac:spMkLst>
            <pc:docMk/>
            <pc:sldMk cId="3582229333" sldId="285"/>
            <ac:spMk id="3" creationId="{C51E4636-4869-B6F1-1066-8FAB5D1819C2}"/>
          </ac:spMkLst>
        </pc:spChg>
        <pc:spChg chg="mod">
          <ac:chgData name="Malte Heithoff" userId="92960225c14ac204" providerId="LiveId" clId="{2429EF90-D766-4FCC-8062-21DAA3F2F5DE}" dt="2024-01-18T21:50:00.607" v="1505"/>
          <ac:spMkLst>
            <pc:docMk/>
            <pc:sldMk cId="3582229333" sldId="285"/>
            <ac:spMk id="115" creationId="{6F17CA0C-E088-0836-7C52-14645C2AF72F}"/>
          </ac:spMkLst>
        </pc:spChg>
        <pc:spChg chg="mod">
          <ac:chgData name="Malte Heithoff" userId="92960225c14ac204" providerId="LiveId" clId="{2429EF90-D766-4FCC-8062-21DAA3F2F5DE}" dt="2024-01-18T21:50:01.376" v="1506"/>
          <ac:spMkLst>
            <pc:docMk/>
            <pc:sldMk cId="3582229333" sldId="285"/>
            <ac:spMk id="116" creationId="{B08A2115-2D2F-6473-E3CF-064C31011620}"/>
          </ac:spMkLst>
        </pc:spChg>
      </pc:sldChg>
      <pc:sldChg chg="modSp add mod">
        <pc:chgData name="Malte Heithoff" userId="92960225c14ac204" providerId="LiveId" clId="{2429EF90-D766-4FCC-8062-21DAA3F2F5DE}" dt="2024-01-18T21:50:03.320" v="1508"/>
        <pc:sldMkLst>
          <pc:docMk/>
          <pc:sldMk cId="2049283285" sldId="287"/>
        </pc:sldMkLst>
        <pc:spChg chg="mod">
          <ac:chgData name="Malte Heithoff" userId="92960225c14ac204" providerId="LiveId" clId="{2429EF90-D766-4FCC-8062-21DAA3F2F5DE}" dt="2024-01-18T16:46:16.076" v="838" actId="20577"/>
          <ac:spMkLst>
            <pc:docMk/>
            <pc:sldMk cId="2049283285" sldId="287"/>
            <ac:spMk id="3" creationId="{C51E4636-4869-B6F1-1066-8FAB5D1819C2}"/>
          </ac:spMkLst>
        </pc:spChg>
        <pc:spChg chg="mod">
          <ac:chgData name="Malte Heithoff" userId="92960225c14ac204" providerId="LiveId" clId="{2429EF90-D766-4FCC-8062-21DAA3F2F5DE}" dt="2024-01-18T21:50:02.661" v="1507"/>
          <ac:spMkLst>
            <pc:docMk/>
            <pc:sldMk cId="2049283285" sldId="287"/>
            <ac:spMk id="45" creationId="{3A44B988-685E-F06C-E88A-773D988329C1}"/>
          </ac:spMkLst>
        </pc:spChg>
        <pc:spChg chg="mod">
          <ac:chgData name="Malte Heithoff" userId="92960225c14ac204" providerId="LiveId" clId="{2429EF90-D766-4FCC-8062-21DAA3F2F5DE}" dt="2024-01-18T21:50:03.320" v="1508"/>
          <ac:spMkLst>
            <pc:docMk/>
            <pc:sldMk cId="2049283285" sldId="287"/>
            <ac:spMk id="46" creationId="{06E14DBA-5C82-A190-7705-A1F676B142F2}"/>
          </ac:spMkLst>
        </pc:spChg>
      </pc:sldChg>
      <pc:sldChg chg="modSp add mod">
        <pc:chgData name="Malte Heithoff" userId="92960225c14ac204" providerId="LiveId" clId="{2429EF90-D766-4FCC-8062-21DAA3F2F5DE}" dt="2024-01-18T21:50:08.842" v="1514"/>
        <pc:sldMkLst>
          <pc:docMk/>
          <pc:sldMk cId="989824294" sldId="288"/>
        </pc:sldMkLst>
        <pc:spChg chg="mod">
          <ac:chgData name="Malte Heithoff" userId="92960225c14ac204" providerId="LiveId" clId="{2429EF90-D766-4FCC-8062-21DAA3F2F5DE}" dt="2024-01-18T16:47:47.902" v="968" actId="20577"/>
          <ac:spMkLst>
            <pc:docMk/>
            <pc:sldMk cId="989824294" sldId="288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8.301" v="1513"/>
          <ac:spMkLst>
            <pc:docMk/>
            <pc:sldMk cId="989824294" sldId="288"/>
            <ac:spMk id="61" creationId="{9BA659C8-DE1F-DDB0-C72F-3145D71F6DEC}"/>
          </ac:spMkLst>
        </pc:spChg>
        <pc:spChg chg="mod">
          <ac:chgData name="Malte Heithoff" userId="92960225c14ac204" providerId="LiveId" clId="{2429EF90-D766-4FCC-8062-21DAA3F2F5DE}" dt="2024-01-18T21:50:08.842" v="1514"/>
          <ac:spMkLst>
            <pc:docMk/>
            <pc:sldMk cId="989824294" sldId="288"/>
            <ac:spMk id="64" creationId="{5D299D57-A5D4-9578-19DB-EDD01D390F3C}"/>
          </ac:spMkLst>
        </pc:spChg>
      </pc:sldChg>
      <pc:sldChg chg="modSp add mod">
        <pc:chgData name="Malte Heithoff" userId="92960225c14ac204" providerId="LiveId" clId="{2429EF90-D766-4FCC-8062-21DAA3F2F5DE}" dt="2024-01-18T21:50:10.836" v="1516"/>
        <pc:sldMkLst>
          <pc:docMk/>
          <pc:sldMk cId="608610879" sldId="289"/>
        </pc:sldMkLst>
        <pc:spChg chg="mod">
          <ac:chgData name="Malte Heithoff" userId="92960225c14ac204" providerId="LiveId" clId="{2429EF90-D766-4FCC-8062-21DAA3F2F5DE}" dt="2024-01-18T16:49:20.215" v="1024" actId="20577"/>
          <ac:spMkLst>
            <pc:docMk/>
            <pc:sldMk cId="608610879" sldId="289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10.052" v="1515"/>
          <ac:spMkLst>
            <pc:docMk/>
            <pc:sldMk cId="608610879" sldId="289"/>
            <ac:spMk id="34" creationId="{F85BAF63-2EF3-07C6-C1C2-378B617A7D45}"/>
          </ac:spMkLst>
        </pc:spChg>
        <pc:spChg chg="mod">
          <ac:chgData name="Malte Heithoff" userId="92960225c14ac204" providerId="LiveId" clId="{2429EF90-D766-4FCC-8062-21DAA3F2F5DE}" dt="2024-01-18T21:50:10.836" v="1516"/>
          <ac:spMkLst>
            <pc:docMk/>
            <pc:sldMk cId="608610879" sldId="289"/>
            <ac:spMk id="35" creationId="{B19AD6B5-410A-0E94-65B5-60482AD6C531}"/>
          </ac:spMkLst>
        </pc:spChg>
      </pc:sldChg>
      <pc:sldChg chg="modSp add mod">
        <pc:chgData name="Malte Heithoff" userId="92960225c14ac204" providerId="LiveId" clId="{2429EF90-D766-4FCC-8062-21DAA3F2F5DE}" dt="2024-01-18T21:50:05.163" v="1510"/>
        <pc:sldMkLst>
          <pc:docMk/>
          <pc:sldMk cId="1778707906" sldId="290"/>
        </pc:sldMkLst>
        <pc:spChg chg="mod">
          <ac:chgData name="Malte Heithoff" userId="92960225c14ac204" providerId="LiveId" clId="{2429EF90-D766-4FCC-8062-21DAA3F2F5DE}" dt="2024-01-18T16:47:32.630" v="935" actId="20577"/>
          <ac:spMkLst>
            <pc:docMk/>
            <pc:sldMk cId="1778707906" sldId="290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4.540" v="1509"/>
          <ac:spMkLst>
            <pc:docMk/>
            <pc:sldMk cId="1778707906" sldId="290"/>
            <ac:spMk id="64" creationId="{954A10F3-242D-D8C4-4C46-2CA5BD49680A}"/>
          </ac:spMkLst>
        </pc:spChg>
        <pc:spChg chg="mod">
          <ac:chgData name="Malte Heithoff" userId="92960225c14ac204" providerId="LiveId" clId="{2429EF90-D766-4FCC-8062-21DAA3F2F5DE}" dt="2024-01-18T21:50:05.163" v="1510"/>
          <ac:spMkLst>
            <pc:docMk/>
            <pc:sldMk cId="1778707906" sldId="290"/>
            <ac:spMk id="65" creationId="{8669A803-076A-8486-A9BD-DE80FC565227}"/>
          </ac:spMkLst>
        </pc:spChg>
      </pc:sldChg>
      <pc:sldChg chg="modSp mod">
        <pc:chgData name="Malte Heithoff" userId="92960225c14ac204" providerId="LiveId" clId="{2429EF90-D766-4FCC-8062-21DAA3F2F5DE}" dt="2024-01-18T21:29:30.648" v="1490" actId="20577"/>
        <pc:sldMkLst>
          <pc:docMk/>
          <pc:sldMk cId="1658125488" sldId="305"/>
        </pc:sldMkLst>
        <pc:spChg chg="mod">
          <ac:chgData name="Malte Heithoff" userId="92960225c14ac204" providerId="LiveId" clId="{2429EF90-D766-4FCC-8062-21DAA3F2F5DE}" dt="2024-01-18T21:29:30.648" v="1490" actId="20577"/>
          <ac:spMkLst>
            <pc:docMk/>
            <pc:sldMk cId="1658125488" sldId="305"/>
            <ac:spMk id="4" creationId="{33C43F92-72E7-5C19-A418-EAE1A0DB5BAE}"/>
          </ac:spMkLst>
        </pc:spChg>
      </pc:sldChg>
      <pc:sldChg chg="add">
        <pc:chgData name="Malte Heithoff" userId="92960225c14ac204" providerId="LiveId" clId="{2429EF90-D766-4FCC-8062-21DAA3F2F5DE}" dt="2024-01-18T13:03:30.362" v="5"/>
        <pc:sldMkLst>
          <pc:docMk/>
          <pc:sldMk cId="745184338" sldId="310"/>
        </pc:sldMkLst>
      </pc:sldChg>
      <pc:sldChg chg="del">
        <pc:chgData name="Malte Heithoff" userId="92960225c14ac204" providerId="LiveId" clId="{2429EF90-D766-4FCC-8062-21DAA3F2F5DE}" dt="2024-01-18T13:03:27.411" v="4" actId="2696"/>
        <pc:sldMkLst>
          <pc:docMk/>
          <pc:sldMk cId="1107447613" sldId="310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38736551" sldId="37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1172476044" sldId="37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338569663" sldId="378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3875173637" sldId="378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2399171705" sldId="379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622845099" sldId="379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288858377" sldId="214737622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149080164" sldId="2147376225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687567106" sldId="2147376226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3432452010" sldId="2147376226"/>
        </pc:sldMkLst>
      </pc:sldChg>
      <pc:sldChg chg="del">
        <pc:chgData name="Malte Heithoff" userId="92960225c14ac204" providerId="LiveId" clId="{2429EF90-D766-4FCC-8062-21DAA3F2F5DE}" dt="2024-01-18T16:24:34.969" v="6" actId="2696"/>
        <pc:sldMkLst>
          <pc:docMk/>
          <pc:sldMk cId="1102222037" sldId="2147376231"/>
        </pc:sldMkLst>
      </pc:sldChg>
      <pc:sldChg chg="add">
        <pc:chgData name="Malte Heithoff" userId="92960225c14ac204" providerId="LiveId" clId="{2429EF90-D766-4FCC-8062-21DAA3F2F5DE}" dt="2024-01-18T16:24:39.625" v="7"/>
        <pc:sldMkLst>
          <pc:docMk/>
          <pc:sldMk cId="3860713907" sldId="2147376231"/>
        </pc:sldMkLst>
      </pc:sldChg>
      <pc:sldChg chg="modSp add mod">
        <pc:chgData name="Malte Heithoff" userId="92960225c14ac204" providerId="LiveId" clId="{2429EF90-D766-4FCC-8062-21DAA3F2F5DE}" dt="2024-01-18T21:50:16.228" v="1518"/>
        <pc:sldMkLst>
          <pc:docMk/>
          <pc:sldMk cId="1768570713" sldId="2147376236"/>
        </pc:sldMkLst>
        <pc:spChg chg="mod">
          <ac:chgData name="Malte Heithoff" userId="92960225c14ac204" providerId="LiveId" clId="{2429EF90-D766-4FCC-8062-21DAA3F2F5DE}" dt="2024-01-18T16:50:39.369" v="1035" actId="6549"/>
          <ac:spMkLst>
            <pc:docMk/>
            <pc:sldMk cId="1768570713" sldId="2147376236"/>
            <ac:spMk id="14" creationId="{0BBFAED8-E268-7CC9-C076-09887EFB89EE}"/>
          </ac:spMkLst>
        </pc:spChg>
        <pc:spChg chg="mod">
          <ac:chgData name="Malte Heithoff" userId="92960225c14ac204" providerId="LiveId" clId="{2429EF90-D766-4FCC-8062-21DAA3F2F5DE}" dt="2024-01-18T21:50:15.695" v="1517"/>
          <ac:spMkLst>
            <pc:docMk/>
            <pc:sldMk cId="1768570713" sldId="2147376236"/>
            <ac:spMk id="20" creationId="{0E6FA59B-1FBA-40C3-B74E-688161A23EA8}"/>
          </ac:spMkLst>
        </pc:spChg>
        <pc:spChg chg="mod">
          <ac:chgData name="Malte Heithoff" userId="92960225c14ac204" providerId="LiveId" clId="{2429EF90-D766-4FCC-8062-21DAA3F2F5DE}" dt="2024-01-18T21:50:16.228" v="1518"/>
          <ac:spMkLst>
            <pc:docMk/>
            <pc:sldMk cId="1768570713" sldId="2147376236"/>
            <ac:spMk id="23" creationId="{FA3868F2-68A9-8175-ACA9-B0F910A881EF}"/>
          </ac:spMkLst>
        </pc:spChg>
      </pc:sldChg>
      <pc:sldChg chg="del">
        <pc:chgData name="Malte Heithoff" userId="92960225c14ac204" providerId="LiveId" clId="{2429EF90-D766-4FCC-8062-21DAA3F2F5DE}" dt="2024-01-18T13:03:17.242" v="2" actId="2696"/>
        <pc:sldMkLst>
          <pc:docMk/>
          <pc:sldMk cId="3557277754" sldId="2147376236"/>
        </pc:sldMkLst>
      </pc:sldChg>
      <pc:sldChg chg="del">
        <pc:chgData name="Malte Heithoff" userId="92960225c14ac204" providerId="LiveId" clId="{2429EF90-D766-4FCC-8062-21DAA3F2F5DE}" dt="2024-01-18T13:03:17.242" v="2" actId="2696"/>
        <pc:sldMkLst>
          <pc:docMk/>
          <pc:sldMk cId="556232215" sldId="2147376237"/>
        </pc:sldMkLst>
      </pc:sldChg>
      <pc:sldChg chg="modSp add mod">
        <pc:chgData name="Malte Heithoff" userId="92960225c14ac204" providerId="LiveId" clId="{2429EF90-D766-4FCC-8062-21DAA3F2F5DE}" dt="2024-01-18T21:50:18.368" v="1520"/>
        <pc:sldMkLst>
          <pc:docMk/>
          <pc:sldMk cId="2195882300" sldId="2147376237"/>
        </pc:sldMkLst>
        <pc:spChg chg="mod">
          <ac:chgData name="Malte Heithoff" userId="92960225c14ac204" providerId="LiveId" clId="{2429EF90-D766-4FCC-8062-21DAA3F2F5DE}" dt="2024-01-18T16:50:41.224" v="1038" actId="6549"/>
          <ac:spMkLst>
            <pc:docMk/>
            <pc:sldMk cId="2195882300" sldId="2147376237"/>
            <ac:spMk id="144" creationId="{91427A4C-96C2-CDF9-8050-6658BE127D80}"/>
          </ac:spMkLst>
        </pc:spChg>
        <pc:spChg chg="mod">
          <ac:chgData name="Malte Heithoff" userId="92960225c14ac204" providerId="LiveId" clId="{2429EF90-D766-4FCC-8062-21DAA3F2F5DE}" dt="2024-01-18T21:50:17.649" v="1519"/>
          <ac:spMkLst>
            <pc:docMk/>
            <pc:sldMk cId="2195882300" sldId="2147376237"/>
            <ac:spMk id="164" creationId="{FD433C7C-3589-D714-AA7E-4A004EFE5F64}"/>
          </ac:spMkLst>
        </pc:spChg>
        <pc:spChg chg="mod">
          <ac:chgData name="Malte Heithoff" userId="92960225c14ac204" providerId="LiveId" clId="{2429EF90-D766-4FCC-8062-21DAA3F2F5DE}" dt="2024-01-18T21:50:18.368" v="1520"/>
          <ac:spMkLst>
            <pc:docMk/>
            <pc:sldMk cId="2195882300" sldId="2147376237"/>
            <ac:spMk id="165" creationId="{B50B9B5C-50CB-5B6E-4016-EBE7913FCD9A}"/>
          </ac:spMkLst>
        </pc:spChg>
      </pc:sldChg>
      <pc:sldChg chg="del">
        <pc:chgData name="Malte Heithoff" userId="92960225c14ac204" providerId="LiveId" clId="{2429EF90-D766-4FCC-8062-21DAA3F2F5DE}" dt="2024-01-18T16:37:04.801" v="251" actId="2696"/>
        <pc:sldMkLst>
          <pc:docMk/>
          <pc:sldMk cId="3042876478" sldId="2147376239"/>
        </pc:sldMkLst>
      </pc:sldChg>
      <pc:sldChg chg="add">
        <pc:chgData name="Malte Heithoff" userId="92960225c14ac204" providerId="LiveId" clId="{2429EF90-D766-4FCC-8062-21DAA3F2F5DE}" dt="2024-01-18T16:37:06.869" v="252"/>
        <pc:sldMkLst>
          <pc:docMk/>
          <pc:sldMk cId="4163869063" sldId="2147376239"/>
        </pc:sldMkLst>
      </pc:sldChg>
      <pc:sldChg chg="add">
        <pc:chgData name="Malte Heithoff" userId="92960225c14ac204" providerId="LiveId" clId="{2429EF90-D766-4FCC-8062-21DAA3F2F5DE}" dt="2024-01-18T16:37:06.869" v="252"/>
        <pc:sldMkLst>
          <pc:docMk/>
          <pc:sldMk cId="1788187970" sldId="2147376240"/>
        </pc:sldMkLst>
      </pc:sldChg>
      <pc:sldChg chg="del">
        <pc:chgData name="Malte Heithoff" userId="92960225c14ac204" providerId="LiveId" clId="{2429EF90-D766-4FCC-8062-21DAA3F2F5DE}" dt="2024-01-18T16:37:04.801" v="251" actId="2696"/>
        <pc:sldMkLst>
          <pc:docMk/>
          <pc:sldMk cId="2496660636" sldId="2147376240"/>
        </pc:sldMkLst>
      </pc:sldChg>
      <pc:sldChg chg="modSp mod">
        <pc:chgData name="Malte Heithoff" userId="92960225c14ac204" providerId="LiveId" clId="{2429EF90-D766-4FCC-8062-21DAA3F2F5DE}" dt="2024-01-18T21:49:52.229" v="1502"/>
        <pc:sldMkLst>
          <pc:docMk/>
          <pc:sldMk cId="1277834785" sldId="2147376241"/>
        </pc:sldMkLst>
        <pc:spChg chg="mod">
          <ac:chgData name="Malte Heithoff" userId="92960225c14ac204" providerId="LiveId" clId="{2429EF90-D766-4FCC-8062-21DAA3F2F5DE}" dt="2024-01-18T16:51:00.557" v="1041" actId="20577"/>
          <ac:spMkLst>
            <pc:docMk/>
            <pc:sldMk cId="1277834785" sldId="2147376241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21:25:58.233" v="1456" actId="20577"/>
          <ac:spMkLst>
            <pc:docMk/>
            <pc:sldMk cId="1277834785" sldId="2147376241"/>
            <ac:spMk id="4" creationId="{4849778A-8294-48E6-7184-A569295144E9}"/>
          </ac:spMkLst>
        </pc:spChg>
        <pc:spChg chg="mod">
          <ac:chgData name="Malte Heithoff" userId="92960225c14ac204" providerId="LiveId" clId="{2429EF90-D766-4FCC-8062-21DAA3F2F5DE}" dt="2024-01-18T21:49:51.663" v="1501"/>
          <ac:spMkLst>
            <pc:docMk/>
            <pc:sldMk cId="1277834785" sldId="2147376241"/>
            <ac:spMk id="12" creationId="{F35E53D7-3EB7-54C3-E3B0-F964633BA1C6}"/>
          </ac:spMkLst>
        </pc:spChg>
        <pc:spChg chg="mod">
          <ac:chgData name="Malte Heithoff" userId="92960225c14ac204" providerId="LiveId" clId="{2429EF90-D766-4FCC-8062-21DAA3F2F5DE}" dt="2024-01-18T21:49:52.229" v="1502"/>
          <ac:spMkLst>
            <pc:docMk/>
            <pc:sldMk cId="1277834785" sldId="2147376241"/>
            <ac:spMk id="26" creationId="{D21334AF-956C-4983-93FD-0CAE7C37FFA5}"/>
          </ac:spMkLst>
        </pc:spChg>
      </pc:sldChg>
      <pc:sldChg chg="modSp mod">
        <pc:chgData name="Malte Heithoff" userId="92960225c14ac204" providerId="LiveId" clId="{2429EF90-D766-4FCC-8062-21DAA3F2F5DE}" dt="2024-01-18T21:49:49.459" v="1500"/>
        <pc:sldMkLst>
          <pc:docMk/>
          <pc:sldMk cId="1564369664" sldId="2147376242"/>
        </pc:sldMkLst>
        <pc:spChg chg="mod">
          <ac:chgData name="Malte Heithoff" userId="92960225c14ac204" providerId="LiveId" clId="{2429EF90-D766-4FCC-8062-21DAA3F2F5DE}" dt="2024-01-18T16:51:05.204" v="1042" actId="20577"/>
          <ac:spMkLst>
            <pc:docMk/>
            <pc:sldMk cId="1564369664" sldId="2147376242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16:56:38.651" v="1205" actId="5793"/>
          <ac:spMkLst>
            <pc:docMk/>
            <pc:sldMk cId="1564369664" sldId="2147376242"/>
            <ac:spMk id="5" creationId="{89ECDBD6-824D-5B6E-472C-B1A0051378B3}"/>
          </ac:spMkLst>
        </pc:spChg>
        <pc:spChg chg="mod">
          <ac:chgData name="Malte Heithoff" userId="92960225c14ac204" providerId="LiveId" clId="{2429EF90-D766-4FCC-8062-21DAA3F2F5DE}" dt="2024-01-18T16:35:59.803" v="249" actId="20577"/>
          <ac:spMkLst>
            <pc:docMk/>
            <pc:sldMk cId="1564369664" sldId="2147376242"/>
            <ac:spMk id="8" creationId="{90A96CA0-1796-32A3-10A2-D7DD5DFD92B3}"/>
          </ac:spMkLst>
        </pc:spChg>
        <pc:spChg chg="mod">
          <ac:chgData name="Malte Heithoff" userId="92960225c14ac204" providerId="LiveId" clId="{2429EF90-D766-4FCC-8062-21DAA3F2F5DE}" dt="2024-01-18T21:49:48.834" v="1499"/>
          <ac:spMkLst>
            <pc:docMk/>
            <pc:sldMk cId="1564369664" sldId="2147376242"/>
            <ac:spMk id="24" creationId="{FD6E5130-53ED-8B4F-1BB8-4DB7E480349E}"/>
          </ac:spMkLst>
        </pc:spChg>
        <pc:spChg chg="mod">
          <ac:chgData name="Malte Heithoff" userId="92960225c14ac204" providerId="LiveId" clId="{2429EF90-D766-4FCC-8062-21DAA3F2F5DE}" dt="2024-01-18T21:49:49.459" v="1500"/>
          <ac:spMkLst>
            <pc:docMk/>
            <pc:sldMk cId="1564369664" sldId="2147376242"/>
            <ac:spMk id="25" creationId="{09D2E8AA-A15C-577A-B62E-4A058116DE14}"/>
          </ac:spMkLst>
        </pc:spChg>
        <pc:spChg chg="mod">
          <ac:chgData name="Malte Heithoff" userId="92960225c14ac204" providerId="LiveId" clId="{2429EF90-D766-4FCC-8062-21DAA3F2F5DE}" dt="2024-01-18T16:50:04.424" v="1029" actId="6549"/>
          <ac:spMkLst>
            <pc:docMk/>
            <pc:sldMk cId="1564369664" sldId="2147376242"/>
            <ac:spMk id="132" creationId="{7BC0D25E-54CA-85CC-FF0D-817E2ADD0ABD}"/>
          </ac:spMkLst>
        </pc:spChg>
      </pc:sldChg>
      <pc:sldChg chg="modSp mod">
        <pc:chgData name="Malte Heithoff" userId="92960225c14ac204" providerId="LiveId" clId="{2429EF90-D766-4FCC-8062-21DAA3F2F5DE}" dt="2024-01-18T21:49:45.050" v="1498" actId="20577"/>
        <pc:sldMkLst>
          <pc:docMk/>
          <pc:sldMk cId="3661780645" sldId="2147376243"/>
        </pc:sldMkLst>
        <pc:spChg chg="mod">
          <ac:chgData name="Malte Heithoff" userId="92960225c14ac204" providerId="LiveId" clId="{2429EF90-D766-4FCC-8062-21DAA3F2F5DE}" dt="2024-01-18T16:50:55.158" v="1039" actId="20577"/>
          <ac:spMkLst>
            <pc:docMk/>
            <pc:sldMk cId="3661780645" sldId="2147376243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21:25:22.729" v="1445" actId="20577"/>
          <ac:spMkLst>
            <pc:docMk/>
            <pc:sldMk cId="3661780645" sldId="2147376243"/>
            <ac:spMk id="5" creationId="{89ECDBD6-824D-5B6E-472C-B1A0051378B3}"/>
          </ac:spMkLst>
        </pc:spChg>
        <pc:spChg chg="mod">
          <ac:chgData name="Malte Heithoff" userId="92960225c14ac204" providerId="LiveId" clId="{2429EF90-D766-4FCC-8062-21DAA3F2F5DE}" dt="2024-01-18T21:49:42.531" v="1494" actId="20577"/>
          <ac:spMkLst>
            <pc:docMk/>
            <pc:sldMk cId="3661780645" sldId="2147376243"/>
            <ac:spMk id="171" creationId="{5714A1D6-0320-8A38-CCC7-6E1DB9B206EA}"/>
          </ac:spMkLst>
        </pc:spChg>
        <pc:spChg chg="mod">
          <ac:chgData name="Malte Heithoff" userId="92960225c14ac204" providerId="LiveId" clId="{2429EF90-D766-4FCC-8062-21DAA3F2F5DE}" dt="2024-01-18T21:49:45.050" v="1498" actId="20577"/>
          <ac:spMkLst>
            <pc:docMk/>
            <pc:sldMk cId="3661780645" sldId="2147376243"/>
            <ac:spMk id="172" creationId="{6E4A60AE-3176-971C-2268-9AAD9EAFED02}"/>
          </ac:spMkLst>
        </pc:spChg>
        <pc:spChg chg="mod">
          <ac:chgData name="Malte Heithoff" userId="92960225c14ac204" providerId="LiveId" clId="{2429EF90-D766-4FCC-8062-21DAA3F2F5DE}" dt="2024-01-18T16:50:08.996" v="1032" actId="6549"/>
          <ac:spMkLst>
            <pc:docMk/>
            <pc:sldMk cId="3661780645" sldId="2147376243"/>
            <ac:spMk id="223" creationId="{EF4CF1AE-0D3F-7914-09B1-71771A948BF2}"/>
          </ac:spMkLst>
        </pc:spChg>
      </pc:sldChg>
      <pc:sldChg chg="add">
        <pc:chgData name="Malte Heithoff" userId="92960225c14ac204" providerId="LiveId" clId="{2429EF90-D766-4FCC-8062-21DAA3F2F5DE}" dt="2024-01-18T16:59:47.571" v="1328"/>
        <pc:sldMkLst>
          <pc:docMk/>
          <pc:sldMk cId="1059845257" sldId="2147376244"/>
        </pc:sldMkLst>
      </pc:sldChg>
      <pc:sldChg chg="modSp del mod modShow">
        <pc:chgData name="Malte Heithoff" userId="92960225c14ac204" providerId="LiveId" clId="{2429EF90-D766-4FCC-8062-21DAA3F2F5DE}" dt="2024-01-18T16:59:44.950" v="1327" actId="2696"/>
        <pc:sldMkLst>
          <pc:docMk/>
          <pc:sldMk cId="4202127202" sldId="2147376244"/>
        </pc:sldMkLst>
        <pc:spChg chg="mod">
          <ac:chgData name="Malte Heithoff" userId="92960225c14ac204" providerId="LiveId" clId="{2429EF90-D766-4FCC-8062-21DAA3F2F5DE}" dt="2024-01-18T16:50:58.143" v="1040" actId="20577"/>
          <ac:spMkLst>
            <pc:docMk/>
            <pc:sldMk cId="4202127202" sldId="2147376244"/>
            <ac:spMk id="3" creationId="{9066F73B-7FFD-AA6B-520B-D7CE68965066}"/>
          </ac:spMkLst>
        </pc:spChg>
      </pc:sldChg>
      <pc:sldChg chg="addSp delSp modSp new mod modClrScheme chgLayout">
        <pc:chgData name="Malte Heithoff" userId="92960225c14ac204" providerId="LiveId" clId="{2429EF90-D766-4FCC-8062-21DAA3F2F5DE}" dt="2024-01-18T16:25:05.996" v="20" actId="478"/>
        <pc:sldMkLst>
          <pc:docMk/>
          <pc:sldMk cId="183152789" sldId="2147376245"/>
        </pc:sldMkLst>
        <pc:spChg chg="del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2" creationId="{A2AADFDD-E2E1-2CF7-D4B1-65E852E6E9AB}"/>
          </ac:spMkLst>
        </pc:spChg>
        <pc:spChg chg="del mod ord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3" creationId="{93A4CEFC-1AB1-FDEA-3EE7-B1006BA3CD8A}"/>
          </ac:spMkLst>
        </pc:spChg>
        <pc:spChg chg="del mod ord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4" creationId="{F965094E-E587-B701-990E-8DED94237292}"/>
          </ac:spMkLst>
        </pc:spChg>
        <pc:spChg chg="add mod ord">
          <ac:chgData name="Malte Heithoff" userId="92960225c14ac204" providerId="LiveId" clId="{2429EF90-D766-4FCC-8062-21DAA3F2F5DE}" dt="2024-01-18T16:25:04.318" v="19" actId="20577"/>
          <ac:spMkLst>
            <pc:docMk/>
            <pc:sldMk cId="183152789" sldId="2147376245"/>
            <ac:spMk id="5" creationId="{69BF9D21-14D3-B113-7DA4-43C50D5CEA95}"/>
          </ac:spMkLst>
        </pc:spChg>
        <pc:spChg chg="add del mod ord">
          <ac:chgData name="Malte Heithoff" userId="92960225c14ac204" providerId="LiveId" clId="{2429EF90-D766-4FCC-8062-21DAA3F2F5DE}" dt="2024-01-18T16:25:05.996" v="20" actId="478"/>
          <ac:spMkLst>
            <pc:docMk/>
            <pc:sldMk cId="183152789" sldId="2147376245"/>
            <ac:spMk id="6" creationId="{13DB3EFB-A25C-E5BD-D0C7-B2A2B00273EB}"/>
          </ac:spMkLst>
        </pc:spChg>
      </pc:sldChg>
      <pc:sldChg chg="addSp delSp modSp new del mod">
        <pc:chgData name="Malte Heithoff" userId="92960225c14ac204" providerId="LiveId" clId="{2429EF90-D766-4FCC-8062-21DAA3F2F5DE}" dt="2024-01-18T16:39:30.187" v="372" actId="47"/>
        <pc:sldMkLst>
          <pc:docMk/>
          <pc:sldMk cId="2110064574" sldId="2147376246"/>
        </pc:sldMkLst>
        <pc:spChg chg="del">
          <ac:chgData name="Malte Heithoff" userId="92960225c14ac204" providerId="LiveId" clId="{2429EF90-D766-4FCC-8062-21DAA3F2F5DE}" dt="2024-01-18T16:38:17.263" v="353" actId="478"/>
          <ac:spMkLst>
            <pc:docMk/>
            <pc:sldMk cId="2110064574" sldId="2147376246"/>
            <ac:spMk id="2" creationId="{65B5B09F-76F0-DA35-BE1A-2F369DB2FBF4}"/>
          </ac:spMkLst>
        </pc:spChg>
        <pc:spChg chg="mod">
          <ac:chgData name="Malte Heithoff" userId="92960225c14ac204" providerId="LiveId" clId="{2429EF90-D766-4FCC-8062-21DAA3F2F5DE}" dt="2024-01-18T16:37:41.847" v="285" actId="20577"/>
          <ac:spMkLst>
            <pc:docMk/>
            <pc:sldMk cId="2110064574" sldId="2147376246"/>
            <ac:spMk id="3" creationId="{ED32E566-D912-AB79-06C5-582A5352EA1F}"/>
          </ac:spMkLst>
        </pc:spChg>
        <pc:spChg chg="mod">
          <ac:chgData name="Malte Heithoff" userId="92960225c14ac204" providerId="LiveId" clId="{2429EF90-D766-4FCC-8062-21DAA3F2F5DE}" dt="2024-01-18T16:38:50.652" v="368" actId="14100"/>
          <ac:spMkLst>
            <pc:docMk/>
            <pc:sldMk cId="2110064574" sldId="2147376246"/>
            <ac:spMk id="4" creationId="{BF0C860D-6D47-E755-F79A-3E9763E5B055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" creationId="{B3EDB7D4-6EC6-38D5-524D-E3BA078AD5CA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6" creationId="{B182C47A-C7FC-5238-DCD7-948834420F3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9" creationId="{A95D342E-8FBD-62D8-72D8-16D3C0C81E1B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0" creationId="{684708ED-FE91-90B5-0223-4E4C5FD76A1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1" creationId="{7BA6341B-C0E3-9755-6F37-521DEDA26556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4" creationId="{940A84EC-958A-FB7F-7AF4-0BF39BF391EC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5" creationId="{AB95E18D-4B53-8647-B83C-1A65C59E505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6" creationId="{F4591298-9D9D-14FC-989E-357A0D0FF969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2" creationId="{A0E04F49-55AA-E30F-78C4-7A17769448B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3" creationId="{BD81BE86-ED80-58CD-F383-C17604DA2D71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4" creationId="{CF708E79-07FD-5471-5AA2-8467BE1DB58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6" creationId="{B999C181-FC5D-A7AA-F38F-BFD2282CC1A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7" creationId="{AFE88E9A-C005-FF3E-20AB-BB2882B9FF1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8" creationId="{97AB9900-3686-D521-9BE8-98D2536D4CEC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9" creationId="{E1A2DC95-E112-A8DF-7A9A-F90FED65D602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0" creationId="{045EF6D2-1C55-04DC-A24A-66D998F84D2A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1" creationId="{40603F6B-731C-3A45-BC7C-621619C14319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2" creationId="{4DC64C64-CE7F-5BA5-E132-BB6ACB83F753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3" creationId="{3978798E-C154-BA6F-9727-03DFE3A32165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4" creationId="{AC49D9BE-855B-BFA1-684E-FD7379BF65A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5" creationId="{14DB39F8-DFA1-4280-EB40-B529B7B7F67A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6" creationId="{A4613325-7689-C78F-CDDD-163AF0A01DC7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7" creationId="{C94C3D1B-A705-589A-A5E4-233ECB51F9A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8" creationId="{58838755-E6B9-05B8-B42D-B064F901961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1" creationId="{EB77EF43-199C-87E0-8170-FEF3DAF3471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2" creationId="{E3AFCBB7-F248-7279-CEE2-C991341A241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3" creationId="{9BE62398-7231-D940-5D3E-C6912182AA8E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4" creationId="{F90E9B7E-E072-A9B9-D4D4-2C9C5B17C7A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5" creationId="{FBAEF5C0-4050-2B26-2501-EDC831A2BC0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46" creationId="{7789D734-1BF2-89BA-A25A-C7C9142B50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8" creationId="{0E13638B-5873-3A25-2C82-C31A26574FF9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9" creationId="{7AE96C0C-1B05-06DA-14CE-C87C4F0B63E0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50" creationId="{8DF4EE92-0877-D8F4-5BE1-E81D0CD4649B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1" creationId="{F6259AFE-23B1-0A73-9B91-505E1494A970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2" creationId="{ED07EF95-AB23-0DDA-4670-26870622404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3" creationId="{7A25E1EB-48CD-EC80-3687-E8D92AD733CC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4" creationId="{19D335F5-0BED-1758-F8C1-36944CCA0B5D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5" creationId="{6E0F26DE-3E62-FC28-4B18-E0FAE5A56B94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6" creationId="{9135FE1D-B4B1-998D-FAF5-ACDFD97C9F14}"/>
          </ac:spMkLst>
        </pc:spChg>
        <pc:spChg chg="add del mod">
          <ac:chgData name="Malte Heithoff" userId="92960225c14ac204" providerId="LiveId" clId="{2429EF90-D766-4FCC-8062-21DAA3F2F5DE}" dt="2024-01-18T16:38:31.068" v="358" actId="478"/>
          <ac:spMkLst>
            <pc:docMk/>
            <pc:sldMk cId="2110064574" sldId="2147376246"/>
            <ac:spMk id="57" creationId="{D85E9067-E675-0146-2A47-9EA02A535763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58" creationId="{1BAB9FB0-4BFC-5228-8992-75289EFDB2C9}"/>
          </ac:spMkLst>
        </pc:spChg>
        <pc:spChg chg="add del mod">
          <ac:chgData name="Malte Heithoff" userId="92960225c14ac204" providerId="LiveId" clId="{2429EF90-D766-4FCC-8062-21DAA3F2F5DE}" dt="2024-01-18T16:38:43.975" v="365" actId="478"/>
          <ac:spMkLst>
            <pc:docMk/>
            <pc:sldMk cId="2110064574" sldId="2147376246"/>
            <ac:spMk id="59" creationId="{1A363AE7-FB40-596D-1B19-26A7A10AD6A4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0" creationId="{D8CFF0FF-0DA1-5445-CA4D-F00903DFBDA0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1" creationId="{4A76D49E-78EA-C7C4-CA2F-198032F894E6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2" creationId="{40A555A4-1B2F-7A95-AAFB-AB453BA827F8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3" creationId="{3BF3BFEF-555A-0B67-72D7-E1F5AF08D007}"/>
          </ac:spMkLst>
        </pc:spChg>
        <pc:spChg chg="add del mod">
          <ac:chgData name="Malte Heithoff" userId="92960225c14ac204" providerId="LiveId" clId="{2429EF90-D766-4FCC-8062-21DAA3F2F5DE}" dt="2024-01-18T16:38:42.972" v="364" actId="478"/>
          <ac:spMkLst>
            <pc:docMk/>
            <pc:sldMk cId="2110064574" sldId="2147376246"/>
            <ac:spMk id="67" creationId="{622BF9E1-74EA-13AA-5202-609BA1CE224A}"/>
          </ac:spMkLst>
        </pc:spChg>
        <pc:spChg chg="add del mod">
          <ac:chgData name="Malte Heithoff" userId="92960225c14ac204" providerId="LiveId" clId="{2429EF90-D766-4FCC-8062-21DAA3F2F5DE}" dt="2024-01-18T16:38:26.755" v="355" actId="478"/>
          <ac:spMkLst>
            <pc:docMk/>
            <pc:sldMk cId="2110064574" sldId="2147376246"/>
            <ac:spMk id="68" creationId="{88DAE503-CBDC-A441-77E7-89AD503478BE}"/>
          </ac:spMkLst>
        </pc:spChg>
        <pc:spChg chg="add del mod">
          <ac:chgData name="Malte Heithoff" userId="92960225c14ac204" providerId="LiveId" clId="{2429EF90-D766-4FCC-8062-21DAA3F2F5DE}" dt="2024-01-18T16:38:27.657" v="356" actId="478"/>
          <ac:spMkLst>
            <pc:docMk/>
            <pc:sldMk cId="2110064574" sldId="2147376246"/>
            <ac:spMk id="69" creationId="{DBF92310-E480-245A-C792-8543ADBCE1EE}"/>
          </ac:spMkLst>
        </pc:spChg>
        <pc:spChg chg="add del mod">
          <ac:chgData name="Malte Heithoff" userId="92960225c14ac204" providerId="LiveId" clId="{2429EF90-D766-4FCC-8062-21DAA3F2F5DE}" dt="2024-01-18T16:38:36.514" v="360" actId="478"/>
          <ac:spMkLst>
            <pc:docMk/>
            <pc:sldMk cId="2110064574" sldId="2147376246"/>
            <ac:spMk id="70" creationId="{35FE8FA8-AB9F-9C69-F1C5-45089C809B94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2" creationId="{A3E29936-0339-6C2B-E072-9C5D2005DB02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3" creationId="{C4B1C66B-0951-12A7-94F5-684C0612CE0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4" creationId="{8534C023-FB46-564F-ED53-EBEF19EDA6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77" creationId="{1D2EDB80-1392-DBCA-E6E2-C859A05ABE3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78" creationId="{567CD48D-3258-6353-94CC-08874DE824C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0" creationId="{F2AB23B5-4F7B-CC04-FCC3-7250FE5A3138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1" creationId="{B7EB1516-9AA1-54D3-46AF-472A4D4B6D9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2" creationId="{F2C5D95E-7E55-DF7D-5D14-F6FFFB2A5E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3" creationId="{76EAADD4-6975-5844-D029-B66F485A5C9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4" creationId="{C039F7C6-959E-6E71-22B5-8C2B306F0B2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5" creationId="{DFB70698-0ECC-0A22-DF99-291C633B0DCD}"/>
          </ac:spMkLst>
        </pc:spChg>
        <pc:spChg chg="add del mod">
          <ac:chgData name="Malte Heithoff" userId="92960225c14ac204" providerId="LiveId" clId="{2429EF90-D766-4FCC-8062-21DAA3F2F5DE}" dt="2024-01-18T16:38:42.258" v="363" actId="478"/>
          <ac:spMkLst>
            <pc:docMk/>
            <pc:sldMk cId="2110064574" sldId="2147376246"/>
            <ac:spMk id="86" creationId="{FC96D9D4-2B8A-DD04-5D5F-1328FC3086A5}"/>
          </ac:spMkLst>
        </pc:spChg>
        <pc:spChg chg="add del mod">
          <ac:chgData name="Malte Heithoff" userId="92960225c14ac204" providerId="LiveId" clId="{2429EF90-D766-4FCC-8062-21DAA3F2F5DE}" dt="2024-01-18T16:38:40.785" v="362" actId="478"/>
          <ac:spMkLst>
            <pc:docMk/>
            <pc:sldMk cId="2110064574" sldId="2147376246"/>
            <ac:spMk id="87" creationId="{347FA8CB-6764-F139-7DC1-1C4BDEF40CD1}"/>
          </ac:spMkLst>
        </pc:spChg>
        <pc:spChg chg="add del mod">
          <ac:chgData name="Malte Heithoff" userId="92960225c14ac204" providerId="LiveId" clId="{2429EF90-D766-4FCC-8062-21DAA3F2F5DE}" dt="2024-01-18T16:38:40.785" v="362" actId="478"/>
          <ac:spMkLst>
            <pc:docMk/>
            <pc:sldMk cId="2110064574" sldId="2147376246"/>
            <ac:spMk id="88" creationId="{9CF87CEF-5D0A-D456-CEE7-5B7917EEFD91}"/>
          </ac:spMkLst>
        </pc:spChg>
        <pc:spChg chg="add del mod">
          <ac:chgData name="Malte Heithoff" userId="92960225c14ac204" providerId="LiveId" clId="{2429EF90-D766-4FCC-8062-21DAA3F2F5DE}" dt="2024-01-18T16:38:38.569" v="361" actId="478"/>
          <ac:spMkLst>
            <pc:docMk/>
            <pc:sldMk cId="2110064574" sldId="2147376246"/>
            <ac:spMk id="89" creationId="{DF22CCFB-5A90-16EB-1480-B1B8177D8D2F}"/>
          </ac:spMkLst>
        </pc:s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7" creationId="{D8544CBE-747F-87D3-6FC2-1543C61EDE61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8" creationId="{24471941-245C-3BCD-380D-9E1EC93E22F0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12" creationId="{654F877F-0FFE-F354-897B-30BED9BA164F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13" creationId="{A148EC35-592C-2EF0-339C-64541662CB35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25" creationId="{E18C8CEA-BC7A-5FD0-C3DD-6567D66C00C1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39" creationId="{2588B640-62C3-564E-FBF9-F0878374D26F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40" creationId="{CCF77A3C-9E70-B0FE-0F32-CEBE7D0DFD4C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47" creationId="{E13DC959-A805-F5D4-94ED-D417789ADA48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75" creationId="{7375AD4B-F3CE-0CC5-FA7A-1A504D136504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76" creationId="{399658A8-AC6B-5874-A6E8-5361A31C66DD}"/>
          </ac:grpSpMkLst>
        </pc:grp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7" creationId="{64B6D9A8-602A-38C6-B633-DC6EDF5532F6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8" creationId="{E5B8980C-5651-8067-7917-A80036E97A6F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9" creationId="{C1386170-5787-7809-6762-1E28222E23E1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20" creationId="{5E48AE94-D763-5CC2-2782-C91447D47C08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21" creationId="{C5B09879-7FAE-88DC-11CA-D1AFAA8E3B9D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4" creationId="{1B137806-9AD4-FCCE-9C0F-AED4DB752652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5" creationId="{6068C9F4-D87B-6A4C-56A6-F6C0C7D73786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6" creationId="{E2DF0D46-C22C-AC27-4CA2-54711CA15C61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71" creationId="{4977D7ED-9CCC-D1DC-E004-E986A951A610}"/>
          </ac:cxnSpMkLst>
        </pc:cxnChg>
        <pc:cxnChg chg="mod">
          <ac:chgData name="Malte Heithoff" userId="92960225c14ac204" providerId="LiveId" clId="{2429EF90-D766-4FCC-8062-21DAA3F2F5DE}" dt="2024-01-18T16:38:22.998" v="354"/>
          <ac:cxnSpMkLst>
            <pc:docMk/>
            <pc:sldMk cId="2110064574" sldId="2147376246"/>
            <ac:cxnSpMk id="79" creationId="{85DDAE01-F0EB-C16A-B301-516E24186AFD}"/>
          </ac:cxnSpMkLst>
        </pc:cxnChg>
      </pc:sldChg>
      <pc:sldChg chg="modSp add mod">
        <pc:chgData name="Malte Heithoff" userId="92960225c14ac204" providerId="LiveId" clId="{2429EF90-D766-4FCC-8062-21DAA3F2F5DE}" dt="2024-01-18T16:39:19.754" v="371"/>
        <pc:sldMkLst>
          <pc:docMk/>
          <pc:sldMk cId="2199122437" sldId="2147376247"/>
        </pc:sldMkLst>
        <pc:spChg chg="mod">
          <ac:chgData name="Malte Heithoff" userId="92960225c14ac204" providerId="LiveId" clId="{2429EF90-D766-4FCC-8062-21DAA3F2F5DE}" dt="2024-01-18T16:39:19.754" v="371"/>
          <ac:spMkLst>
            <pc:docMk/>
            <pc:sldMk cId="2199122437" sldId="2147376247"/>
            <ac:spMk id="5" creationId="{69BF9D21-14D3-B113-7DA4-43C50D5CEA95}"/>
          </ac:spMkLst>
        </pc:spChg>
      </pc:sldChg>
      <pc:sldChg chg="addSp delSp modSp new mod modClrScheme chgLayout">
        <pc:chgData name="Malte Heithoff" userId="92960225c14ac204" providerId="LiveId" clId="{2429EF90-D766-4FCC-8062-21DAA3F2F5DE}" dt="2024-01-18T16:39:56.084" v="383" actId="478"/>
        <pc:sldMkLst>
          <pc:docMk/>
          <pc:sldMk cId="2274702046" sldId="2147376248"/>
        </pc:sldMkLst>
        <pc:spChg chg="del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2" creationId="{B1CE11F4-BF4C-4549-F25B-382BC0C42C4B}"/>
          </ac:spMkLst>
        </pc:spChg>
        <pc:spChg chg="del mod ord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3" creationId="{A9C709D2-5854-F126-D803-1DCA57257570}"/>
          </ac:spMkLst>
        </pc:spChg>
        <pc:spChg chg="del mod ord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4" creationId="{913F85EF-2683-DB4D-CF1D-238610C02A4F}"/>
          </ac:spMkLst>
        </pc:spChg>
        <pc:spChg chg="add mod ord">
          <ac:chgData name="Malte Heithoff" userId="92960225c14ac204" providerId="LiveId" clId="{2429EF90-D766-4FCC-8062-21DAA3F2F5DE}" dt="2024-01-18T16:39:53.742" v="382" actId="20577"/>
          <ac:spMkLst>
            <pc:docMk/>
            <pc:sldMk cId="2274702046" sldId="2147376248"/>
            <ac:spMk id="5" creationId="{110AA1FC-B2CD-4ECE-6FC4-BF25C2DA85E3}"/>
          </ac:spMkLst>
        </pc:spChg>
        <pc:spChg chg="add del mod ord">
          <ac:chgData name="Malte Heithoff" userId="92960225c14ac204" providerId="LiveId" clId="{2429EF90-D766-4FCC-8062-21DAA3F2F5DE}" dt="2024-01-18T16:39:56.084" v="383" actId="478"/>
          <ac:spMkLst>
            <pc:docMk/>
            <pc:sldMk cId="2274702046" sldId="2147376248"/>
            <ac:spMk id="6" creationId="{F99ED835-E86C-1ADE-CFEB-915D3025E29B}"/>
          </ac:spMkLst>
        </pc:spChg>
      </pc:sldChg>
      <pc:sldChg chg="addSp delSp modSp add mod">
        <pc:chgData name="Malte Heithoff" userId="92960225c14ac204" providerId="LiveId" clId="{2429EF90-D766-4FCC-8062-21DAA3F2F5DE}" dt="2024-01-18T17:00:59.159" v="1337" actId="20577"/>
        <pc:sldMkLst>
          <pc:docMk/>
          <pc:sldMk cId="765649198" sldId="2147376249"/>
        </pc:sldMkLst>
        <pc:spChg chg="mod">
          <ac:chgData name="Malte Heithoff" userId="92960225c14ac204" providerId="LiveId" clId="{2429EF90-D766-4FCC-8062-21DAA3F2F5DE}" dt="2024-01-18T16:43:02.161" v="522" actId="20577"/>
          <ac:spMkLst>
            <pc:docMk/>
            <pc:sldMk cId="765649198" sldId="2147376249"/>
            <ac:spMk id="16" creationId="{6EEDD1B7-3DFF-799C-95E6-611CBA002EFD}"/>
          </ac:spMkLst>
        </pc:spChg>
        <pc:spChg chg="del">
          <ac:chgData name="Malte Heithoff" userId="92960225c14ac204" providerId="LiveId" clId="{2429EF90-D766-4FCC-8062-21DAA3F2F5DE}" dt="2024-01-18T16:42:42.444" v="517" actId="478"/>
          <ac:spMkLst>
            <pc:docMk/>
            <pc:sldMk cId="765649198" sldId="2147376249"/>
            <ac:spMk id="51" creationId="{2F8231CC-2707-4CEA-154B-26B5FBA56CFB}"/>
          </ac:spMkLst>
        </pc:spChg>
        <pc:spChg chg="mod">
          <ac:chgData name="Malte Heithoff" userId="92960225c14ac204" providerId="LiveId" clId="{2429EF90-D766-4FCC-8062-21DAA3F2F5DE}" dt="2024-01-18T16:43:06.249" v="528" actId="20577"/>
          <ac:spMkLst>
            <pc:docMk/>
            <pc:sldMk cId="765649198" sldId="2147376249"/>
            <ac:spMk id="113" creationId="{D33F942E-522C-9479-C29F-548F76CA3445}"/>
          </ac:spMkLst>
        </pc:spChg>
        <pc:spChg chg="mod">
          <ac:chgData name="Malte Heithoff" userId="92960225c14ac204" providerId="LiveId" clId="{2429EF90-D766-4FCC-8062-21DAA3F2F5DE}" dt="2024-01-18T17:00:59.159" v="1337" actId="20577"/>
          <ac:spMkLst>
            <pc:docMk/>
            <pc:sldMk cId="765649198" sldId="2147376249"/>
            <ac:spMk id="171" creationId="{C677517F-1134-7111-FBC7-220DFCEE240E}"/>
          </ac:spMkLst>
        </pc:spChg>
        <pc:spChg chg="mod">
          <ac:chgData name="Malte Heithoff" userId="92960225c14ac204" providerId="LiveId" clId="{2429EF90-D766-4FCC-8062-21DAA3F2F5DE}" dt="2024-01-18T16:41:58.586" v="511" actId="20577"/>
          <ac:spMkLst>
            <pc:docMk/>
            <pc:sldMk cId="765649198" sldId="2147376249"/>
            <ac:spMk id="176" creationId="{0A80357F-8C9C-3B12-4F55-485C2E4E0CC8}"/>
          </ac:spMkLst>
        </pc:spChg>
        <pc:spChg chg="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7" creationId="{9E4263E4-C7C6-8783-A938-42621CA6667A}"/>
          </ac:spMkLst>
        </pc:spChg>
        <pc:spChg chg="add del 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8" creationId="{2D97B12B-3612-4C4F-9B2C-4A5D73B59D9B}"/>
          </ac:spMkLst>
        </pc:spChg>
        <pc:spChg chg="add del 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9" creationId="{F483DC58-FDC2-DD5D-884D-0D418B41B15D}"/>
          </ac:spMkLst>
        </pc:spChg>
        <pc:spChg chg="mod">
          <ac:chgData name="Malte Heithoff" userId="92960225c14ac204" providerId="LiveId" clId="{2429EF90-D766-4FCC-8062-21DAA3F2F5DE}" dt="2024-01-18T16:42:00.249" v="512"/>
          <ac:spMkLst>
            <pc:docMk/>
            <pc:sldMk cId="765649198" sldId="2147376249"/>
            <ac:spMk id="181" creationId="{CAAB7746-4851-8D9D-FF36-4F6C5F872A75}"/>
          </ac:spMkLst>
        </pc:spChg>
        <pc:spChg chg="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2" creationId="{2C8048C6-CB58-7B29-13B3-332E4A28C5B0}"/>
          </ac:spMkLst>
        </pc:spChg>
        <pc:spChg chg="add del 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3" creationId="{1FA26872-2898-AB82-98BC-2039ACDF9F2D}"/>
          </ac:spMkLst>
        </pc:spChg>
        <pc:spChg chg="add del 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4" creationId="{5F569989-4173-3487-AD94-640E6DC15809}"/>
          </ac:spMkLst>
        </pc:spChg>
        <pc:spChg chg="mod">
          <ac:chgData name="Malte Heithoff" userId="92960225c14ac204" providerId="LiveId" clId="{2429EF90-D766-4FCC-8062-21DAA3F2F5DE}" dt="2024-01-18T16:42:00.942" v="513"/>
          <ac:spMkLst>
            <pc:docMk/>
            <pc:sldMk cId="765649198" sldId="2147376249"/>
            <ac:spMk id="186" creationId="{2DD155CE-04BF-8BB4-0BEA-5DA1169530DB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7" creationId="{EF92951C-1EF2-BEDF-7DE7-64D769919104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8" creationId="{43A9212B-7FC0-118D-B2DD-305CA5FAC82D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9" creationId="{D5383BF2-9F79-043F-E701-FF9D8A939337}"/>
          </ac:spMkLst>
        </pc:spChg>
        <pc:spChg chg="mod">
          <ac:chgData name="Malte Heithoff" userId="92960225c14ac204" providerId="LiveId" clId="{2429EF90-D766-4FCC-8062-21DAA3F2F5DE}" dt="2024-01-18T17:00:45.231" v="1333" actId="20577"/>
          <ac:spMkLst>
            <pc:docMk/>
            <pc:sldMk cId="765649198" sldId="2147376249"/>
            <ac:spMk id="250" creationId="{0B05E06B-A769-7E83-DA01-519680E1A596}"/>
          </ac:spMkLst>
        </pc:spChg>
        <pc:spChg chg="mod">
          <ac:chgData name="Malte Heithoff" userId="92960225c14ac204" providerId="LiveId" clId="{2429EF90-D766-4FCC-8062-21DAA3F2F5DE}" dt="2024-01-18T16:43:33.877" v="536" actId="20577"/>
          <ac:spMkLst>
            <pc:docMk/>
            <pc:sldMk cId="765649198" sldId="2147376249"/>
            <ac:spMk id="264" creationId="{6B6BDD2F-B8F4-6E5A-A1EE-33F56F947617}"/>
          </ac:spMkLst>
        </pc:spChg>
        <pc:spChg chg="mod">
          <ac:chgData name="Malte Heithoff" userId="92960225c14ac204" providerId="LiveId" clId="{2429EF90-D766-4FCC-8062-21DAA3F2F5DE}" dt="2024-01-18T16:43:20.454" v="532" actId="20577"/>
          <ac:spMkLst>
            <pc:docMk/>
            <pc:sldMk cId="765649198" sldId="2147376249"/>
            <ac:spMk id="269" creationId="{6F804F52-A12C-99DC-D5E8-99B733DFA285}"/>
          </ac:spMkLst>
        </pc:spChg>
        <pc:spChg chg="mod">
          <ac:chgData name="Malte Heithoff" userId="92960225c14ac204" providerId="LiveId" clId="{2429EF90-D766-4FCC-8062-21DAA3F2F5DE}" dt="2024-01-18T16:43:37.475" v="540" actId="20577"/>
          <ac:spMkLst>
            <pc:docMk/>
            <pc:sldMk cId="765649198" sldId="2147376249"/>
            <ac:spMk id="274" creationId="{B8CB8D46-ED81-62DD-351D-96596FD0C538}"/>
          </ac:spMkLst>
        </pc:spChg>
        <pc:grpChg chg="del">
          <ac:chgData name="Malte Heithoff" userId="92960225c14ac204" providerId="LiveId" clId="{2429EF90-D766-4FCC-8062-21DAA3F2F5DE}" dt="2024-01-18T16:42:44.565" v="518" actId="478"/>
          <ac:grpSpMkLst>
            <pc:docMk/>
            <pc:sldMk cId="765649198" sldId="2147376249"/>
            <ac:grpSpMk id="18" creationId="{5730B20F-DD50-5AC4-DCB6-8F349921A79A}"/>
          </ac:grpSpMkLst>
        </pc:grpChg>
        <pc:grpChg chg="mod">
          <ac:chgData name="Malte Heithoff" userId="92960225c14ac204" providerId="LiveId" clId="{2429EF90-D766-4FCC-8062-21DAA3F2F5DE}" dt="2024-01-18T16:41:51.766" v="501"/>
          <ac:grpSpMkLst>
            <pc:docMk/>
            <pc:sldMk cId="765649198" sldId="2147376249"/>
            <ac:grpSpMk id="169" creationId="{0BACF1A3-6329-0A53-2E9F-A8C3C22C7056}"/>
          </ac:grpSpMkLst>
        </pc:grpChg>
        <pc:grpChg chg="mod">
          <ac:chgData name="Malte Heithoff" userId="92960225c14ac204" providerId="LiveId" clId="{2429EF90-D766-4FCC-8062-21DAA3F2F5DE}" dt="2024-01-18T16:41:44.330" v="491"/>
          <ac:grpSpMkLst>
            <pc:docMk/>
            <pc:sldMk cId="765649198" sldId="2147376249"/>
            <ac:grpSpMk id="180" creationId="{9FAD37F7-3050-A902-5F45-28B678B061CE}"/>
          </ac:grpSpMkLst>
        </pc:grpChg>
        <pc:grpChg chg="mod">
          <ac:chgData name="Malte Heithoff" userId="92960225c14ac204" providerId="LiveId" clId="{2429EF90-D766-4FCC-8062-21DAA3F2F5DE}" dt="2024-01-18T16:41:56.333" v="507"/>
          <ac:grpSpMkLst>
            <pc:docMk/>
            <pc:sldMk cId="765649198" sldId="2147376249"/>
            <ac:grpSpMk id="185" creationId="{8F111D09-78BA-0C26-8C77-DADDCCAAC4A6}"/>
          </ac:grpSpMkLst>
        </pc:grpChg>
        <pc:cxnChg chg="del mod">
          <ac:chgData name="Malte Heithoff" userId="92960225c14ac204" providerId="LiveId" clId="{2429EF90-D766-4FCC-8062-21DAA3F2F5DE}" dt="2024-01-18T16:42:45.123" v="519" actId="478"/>
          <ac:cxnSpMkLst>
            <pc:docMk/>
            <pc:sldMk cId="765649198" sldId="2147376249"/>
            <ac:cxnSpMk id="127" creationId="{7795C7DD-3B3A-9E02-044F-8FE4EB10D61F}"/>
          </ac:cxnSpMkLst>
        </pc:cxnChg>
        <pc:cxnChg chg="mod">
          <ac:chgData name="Malte Heithoff" userId="92960225c14ac204" providerId="LiveId" clId="{2429EF90-D766-4FCC-8062-21DAA3F2F5DE}" dt="2024-01-18T16:41:32.509" v="478" actId="1036"/>
          <ac:cxnSpMkLst>
            <pc:docMk/>
            <pc:sldMk cId="765649198" sldId="2147376249"/>
            <ac:cxnSpMk id="190" creationId="{F9E7EC61-CCD4-6173-33E2-68E9CA451DE8}"/>
          </ac:cxnSpMkLst>
        </pc:cxnChg>
        <pc:cxnChg chg="mod">
          <ac:chgData name="Malte Heithoff" userId="92960225c14ac204" providerId="LiveId" clId="{2429EF90-D766-4FCC-8062-21DAA3F2F5DE}" dt="2024-01-18T16:42:03.948" v="514" actId="14100"/>
          <ac:cxnSpMkLst>
            <pc:docMk/>
            <pc:sldMk cId="765649198" sldId="2147376249"/>
            <ac:cxnSpMk id="193" creationId="{FCC0D500-CE15-AC87-636E-EAA802BC4266}"/>
          </ac:cxnSpMkLst>
        </pc:cxnChg>
      </pc:sldChg>
      <pc:sldChg chg="add del">
        <pc:chgData name="Malte Heithoff" userId="92960225c14ac204" providerId="LiveId" clId="{2429EF90-D766-4FCC-8062-21DAA3F2F5DE}" dt="2024-01-18T16:40:08.901" v="385" actId="2696"/>
        <pc:sldMkLst>
          <pc:docMk/>
          <pc:sldMk cId="1555562881" sldId="2147376249"/>
        </pc:sldMkLst>
      </pc:sldChg>
      <pc:sldChg chg="addSp modSp new mod modClrScheme chgLayout">
        <pc:chgData name="Malte Heithoff" userId="92960225c14ac204" providerId="LiveId" clId="{2429EF90-D766-4FCC-8062-21DAA3F2F5DE}" dt="2024-01-18T16:49:24.856" v="1026"/>
        <pc:sldMkLst>
          <pc:docMk/>
          <pc:sldMk cId="3634839354" sldId="2147376250"/>
        </pc:sldMkLst>
        <pc:spChg chg="mod ord">
          <ac:chgData name="Malte Heithoff" userId="92960225c14ac204" providerId="LiveId" clId="{2429EF90-D766-4FCC-8062-21DAA3F2F5DE}" dt="2024-01-18T16:48:35.359" v="974" actId="790"/>
          <ac:spMkLst>
            <pc:docMk/>
            <pc:sldMk cId="3634839354" sldId="2147376250"/>
            <ac:spMk id="2" creationId="{3032B7B8-21FC-8069-DE13-240A65B2168E}"/>
          </ac:spMkLst>
        </pc:spChg>
        <pc:spChg chg="mod ord">
          <ac:chgData name="Malte Heithoff" userId="92960225c14ac204" providerId="LiveId" clId="{2429EF90-D766-4FCC-8062-21DAA3F2F5DE}" dt="2024-01-18T16:48:05.430" v="971" actId="700"/>
          <ac:spMkLst>
            <pc:docMk/>
            <pc:sldMk cId="3634839354" sldId="2147376250"/>
            <ac:spMk id="3" creationId="{76BFE74D-ECF6-C113-311D-9B8B9F01534B}"/>
          </ac:spMkLst>
        </pc:spChg>
        <pc:spChg chg="add mod ord">
          <ac:chgData name="Malte Heithoff" userId="92960225c14ac204" providerId="LiveId" clId="{2429EF90-D766-4FCC-8062-21DAA3F2F5DE}" dt="2024-01-18T16:49:24.856" v="1026"/>
          <ac:spMkLst>
            <pc:docMk/>
            <pc:sldMk cId="3634839354" sldId="2147376250"/>
            <ac:spMk id="4" creationId="{1F7E4ACA-16A8-B016-6373-E18AC055D17B}"/>
          </ac:spMkLst>
        </pc:spChg>
      </pc:sldChg>
      <pc:sldChg chg="modSp add mod">
        <pc:chgData name="Malte Heithoff" userId="92960225c14ac204" providerId="LiveId" clId="{2429EF90-D766-4FCC-8062-21DAA3F2F5DE}" dt="2024-01-18T21:29:19.959" v="1488"/>
        <pc:sldMkLst>
          <pc:docMk/>
          <pc:sldMk cId="1917804694" sldId="2147376251"/>
        </pc:sldMkLst>
        <pc:spChg chg="mod">
          <ac:chgData name="Malte Heithoff" userId="92960225c14ac204" providerId="LiveId" clId="{2429EF90-D766-4FCC-8062-21DAA3F2F5DE}" dt="2024-01-18T21:29:19.959" v="1488"/>
          <ac:spMkLst>
            <pc:docMk/>
            <pc:sldMk cId="1917804694" sldId="2147376251"/>
            <ac:spMk id="4" creationId="{33C43F92-72E7-5C19-A418-EAE1A0DB5BAE}"/>
          </ac:spMkLst>
        </pc:spChg>
      </pc:sldChg>
    </pc:docChg>
  </pc:docChgLst>
  <pc:docChgLst>
    <pc:chgData name="Malte Heithoff" userId="92960225c14ac204" providerId="LiveId" clId="{89B037E3-BE42-4C09-9EB8-C05A3BDB04E9}"/>
    <pc:docChg chg="delSld modSld modSection">
      <pc:chgData name="Malte Heithoff" userId="92960225c14ac204" providerId="LiveId" clId="{89B037E3-BE42-4C09-9EB8-C05A3BDB04E9}" dt="2023-11-29T09:10:10.818" v="60" actId="20577"/>
      <pc:docMkLst>
        <pc:docMk/>
      </pc:docMkLst>
      <pc:sldChg chg="del">
        <pc:chgData name="Malte Heithoff" userId="92960225c14ac204" providerId="LiveId" clId="{89B037E3-BE42-4C09-9EB8-C05A3BDB04E9}" dt="2023-11-29T09:09:32.738" v="58" actId="47"/>
        <pc:sldMkLst>
          <pc:docMk/>
          <pc:sldMk cId="341611194" sldId="2147376232"/>
        </pc:sldMkLst>
      </pc:sldChg>
      <pc:sldChg chg="del">
        <pc:chgData name="Malte Heithoff" userId="92960225c14ac204" providerId="LiveId" clId="{89B037E3-BE42-4C09-9EB8-C05A3BDB04E9}" dt="2023-11-29T09:09:33.404" v="59" actId="47"/>
        <pc:sldMkLst>
          <pc:docMk/>
          <pc:sldMk cId="3261410580" sldId="2147376233"/>
        </pc:sldMkLst>
      </pc:sldChg>
      <pc:sldChg chg="del">
        <pc:chgData name="Malte Heithoff" userId="92960225c14ac204" providerId="LiveId" clId="{89B037E3-BE42-4C09-9EB8-C05A3BDB04E9}" dt="2023-11-29T09:09:23.723" v="57" actId="47"/>
        <pc:sldMkLst>
          <pc:docMk/>
          <pc:sldMk cId="1400790841" sldId="2147376238"/>
        </pc:sldMkLst>
      </pc:sldChg>
      <pc:sldChg chg="modSp mod">
        <pc:chgData name="Malte Heithoff" userId="92960225c14ac204" providerId="LiveId" clId="{89B037E3-BE42-4C09-9EB8-C05A3BDB04E9}" dt="2023-11-29T09:09:15.523" v="56" actId="6549"/>
        <pc:sldMkLst>
          <pc:docMk/>
          <pc:sldMk cId="1277834785" sldId="2147376241"/>
        </pc:sldMkLst>
        <pc:spChg chg="mod">
          <ac:chgData name="Malte Heithoff" userId="92960225c14ac204" providerId="LiveId" clId="{89B037E3-BE42-4C09-9EB8-C05A3BDB04E9}" dt="2023-11-29T09:09:15.523" v="56" actId="6549"/>
          <ac:spMkLst>
            <pc:docMk/>
            <pc:sldMk cId="1277834785" sldId="2147376241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10:10.818" v="60" actId="20577"/>
        <pc:sldMkLst>
          <pc:docMk/>
          <pc:sldMk cId="1564369664" sldId="2147376242"/>
        </pc:sldMkLst>
        <pc:spChg chg="mod">
          <ac:chgData name="Malte Heithoff" userId="92960225c14ac204" providerId="LiveId" clId="{89B037E3-BE42-4C09-9EB8-C05A3BDB04E9}" dt="2023-11-29T09:10:10.818" v="60" actId="20577"/>
          <ac:spMkLst>
            <pc:docMk/>
            <pc:sldMk cId="1564369664" sldId="2147376242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09:01.947" v="28" actId="6549"/>
        <pc:sldMkLst>
          <pc:docMk/>
          <pc:sldMk cId="3661780645" sldId="2147376243"/>
        </pc:sldMkLst>
        <pc:spChg chg="mod">
          <ac:chgData name="Malte Heithoff" userId="92960225c14ac204" providerId="LiveId" clId="{89B037E3-BE42-4C09-9EB8-C05A3BDB04E9}" dt="2023-11-29T09:09:01.947" v="28" actId="6549"/>
          <ac:spMkLst>
            <pc:docMk/>
            <pc:sldMk cId="3661780645" sldId="2147376243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09:08.714" v="42" actId="20577"/>
        <pc:sldMkLst>
          <pc:docMk/>
          <pc:sldMk cId="4202127202" sldId="2147376244"/>
        </pc:sldMkLst>
        <pc:spChg chg="mod">
          <ac:chgData name="Malte Heithoff" userId="92960225c14ac204" providerId="LiveId" clId="{89B037E3-BE42-4C09-9EB8-C05A3BDB04E9}" dt="2023-11-29T09:09:08.714" v="42" actId="20577"/>
          <ac:spMkLst>
            <pc:docMk/>
            <pc:sldMk cId="4202127202" sldId="2147376244"/>
            <ac:spMk id="3" creationId="{9066F73B-7FFD-AA6B-520B-D7CE68965066}"/>
          </ac:spMkLst>
        </pc:spChg>
      </pc:sldChg>
    </pc:docChg>
  </pc:docChgLst>
</pc:chgInfo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3019</Words>
  <Application>Microsoft Office PowerPoint</Application>
  <PresentationFormat>Breitbild</PresentationFormat>
  <Paragraphs>1535</Paragraphs>
  <Slides>34</Slides>
  <Notes>12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5" baseType="lpstr">
      <vt:lpstr>ＭＳ Ｐゴシック</vt:lpstr>
      <vt:lpstr>Arial</vt:lpstr>
      <vt:lpstr>Calibri</vt:lpstr>
      <vt:lpstr>Courier New</vt:lpstr>
      <vt:lpstr>Symbol</vt:lpstr>
      <vt:lpstr>Times New Roman</vt:lpstr>
      <vt:lpstr>Trebuchet MS</vt:lpstr>
      <vt:lpstr>Wingdings</vt:lpstr>
      <vt:lpstr>DesignSE</vt:lpstr>
      <vt:lpstr>1_DesignSE</vt:lpstr>
      <vt:lpstr>think-cell Folie</vt:lpstr>
      <vt:lpstr>FunctionStructure Reference Model </vt:lpstr>
      <vt:lpstr>FunctionStructure : das Referenzmodell</vt:lpstr>
      <vt:lpstr>FunctionStructure</vt:lpstr>
      <vt:lpstr>FunctionStructure : the CD</vt:lpstr>
      <vt:lpstr>FunctionStructure : Streams</vt:lpstr>
      <vt:lpstr>FunctionStructure : Decomposition</vt:lpstr>
      <vt:lpstr>FunctionStructure : Top-Level-Function</vt:lpstr>
      <vt:lpstr>FunctionStructure + Monitoring Extension</vt:lpstr>
      <vt:lpstr>Examples</vt:lpstr>
      <vt:lpstr>Example system</vt:lpstr>
      <vt:lpstr>The Example System as an Instantiation of the Function Structure Model</vt:lpstr>
      <vt:lpstr>Connectors</vt:lpstr>
      <vt:lpstr>1. Connectors of the outer-most component</vt:lpstr>
      <vt:lpstr>2. Connector between sibling components</vt:lpstr>
      <vt:lpstr>3. Connector from outer- to sub-component</vt:lpstr>
      <vt:lpstr>4. Connector down the component hierarchy</vt:lpstr>
      <vt:lpstr>5. Connector up and down the component hierarchy</vt:lpstr>
      <vt:lpstr>6. Connector split</vt:lpstr>
      <vt:lpstr>7. Connector split from outer- to sub-components</vt:lpstr>
      <vt:lpstr>Example with Channels</vt:lpstr>
      <vt:lpstr>Alternative with Port Definition</vt:lpstr>
      <vt:lpstr>FunctionStructure Alternative with Port Definition</vt:lpstr>
      <vt:lpstr>FunctionStructure Alternative with Port Definition</vt:lpstr>
      <vt:lpstr>CD4Function with Port Definition</vt:lpstr>
      <vt:lpstr>CD4Function with Port Definition + Monitoring</vt:lpstr>
      <vt:lpstr>Example with Port Definition</vt:lpstr>
      <vt:lpstr>MA2Fenix</vt:lpstr>
      <vt:lpstr>CD4Function2Fenix</vt:lpstr>
      <vt:lpstr>CD4Function2Fenix Example</vt:lpstr>
      <vt:lpstr>MA2Fenix Example Model</vt:lpstr>
      <vt:lpstr>MA2Fenix (CD)</vt:lpstr>
      <vt:lpstr>MA2Fenix (OD) - Functions</vt:lpstr>
      <vt:lpstr>MA2Fenix (OD) – Ports &amp; Associations</vt:lpstr>
      <vt:lpstr>MA2Fenix (OD) – Port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Rumpe</cp:lastModifiedBy>
  <cp:revision>86</cp:revision>
  <cp:lastPrinted>2023-03-26T07:04:59Z</cp:lastPrinted>
  <dcterms:created xsi:type="dcterms:W3CDTF">2019-02-06T21:20:56Z</dcterms:created>
  <dcterms:modified xsi:type="dcterms:W3CDTF">2024-02-12T23:27:48Z</dcterms:modified>
</cp:coreProperties>
</file>