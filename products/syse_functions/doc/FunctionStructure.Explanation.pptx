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03" r:id="rId1"/>
    <p:sldMasterId id="2147483934" r:id="rId2"/>
  </p:sldMasterIdLst>
  <p:notesMasterIdLst>
    <p:notesMasterId r:id="rId23"/>
  </p:notesMasterIdLst>
  <p:handoutMasterIdLst>
    <p:handoutMasterId r:id="rId24"/>
  </p:handoutMasterIdLst>
  <p:sldIdLst>
    <p:sldId id="396" r:id="rId3"/>
    <p:sldId id="305" r:id="rId4"/>
    <p:sldId id="2147376236" r:id="rId5"/>
    <p:sldId id="2147376237" r:id="rId6"/>
    <p:sldId id="2147376242" r:id="rId7"/>
    <p:sldId id="2147376243" r:id="rId8"/>
    <p:sldId id="310" r:id="rId9"/>
    <p:sldId id="2147376244" r:id="rId10"/>
    <p:sldId id="2147376231" r:id="rId11"/>
    <p:sldId id="2147376241" r:id="rId12"/>
    <p:sldId id="2147376239" r:id="rId13"/>
    <p:sldId id="2147376240" r:id="rId14"/>
    <p:sldId id="2147376238" r:id="rId15"/>
    <p:sldId id="2147376232" r:id="rId16"/>
    <p:sldId id="2147376233" r:id="rId17"/>
    <p:sldId id="378" r:id="rId18"/>
    <p:sldId id="379" r:id="rId19"/>
    <p:sldId id="375" r:id="rId20"/>
    <p:sldId id="2147376225" r:id="rId21"/>
    <p:sldId id="2147376226" r:id="rId22"/>
  </p:sldIdLst>
  <p:sldSz cx="12192000" cy="6858000"/>
  <p:notesSz cx="6797675" cy="9926638"/>
  <p:custDataLst>
    <p:tags r:id="rId25"/>
  </p:custDataLst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ing" id="{310A5F1A-0976-42F7-BDDC-465CDDD9AA6D}">
          <p14:sldIdLst>
            <p14:sldId id="396"/>
            <p14:sldId id="305"/>
            <p14:sldId id="2147376236"/>
            <p14:sldId id="2147376237"/>
            <p14:sldId id="2147376242"/>
            <p14:sldId id="2147376243"/>
            <p14:sldId id="310"/>
            <p14:sldId id="2147376244"/>
            <p14:sldId id="2147376231"/>
            <p14:sldId id="2147376241"/>
            <p14:sldId id="2147376239"/>
            <p14:sldId id="2147376240"/>
            <p14:sldId id="2147376238"/>
            <p14:sldId id="2147376232"/>
            <p14:sldId id="2147376233"/>
            <p14:sldId id="378"/>
            <p14:sldId id="379"/>
            <p14:sldId id="375"/>
            <p14:sldId id="2147376225"/>
            <p14:sldId id="214737622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Schmalzing" initials="DS" lastIdx="1" clrIdx="0">
    <p:extLst>
      <p:ext uri="{19B8F6BF-5375-455C-9EA6-DF929625EA0E}">
        <p15:presenceInfo xmlns:p15="http://schemas.microsoft.com/office/powerpoint/2012/main" userId="David Schmalzi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49F"/>
    <a:srgbClr val="FFFFFF"/>
    <a:srgbClr val="CC001E"/>
    <a:srgbClr val="009999"/>
    <a:srgbClr val="071ECC"/>
    <a:srgbClr val="1E07CC"/>
    <a:srgbClr val="FF0000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52" autoAdjust="0"/>
    <p:restoredTop sz="92645" autoAdjust="0"/>
  </p:normalViewPr>
  <p:slideViewPr>
    <p:cSldViewPr snapToGrid="0">
      <p:cViewPr varScale="1">
        <p:scale>
          <a:sx n="115" d="100"/>
          <a:sy n="115" d="100"/>
        </p:scale>
        <p:origin x="102" y="33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2" d="100"/>
          <a:sy n="62" d="100"/>
        </p:scale>
        <p:origin x="2525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commentAuthors" Target="commentAuthor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gs" Target="tags/tag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295" y="1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smtClean="0"/>
            </a:lvl1pPr>
          </a:lstStyle>
          <a:p>
            <a:pPr>
              <a:defRPr/>
            </a:pPr>
            <a:fld id="{88BCBB3B-932A-4D6C-900D-9F4B28686221}" type="datetimeFigureOut">
              <a:rPr lang="de-DE" altLang="de-DE"/>
              <a:pPr>
                <a:defRPr/>
              </a:pPr>
              <a:t>10.11.2023</a:t>
            </a:fld>
            <a:endParaRPr lang="de-DE" alt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9306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295" y="9429306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935FA329-B071-4BC1-BBB5-3B07BBB55D93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295" y="1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smtClean="0"/>
            </a:lvl1pPr>
          </a:lstStyle>
          <a:p>
            <a:pPr>
              <a:defRPr/>
            </a:pPr>
            <a:fld id="{B02CD211-E599-4F87-85BA-4D602CEE05A3}" type="datetimeFigureOut">
              <a:rPr lang="de-DE" altLang="de-DE"/>
              <a:pPr>
                <a:defRPr/>
              </a:pPr>
              <a:t>10.11.2023</a:t>
            </a:fld>
            <a:endParaRPr lang="de-DE" alt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1425"/>
            <a:ext cx="5956300" cy="33512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212" tIns="44106" rIns="88212" bIns="44106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65" y="4777782"/>
            <a:ext cx="5438748" cy="3907834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noProof="0"/>
              <a:t>Textmasterformat bearbeiten</a:t>
            </a:r>
          </a:p>
          <a:p>
            <a:pPr lvl="1"/>
            <a:r>
              <a:rPr lang="de-DE" altLang="de-DE" noProof="0"/>
              <a:t>Zweite Ebene</a:t>
            </a:r>
          </a:p>
          <a:p>
            <a:pPr lvl="2"/>
            <a:r>
              <a:rPr lang="de-DE" altLang="de-DE" noProof="0"/>
              <a:t>Dritte Ebene</a:t>
            </a:r>
          </a:p>
          <a:p>
            <a:pPr lvl="3"/>
            <a:r>
              <a:rPr lang="de-DE" altLang="de-DE" noProof="0"/>
              <a:t>Vierte Ebene</a:t>
            </a:r>
          </a:p>
          <a:p>
            <a:pPr lvl="4"/>
            <a:r>
              <a:rPr lang="de-DE" alt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306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295" y="9429306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1BC8D279-B8BC-4FA6-86F2-E41329D88EBB}" type="slidenum">
              <a:rPr lang="de-DE" altLang="de-DE"/>
              <a:pPr/>
              <a:t>‹Nr.›</a:t>
            </a:fld>
            <a:endParaRPr lang="de-DE" alt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ＭＳ Ｐゴシック" charset="0"/>
        <a:cs typeface="Arial" pitchFamily="34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68E4ED0-4097-48FF-9E2B-CD0FFFCB8F54}" type="slidenum">
              <a:rPr lang="de-DE" smtClean="0"/>
              <a:pPr/>
              <a:t>1</a:t>
            </a:fld>
            <a:endParaRPr lang="de-D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50813" y="704850"/>
            <a:ext cx="6262687" cy="3524250"/>
          </a:xfrm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4580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4937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40413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180846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401926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42848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691692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40413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36977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17930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0046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88F71EE3-D70A-4C02-A968-4B934D1A0EFF}"/>
              </a:ext>
            </a:extLst>
          </p:cNvPr>
          <p:cNvGrpSpPr/>
          <p:nvPr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7C845E14-D05D-4847-8D0F-48B225F97F2B}"/>
                </a:ext>
              </a:extLst>
            </p:cNvPr>
            <p:cNvGrpSpPr/>
            <p:nvPr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DEAA3F24-7ABD-43F2-AA45-BF5173CF32C5}"/>
                  </a:ext>
                </a:extLst>
              </p:cNvPr>
              <p:cNvCxnSpPr/>
              <p:nvPr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6AFAD796-294C-4678-84E4-36609DA3DE96}"/>
                  </a:ext>
                </a:extLst>
              </p:cNvPr>
              <p:cNvCxnSpPr/>
              <p:nvPr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2C515608-7894-4009-BE21-62D65B382976}"/>
                </a:ext>
              </a:extLst>
            </p:cNvPr>
            <p:cNvGrpSpPr/>
            <p:nvPr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0334CBD9-C046-4B8D-8306-1B31D1E6CD28}"/>
                  </a:ext>
                </a:extLst>
              </p:cNvPr>
              <p:cNvCxnSpPr/>
              <p:nvPr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10AEC939-0940-4439-A734-7AAF6763DFF8}"/>
                  </a:ext>
                </a:extLst>
              </p:cNvPr>
              <p:cNvCxnSpPr/>
              <p:nvPr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942CAEF3-4F48-4FEC-9E09-79D3F41BC518}"/>
              </a:ext>
            </a:extLst>
          </p:cNvPr>
          <p:cNvGrpSpPr/>
          <p:nvPr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5E654C8-5ED2-482F-82FE-D8B7AB672D1B}"/>
                </a:ext>
              </a:extLst>
            </p:cNvPr>
            <p:cNvCxnSpPr/>
            <p:nvPr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85CBF0CD-26F9-4ACF-A893-9837FC6A792A}"/>
                </a:ext>
              </a:extLst>
            </p:cNvPr>
            <p:cNvCxnSpPr/>
            <p:nvPr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3B422C15-1DE6-4DF9-8E96-5CA1632191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2434" y="2584876"/>
            <a:ext cx="10886925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983979DD-F31A-4483-BB1A-22D5710FA3C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32434" y="3078076"/>
            <a:ext cx="10886925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en-US" noProof="0" err="1"/>
              <a:t>Untertitelmasters</a:t>
            </a:r>
            <a:r>
              <a:rPr lang="en-US" noProof="0"/>
              <a:t> </a:t>
            </a:r>
            <a:r>
              <a:rPr lang="en-US" noProof="0" err="1"/>
              <a:t>durch</a:t>
            </a:r>
            <a:r>
              <a:rPr lang="en-US" noProof="0"/>
              <a:t> </a:t>
            </a:r>
            <a:r>
              <a:rPr lang="en-US" noProof="0" err="1"/>
              <a:t>Klicken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7EE02E37-16C7-4AED-B03D-D2D32DD5AE21}"/>
              </a:ext>
            </a:extLst>
          </p:cNvPr>
          <p:cNvGrpSpPr/>
          <p:nvPr userDrawn="1"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757562EE-1B2D-44E7-A590-9E9EDBC85B94}"/>
                </a:ext>
              </a:extLst>
            </p:cNvPr>
            <p:cNvGrpSpPr/>
            <p:nvPr userDrawn="1"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5705C926-C661-4870-90F5-B8FE6824FA3E}"/>
                  </a:ext>
                </a:extLst>
              </p:cNvPr>
              <p:cNvCxnSpPr/>
              <p:nvPr userDrawn="1"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61340FDD-0028-43F6-9B43-780A9256EA84}"/>
                  </a:ext>
                </a:extLst>
              </p:cNvPr>
              <p:cNvCxnSpPr/>
              <p:nvPr userDrawn="1"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67471FCE-9EBC-4563-B643-791B6D9CF2C5}"/>
                </a:ext>
              </a:extLst>
            </p:cNvPr>
            <p:cNvGrpSpPr/>
            <p:nvPr userDrawn="1"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DEBBEDD9-913B-43A7-92D2-70200277794A}"/>
                  </a:ext>
                </a:extLst>
              </p:cNvPr>
              <p:cNvCxnSpPr/>
              <p:nvPr userDrawn="1"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F7EBB47A-B507-4D7F-9E88-09CE2A7386CD}"/>
                  </a:ext>
                </a:extLst>
              </p:cNvPr>
              <p:cNvCxnSpPr/>
              <p:nvPr userDrawn="1"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B17A0267-74CA-449E-AFFC-93B6796DAFC7}"/>
              </a:ext>
            </a:extLst>
          </p:cNvPr>
          <p:cNvGrpSpPr/>
          <p:nvPr userDrawn="1"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98FA662-EA6F-40FE-BBAD-CBDF6AB6DBCB}"/>
                </a:ext>
              </a:extLst>
            </p:cNvPr>
            <p:cNvCxnSpPr/>
            <p:nvPr userDrawn="1"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5A789B2B-F6CE-4245-989C-4A30EA0B1352}"/>
                </a:ext>
              </a:extLst>
            </p:cNvPr>
            <p:cNvCxnSpPr/>
            <p:nvPr userDrawn="1"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6" name="Grafik 35">
            <a:extLst>
              <a:ext uri="{FF2B5EF4-FFF2-40B4-BE49-F238E27FC236}">
                <a16:creationId xmlns:a16="http://schemas.microsoft.com/office/drawing/2014/main" id="{E5F32772-7E67-4104-809E-A67B38C64C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299"/>
            <a:ext cx="12199620" cy="230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886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F02B50-D467-41F6-8F0B-DF2AA821368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6273"/>
            <a:ext cx="11483975" cy="4385455"/>
          </a:xfrm>
          <a:prstGeom prst="rect">
            <a:avLst/>
          </a:prstGeom>
        </p:spPr>
        <p:txBody>
          <a:bodyPr wrap="square" lIns="0" tIns="0" rIns="0" bIns="0"/>
          <a:lstStyle>
            <a:lvl1pPr marL="216000" indent="-216000">
              <a:buFont typeface="Arial" panose="020B0604020202020204" pitchFamily="34" charset="0"/>
              <a:buChar char="•"/>
              <a:defRPr/>
            </a:lvl1pPr>
            <a:lvl2pPr marL="432000" indent="-216000">
              <a:buFont typeface="Symbol" panose="05050102010706020507" pitchFamily="18" charset="2"/>
              <a:buChar char="-"/>
              <a:defRPr/>
            </a:lvl2pPr>
            <a:lvl3pPr marL="648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/>
            </a:lvl3pPr>
            <a:lvl4pPr marL="864000" indent="-216000">
              <a:buFont typeface="Symbol" panose="05050102010706020507" pitchFamily="18" charset="2"/>
              <a:buChar char="-"/>
              <a:defRPr/>
            </a:lvl4pPr>
            <a:lvl5pPr marL="647700" indent="0">
              <a:buNone/>
              <a:defRPr/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0"/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11432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794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AD89513B-8A7E-430E-8F63-7469EC1FB664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6F83956-15CC-418E-B737-9061141E4CD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66B5100-86F8-4E8C-9DE1-10AD5FB9B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3852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5703F518-B554-4AC1-A90D-7EDD58F262C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4000" y="2980800"/>
            <a:ext cx="11484000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de-DE"/>
              <a:t>Untertitelmasters durch Klicken bearbeiten</a:t>
            </a:r>
            <a:endParaRPr lang="en-US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D9FA7CF-D871-4A92-B637-6BD1D2660BDF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2A6B56BE-B7D9-4ABB-9FC4-4C2C40CB670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B385CDCE-8F09-4AAB-B014-0073E7D0486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feld 12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1335253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84000" y="1235175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16000" y="1236273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779929" y="2430576"/>
            <a:ext cx="1119564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C071E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use the flipped one instead (and manually copy the content(!) of the flipped pages)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C071E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2100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000" y="1234689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5175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1257279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un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12" name="Subtitle 2"/>
          <p:cNvSpPr>
            <a:spLocks noGrp="1"/>
          </p:cNvSpPr>
          <p:nvPr>
            <p:ph type="subTitle" idx="1"/>
          </p:nvPr>
        </p:nvSpPr>
        <p:spPr>
          <a:xfrm>
            <a:off x="384000" y="2980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BE9EC9F2-3C9F-4A4B-9463-32200C1888C5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BE7F8F3-90E3-4324-B96F-F4C733799980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FB93F6E7-9B79-444E-9797-C017CBCD9F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966A802-7238-4572-8B31-F10BAD15BE6A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01C63A65-01F5-4E3D-9EE7-E225D07B1954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7CBACAB-4E61-4BA4-A7E8-012536F511A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feld 14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1273369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mit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9" name="Subtitle 2"/>
          <p:cNvSpPr>
            <a:spLocks noGrp="1"/>
          </p:cNvSpPr>
          <p:nvPr>
            <p:ph type="subTitle" idx="1"/>
          </p:nvPr>
        </p:nvSpPr>
        <p:spPr>
          <a:xfrm>
            <a:off x="384000" y="3196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uppieren 14"/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6" name="Gerader Verbinder 15"/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/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0B61E83-F62A-4E6F-9728-ABDE5413BA68}"/>
              </a:ext>
            </a:extLst>
          </p:cNvPr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3ED25C8-3644-4C59-B80C-B3EC3EBB6C18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94E318B-6CC6-4660-9EC9-B8FEB8D24174}"/>
                </a:ext>
              </a:extLst>
            </p:cNvPr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F7E0399E-000C-4919-9189-D72AC9F21B27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39B952C-73F9-4639-9C6B-D79F321E765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D1F7EFE-C1E5-46CC-AC0C-2ACADE80B3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BEA13B8-67E5-4E0C-87FF-5C3A86F3E1BB}"/>
              </a:ext>
            </a:extLst>
          </p:cNvPr>
          <p:cNvGrpSpPr/>
          <p:nvPr userDrawn="1"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D7C05B6-2FEC-4BCF-B0D2-C4E0FBD988C4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1DD01610-9DF8-4DC4-93DF-34D4ADF39035}"/>
                </a:ext>
              </a:extLst>
            </p:cNvPr>
            <p:cNvCxnSpPr/>
            <p:nvPr userDrawn="1"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EE00B62C-5012-43AC-B2B8-7ABCCC897041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98204F29-F5C4-4D02-857A-E600F35F2E4F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5F4B9776-75B3-46D2-8C19-AE6D80A6416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feld 28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6052032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382588" y="2487613"/>
            <a:ext cx="11483975" cy="1079500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90000"/>
              </a:lnSpc>
              <a:defRPr/>
            </a:pPr>
            <a:r>
              <a:rPr lang="de-DE" altLang="de-DE" sz="3200" b="1">
                <a:solidFill>
                  <a:schemeClr val="tx2"/>
                </a:solidFill>
              </a:rPr>
              <a:t>Vielen Dank</a:t>
            </a:r>
            <a:br>
              <a:rPr lang="de-DE" altLang="de-DE" sz="3200" b="1">
                <a:solidFill>
                  <a:schemeClr val="tx2"/>
                </a:solidFill>
              </a:rPr>
            </a:br>
            <a:r>
              <a:rPr lang="de-DE" altLang="de-DE" sz="3200" b="1">
                <a:solidFill>
                  <a:schemeClr val="tx2"/>
                </a:solidFill>
              </a:rPr>
              <a:t>für Ihre Aufmerksamkeit</a:t>
            </a:r>
            <a:endParaRPr lang="en-US" altLang="de-DE" sz="3200" b="1">
              <a:solidFill>
                <a:schemeClr val="tx2"/>
              </a:solidFill>
            </a:endParaRPr>
          </a:p>
        </p:txBody>
      </p:sp>
      <p:sp>
        <p:nvSpPr>
          <p:cNvPr id="9" name="Textplatzhalter 24"/>
          <p:cNvSpPr>
            <a:spLocks noGrp="1"/>
          </p:cNvSpPr>
          <p:nvPr>
            <p:ph type="body" sz="quarter" idx="11"/>
          </p:nvPr>
        </p:nvSpPr>
        <p:spPr>
          <a:xfrm>
            <a:off x="384000" y="3988800"/>
            <a:ext cx="11484000" cy="165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0"/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AD42372E-A88B-49BE-BF8B-A349B6BE88BB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E73DD95-497D-41DA-AE15-231D472ACF1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833C7AEA-7E75-4F96-A29D-6E01AE30A7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54A51D3-6BB0-4789-89BC-481D89445CBE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6F4FEE0A-400B-495A-BBAD-43B3BB9910CB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BA932F8-ADAD-449E-8505-B146C5E26062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feld 14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1132144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79053655"/>
              </p:ext>
            </p:extLst>
          </p:nvPr>
        </p:nvGraphicFramePr>
        <p:xfrm>
          <a:off x="1956" y="1591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270" imgH="270" progId="TCLayout.ActiveDocument.1">
                  <p:embed/>
                </p:oleObj>
              </mc:Choice>
              <mc:Fallback>
                <p:oleObj name="think-cell Folie" r:id="rId4" imgW="270" imgH="270" progId="TCLayout.ActiveDocument.1">
                  <p:embed/>
                  <p:pic>
                    <p:nvPicPr>
                      <p:cNvPr id="4" name="Objekt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956" y="1591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/>
          <p:cNvSpPr/>
          <p:nvPr userDrawn="1"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rgbClr val="DDDDDD"/>
          </a:solidFill>
          <a:ln w="1079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708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28254" indent="-328254">
              <a:buFont typeface="Arial" panose="020B0604020202020204" pitchFamily="34" charset="0"/>
              <a:buChar char="•"/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55580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88F71EE3-D70A-4C02-A968-4B934D1A0EFF}"/>
              </a:ext>
            </a:extLst>
          </p:cNvPr>
          <p:cNvGrpSpPr/>
          <p:nvPr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7C845E14-D05D-4847-8D0F-48B225F97F2B}"/>
                </a:ext>
              </a:extLst>
            </p:cNvPr>
            <p:cNvGrpSpPr/>
            <p:nvPr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DEAA3F24-7ABD-43F2-AA45-BF5173CF32C5}"/>
                  </a:ext>
                </a:extLst>
              </p:cNvPr>
              <p:cNvCxnSpPr/>
              <p:nvPr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6AFAD796-294C-4678-84E4-36609DA3DE96}"/>
                  </a:ext>
                </a:extLst>
              </p:cNvPr>
              <p:cNvCxnSpPr/>
              <p:nvPr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2C515608-7894-4009-BE21-62D65B382976}"/>
                </a:ext>
              </a:extLst>
            </p:cNvPr>
            <p:cNvGrpSpPr/>
            <p:nvPr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0334CBD9-C046-4B8D-8306-1B31D1E6CD28}"/>
                  </a:ext>
                </a:extLst>
              </p:cNvPr>
              <p:cNvCxnSpPr/>
              <p:nvPr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10AEC939-0940-4439-A734-7AAF6763DFF8}"/>
                  </a:ext>
                </a:extLst>
              </p:cNvPr>
              <p:cNvCxnSpPr/>
              <p:nvPr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942CAEF3-4F48-4FEC-9E09-79D3F41BC518}"/>
              </a:ext>
            </a:extLst>
          </p:cNvPr>
          <p:cNvGrpSpPr/>
          <p:nvPr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5E654C8-5ED2-482F-82FE-D8B7AB672D1B}"/>
                </a:ext>
              </a:extLst>
            </p:cNvPr>
            <p:cNvCxnSpPr/>
            <p:nvPr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85CBF0CD-26F9-4ACF-A893-9837FC6A792A}"/>
                </a:ext>
              </a:extLst>
            </p:cNvPr>
            <p:cNvCxnSpPr/>
            <p:nvPr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3B422C15-1DE6-4DF9-8E96-5CA1632191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32434" y="2584876"/>
            <a:ext cx="10886925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noProof="0" dirty="0"/>
              <a:t>Digital Shadow </a:t>
            </a:r>
            <a:r>
              <a:rPr lang="de-DE" noProof="0" dirty="0" err="1"/>
              <a:t>Types</a:t>
            </a:r>
            <a:endParaRPr lang="en-US" noProof="0" dirty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983979DD-F31A-4483-BB1A-22D5710FA3C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32434" y="3078076"/>
            <a:ext cx="10886925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en-US" noProof="0" dirty="0" err="1"/>
              <a:t>FoWo</a:t>
            </a:r>
            <a:r>
              <a:rPr lang="en-US" noProof="0" dirty="0"/>
              <a:t> Herbst 21 - Malte Heithoff</a:t>
            </a: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7EE02E37-16C7-4AED-B03D-D2D32DD5AE21}"/>
              </a:ext>
            </a:extLst>
          </p:cNvPr>
          <p:cNvGrpSpPr/>
          <p:nvPr userDrawn="1"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757562EE-1B2D-44E7-A590-9E9EDBC85B94}"/>
                </a:ext>
              </a:extLst>
            </p:cNvPr>
            <p:cNvGrpSpPr/>
            <p:nvPr userDrawn="1"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5705C926-C661-4870-90F5-B8FE6824FA3E}"/>
                  </a:ext>
                </a:extLst>
              </p:cNvPr>
              <p:cNvCxnSpPr/>
              <p:nvPr userDrawn="1"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61340FDD-0028-43F6-9B43-780A9256EA84}"/>
                  </a:ext>
                </a:extLst>
              </p:cNvPr>
              <p:cNvCxnSpPr/>
              <p:nvPr userDrawn="1"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67471FCE-9EBC-4563-B643-791B6D9CF2C5}"/>
                </a:ext>
              </a:extLst>
            </p:cNvPr>
            <p:cNvGrpSpPr/>
            <p:nvPr userDrawn="1"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DEBBEDD9-913B-43A7-92D2-70200277794A}"/>
                  </a:ext>
                </a:extLst>
              </p:cNvPr>
              <p:cNvCxnSpPr/>
              <p:nvPr userDrawn="1"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F7EBB47A-B507-4D7F-9E88-09CE2A7386CD}"/>
                  </a:ext>
                </a:extLst>
              </p:cNvPr>
              <p:cNvCxnSpPr/>
              <p:nvPr userDrawn="1"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B17A0267-74CA-449E-AFFC-93B6796DAFC7}"/>
              </a:ext>
            </a:extLst>
          </p:cNvPr>
          <p:cNvGrpSpPr/>
          <p:nvPr userDrawn="1"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98FA662-EA6F-40FE-BBAD-CBDF6AB6DBCB}"/>
                </a:ext>
              </a:extLst>
            </p:cNvPr>
            <p:cNvCxnSpPr/>
            <p:nvPr userDrawn="1"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5A789B2B-F6CE-4245-989C-4A30EA0B1352}"/>
                </a:ext>
              </a:extLst>
            </p:cNvPr>
            <p:cNvCxnSpPr/>
            <p:nvPr userDrawn="1"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uppieren 36"/>
          <p:cNvGrpSpPr/>
          <p:nvPr userDrawn="1"/>
        </p:nvGrpSpPr>
        <p:grpSpPr>
          <a:xfrm>
            <a:off x="-8389" y="-8254"/>
            <a:ext cx="12204835" cy="2346530"/>
            <a:chOff x="-12835" y="1030557"/>
            <a:chExt cx="12204835" cy="2346530"/>
          </a:xfrm>
        </p:grpSpPr>
        <p:sp>
          <p:nvSpPr>
            <p:cNvPr id="38" name="Rechteck 37"/>
            <p:cNvSpPr/>
            <p:nvPr/>
          </p:nvSpPr>
          <p:spPr>
            <a:xfrm>
              <a:off x="0" y="1030557"/>
              <a:ext cx="12192000" cy="2297434"/>
            </a:xfrm>
            <a:prstGeom prst="rect">
              <a:avLst/>
            </a:prstGeom>
            <a:solidFill>
              <a:srgbClr val="00549F"/>
            </a:solidFill>
            <a:ln w="12700" cap="flat" cmpd="sng" algn="ctr">
              <a:noFill/>
              <a:prstDash val="solid"/>
              <a:miter lim="800000"/>
              <a:headEnd type="none" w="med" len="med"/>
              <a:tailEnd type="arrow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39" name="Gruppieren 38"/>
            <p:cNvGrpSpPr/>
            <p:nvPr/>
          </p:nvGrpSpPr>
          <p:grpSpPr>
            <a:xfrm>
              <a:off x="-12835" y="1030557"/>
              <a:ext cx="12204835" cy="2346530"/>
              <a:chOff x="-12835" y="1032778"/>
              <a:chExt cx="12204835" cy="2362969"/>
            </a:xfrm>
          </p:grpSpPr>
          <p:pic>
            <p:nvPicPr>
              <p:cNvPr id="40" name="Grafik 39"/>
              <p:cNvPicPr>
                <a:picLocks noChangeAspect="1"/>
              </p:cNvPicPr>
              <p:nvPr/>
            </p:nvPicPr>
            <p:blipFill rotWithShape="1">
              <a:blip r:embed="rId3">
                <a:lum bright="70000" contrast="-70000"/>
              </a:blip>
              <a:srcRect l="4123" t="5980" r="10107" b="34465"/>
              <a:stretch/>
            </p:blipFill>
            <p:spPr>
              <a:xfrm>
                <a:off x="6034471" y="1038029"/>
                <a:ext cx="6122894" cy="2357718"/>
              </a:xfrm>
              <a:prstGeom prst="rect">
                <a:avLst/>
              </a:prstGeom>
            </p:spPr>
          </p:pic>
          <p:pic>
            <p:nvPicPr>
              <p:cNvPr id="41" name="Grafik 40"/>
              <p:cNvPicPr>
                <a:picLocks noChangeAspect="1"/>
              </p:cNvPicPr>
              <p:nvPr/>
            </p:nvPicPr>
            <p:blipFill rotWithShape="1">
              <a:blip r:embed="rId4">
                <a:lum bright="70000" contrast="-70000"/>
              </a:blip>
              <a:srcRect l="2186" t="24453" r="3833" b="12011"/>
              <a:stretch/>
            </p:blipFill>
            <p:spPr>
              <a:xfrm>
                <a:off x="-12835" y="1064923"/>
                <a:ext cx="7293400" cy="2303930"/>
              </a:xfrm>
              <a:prstGeom prst="rect">
                <a:avLst/>
              </a:prstGeom>
            </p:spPr>
          </p:pic>
          <p:pic>
            <p:nvPicPr>
              <p:cNvPr id="42" name="Grafik 41"/>
              <p:cNvPicPr>
                <a:picLocks noChangeAspect="1"/>
              </p:cNvPicPr>
              <p:nvPr/>
            </p:nvPicPr>
            <p:blipFill rotWithShape="1">
              <a:blip r:embed="rId5">
                <a:lum bright="70000" contrast="-70000"/>
              </a:blip>
              <a:srcRect l="978" t="7138" r="438" b="7289"/>
              <a:stretch/>
            </p:blipFill>
            <p:spPr>
              <a:xfrm>
                <a:off x="4317730" y="1057451"/>
                <a:ext cx="4778188" cy="2300089"/>
              </a:xfrm>
              <a:prstGeom prst="rect">
                <a:avLst/>
              </a:prstGeom>
            </p:spPr>
          </p:pic>
          <p:pic>
            <p:nvPicPr>
              <p:cNvPr id="43" name="Grafik 42"/>
              <p:cNvPicPr>
                <a:picLocks noChangeAspect="1"/>
              </p:cNvPicPr>
              <p:nvPr/>
            </p:nvPicPr>
            <p:blipFill rotWithShape="1">
              <a:blip r:embed="rId6">
                <a:lum bright="70000" contrast="-70000"/>
              </a:blip>
              <a:srcRect r="642"/>
              <a:stretch/>
            </p:blipFill>
            <p:spPr>
              <a:xfrm>
                <a:off x="8558469" y="1170394"/>
                <a:ext cx="3403437" cy="2043006"/>
              </a:xfrm>
              <a:prstGeom prst="rect">
                <a:avLst/>
              </a:prstGeom>
            </p:spPr>
          </p:pic>
          <p:pic>
            <p:nvPicPr>
              <p:cNvPr id="44" name="Grafik 43"/>
              <p:cNvPicPr>
                <a:picLocks noChangeAspect="1"/>
              </p:cNvPicPr>
              <p:nvPr/>
            </p:nvPicPr>
            <p:blipFill rotWithShape="1">
              <a:blip r:embed="rId7">
                <a:lum bright="70000" contrast="-70000"/>
              </a:blip>
              <a:srcRect l="12615" t="8698" r="-1842" b="932"/>
              <a:stretch/>
            </p:blipFill>
            <p:spPr>
              <a:xfrm>
                <a:off x="331428" y="1059845"/>
                <a:ext cx="4655314" cy="2316480"/>
              </a:xfrm>
              <a:prstGeom prst="rect">
                <a:avLst/>
              </a:prstGeom>
            </p:spPr>
          </p:pic>
          <p:sp>
            <p:nvSpPr>
              <p:cNvPr id="45" name="Rechteck 44"/>
              <p:cNvSpPr/>
              <p:nvPr/>
            </p:nvSpPr>
            <p:spPr>
              <a:xfrm>
                <a:off x="-12835" y="1032778"/>
                <a:ext cx="12204835" cy="2318237"/>
              </a:xfrm>
              <a:prstGeom prst="rect">
                <a:avLst/>
              </a:prstGeom>
              <a:gradFill flip="none" rotWithShape="1">
                <a:gsLst>
                  <a:gs pos="49000">
                    <a:srgbClr val="8EBAE5">
                      <a:lumMod val="75000"/>
                      <a:alpha val="36000"/>
                    </a:srgbClr>
                  </a:gs>
                  <a:gs pos="100000">
                    <a:srgbClr val="00549F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  <a:headEnd type="none" w="med" len="med"/>
                <a:tailEnd type="arrow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86893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F02B50-D467-41F6-8F0B-DF2AA821368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6273"/>
            <a:ext cx="11483975" cy="4385455"/>
          </a:xfrm>
          <a:prstGeom prst="rect">
            <a:avLst/>
          </a:prstGeom>
        </p:spPr>
        <p:txBody>
          <a:bodyPr wrap="square" lIns="0" tIns="0" rIns="0" bIns="0"/>
          <a:lstStyle>
            <a:lvl1pPr marL="216000" indent="-216000">
              <a:buFont typeface="Arial" panose="020B0604020202020204" pitchFamily="34" charset="0"/>
              <a:buChar char="•"/>
              <a:defRPr/>
            </a:lvl1pPr>
            <a:lvl2pPr marL="432000" indent="-216000">
              <a:buFont typeface="Symbol" panose="05050102010706020507" pitchFamily="18" charset="2"/>
              <a:buChar char="-"/>
              <a:defRPr/>
            </a:lvl2pPr>
            <a:lvl3pPr marL="648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/>
            </a:lvl3pPr>
            <a:lvl4pPr marL="864000" indent="-216000">
              <a:buFont typeface="Symbol" panose="05050102010706020507" pitchFamily="18" charset="2"/>
              <a:buChar char="-"/>
              <a:defRPr/>
            </a:lvl4pPr>
            <a:lvl5pPr marL="647700" indent="0">
              <a:buNone/>
              <a:defRPr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0"/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11432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5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AD89513B-8A7E-430E-8F63-7469EC1FB664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6F83956-15CC-418E-B737-9061141E4CD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66B5100-86F8-4E8C-9DE1-10AD5FB9B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hteck 3"/>
          <p:cNvSpPr/>
          <p:nvPr/>
        </p:nvSpPr>
        <p:spPr>
          <a:xfrm>
            <a:off x="0" y="0"/>
            <a:ext cx="12192000" cy="23129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28800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3852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5703F518-B554-4AC1-A90D-7EDD58F262C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4000" y="2980800"/>
            <a:ext cx="11484000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de-DE" dirty="0"/>
              <a:t>Untertitelmasters durch Klicken bearbeiten</a:t>
            </a:r>
            <a:endParaRPr lang="en-US" dirty="0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D9FA7CF-D871-4A92-B637-6BD1D2660BDF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2A6B56BE-B7D9-4ABB-9FC4-4C2C40CB670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B385CDCE-8F09-4AAB-B014-0073E7D0486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feld 12"/>
          <p:cNvSpPr txBox="1"/>
          <p:nvPr userDrawn="1"/>
        </p:nvSpPr>
        <p:spPr>
          <a:xfrm>
            <a:off x="779929" y="2399316"/>
            <a:ext cx="1119564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lang="en-US" sz="1800" dirty="0" err="1">
                <a:solidFill>
                  <a:schemeClr val="accent6"/>
                </a:solidFill>
              </a:rPr>
              <a:t>use</a:t>
            </a:r>
            <a:r>
              <a:rPr lang="en-US" sz="1800" dirty="0">
                <a:solidFill>
                  <a:schemeClr val="accent6"/>
                </a:solidFill>
              </a:rPr>
              <a:t> head instead</a:t>
            </a:r>
          </a:p>
        </p:txBody>
      </p:sp>
    </p:spTree>
    <p:extLst>
      <p:ext uri="{BB962C8B-B14F-4D97-AF65-F5344CB8AC3E}">
        <p14:creationId xmlns:p14="http://schemas.microsoft.com/office/powerpoint/2010/main" val="18644422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84000" y="1235175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16000" y="1236273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779929" y="243057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C071E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use the flipped one instead (and manually copy the content(!) of the flipped pages)</a:t>
            </a:r>
          </a:p>
        </p:txBody>
      </p:sp>
    </p:spTree>
    <p:extLst>
      <p:ext uri="{BB962C8B-B14F-4D97-AF65-F5344CB8AC3E}">
        <p14:creationId xmlns:p14="http://schemas.microsoft.com/office/powerpoint/2010/main" val="3851872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000" y="1234689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5175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35715055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un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Subtitle 2"/>
          <p:cNvSpPr>
            <a:spLocks noGrp="1"/>
          </p:cNvSpPr>
          <p:nvPr>
            <p:ph type="subTitle" idx="1"/>
          </p:nvPr>
        </p:nvSpPr>
        <p:spPr>
          <a:xfrm>
            <a:off x="384000" y="2980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BE9EC9F2-3C9F-4A4B-9463-32200C1888C5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BE7F8F3-90E3-4324-B96F-F4C733799980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FB93F6E7-9B79-444E-9797-C017CBCD9F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966A802-7238-4572-8B31-F10BAD15BE6A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01C63A65-01F5-4E3D-9EE7-E225D07B1954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7CBACAB-4E61-4BA4-A7E8-012536F511A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99031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mit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9" name="Subtitle 2"/>
          <p:cNvSpPr>
            <a:spLocks noGrp="1"/>
          </p:cNvSpPr>
          <p:nvPr>
            <p:ph type="subTitle" idx="1"/>
          </p:nvPr>
        </p:nvSpPr>
        <p:spPr>
          <a:xfrm>
            <a:off x="384000" y="3196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uppieren 14"/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6" name="Gerader Verbinder 15"/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/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0B61E83-F62A-4E6F-9728-ABDE5413BA68}"/>
              </a:ext>
            </a:extLst>
          </p:cNvPr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3ED25C8-3644-4C59-B80C-B3EC3EBB6C18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94E318B-6CC6-4660-9EC9-B8FEB8D24174}"/>
                </a:ext>
              </a:extLst>
            </p:cNvPr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F7E0399E-000C-4919-9189-D72AC9F21B27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39B952C-73F9-4639-9C6B-D79F321E765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D1F7EFE-C1E5-46CC-AC0C-2ACADE80B3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BEA13B8-67E5-4E0C-87FF-5C3A86F3E1BB}"/>
              </a:ext>
            </a:extLst>
          </p:cNvPr>
          <p:cNvGrpSpPr/>
          <p:nvPr userDrawn="1"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D7C05B6-2FEC-4BCF-B0D2-C4E0FBD988C4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1DD01610-9DF8-4DC4-93DF-34D4ADF39035}"/>
                </a:ext>
              </a:extLst>
            </p:cNvPr>
            <p:cNvCxnSpPr/>
            <p:nvPr userDrawn="1"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EE00B62C-5012-43AC-B2B8-7ABCCC897041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98204F29-F5C4-4D02-857A-E600F35F2E4F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5F4B9776-75B3-46D2-8C19-AE6D80A6416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22165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382588" y="2487613"/>
            <a:ext cx="11483975" cy="1079500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90000"/>
              </a:lnSpc>
              <a:defRPr/>
            </a:pPr>
            <a:r>
              <a:rPr lang="de-DE" altLang="de-DE" sz="3200" b="1" dirty="0">
                <a:solidFill>
                  <a:schemeClr val="tx2"/>
                </a:solidFill>
              </a:rPr>
              <a:t>Vielen Dank</a:t>
            </a:r>
            <a:br>
              <a:rPr lang="de-DE" altLang="de-DE" sz="3200" b="1" dirty="0">
                <a:solidFill>
                  <a:schemeClr val="tx2"/>
                </a:solidFill>
              </a:rPr>
            </a:br>
            <a:r>
              <a:rPr lang="de-DE" altLang="de-DE" sz="3200" b="1" dirty="0">
                <a:solidFill>
                  <a:schemeClr val="tx2"/>
                </a:solidFill>
              </a:rPr>
              <a:t>für Ihre Aufmerksamkeit</a:t>
            </a:r>
            <a:endParaRPr lang="en-US" altLang="de-DE" sz="3200" b="1" dirty="0">
              <a:solidFill>
                <a:schemeClr val="tx2"/>
              </a:solidFill>
            </a:endParaRPr>
          </a:p>
        </p:txBody>
      </p:sp>
      <p:sp>
        <p:nvSpPr>
          <p:cNvPr id="9" name="Textplatzhalter 24"/>
          <p:cNvSpPr>
            <a:spLocks noGrp="1"/>
          </p:cNvSpPr>
          <p:nvPr>
            <p:ph type="body" sz="quarter" idx="11"/>
          </p:nvPr>
        </p:nvSpPr>
        <p:spPr>
          <a:xfrm>
            <a:off x="384000" y="3988800"/>
            <a:ext cx="11484000" cy="165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0"/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AD42372E-A88B-49BE-BF8B-A349B6BE88BB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E73DD95-497D-41DA-AE15-231D472ACF1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833C7AEA-7E75-4F96-A29D-6E01AE30A7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54A51D3-6BB0-4789-89BC-481D89445CBE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6F4FEE0A-400B-495A-BBAD-43B3BB9910CB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BA932F8-ADAD-449E-8505-B146C5E26062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658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13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739CD8DE-4C7D-4115-826C-095081C9C550}"/>
              </a:ext>
            </a:extLst>
          </p:cNvPr>
          <p:cNvGrpSpPr/>
          <p:nvPr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E7A10CC4-C78C-496F-ADD8-BFFEA15832AC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8D031218-F43F-4F64-8EFA-18FF5CC8D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5"/>
          <p:cNvSpPr txBox="1">
            <a:spLocks/>
          </p:cNvSpPr>
          <p:nvPr/>
        </p:nvSpPr>
        <p:spPr>
          <a:xfrm>
            <a:off x="1195388" y="6227763"/>
            <a:ext cx="7002462" cy="630237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de-DE" altLang="de-DE" sz="900" dirty="0">
                <a:solidFill>
                  <a:schemeClr val="tx2"/>
                </a:solidFill>
              </a:rPr>
              <a:t>Malte Heithoff | Software Engineering</a:t>
            </a:r>
          </a:p>
        </p:txBody>
      </p:sp>
      <p:sp>
        <p:nvSpPr>
          <p:cNvPr id="1031" name="Textfeld 13"/>
          <p:cNvSpPr txBox="1">
            <a:spLocks noChangeArrowheads="1"/>
          </p:cNvSpPr>
          <p:nvPr/>
        </p:nvSpPr>
        <p:spPr bwMode="auto">
          <a:xfrm>
            <a:off x="360363" y="6227763"/>
            <a:ext cx="730250" cy="395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6546A872-26C7-4E5C-9125-775206BCBEA4}" type="slidenum">
              <a:rPr lang="de-DE" altLang="de-DE" sz="900">
                <a:solidFill>
                  <a:schemeClr val="tx2"/>
                </a:solidFill>
              </a:rPr>
              <a:pPr eaLnBrk="1" hangingPunct="1"/>
              <a:t>‹Nr.›</a:t>
            </a:fld>
            <a:endParaRPr lang="de-DE" altLang="de-DE" sz="900">
              <a:solidFill>
                <a:schemeClr val="tx2"/>
              </a:solidFill>
            </a:endParaRPr>
          </a:p>
        </p:txBody>
      </p:sp>
      <p:pic>
        <p:nvPicPr>
          <p:cNvPr id="8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B07601A5-C709-41D1-A3FB-1067D511C6A0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23116334-B9FF-486F-853F-2FC0FEBBB345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0B09F16D-C13E-41E9-9D8E-F62185B5F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3137B7CE-1B7B-4BD9-84EC-35BB2F899117}"/>
              </a:ext>
            </a:extLst>
          </p:cNvPr>
          <p:cNvGrpSpPr/>
          <p:nvPr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662A21AE-7533-4515-8E6B-0629BDE1E199}"/>
                </a:ext>
              </a:extLst>
            </p:cNvPr>
            <p:cNvCxnSpPr>
              <a:cxnSpLocks/>
            </p:cNvCxnSpPr>
            <p:nvPr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C2D2DC96-2606-46A7-BE47-231944BE7F88}"/>
                </a:ext>
              </a:extLst>
            </p:cNvPr>
            <p:cNvCxnSpPr>
              <a:cxnSpLocks/>
            </p:cNvCxnSpPr>
            <p:nvPr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5E8F4D0-8DD9-4778-8FAF-1A3AAD236EE6}"/>
              </a:ext>
            </a:extLst>
          </p:cNvPr>
          <p:cNvGrpSpPr/>
          <p:nvPr userDrawn="1"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F39390DE-7CDF-413A-BA63-9DBE991A03FE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38FE4379-972E-42EA-875D-205082A0626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FD885A2B-353E-4CC6-AE36-D7FBA6412355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542BAD79-77B5-4F17-9B1B-118759906CC7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49B137E-A382-4784-8424-D97BEBD109F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64B58725-E025-476C-8EFF-8D44F3A77022}"/>
              </a:ext>
            </a:extLst>
          </p:cNvPr>
          <p:cNvGrpSpPr/>
          <p:nvPr userDrawn="1"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1243A30B-762F-4D0C-8856-A9541783A9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BCB409D8-D56C-486C-ABAB-CCD3DECF18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28331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6" r:id="rId2"/>
    <p:sldLayoutId id="2147483905" r:id="rId3"/>
    <p:sldLayoutId id="2147483907" r:id="rId4"/>
    <p:sldLayoutId id="2147483911" r:id="rId5"/>
    <p:sldLayoutId id="2147483908" r:id="rId6"/>
    <p:sldLayoutId id="2147483909" r:id="rId7"/>
    <p:sldLayoutId id="2147483910" r:id="rId8"/>
    <p:sldLayoutId id="2147483944" r:id="rId9"/>
  </p:sldLayoutIdLst>
  <p:hf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59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5900" algn="l"/>
        </a:tabLst>
        <a:defRPr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marL="431800" indent="-215900" algn="l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18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2pPr>
      <a:lvl3pPr marL="6477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77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3pPr>
      <a:lvl4pPr marL="8636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36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4pPr>
      <a:lvl5pPr marL="863600" indent="-2159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739CD8DE-4C7D-4115-826C-095081C9C550}"/>
              </a:ext>
            </a:extLst>
          </p:cNvPr>
          <p:cNvGrpSpPr/>
          <p:nvPr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E7A10CC4-C78C-496F-ADD8-BFFEA15832AC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8D031218-F43F-4F64-8EFA-18FF5CC8D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5"/>
          <p:cNvSpPr txBox="1">
            <a:spLocks/>
          </p:cNvSpPr>
          <p:nvPr/>
        </p:nvSpPr>
        <p:spPr>
          <a:xfrm>
            <a:off x="1195388" y="6227763"/>
            <a:ext cx="7002462" cy="630237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de-DE" altLang="de-DE" sz="900" dirty="0" err="1">
                <a:solidFill>
                  <a:schemeClr val="tx2"/>
                </a:solidFill>
              </a:rPr>
              <a:t>FoWo</a:t>
            </a:r>
            <a:r>
              <a:rPr lang="de-DE" altLang="de-DE" sz="900" dirty="0">
                <a:solidFill>
                  <a:schemeClr val="tx2"/>
                </a:solidFill>
              </a:rPr>
              <a:t> 2021</a:t>
            </a:r>
            <a:r>
              <a:rPr lang="de-DE" altLang="de-DE" sz="900" baseline="0" dirty="0">
                <a:solidFill>
                  <a:schemeClr val="tx2"/>
                </a:solidFill>
              </a:rPr>
              <a:t>  |  Malte Heithoff</a:t>
            </a:r>
            <a:endParaRPr lang="de-DE" altLang="de-DE" sz="900" dirty="0">
              <a:solidFill>
                <a:schemeClr val="tx2"/>
              </a:solidFill>
            </a:endParaRPr>
          </a:p>
        </p:txBody>
      </p:sp>
      <p:sp>
        <p:nvSpPr>
          <p:cNvPr id="1031" name="Textfeld 13"/>
          <p:cNvSpPr txBox="1">
            <a:spLocks noChangeArrowheads="1"/>
          </p:cNvSpPr>
          <p:nvPr/>
        </p:nvSpPr>
        <p:spPr bwMode="auto">
          <a:xfrm>
            <a:off x="360363" y="6227763"/>
            <a:ext cx="730250" cy="395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6546A872-26C7-4E5C-9125-775206BCBEA4}" type="slidenum">
              <a:rPr lang="de-DE" altLang="de-DE" sz="900">
                <a:solidFill>
                  <a:schemeClr val="tx2"/>
                </a:solidFill>
              </a:rPr>
              <a:pPr eaLnBrk="1" hangingPunct="1"/>
              <a:t>‹Nr.›</a:t>
            </a:fld>
            <a:endParaRPr lang="de-DE" altLang="de-DE" sz="900" dirty="0">
              <a:solidFill>
                <a:schemeClr val="tx2"/>
              </a:solidFill>
            </a:endParaRPr>
          </a:p>
        </p:txBody>
      </p:sp>
      <p:pic>
        <p:nvPicPr>
          <p:cNvPr id="8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B07601A5-C709-41D1-A3FB-1067D511C6A0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23116334-B9FF-486F-853F-2FC0FEBBB345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0B09F16D-C13E-41E9-9D8E-F62185B5F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3137B7CE-1B7B-4BD9-84EC-35BB2F899117}"/>
              </a:ext>
            </a:extLst>
          </p:cNvPr>
          <p:cNvGrpSpPr/>
          <p:nvPr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662A21AE-7533-4515-8E6B-0629BDE1E199}"/>
                </a:ext>
              </a:extLst>
            </p:cNvPr>
            <p:cNvCxnSpPr>
              <a:cxnSpLocks/>
            </p:cNvCxnSpPr>
            <p:nvPr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C2D2DC96-2606-46A7-BE47-231944BE7F88}"/>
                </a:ext>
              </a:extLst>
            </p:cNvPr>
            <p:cNvCxnSpPr>
              <a:cxnSpLocks/>
            </p:cNvCxnSpPr>
            <p:nvPr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5E8F4D0-8DD9-4778-8FAF-1A3AAD236EE6}"/>
              </a:ext>
            </a:extLst>
          </p:cNvPr>
          <p:cNvGrpSpPr/>
          <p:nvPr userDrawn="1"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F39390DE-7CDF-413A-BA63-9DBE991A03FE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38FE4379-972E-42EA-875D-205082A0626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FD885A2B-353E-4CC6-AE36-D7FBA6412355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542BAD79-77B5-4F17-9B1B-118759906CC7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49B137E-A382-4784-8424-D97BEBD109F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64B58725-E025-476C-8EFF-8D44F3A77022}"/>
              </a:ext>
            </a:extLst>
          </p:cNvPr>
          <p:cNvGrpSpPr/>
          <p:nvPr userDrawn="1"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1243A30B-762F-4D0C-8856-A9541783A9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BCB409D8-D56C-486C-ABAB-CCD3DECF18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82455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5" r:id="rId1"/>
    <p:sldLayoutId id="2147483936" r:id="rId2"/>
    <p:sldLayoutId id="2147483937" r:id="rId3"/>
    <p:sldLayoutId id="2147483938" r:id="rId4"/>
    <p:sldLayoutId id="2147483939" r:id="rId5"/>
    <p:sldLayoutId id="2147483940" r:id="rId6"/>
    <p:sldLayoutId id="2147483941" r:id="rId7"/>
    <p:sldLayoutId id="2147483942" r:id="rId8"/>
  </p:sldLayoutIdLst>
  <p:hf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59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5900" algn="l"/>
        </a:tabLst>
        <a:defRPr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marL="431800" indent="-215900" algn="l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18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2pPr>
      <a:lvl3pPr marL="6477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77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3pPr>
      <a:lvl4pPr marL="8636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36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4pPr>
      <a:lvl5pPr marL="863600" indent="-2159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CD4Function</a:t>
            </a:r>
          </a:p>
        </p:txBody>
      </p:sp>
      <p:sp>
        <p:nvSpPr>
          <p:cNvPr id="9" name="Text Box 7">
            <a:extLst>
              <a:ext uri="{FF2B5EF4-FFF2-40B4-BE49-F238E27FC236}">
                <a16:creationId xmlns:a16="http://schemas.microsoft.com/office/drawing/2014/main" id="{74EF9740-1DC3-44C4-BFAD-144CF7D8EE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138" y="4405079"/>
            <a:ext cx="2518575" cy="15388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endParaRPr lang="en-US" sz="2000" dirty="0"/>
          </a:p>
          <a:p>
            <a:r>
              <a:rPr lang="en-US" sz="2000" dirty="0"/>
              <a:t>Software Engineering</a:t>
            </a:r>
          </a:p>
          <a:p>
            <a:r>
              <a:rPr lang="en-US" sz="2000" dirty="0"/>
              <a:t>RWTH Aachen </a:t>
            </a:r>
          </a:p>
          <a:p>
            <a:endParaRPr lang="en-US" sz="2000" dirty="0"/>
          </a:p>
          <a:p>
            <a:r>
              <a:rPr lang="en-US" sz="2000" dirty="0"/>
              <a:t>http://www.se-rwth.de/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9B48C8A0-5E06-613A-BB9E-C64900E2C1C9}"/>
              </a:ext>
            </a:extLst>
          </p:cNvPr>
          <p:cNvGrpSpPr>
            <a:grpSpLocks noChangeAspect="1"/>
          </p:cNvGrpSpPr>
          <p:nvPr/>
        </p:nvGrpSpPr>
        <p:grpSpPr>
          <a:xfrm>
            <a:off x="4294416" y="2788920"/>
            <a:ext cx="7524943" cy="2834640"/>
            <a:chOff x="7238764" y="3177220"/>
            <a:chExt cx="4550031" cy="1713991"/>
          </a:xfrm>
        </p:grpSpPr>
        <p:sp>
          <p:nvSpPr>
            <p:cNvPr id="3" name="Cube 6">
              <a:extLst>
                <a:ext uri="{FF2B5EF4-FFF2-40B4-BE49-F238E27FC236}">
                  <a16:creationId xmlns:a16="http://schemas.microsoft.com/office/drawing/2014/main" id="{6BA445C4-D951-34C1-10D2-05DA0EEFE495}"/>
                </a:ext>
              </a:extLst>
            </p:cNvPr>
            <p:cNvSpPr/>
            <p:nvPr/>
          </p:nvSpPr>
          <p:spPr>
            <a:xfrm>
              <a:off x="8920122" y="3298765"/>
              <a:ext cx="1388853" cy="1592446"/>
            </a:xfrm>
            <a:prstGeom prst="cub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800"/>
            </a:p>
          </p:txBody>
        </p:sp>
        <p:cxnSp>
          <p:nvCxnSpPr>
            <p:cNvPr id="4" name="Gerade Verbindung mit Pfeil 3">
              <a:extLst>
                <a:ext uri="{FF2B5EF4-FFF2-40B4-BE49-F238E27FC236}">
                  <a16:creationId xmlns:a16="http://schemas.microsoft.com/office/drawing/2014/main" id="{CCC334C0-8C60-08ED-9212-8CE394024BD6}"/>
                </a:ext>
              </a:extLst>
            </p:cNvPr>
            <p:cNvCxnSpPr/>
            <p:nvPr/>
          </p:nvCxnSpPr>
          <p:spPr>
            <a:xfrm>
              <a:off x="7979843" y="3806997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Pfeil nach rechts 9">
              <a:extLst>
                <a:ext uri="{FF2B5EF4-FFF2-40B4-BE49-F238E27FC236}">
                  <a16:creationId xmlns:a16="http://schemas.microsoft.com/office/drawing/2014/main" id="{08F45EFD-49A1-C529-C94F-99EE8D47C0D2}"/>
                </a:ext>
              </a:extLst>
            </p:cNvPr>
            <p:cNvSpPr/>
            <p:nvPr/>
          </p:nvSpPr>
          <p:spPr>
            <a:xfrm>
              <a:off x="7941714" y="4189836"/>
              <a:ext cx="978408" cy="79914"/>
            </a:xfrm>
            <a:prstGeom prst="rightArrow">
              <a:avLst>
                <a:gd name="adj1" fmla="val 50000"/>
                <a:gd name="adj2" fmla="val 150746"/>
              </a:avLst>
            </a:prstGeom>
            <a:noFill/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800"/>
            </a:p>
          </p:txBody>
        </p:sp>
        <p:sp>
          <p:nvSpPr>
            <p:cNvPr id="6" name="Textfeld 10">
              <a:extLst>
                <a:ext uri="{FF2B5EF4-FFF2-40B4-BE49-F238E27FC236}">
                  <a16:creationId xmlns:a16="http://schemas.microsoft.com/office/drawing/2014/main" id="{0378BF45-E575-606C-E386-5DA4920FD2A8}"/>
                </a:ext>
              </a:extLst>
            </p:cNvPr>
            <p:cNvSpPr txBox="1"/>
            <p:nvPr/>
          </p:nvSpPr>
          <p:spPr>
            <a:xfrm>
              <a:off x="8920123" y="3844699"/>
              <a:ext cx="979211" cy="7257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Cyber-</a:t>
              </a:r>
              <a:br>
                <a:rPr lang="de-DE" sz="2400" dirty="0"/>
              </a:br>
              <a:r>
                <a:rPr lang="de-DE" sz="2400" dirty="0"/>
                <a:t>Physical System</a:t>
              </a:r>
              <a:endParaRPr lang="en-US" sz="2400" dirty="0"/>
            </a:p>
          </p:txBody>
        </p: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75F8C01C-9059-26E3-92D2-BAB5662BF593}"/>
                </a:ext>
              </a:extLst>
            </p:cNvPr>
            <p:cNvCxnSpPr/>
            <p:nvPr/>
          </p:nvCxnSpPr>
          <p:spPr>
            <a:xfrm>
              <a:off x="7979842" y="4703676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E36A4FD3-B734-3353-1D3B-67E6A628478E}"/>
                </a:ext>
              </a:extLst>
            </p:cNvPr>
            <p:cNvCxnSpPr/>
            <p:nvPr/>
          </p:nvCxnSpPr>
          <p:spPr>
            <a:xfrm>
              <a:off x="10099833" y="3806932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Pfeil nach rechts 13">
              <a:extLst>
                <a:ext uri="{FF2B5EF4-FFF2-40B4-BE49-F238E27FC236}">
                  <a16:creationId xmlns:a16="http://schemas.microsoft.com/office/drawing/2014/main" id="{69AC3D63-A862-98AB-FB0E-0B21EDAC24FD}"/>
                </a:ext>
              </a:extLst>
            </p:cNvPr>
            <p:cNvSpPr/>
            <p:nvPr/>
          </p:nvSpPr>
          <p:spPr>
            <a:xfrm>
              <a:off x="10061704" y="4168505"/>
              <a:ext cx="978408" cy="79914"/>
            </a:xfrm>
            <a:prstGeom prst="rightArrow">
              <a:avLst>
                <a:gd name="adj1" fmla="val 50000"/>
                <a:gd name="adj2" fmla="val 150746"/>
              </a:avLst>
            </a:prstGeom>
            <a:noFill/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800"/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1C1E368-B029-EC83-AFFD-255AD8B1C32A}"/>
                </a:ext>
              </a:extLst>
            </p:cNvPr>
            <p:cNvCxnSpPr/>
            <p:nvPr/>
          </p:nvCxnSpPr>
          <p:spPr>
            <a:xfrm>
              <a:off x="10099832" y="4703611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feld 15">
              <a:extLst>
                <a:ext uri="{FF2B5EF4-FFF2-40B4-BE49-F238E27FC236}">
                  <a16:creationId xmlns:a16="http://schemas.microsoft.com/office/drawing/2014/main" id="{F409FFEF-437A-DC5A-002E-A6BA7BB60049}"/>
                </a:ext>
              </a:extLst>
            </p:cNvPr>
            <p:cNvSpPr txBox="1"/>
            <p:nvPr/>
          </p:nvSpPr>
          <p:spPr>
            <a:xfrm>
              <a:off x="7244886" y="3390718"/>
              <a:ext cx="979211" cy="2791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Energy</a:t>
              </a:r>
              <a:endParaRPr lang="en-US" sz="2400" dirty="0"/>
            </a:p>
          </p:txBody>
        </p:sp>
        <p:sp>
          <p:nvSpPr>
            <p:cNvPr id="13" name="Textfeld 16">
              <a:extLst>
                <a:ext uri="{FF2B5EF4-FFF2-40B4-BE49-F238E27FC236}">
                  <a16:creationId xmlns:a16="http://schemas.microsoft.com/office/drawing/2014/main" id="{CA09DF99-B8F9-49F2-CD6F-1C5D53508FB1}"/>
                </a:ext>
              </a:extLst>
            </p:cNvPr>
            <p:cNvSpPr txBox="1"/>
            <p:nvPr/>
          </p:nvSpPr>
          <p:spPr>
            <a:xfrm>
              <a:off x="7244378" y="3870430"/>
              <a:ext cx="979212" cy="2791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Material</a:t>
              </a:r>
              <a:endParaRPr lang="en-US" sz="2400" dirty="0"/>
            </a:p>
          </p:txBody>
        </p:sp>
        <p:sp>
          <p:nvSpPr>
            <p:cNvPr id="14" name="Textfeld 17">
              <a:extLst>
                <a:ext uri="{FF2B5EF4-FFF2-40B4-BE49-F238E27FC236}">
                  <a16:creationId xmlns:a16="http://schemas.microsoft.com/office/drawing/2014/main" id="{81C1863B-805A-09CF-DF6B-E80D09A21C82}"/>
                </a:ext>
              </a:extLst>
            </p:cNvPr>
            <p:cNvSpPr txBox="1"/>
            <p:nvPr/>
          </p:nvSpPr>
          <p:spPr>
            <a:xfrm>
              <a:off x="7238764" y="4389428"/>
              <a:ext cx="979211" cy="2791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Data</a:t>
              </a:r>
              <a:endParaRPr lang="en-US" sz="2400" dirty="0"/>
            </a:p>
          </p:txBody>
        </p:sp>
        <p:sp>
          <p:nvSpPr>
            <p:cNvPr id="15" name="AutoShape 40">
              <a:extLst>
                <a:ext uri="{FF2B5EF4-FFF2-40B4-BE49-F238E27FC236}">
                  <a16:creationId xmlns:a16="http://schemas.microsoft.com/office/drawing/2014/main" id="{D878364E-F3EA-AE8B-AA61-89E30F06CE0D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179195" y="3177220"/>
              <a:ext cx="609600" cy="304800"/>
            </a:xfrm>
            <a:prstGeom prst="foldedCorner">
              <a:avLst>
                <a:gd name="adj" fmla="val 2760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rot="10800000" wrap="none" anchor="ctr" anchorCtr="1"/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eaLnBrk="0" hangingPunct="0">
                <a:lnSpc>
                  <a:spcPct val="70000"/>
                </a:lnSpc>
              </a:pPr>
              <a:r>
                <a:rPr lang="en-US" altLang="de-DE" sz="2400" dirty="0"/>
                <a:t>CPF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90968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C43F92-72E7-5C19-A418-EAE1A0DB5BA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Wir beschreiben die physikalische Struktur von Maschinen, Produkten (im Prinzip von der kleinsten Schraube bis zur kompletten Produktionsstraße)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ggf. inclusive expliziter Nennung von Softwarekomponenten</a:t>
            </a: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Wir beschreiben die Funktion der Komponenten und zwar in Form von Inputs und Outputs.</a:t>
            </a: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Dafür gibt es Kanäle, auf denen physikalische oder Daten technische Informationen fließen und deren Auftreten als Events verstanden werden kann</a:t>
            </a:r>
            <a:endParaRPr lang="de-DE" kern="1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Die Funktionen können durchaus komplexe Eigenschaften besitzen, </a:t>
            </a:r>
            <a:r>
              <a:rPr lang="de-DE" kern="100" dirty="0">
                <a:latin typeface="Calibri" panose="020F0502020204030204" pitchFamily="34" charset="0"/>
                <a:ea typeface="Calibri" panose="020F0502020204030204" pitchFamily="34" charset="0"/>
              </a:rPr>
              <a:t>bre</a:t>
            </a: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chen sich aber letztlich runter auf entweder reine Software, Sensoren, Aktuatoren oder elementare Funktionen, wie sie der Maschinenbauer in Form von etwa 300 Stück kennt.</a:t>
            </a: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Die Funktionen können internen Zustand haben und diesen Zustand wechseln, was ebenfalls als Event auftritt</a:t>
            </a:r>
          </a:p>
          <a:p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1DE7FE1-C0CA-F4B3-3D14-744CC8EE3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CD4Function: </a:t>
            </a:r>
            <a:r>
              <a:rPr lang="de-DE" dirty="0"/>
              <a:t>Metamodell á la OCEL</a:t>
            </a:r>
          </a:p>
        </p:txBody>
      </p:sp>
    </p:spTree>
    <p:extLst>
      <p:ext uri="{BB962C8B-B14F-4D97-AF65-F5344CB8AC3E}">
        <p14:creationId xmlns:p14="http://schemas.microsoft.com/office/powerpoint/2010/main" val="1658125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feld 169">
            <a:extLst>
              <a:ext uri="{FF2B5EF4-FFF2-40B4-BE49-F238E27FC236}">
                <a16:creationId xmlns:a16="http://schemas.microsoft.com/office/drawing/2014/main" id="{544756ED-B840-C025-3A4C-68E29AE63FA0}"/>
              </a:ext>
            </a:extLst>
          </p:cNvPr>
          <p:cNvSpPr txBox="1"/>
          <p:nvPr/>
        </p:nvSpPr>
        <p:spPr>
          <a:xfrm>
            <a:off x="7553629" y="411430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111" name="Textfeld 169">
            <a:extLst>
              <a:ext uri="{FF2B5EF4-FFF2-40B4-BE49-F238E27FC236}">
                <a16:creationId xmlns:a16="http://schemas.microsoft.com/office/drawing/2014/main" id="{45D6BDE6-289B-2D23-835E-AC7D0CA2EF04}"/>
              </a:ext>
            </a:extLst>
          </p:cNvPr>
          <p:cNvSpPr txBox="1"/>
          <p:nvPr/>
        </p:nvSpPr>
        <p:spPr>
          <a:xfrm>
            <a:off x="7927932" y="4116569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 </a:t>
            </a:r>
            <a:r>
              <a:rPr lang="de-DE" dirty="0" err="1"/>
              <a:t>with</a:t>
            </a:r>
            <a:r>
              <a:rPr lang="de-DE" dirty="0"/>
              <a:t> Port Definition</a:t>
            </a:r>
          </a:p>
        </p:txBody>
      </p: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6D7175A-5FFA-CA72-4D0C-436B010B5E4D}"/>
              </a:ext>
            </a:extLst>
          </p:cNvPr>
          <p:cNvGrpSpPr/>
          <p:nvPr/>
        </p:nvGrpSpPr>
        <p:grpSpPr>
          <a:xfrm>
            <a:off x="7245929" y="3429000"/>
            <a:ext cx="1414463" cy="412750"/>
            <a:chOff x="7497215" y="4334214"/>
            <a:chExt cx="1414463" cy="412750"/>
          </a:xfrm>
        </p:grpSpPr>
        <p:grpSp>
          <p:nvGrpSpPr>
            <p:cNvPr id="85" name="Group 87">
              <a:extLst>
                <a:ext uri="{FF2B5EF4-FFF2-40B4-BE49-F238E27FC236}">
                  <a16:creationId xmlns:a16="http://schemas.microsoft.com/office/drawing/2014/main" id="{08879DE1-631C-B3E6-79A9-0BF722F6BA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87" name="Text Box 82">
                <a:extLst>
                  <a:ext uri="{FF2B5EF4-FFF2-40B4-BE49-F238E27FC236}">
                    <a16:creationId xmlns:a16="http://schemas.microsoft.com/office/drawing/2014/main" id="{CC66CF99-BB29-2EE8-6234-A661173090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88" name="Rectangle 83">
                <a:extLst>
                  <a:ext uri="{FF2B5EF4-FFF2-40B4-BE49-F238E27FC236}">
                    <a16:creationId xmlns:a16="http://schemas.microsoft.com/office/drawing/2014/main" id="{183A5675-C351-2D8D-7F51-457DE51C93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6" name="Textfeld 169">
              <a:extLst>
                <a:ext uri="{FF2B5EF4-FFF2-40B4-BE49-F238E27FC236}">
                  <a16:creationId xmlns:a16="http://schemas.microsoft.com/office/drawing/2014/main" id="{B71A5076-E84E-8975-93B3-6862861D1C53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20E5E315-5EC4-A924-2F47-D8E0B1C571D1}"/>
              </a:ext>
            </a:extLst>
          </p:cNvPr>
          <p:cNvGrpSpPr/>
          <p:nvPr/>
        </p:nvGrpSpPr>
        <p:grpSpPr>
          <a:xfrm>
            <a:off x="7246758" y="4376645"/>
            <a:ext cx="1414463" cy="412750"/>
            <a:chOff x="9978688" y="4334214"/>
            <a:chExt cx="1414463" cy="412750"/>
          </a:xfrm>
        </p:grpSpPr>
        <p:grpSp>
          <p:nvGrpSpPr>
            <p:cNvPr id="90" name="Group 87">
              <a:extLst>
                <a:ext uri="{FF2B5EF4-FFF2-40B4-BE49-F238E27FC236}">
                  <a16:creationId xmlns:a16="http://schemas.microsoft.com/office/drawing/2014/main" id="{E78A8A73-5FBD-78F1-1CD7-72D7C40187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94" name="Text Box 82">
                <a:extLst>
                  <a:ext uri="{FF2B5EF4-FFF2-40B4-BE49-F238E27FC236}">
                    <a16:creationId xmlns:a16="http://schemas.microsoft.com/office/drawing/2014/main" id="{A0D32A82-610F-BB3D-5A3C-F59093EC15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98" name="Rectangle 83">
                <a:extLst>
                  <a:ext uri="{FF2B5EF4-FFF2-40B4-BE49-F238E27FC236}">
                    <a16:creationId xmlns:a16="http://schemas.microsoft.com/office/drawing/2014/main" id="{B68FA06F-4BE7-D52C-F927-B0BB2C0E3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1" name="Textfeld 169">
              <a:extLst>
                <a:ext uri="{FF2B5EF4-FFF2-40B4-BE49-F238E27FC236}">
                  <a16:creationId xmlns:a16="http://schemas.microsoft.com/office/drawing/2014/main" id="{FAE0DB3F-D9C9-DCD8-50E4-7F7ACFA3E93D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30" name="Group 87">
            <a:extLst>
              <a:ext uri="{FF2B5EF4-FFF2-40B4-BE49-F238E27FC236}">
                <a16:creationId xmlns:a16="http://schemas.microsoft.com/office/drawing/2014/main" id="{C2C111F6-8533-1094-3AE6-5B4B711A78AA}"/>
              </a:ext>
            </a:extLst>
          </p:cNvPr>
          <p:cNvGrpSpPr>
            <a:grpSpLocks/>
          </p:cNvGrpSpPr>
          <p:nvPr/>
        </p:nvGrpSpPr>
        <p:grpSpPr bwMode="auto">
          <a:xfrm>
            <a:off x="10045448" y="4376645"/>
            <a:ext cx="1414463" cy="412750"/>
            <a:chOff x="3441" y="2592"/>
            <a:chExt cx="891" cy="260"/>
          </a:xfrm>
        </p:grpSpPr>
        <p:sp>
          <p:nvSpPr>
            <p:cNvPr id="131" name="Text Box 82">
              <a:extLst>
                <a:ext uri="{FF2B5EF4-FFF2-40B4-BE49-F238E27FC236}">
                  <a16:creationId xmlns:a16="http://schemas.microsoft.com/office/drawing/2014/main" id="{3BEE62D8-0955-E8FE-34F9-2559A39081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132" name="Rectangle 83">
              <a:extLst>
                <a:ext uri="{FF2B5EF4-FFF2-40B4-BE49-F238E27FC236}">
                  <a16:creationId xmlns:a16="http://schemas.microsoft.com/office/drawing/2014/main" id="{BDC23866-7E6E-7F91-9386-140010FC1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" name="Verbinder: gewinkelt 87">
            <a:extLst>
              <a:ext uri="{FF2B5EF4-FFF2-40B4-BE49-F238E27FC236}">
                <a16:creationId xmlns:a16="http://schemas.microsoft.com/office/drawing/2014/main" id="{E78214E8-980F-73A0-1988-80B2005C57C1}"/>
              </a:ext>
            </a:extLst>
          </p:cNvPr>
          <p:cNvCxnSpPr>
            <a:cxnSpLocks/>
            <a:stCxn id="88" idx="3"/>
            <a:endCxn id="116" idx="3"/>
          </p:cNvCxnSpPr>
          <p:nvPr/>
        </p:nvCxnSpPr>
        <p:spPr>
          <a:xfrm flipV="1">
            <a:off x="8660392" y="3460250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" name="Verbinder: gewinkelt 87">
            <a:extLst>
              <a:ext uri="{FF2B5EF4-FFF2-40B4-BE49-F238E27FC236}">
                <a16:creationId xmlns:a16="http://schemas.microsoft.com/office/drawing/2014/main" id="{510E37C7-F6E9-F32D-26D2-97D83A40CB66}"/>
              </a:ext>
            </a:extLst>
          </p:cNvPr>
          <p:cNvCxnSpPr>
            <a:cxnSpLocks/>
            <a:stCxn id="98" idx="3"/>
            <a:endCxn id="116" idx="3"/>
          </p:cNvCxnSpPr>
          <p:nvPr/>
        </p:nvCxnSpPr>
        <p:spPr>
          <a:xfrm flipV="1">
            <a:off x="8661221" y="3460250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21" name="Verbinder: gewinkelt 87">
            <a:extLst>
              <a:ext uri="{FF2B5EF4-FFF2-40B4-BE49-F238E27FC236}">
                <a16:creationId xmlns:a16="http://schemas.microsoft.com/office/drawing/2014/main" id="{ACF79AE6-0C37-92CA-3E62-D662C3D6344B}"/>
              </a:ext>
            </a:extLst>
          </p:cNvPr>
          <p:cNvCxnSpPr>
            <a:cxnSpLocks/>
            <a:stCxn id="120" idx="2"/>
            <a:endCxn id="108" idx="1"/>
          </p:cNvCxnSpPr>
          <p:nvPr/>
        </p:nvCxnSpPr>
        <p:spPr>
          <a:xfrm rot="16200000" flipH="1">
            <a:off x="9514639" y="3111994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F4C1D47-193E-F9D7-05CA-EB6617727CC6}"/>
              </a:ext>
            </a:extLst>
          </p:cNvPr>
          <p:cNvCxnSpPr>
            <a:cxnSpLocks/>
            <a:stCxn id="123" idx="2"/>
            <a:endCxn id="108" idx="0"/>
          </p:cNvCxnSpPr>
          <p:nvPr/>
        </p:nvCxnSpPr>
        <p:spPr>
          <a:xfrm>
            <a:off x="10750296" y="2114591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8FD7B3C0-AE8C-95A0-8A04-F26B9239DD1B}"/>
              </a:ext>
            </a:extLst>
          </p:cNvPr>
          <p:cNvCxnSpPr>
            <a:cxnSpLocks/>
            <a:stCxn id="63" idx="0"/>
            <a:endCxn id="132" idx="0"/>
          </p:cNvCxnSpPr>
          <p:nvPr/>
        </p:nvCxnSpPr>
        <p:spPr>
          <a:xfrm>
            <a:off x="10750297" y="4105792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BF91FA5-D920-0099-1F3D-665E88A4BD7A}"/>
              </a:ext>
            </a:extLst>
          </p:cNvPr>
          <p:cNvCxnSpPr>
            <a:cxnSpLocks/>
            <a:stCxn id="98" idx="0"/>
            <a:endCxn id="88" idx="2"/>
          </p:cNvCxnSpPr>
          <p:nvPr/>
        </p:nvCxnSpPr>
        <p:spPr>
          <a:xfrm flipH="1" flipV="1">
            <a:off x="7953161" y="3841750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D06CF1CF-F314-C363-F4CB-09387A4773FB}"/>
              </a:ext>
            </a:extLst>
          </p:cNvPr>
          <p:cNvGrpSpPr/>
          <p:nvPr/>
        </p:nvGrpSpPr>
        <p:grpSpPr>
          <a:xfrm>
            <a:off x="5746196" y="1700350"/>
            <a:ext cx="1930787" cy="415732"/>
            <a:chOff x="5746196" y="1700350"/>
            <a:chExt cx="1930787" cy="415732"/>
          </a:xfrm>
        </p:grpSpPr>
        <p:cxnSp>
          <p:nvCxnSpPr>
            <p:cNvPr id="47" name="Verbinder: gewinkelt 87">
              <a:extLst>
                <a:ext uri="{FF2B5EF4-FFF2-40B4-BE49-F238E27FC236}">
                  <a16:creationId xmlns:a16="http://schemas.microsoft.com/office/drawing/2014/main" id="{9BD66F53-02F8-0245-5342-5DB7E16F73E5}"/>
                </a:ext>
              </a:extLst>
            </p:cNvPr>
            <p:cNvCxnSpPr>
              <a:cxnSpLocks/>
              <a:stCxn id="74" idx="2"/>
              <a:endCxn id="57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8" name="Text Box 82">
              <a:extLst>
                <a:ext uri="{FF2B5EF4-FFF2-40B4-BE49-F238E27FC236}">
                  <a16:creationId xmlns:a16="http://schemas.microsoft.com/office/drawing/2014/main" id="{2E6CCE68-4D26-3E46-3B4B-C83A7CA526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57" name="Rectangle 83">
              <a:extLst>
                <a:ext uri="{FF2B5EF4-FFF2-40B4-BE49-F238E27FC236}">
                  <a16:creationId xmlns:a16="http://schemas.microsoft.com/office/drawing/2014/main" id="{6C69CBA5-6820-2D85-A9E6-F0D687810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4" name="AutoShape 50">
              <a:extLst>
                <a:ext uri="{FF2B5EF4-FFF2-40B4-BE49-F238E27FC236}">
                  <a16:creationId xmlns:a16="http://schemas.microsoft.com/office/drawing/2014/main" id="{4BCB37B3-246C-B80E-0B3B-27CE4BD5E8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A742F8FD-B8DE-99D1-3A56-9FF3B4EC2CF2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AA661F45-9377-AAD5-8921-3D60F173FBBC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1" name="AutoShape 50">
              <a:extLst>
                <a:ext uri="{FF2B5EF4-FFF2-40B4-BE49-F238E27FC236}">
                  <a16:creationId xmlns:a16="http://schemas.microsoft.com/office/drawing/2014/main" id="{7FBB79BE-5472-26D3-14BB-4674C5C0A19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66" name="Textfeld 169">
            <a:extLst>
              <a:ext uri="{FF2B5EF4-FFF2-40B4-BE49-F238E27FC236}">
                <a16:creationId xmlns:a16="http://schemas.microsoft.com/office/drawing/2014/main" id="{7A66C475-C575-3B52-6A3D-CB34A715C6E5}"/>
              </a:ext>
            </a:extLst>
          </p:cNvPr>
          <p:cNvSpPr txBox="1"/>
          <p:nvPr/>
        </p:nvSpPr>
        <p:spPr>
          <a:xfrm>
            <a:off x="6705005" y="146521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68" name="Textfeld 169">
            <a:extLst>
              <a:ext uri="{FF2B5EF4-FFF2-40B4-BE49-F238E27FC236}">
                <a16:creationId xmlns:a16="http://schemas.microsoft.com/office/drawing/2014/main" id="{9282EF4C-19BB-40F8-96CB-B9980AB3981C}"/>
              </a:ext>
            </a:extLst>
          </p:cNvPr>
          <p:cNvSpPr txBox="1"/>
          <p:nvPr/>
        </p:nvSpPr>
        <p:spPr>
          <a:xfrm>
            <a:off x="9472891" y="1889133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69" name="Textfeld 169">
            <a:extLst>
              <a:ext uri="{FF2B5EF4-FFF2-40B4-BE49-F238E27FC236}">
                <a16:creationId xmlns:a16="http://schemas.microsoft.com/office/drawing/2014/main" id="{C360610D-FC9F-4055-0CFF-58ECA127EB77}"/>
              </a:ext>
            </a:extLst>
          </p:cNvPr>
          <p:cNvSpPr txBox="1"/>
          <p:nvPr/>
        </p:nvSpPr>
        <p:spPr>
          <a:xfrm>
            <a:off x="9759558" y="163546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15B3519F-5A9B-181D-818C-0019A1D6B38B}"/>
              </a:ext>
            </a:extLst>
          </p:cNvPr>
          <p:cNvGrpSpPr/>
          <p:nvPr/>
        </p:nvGrpSpPr>
        <p:grpSpPr>
          <a:xfrm>
            <a:off x="10045448" y="1701841"/>
            <a:ext cx="1410052" cy="412750"/>
            <a:chOff x="6133049" y="1935065"/>
            <a:chExt cx="1410052" cy="412750"/>
          </a:xfrm>
        </p:grpSpPr>
        <p:sp>
          <p:nvSpPr>
            <p:cNvPr id="121" name="Text Box 82">
              <a:extLst>
                <a:ext uri="{FF2B5EF4-FFF2-40B4-BE49-F238E27FC236}">
                  <a16:creationId xmlns:a16="http://schemas.microsoft.com/office/drawing/2014/main" id="{DB97B62D-7852-1951-5753-9C8B3D4A7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23" name="Rectangle 83">
              <a:extLst>
                <a:ext uri="{FF2B5EF4-FFF2-40B4-BE49-F238E27FC236}">
                  <a16:creationId xmlns:a16="http://schemas.microsoft.com/office/drawing/2014/main" id="{BF5759FB-D2C0-3651-529A-95B580D842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4" name="Textfeld 169">
              <a:extLst>
                <a:ext uri="{FF2B5EF4-FFF2-40B4-BE49-F238E27FC236}">
                  <a16:creationId xmlns:a16="http://schemas.microsoft.com/office/drawing/2014/main" id="{67432E70-327C-5769-D573-FF8AA74DAFF9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5" name="Textfeld 169">
              <a:extLst>
                <a:ext uri="{FF2B5EF4-FFF2-40B4-BE49-F238E27FC236}">
                  <a16:creationId xmlns:a16="http://schemas.microsoft.com/office/drawing/2014/main" id="{C8B76388-0F8E-C1DE-3B10-A902B3179C02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5C9F63D6-6797-9E22-329B-792FA6544F76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0" name="Textfeld 169">
              <a:extLst>
                <a:ext uri="{FF2B5EF4-FFF2-40B4-BE49-F238E27FC236}">
                  <a16:creationId xmlns:a16="http://schemas.microsoft.com/office/drawing/2014/main" id="{95D28428-8C6A-10F6-4129-8E98A8E7D605}"/>
                </a:ext>
              </a:extLst>
            </p:cNvPr>
            <p:cNvSpPr txBox="1"/>
            <p:nvPr/>
          </p:nvSpPr>
          <p:spPr>
            <a:xfrm>
              <a:off x="7244743" y="198475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1" name="Textfeld 169">
              <a:extLst>
                <a:ext uri="{FF2B5EF4-FFF2-40B4-BE49-F238E27FC236}">
                  <a16:creationId xmlns:a16="http://schemas.microsoft.com/office/drawing/2014/main" id="{70AB998D-93B2-4237-B4A2-12065D6F97BE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01" name="Textfeld 169">
            <a:extLst>
              <a:ext uri="{FF2B5EF4-FFF2-40B4-BE49-F238E27FC236}">
                <a16:creationId xmlns:a16="http://schemas.microsoft.com/office/drawing/2014/main" id="{08611245-C212-9B72-1629-BF3A342CBB74}"/>
              </a:ext>
            </a:extLst>
          </p:cNvPr>
          <p:cNvSpPr txBox="1"/>
          <p:nvPr/>
        </p:nvSpPr>
        <p:spPr>
          <a:xfrm>
            <a:off x="6972380" y="2073216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02" name="Textfeld 169">
            <a:extLst>
              <a:ext uri="{FF2B5EF4-FFF2-40B4-BE49-F238E27FC236}">
                <a16:creationId xmlns:a16="http://schemas.microsoft.com/office/drawing/2014/main" id="{F6EB8E70-FBFE-2B71-EA44-942975F5B5A0}"/>
              </a:ext>
            </a:extLst>
          </p:cNvPr>
          <p:cNvSpPr txBox="1"/>
          <p:nvPr/>
        </p:nvSpPr>
        <p:spPr>
          <a:xfrm>
            <a:off x="6382940" y="2070853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04" name="Textfeld 169">
            <a:extLst>
              <a:ext uri="{FF2B5EF4-FFF2-40B4-BE49-F238E27FC236}">
                <a16:creationId xmlns:a16="http://schemas.microsoft.com/office/drawing/2014/main" id="{5BC84E8F-A35F-A352-1E52-E02675B7D1FB}"/>
              </a:ext>
            </a:extLst>
          </p:cNvPr>
          <p:cNvSpPr txBox="1"/>
          <p:nvPr/>
        </p:nvSpPr>
        <p:spPr>
          <a:xfrm>
            <a:off x="7024160" y="33970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5" name="Textfeld 169">
            <a:extLst>
              <a:ext uri="{FF2B5EF4-FFF2-40B4-BE49-F238E27FC236}">
                <a16:creationId xmlns:a16="http://schemas.microsoft.com/office/drawing/2014/main" id="{702B0F8E-D738-AD6F-1862-AD36BE633553}"/>
              </a:ext>
            </a:extLst>
          </p:cNvPr>
          <p:cNvSpPr txBox="1"/>
          <p:nvPr/>
        </p:nvSpPr>
        <p:spPr>
          <a:xfrm>
            <a:off x="7015763" y="435313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9" name="Textfeld 169">
            <a:extLst>
              <a:ext uri="{FF2B5EF4-FFF2-40B4-BE49-F238E27FC236}">
                <a16:creationId xmlns:a16="http://schemas.microsoft.com/office/drawing/2014/main" id="{76D7673B-AF82-00F2-8198-406F547CA2EA}"/>
              </a:ext>
            </a:extLst>
          </p:cNvPr>
          <p:cNvSpPr txBox="1"/>
          <p:nvPr/>
        </p:nvSpPr>
        <p:spPr>
          <a:xfrm>
            <a:off x="7663059" y="3797537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10" name="Textfeld 169">
            <a:extLst>
              <a:ext uri="{FF2B5EF4-FFF2-40B4-BE49-F238E27FC236}">
                <a16:creationId xmlns:a16="http://schemas.microsoft.com/office/drawing/2014/main" id="{DB071100-D853-40E9-1BD9-36E255024260}"/>
              </a:ext>
            </a:extLst>
          </p:cNvPr>
          <p:cNvSpPr txBox="1"/>
          <p:nvPr/>
        </p:nvSpPr>
        <p:spPr>
          <a:xfrm>
            <a:off x="7943693" y="384770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375561C5-77E1-02C4-9FE4-EDB9F8608322}"/>
              </a:ext>
            </a:extLst>
          </p:cNvPr>
          <p:cNvGrpSpPr/>
          <p:nvPr/>
        </p:nvGrpSpPr>
        <p:grpSpPr>
          <a:xfrm>
            <a:off x="8234626" y="2747559"/>
            <a:ext cx="1415104" cy="712691"/>
            <a:chOff x="4164286" y="2980783"/>
            <a:chExt cx="1415104" cy="712691"/>
          </a:xfrm>
        </p:grpSpPr>
        <p:grpSp>
          <p:nvGrpSpPr>
            <p:cNvPr id="115" name="Group 87">
              <a:extLst>
                <a:ext uri="{FF2B5EF4-FFF2-40B4-BE49-F238E27FC236}">
                  <a16:creationId xmlns:a16="http://schemas.microsoft.com/office/drawing/2014/main" id="{9235F5D3-5A12-B93E-A970-0DFF852505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117" name="Text Box 82">
                <a:extLst>
                  <a:ext uri="{FF2B5EF4-FFF2-40B4-BE49-F238E27FC236}">
                    <a16:creationId xmlns:a16="http://schemas.microsoft.com/office/drawing/2014/main" id="{6364B172-4927-CA14-8041-03FD85DB24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18" name="Rectangle 83">
                <a:extLst>
                  <a:ext uri="{FF2B5EF4-FFF2-40B4-BE49-F238E27FC236}">
                    <a16:creationId xmlns:a16="http://schemas.microsoft.com/office/drawing/2014/main" id="{ABA119B7-07A6-01C7-76FA-824327710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16" name="AutoShape 37">
              <a:extLst>
                <a:ext uri="{FF2B5EF4-FFF2-40B4-BE49-F238E27FC236}">
                  <a16:creationId xmlns:a16="http://schemas.microsoft.com/office/drawing/2014/main" id="{5708A57A-2241-BE1F-2238-61CC96523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113" name="Textfeld 169">
              <a:extLst>
                <a:ext uri="{FF2B5EF4-FFF2-40B4-BE49-F238E27FC236}">
                  <a16:creationId xmlns:a16="http://schemas.microsoft.com/office/drawing/2014/main" id="{3FDBF117-AC16-0CE1-E857-A2C897DBAF22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0" name="Textfeld 169">
              <a:extLst>
                <a:ext uri="{FF2B5EF4-FFF2-40B4-BE49-F238E27FC236}">
                  <a16:creationId xmlns:a16="http://schemas.microsoft.com/office/drawing/2014/main" id="{62505F43-22F5-C76F-72BD-A546837054CE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5" name="Textfeld 169">
            <a:extLst>
              <a:ext uri="{FF2B5EF4-FFF2-40B4-BE49-F238E27FC236}">
                <a16:creationId xmlns:a16="http://schemas.microsoft.com/office/drawing/2014/main" id="{7F28EFBB-45F7-626C-3B51-7E592B2F483A}"/>
              </a:ext>
            </a:extLst>
          </p:cNvPr>
          <p:cNvSpPr txBox="1"/>
          <p:nvPr/>
        </p:nvSpPr>
        <p:spPr>
          <a:xfrm>
            <a:off x="10237481" y="2157471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67" name="Gruppieren 166">
            <a:extLst>
              <a:ext uri="{FF2B5EF4-FFF2-40B4-BE49-F238E27FC236}">
                <a16:creationId xmlns:a16="http://schemas.microsoft.com/office/drawing/2014/main" id="{B7C03D2D-AC68-2259-7EE6-C3530266FFF7}"/>
              </a:ext>
            </a:extLst>
          </p:cNvPr>
          <p:cNvGrpSpPr/>
          <p:nvPr/>
        </p:nvGrpSpPr>
        <p:grpSpPr>
          <a:xfrm>
            <a:off x="10043065" y="3434045"/>
            <a:ext cx="1414463" cy="671747"/>
            <a:chOff x="6130666" y="3341842"/>
            <a:chExt cx="1414463" cy="671747"/>
          </a:xfrm>
        </p:grpSpPr>
        <p:sp>
          <p:nvSpPr>
            <p:cNvPr id="107" name="Text Box 82">
              <a:extLst>
                <a:ext uri="{FF2B5EF4-FFF2-40B4-BE49-F238E27FC236}">
                  <a16:creationId xmlns:a16="http://schemas.microsoft.com/office/drawing/2014/main" id="{89B7DD98-5465-6A8B-D0B9-3D67263988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08" name="Rectangle 83">
              <a:extLst>
                <a:ext uri="{FF2B5EF4-FFF2-40B4-BE49-F238E27FC236}">
                  <a16:creationId xmlns:a16="http://schemas.microsoft.com/office/drawing/2014/main" id="{6344571D-9725-529C-61F1-398BAB5C6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3" name="AutoShape 50">
              <a:extLst>
                <a:ext uri="{FF2B5EF4-FFF2-40B4-BE49-F238E27FC236}">
                  <a16:creationId xmlns:a16="http://schemas.microsoft.com/office/drawing/2014/main" id="{66FEB1FD-044A-6BAA-171B-172122658BE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6" name="Textfeld 169">
              <a:extLst>
                <a:ext uri="{FF2B5EF4-FFF2-40B4-BE49-F238E27FC236}">
                  <a16:creationId xmlns:a16="http://schemas.microsoft.com/office/drawing/2014/main" id="{3B1220EA-3474-1410-3E4B-D09C4774D7C4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73" name="Textfeld 169">
            <a:extLst>
              <a:ext uri="{FF2B5EF4-FFF2-40B4-BE49-F238E27FC236}">
                <a16:creationId xmlns:a16="http://schemas.microsoft.com/office/drawing/2014/main" id="{9B7BB3A9-EAA3-3A7E-30D2-989D9E578004}"/>
              </a:ext>
            </a:extLst>
          </p:cNvPr>
          <p:cNvSpPr txBox="1"/>
          <p:nvPr/>
        </p:nvSpPr>
        <p:spPr>
          <a:xfrm>
            <a:off x="9644327" y="26022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74" name="Textfeld 169">
            <a:extLst>
              <a:ext uri="{FF2B5EF4-FFF2-40B4-BE49-F238E27FC236}">
                <a16:creationId xmlns:a16="http://schemas.microsoft.com/office/drawing/2014/main" id="{F8379769-3C79-2C5E-AD2F-30A7EAEB5323}"/>
              </a:ext>
            </a:extLst>
          </p:cNvPr>
          <p:cNvSpPr txBox="1"/>
          <p:nvPr/>
        </p:nvSpPr>
        <p:spPr>
          <a:xfrm>
            <a:off x="9760490" y="337559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5" name="Textfeld 169">
            <a:extLst>
              <a:ext uri="{FF2B5EF4-FFF2-40B4-BE49-F238E27FC236}">
                <a16:creationId xmlns:a16="http://schemas.microsoft.com/office/drawing/2014/main" id="{86C41B41-D4C4-E842-32F0-98AD32F355D9}"/>
              </a:ext>
            </a:extLst>
          </p:cNvPr>
          <p:cNvSpPr txBox="1"/>
          <p:nvPr/>
        </p:nvSpPr>
        <p:spPr>
          <a:xfrm>
            <a:off x="10697506" y="317708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7" name="Textfeld 169">
            <a:extLst>
              <a:ext uri="{FF2B5EF4-FFF2-40B4-BE49-F238E27FC236}">
                <a16:creationId xmlns:a16="http://schemas.microsoft.com/office/drawing/2014/main" id="{EFE19DE9-0B1E-4076-A166-58225CAFF176}"/>
              </a:ext>
            </a:extLst>
          </p:cNvPr>
          <p:cNvSpPr txBox="1"/>
          <p:nvPr/>
        </p:nvSpPr>
        <p:spPr>
          <a:xfrm>
            <a:off x="10715990" y="4101805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78" name="Textfeld 169">
            <a:extLst>
              <a:ext uri="{FF2B5EF4-FFF2-40B4-BE49-F238E27FC236}">
                <a16:creationId xmlns:a16="http://schemas.microsoft.com/office/drawing/2014/main" id="{7B494332-8610-3D5B-6FB4-4DBD6CABC7E6}"/>
              </a:ext>
            </a:extLst>
          </p:cNvPr>
          <p:cNvSpPr txBox="1"/>
          <p:nvPr/>
        </p:nvSpPr>
        <p:spPr>
          <a:xfrm>
            <a:off x="9423359" y="311439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79" name="Textfeld 169">
            <a:extLst>
              <a:ext uri="{FF2B5EF4-FFF2-40B4-BE49-F238E27FC236}">
                <a16:creationId xmlns:a16="http://schemas.microsoft.com/office/drawing/2014/main" id="{48661ED5-BA68-EBF3-8607-19C54C044862}"/>
              </a:ext>
            </a:extLst>
          </p:cNvPr>
          <p:cNvSpPr txBox="1"/>
          <p:nvPr/>
        </p:nvSpPr>
        <p:spPr>
          <a:xfrm>
            <a:off x="10716556" y="218684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8" name="Textfeld 187">
            <a:extLst>
              <a:ext uri="{FF2B5EF4-FFF2-40B4-BE49-F238E27FC236}">
                <a16:creationId xmlns:a16="http://schemas.microsoft.com/office/drawing/2014/main" id="{0F4664C9-38E2-89A3-CD02-A231130E1A01}"/>
              </a:ext>
            </a:extLst>
          </p:cNvPr>
          <p:cNvSpPr txBox="1"/>
          <p:nvPr/>
        </p:nvSpPr>
        <p:spPr>
          <a:xfrm>
            <a:off x="10121169" y="4979921"/>
            <a:ext cx="19983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e.g., Diesel 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as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Fluid in l/s &lt;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Int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&gt;</a:t>
            </a:r>
            <a:endParaRPr lang="de-DE" dirty="0"/>
          </a:p>
        </p:txBody>
      </p:sp>
      <p:sp>
        <p:nvSpPr>
          <p:cNvPr id="195" name="Textfeld 194">
            <a:extLst>
              <a:ext uri="{FF2B5EF4-FFF2-40B4-BE49-F238E27FC236}">
                <a16:creationId xmlns:a16="http://schemas.microsoft.com/office/drawing/2014/main" id="{D74C2742-7972-3379-324A-EC02FFED322D}"/>
              </a:ext>
            </a:extLst>
          </p:cNvPr>
          <p:cNvSpPr txBox="1"/>
          <p:nvPr/>
        </p:nvSpPr>
        <p:spPr>
          <a:xfrm>
            <a:off x="8799394" y="4987485"/>
            <a:ext cx="12186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Material,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Data,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Energy</a:t>
            </a:r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277481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DD9BD00-0882-B499-939C-44D4760205A1}"/>
              </a:ext>
            </a:extLst>
          </p:cNvPr>
          <p:cNvSpPr/>
          <p:nvPr/>
        </p:nvSpPr>
        <p:spPr bwMode="auto">
          <a:xfrm>
            <a:off x="11518900" y="3758025"/>
            <a:ext cx="374885" cy="1225550"/>
          </a:xfrm>
          <a:custGeom>
            <a:avLst/>
            <a:gdLst>
              <a:gd name="connsiteX0" fmla="*/ 44450 w 374885"/>
              <a:gd name="connsiteY0" fmla="*/ 1225550 h 1225550"/>
              <a:gd name="connsiteX1" fmla="*/ 374650 w 374885"/>
              <a:gd name="connsiteY1" fmla="*/ 571500 h 1225550"/>
              <a:gd name="connsiteX2" fmla="*/ 0 w 374885"/>
              <a:gd name="connsiteY2" fmla="*/ 0 h 122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4885" h="1225550">
                <a:moveTo>
                  <a:pt x="44450" y="1225550"/>
                </a:moveTo>
                <a:cubicBezTo>
                  <a:pt x="213254" y="1000654"/>
                  <a:pt x="382058" y="775758"/>
                  <a:pt x="374650" y="571500"/>
                </a:cubicBezTo>
                <a:cubicBezTo>
                  <a:pt x="367242" y="367242"/>
                  <a:pt x="183621" y="183621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70B0CA57-B685-838B-8E88-F171C0E9660F}"/>
              </a:ext>
            </a:extLst>
          </p:cNvPr>
          <p:cNvSpPr/>
          <p:nvPr/>
        </p:nvSpPr>
        <p:spPr bwMode="auto">
          <a:xfrm>
            <a:off x="9317569" y="4608925"/>
            <a:ext cx="677331" cy="463550"/>
          </a:xfrm>
          <a:custGeom>
            <a:avLst/>
            <a:gdLst>
              <a:gd name="connsiteX0" fmla="*/ 55031 w 677331"/>
              <a:gd name="connsiteY0" fmla="*/ 463550 h 463550"/>
              <a:gd name="connsiteX1" fmla="*/ 61381 w 677331"/>
              <a:gd name="connsiteY1" fmla="*/ 133350 h 463550"/>
              <a:gd name="connsiteX2" fmla="*/ 677331 w 677331"/>
              <a:gd name="connsiteY2" fmla="*/ 0 h 46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331" h="463550">
                <a:moveTo>
                  <a:pt x="55031" y="463550"/>
                </a:moveTo>
                <a:cubicBezTo>
                  <a:pt x="6347" y="337079"/>
                  <a:pt x="-42336" y="210608"/>
                  <a:pt x="61381" y="133350"/>
                </a:cubicBezTo>
                <a:cubicBezTo>
                  <a:pt x="165098" y="56092"/>
                  <a:pt x="421214" y="28046"/>
                  <a:pt x="677331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131">
            <a:extLst>
              <a:ext uri="{FF2B5EF4-FFF2-40B4-BE49-F238E27FC236}">
                <a16:creationId xmlns:a16="http://schemas.microsoft.com/office/drawing/2014/main" id="{89ECDBD6-824D-5B6E-472C-B1A0051378B3}"/>
              </a:ext>
            </a:extLst>
          </p:cNvPr>
          <p:cNvSpPr txBox="1">
            <a:spLocks/>
          </p:cNvSpPr>
          <p:nvPr/>
        </p:nvSpPr>
        <p:spPr>
          <a:xfrm>
            <a:off x="384000" y="1236273"/>
            <a:ext cx="5957577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r>
              <a:rPr lang="en-US" dirty="0"/>
              <a:t>For (de-) coding of functional models </a:t>
            </a:r>
            <a:br>
              <a:rPr lang="en-US" dirty="0"/>
            </a:br>
            <a:r>
              <a:rPr lang="en-US" dirty="0"/>
              <a:t>(à la MontiArc)</a:t>
            </a:r>
          </a:p>
          <a:p>
            <a:endParaRPr lang="en-US" dirty="0"/>
          </a:p>
          <a:p>
            <a:r>
              <a:rPr lang="en-US" dirty="0"/>
              <a:t>Hierarchical </a:t>
            </a:r>
            <a:r>
              <a:rPr lang="en-US" dirty="0">
                <a:solidFill>
                  <a:srgbClr val="00549F"/>
                </a:solidFill>
              </a:rPr>
              <a:t>(de-) composition</a:t>
            </a:r>
            <a:r>
              <a:rPr lang="en-US" dirty="0"/>
              <a:t> possible</a:t>
            </a:r>
          </a:p>
          <a:p>
            <a:pPr lvl="1"/>
            <a:r>
              <a:rPr lang="en-US" sz="1800" dirty="0">
                <a:solidFill>
                  <a:srgbClr val="00549F"/>
                </a:solidFill>
              </a:rPr>
              <a:t>Composition</a:t>
            </a:r>
            <a:r>
              <a:rPr lang="en-US" sz="1800" dirty="0"/>
              <a:t> in a tree-structure (OCL)</a:t>
            </a:r>
          </a:p>
          <a:p>
            <a:pPr lvl="1"/>
            <a:r>
              <a:rPr lang="en-US" sz="1800" dirty="0">
                <a:solidFill>
                  <a:srgbClr val="00549F"/>
                </a:solidFill>
              </a:rPr>
              <a:t>Atomic</a:t>
            </a:r>
            <a:r>
              <a:rPr lang="en-US" sz="1800" dirty="0"/>
              <a:t> function</a:t>
            </a:r>
          </a:p>
          <a:p>
            <a:endParaRPr lang="en-US" dirty="0"/>
          </a:p>
          <a:p>
            <a:r>
              <a:rPr lang="en-US" dirty="0"/>
              <a:t>Two ways of connecting two ports</a:t>
            </a:r>
          </a:p>
          <a:p>
            <a:pPr lvl="1"/>
            <a:r>
              <a:rPr lang="en-US" sz="1800" dirty="0"/>
              <a:t>Inside of one function: association of </a:t>
            </a:r>
            <a:r>
              <a:rPr lang="en-US" sz="1800" dirty="0">
                <a:solidFill>
                  <a:srgbClr val="00549F"/>
                </a:solidFill>
                <a:latin typeface="Trebuchet MS" panose="020B0603020202020204" pitchFamily="34" charset="0"/>
              </a:rPr>
              <a:t>Outport</a:t>
            </a:r>
            <a:r>
              <a:rPr lang="en-US" sz="1800" dirty="0"/>
              <a:t> to </a:t>
            </a:r>
            <a:r>
              <a:rPr lang="en-US" sz="1800" dirty="0">
                <a:solidFill>
                  <a:srgbClr val="00549F"/>
                </a:solidFill>
                <a:latin typeface="Trebuchet MS" panose="020B0603020202020204" pitchFamily="34" charset="0"/>
              </a:rPr>
              <a:t>Inport</a:t>
            </a:r>
          </a:p>
          <a:p>
            <a:pPr lvl="1"/>
            <a:r>
              <a:rPr lang="en-US" sz="1800" dirty="0">
                <a:latin typeface="+mj-lt"/>
              </a:rPr>
              <a:t>Connection of an outer function with an inner function</a:t>
            </a:r>
            <a:r>
              <a:rPr lang="en-US" sz="1800" dirty="0"/>
              <a:t>: </a:t>
            </a:r>
            <a:r>
              <a:rPr lang="en-US" sz="1800" dirty="0">
                <a:solidFill>
                  <a:srgbClr val="00549F"/>
                </a:solidFill>
              </a:rPr>
              <a:t>use the same (shared) port object</a:t>
            </a:r>
          </a:p>
          <a:p>
            <a:pPr lvl="2"/>
            <a:r>
              <a:rPr lang="en-US" sz="1800" dirty="0"/>
              <a:t>OCL: permit connection of ports of different type (Double -&gt; Integer) which leads to implicit type conversion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j-lt"/>
            </a:endParaRPr>
          </a:p>
        </p:txBody>
      </p:sp>
      <p:sp>
        <p:nvSpPr>
          <p:cNvPr id="7" name="Textfeld 44">
            <a:extLst>
              <a:ext uri="{FF2B5EF4-FFF2-40B4-BE49-F238E27FC236}">
                <a16:creationId xmlns:a16="http://schemas.microsoft.com/office/drawing/2014/main" id="{17B2A8AD-7256-5245-0156-AEFE56B5E376}"/>
              </a:ext>
            </a:extLst>
          </p:cNvPr>
          <p:cNvSpPr txBox="1"/>
          <p:nvPr/>
        </p:nvSpPr>
        <p:spPr>
          <a:xfrm>
            <a:off x="5166526" y="2184077"/>
            <a:ext cx="1305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port object</a:t>
            </a:r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E6F64434-E633-8F9D-4CFB-5A18068867F8}"/>
              </a:ext>
            </a:extLst>
          </p:cNvPr>
          <p:cNvSpPr/>
          <p:nvPr/>
        </p:nvSpPr>
        <p:spPr>
          <a:xfrm>
            <a:off x="6071936" y="2354596"/>
            <a:ext cx="545123" cy="258791"/>
          </a:xfrm>
          <a:custGeom>
            <a:avLst/>
            <a:gdLst>
              <a:gd name="connsiteX0" fmla="*/ 0 w 545123"/>
              <a:gd name="connsiteY0" fmla="*/ 257908 h 258791"/>
              <a:gd name="connsiteX1" fmla="*/ 281354 w 545123"/>
              <a:gd name="connsiteY1" fmla="*/ 246185 h 258791"/>
              <a:gd name="connsiteX2" fmla="*/ 480646 w 545123"/>
              <a:gd name="connsiteY2" fmla="*/ 169985 h 258791"/>
              <a:gd name="connsiteX3" fmla="*/ 545123 w 545123"/>
              <a:gd name="connsiteY3" fmla="*/ 0 h 258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5123" h="258791">
                <a:moveTo>
                  <a:pt x="0" y="257908"/>
                </a:moveTo>
                <a:cubicBezTo>
                  <a:pt x="100623" y="259373"/>
                  <a:pt x="201247" y="260839"/>
                  <a:pt x="281354" y="246185"/>
                </a:cubicBezTo>
                <a:cubicBezTo>
                  <a:pt x="361461" y="231531"/>
                  <a:pt x="436685" y="211016"/>
                  <a:pt x="480646" y="169985"/>
                </a:cubicBezTo>
                <a:cubicBezTo>
                  <a:pt x="524607" y="128954"/>
                  <a:pt x="534865" y="64477"/>
                  <a:pt x="545123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feld 44">
            <a:extLst>
              <a:ext uri="{FF2B5EF4-FFF2-40B4-BE49-F238E27FC236}">
                <a16:creationId xmlns:a16="http://schemas.microsoft.com/office/drawing/2014/main" id="{0BBFAED8-E268-7CC9-C076-09887EFB89EE}"/>
              </a:ext>
            </a:extLst>
          </p:cNvPr>
          <p:cNvSpPr txBox="1"/>
          <p:nvPr/>
        </p:nvSpPr>
        <p:spPr>
          <a:xfrm>
            <a:off x="6343558" y="811492"/>
            <a:ext cx="200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OCL: tree structure</a:t>
            </a:r>
          </a:p>
        </p:txBody>
      </p:sp>
      <p:sp>
        <p:nvSpPr>
          <p:cNvPr id="16" name="Freihandform: Form 15">
            <a:extLst>
              <a:ext uri="{FF2B5EF4-FFF2-40B4-BE49-F238E27FC236}">
                <a16:creationId xmlns:a16="http://schemas.microsoft.com/office/drawing/2014/main" id="{358FF456-DFEE-D7DC-E393-AD4F86641A86}"/>
              </a:ext>
            </a:extLst>
          </p:cNvPr>
          <p:cNvSpPr/>
          <p:nvPr/>
        </p:nvSpPr>
        <p:spPr>
          <a:xfrm>
            <a:off x="6221418" y="1085263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feld 44">
            <a:extLst>
              <a:ext uri="{FF2B5EF4-FFF2-40B4-BE49-F238E27FC236}">
                <a16:creationId xmlns:a16="http://schemas.microsoft.com/office/drawing/2014/main" id="{4D42BBD1-5514-2049-0F02-604D736681E3}"/>
              </a:ext>
            </a:extLst>
          </p:cNvPr>
          <p:cNvSpPr txBox="1"/>
          <p:nvPr/>
        </p:nvSpPr>
        <p:spPr>
          <a:xfrm>
            <a:off x="7917513" y="1967631"/>
            <a:ext cx="19144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Values can be multi-dimensional</a:t>
            </a:r>
          </a:p>
        </p:txBody>
      </p:sp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33CCE1E2-8AAC-1BBA-EC46-D987B10AFBB7}"/>
              </a:ext>
            </a:extLst>
          </p:cNvPr>
          <p:cNvSpPr/>
          <p:nvPr/>
        </p:nvSpPr>
        <p:spPr bwMode="auto">
          <a:xfrm>
            <a:off x="6076950" y="2339340"/>
            <a:ext cx="1089660" cy="391125"/>
          </a:xfrm>
          <a:custGeom>
            <a:avLst/>
            <a:gdLst>
              <a:gd name="connsiteX0" fmla="*/ 0 w 1089660"/>
              <a:gd name="connsiteY0" fmla="*/ 369570 h 391125"/>
              <a:gd name="connsiteX1" fmla="*/ 864870 w 1089660"/>
              <a:gd name="connsiteY1" fmla="*/ 350520 h 391125"/>
              <a:gd name="connsiteX2" fmla="*/ 1089660 w 1089660"/>
              <a:gd name="connsiteY2" fmla="*/ 0 h 391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9660" h="391125">
                <a:moveTo>
                  <a:pt x="0" y="369570"/>
                </a:moveTo>
                <a:cubicBezTo>
                  <a:pt x="341630" y="390842"/>
                  <a:pt x="683260" y="412115"/>
                  <a:pt x="864870" y="350520"/>
                </a:cubicBezTo>
                <a:cubicBezTo>
                  <a:pt x="1046480" y="288925"/>
                  <a:pt x="1068070" y="144462"/>
                  <a:pt x="10896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CCF4947-F0A4-50F8-B261-40234925D4E1}"/>
              </a:ext>
            </a:extLst>
          </p:cNvPr>
          <p:cNvSpPr/>
          <p:nvPr/>
        </p:nvSpPr>
        <p:spPr bwMode="auto">
          <a:xfrm>
            <a:off x="6403895" y="253490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6140065-CE66-A407-2068-6AF03E2AE1F4}"/>
              </a:ext>
            </a:extLst>
          </p:cNvPr>
          <p:cNvSpPr/>
          <p:nvPr/>
        </p:nvSpPr>
        <p:spPr bwMode="auto">
          <a:xfrm>
            <a:off x="6410009" y="269122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A5F2A3F-B659-2B1D-A0DA-98B6129E794F}"/>
              </a:ext>
            </a:extLst>
          </p:cNvPr>
          <p:cNvSpPr/>
          <p:nvPr/>
        </p:nvSpPr>
        <p:spPr bwMode="auto">
          <a:xfrm>
            <a:off x="6969820" y="261710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5" name="Verbinder: gewinkelt 87">
            <a:extLst>
              <a:ext uri="{FF2B5EF4-FFF2-40B4-BE49-F238E27FC236}">
                <a16:creationId xmlns:a16="http://schemas.microsoft.com/office/drawing/2014/main" id="{7B30A56A-863D-F485-DE66-7EE3C1D1DBB8}"/>
              </a:ext>
            </a:extLst>
          </p:cNvPr>
          <p:cNvCxnSpPr>
            <a:cxnSpLocks/>
            <a:stCxn id="76" idx="2"/>
            <a:endCxn id="88" idx="1"/>
          </p:cNvCxnSpPr>
          <p:nvPr/>
        </p:nvCxnSpPr>
        <p:spPr>
          <a:xfrm rot="16200000" flipH="1">
            <a:off x="6361790" y="2751235"/>
            <a:ext cx="1519293" cy="248986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36" name="Freihandform: Form 35">
            <a:extLst>
              <a:ext uri="{FF2B5EF4-FFF2-40B4-BE49-F238E27FC236}">
                <a16:creationId xmlns:a16="http://schemas.microsoft.com/office/drawing/2014/main" id="{45DBABB6-7F7F-5763-F183-93D8B37C3068}"/>
              </a:ext>
            </a:extLst>
          </p:cNvPr>
          <p:cNvSpPr/>
          <p:nvPr/>
        </p:nvSpPr>
        <p:spPr bwMode="auto">
          <a:xfrm>
            <a:off x="8899666" y="1752378"/>
            <a:ext cx="890510" cy="265398"/>
          </a:xfrm>
          <a:custGeom>
            <a:avLst/>
            <a:gdLst>
              <a:gd name="connsiteX0" fmla="*/ 61454 w 890510"/>
              <a:gd name="connsiteY0" fmla="*/ 265398 h 265398"/>
              <a:gd name="connsiteX1" fmla="*/ 85838 w 890510"/>
              <a:gd name="connsiteY1" fmla="*/ 21558 h 265398"/>
              <a:gd name="connsiteX2" fmla="*/ 890510 w 890510"/>
              <a:gd name="connsiteY2" fmla="*/ 27654 h 2653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0510" h="265398">
                <a:moveTo>
                  <a:pt x="61454" y="265398"/>
                </a:moveTo>
                <a:cubicBezTo>
                  <a:pt x="4558" y="163290"/>
                  <a:pt x="-52338" y="61182"/>
                  <a:pt x="85838" y="21558"/>
                </a:cubicBezTo>
                <a:cubicBezTo>
                  <a:pt x="224014" y="-18066"/>
                  <a:pt x="557262" y="4794"/>
                  <a:pt x="890510" y="27654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ihandform: Form 37">
            <a:extLst>
              <a:ext uri="{FF2B5EF4-FFF2-40B4-BE49-F238E27FC236}">
                <a16:creationId xmlns:a16="http://schemas.microsoft.com/office/drawing/2014/main" id="{A27B292F-8418-A5AA-0242-170338D3285F}"/>
              </a:ext>
            </a:extLst>
          </p:cNvPr>
          <p:cNvSpPr/>
          <p:nvPr/>
        </p:nvSpPr>
        <p:spPr bwMode="auto">
          <a:xfrm>
            <a:off x="9730740" y="2404110"/>
            <a:ext cx="693420" cy="229507"/>
          </a:xfrm>
          <a:custGeom>
            <a:avLst/>
            <a:gdLst>
              <a:gd name="connsiteX0" fmla="*/ 0 w 693420"/>
              <a:gd name="connsiteY0" fmla="*/ 64770 h 229507"/>
              <a:gd name="connsiteX1" fmla="*/ 567690 w 693420"/>
              <a:gd name="connsiteY1" fmla="*/ 228600 h 229507"/>
              <a:gd name="connsiteX2" fmla="*/ 693420 w 693420"/>
              <a:gd name="connsiteY2" fmla="*/ 0 h 229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3420" h="229507">
                <a:moveTo>
                  <a:pt x="0" y="64770"/>
                </a:moveTo>
                <a:cubicBezTo>
                  <a:pt x="226060" y="152082"/>
                  <a:pt x="452120" y="239395"/>
                  <a:pt x="567690" y="228600"/>
                </a:cubicBezTo>
                <a:cubicBezTo>
                  <a:pt x="683260" y="217805"/>
                  <a:pt x="688340" y="108902"/>
                  <a:pt x="6934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15EB11F-2A5A-4C99-4873-B95739AA028F}"/>
              </a:ext>
            </a:extLst>
          </p:cNvPr>
          <p:cNvSpPr/>
          <p:nvPr/>
        </p:nvSpPr>
        <p:spPr bwMode="auto">
          <a:xfrm>
            <a:off x="8861075" y="1884375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406CA2DA-F89E-2944-77D8-AE0C78C3EFEA}"/>
              </a:ext>
            </a:extLst>
          </p:cNvPr>
          <p:cNvSpPr/>
          <p:nvPr/>
        </p:nvSpPr>
        <p:spPr bwMode="auto">
          <a:xfrm>
            <a:off x="10265354" y="258344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27" name="Verbinder: gewinkelt 87">
            <a:extLst>
              <a:ext uri="{FF2B5EF4-FFF2-40B4-BE49-F238E27FC236}">
                <a16:creationId xmlns:a16="http://schemas.microsoft.com/office/drawing/2014/main" id="{86D099F0-2225-F6F5-AF06-B3681D86A972}"/>
              </a:ext>
            </a:extLst>
          </p:cNvPr>
          <p:cNvCxnSpPr>
            <a:cxnSpLocks/>
            <a:stCxn id="113" idx="3"/>
            <a:endCxn id="129" idx="2"/>
          </p:cNvCxnSpPr>
          <p:nvPr/>
        </p:nvCxnSpPr>
        <p:spPr>
          <a:xfrm flipV="1">
            <a:off x="9649730" y="2110245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CE70D65-9980-87B3-AB46-055BC15D88BF}"/>
              </a:ext>
            </a:extLst>
          </p:cNvPr>
          <p:cNvCxnSpPr>
            <a:cxnSpLocks/>
            <a:stCxn id="81" idx="2"/>
            <a:endCxn id="123" idx="1"/>
          </p:cNvCxnSpPr>
          <p:nvPr/>
        </p:nvCxnSpPr>
        <p:spPr>
          <a:xfrm flipV="1">
            <a:off x="7676983" y="1908216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1" name="Textfeld 44">
            <a:extLst>
              <a:ext uri="{FF2B5EF4-FFF2-40B4-BE49-F238E27FC236}">
                <a16:creationId xmlns:a16="http://schemas.microsoft.com/office/drawing/2014/main" id="{B1BEFFD0-23B1-DBD3-9958-A0C5C087FDFE}"/>
              </a:ext>
            </a:extLst>
          </p:cNvPr>
          <p:cNvSpPr txBox="1"/>
          <p:nvPr/>
        </p:nvSpPr>
        <p:spPr>
          <a:xfrm>
            <a:off x="8420672" y="1038276"/>
            <a:ext cx="2159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Time Series of Values</a:t>
            </a:r>
          </a:p>
        </p:txBody>
      </p:sp>
      <p:sp>
        <p:nvSpPr>
          <p:cNvPr id="42" name="Freihandform: Form 41">
            <a:extLst>
              <a:ext uri="{FF2B5EF4-FFF2-40B4-BE49-F238E27FC236}">
                <a16:creationId xmlns:a16="http://schemas.microsoft.com/office/drawing/2014/main" id="{5C25647C-1A1E-43BE-875E-847609E9149E}"/>
              </a:ext>
            </a:extLst>
          </p:cNvPr>
          <p:cNvSpPr/>
          <p:nvPr/>
        </p:nvSpPr>
        <p:spPr bwMode="auto">
          <a:xfrm>
            <a:off x="10546080" y="1159454"/>
            <a:ext cx="445268" cy="532186"/>
          </a:xfrm>
          <a:custGeom>
            <a:avLst/>
            <a:gdLst>
              <a:gd name="connsiteX0" fmla="*/ 0 w 445268"/>
              <a:gd name="connsiteY0" fmla="*/ 52126 h 532186"/>
              <a:gd name="connsiteX1" fmla="*/ 419100 w 445268"/>
              <a:gd name="connsiteY1" fmla="*/ 44506 h 532186"/>
              <a:gd name="connsiteX2" fmla="*/ 365760 w 445268"/>
              <a:gd name="connsiteY2" fmla="*/ 532186 h 532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45268" h="532186">
                <a:moveTo>
                  <a:pt x="0" y="52126"/>
                </a:moveTo>
                <a:cubicBezTo>
                  <a:pt x="179070" y="8311"/>
                  <a:pt x="358140" y="-35504"/>
                  <a:pt x="419100" y="44506"/>
                </a:cubicBezTo>
                <a:cubicBezTo>
                  <a:pt x="480060" y="124516"/>
                  <a:pt x="422910" y="328351"/>
                  <a:pt x="365760" y="53218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feld 44">
            <a:extLst>
              <a:ext uri="{FF2B5EF4-FFF2-40B4-BE49-F238E27FC236}">
                <a16:creationId xmlns:a16="http://schemas.microsoft.com/office/drawing/2014/main" id="{C704CFFB-686E-BCB9-3B48-DF54E85AC59C}"/>
              </a:ext>
            </a:extLst>
          </p:cNvPr>
          <p:cNvSpPr txBox="1"/>
          <p:nvPr/>
        </p:nvSpPr>
        <p:spPr>
          <a:xfrm>
            <a:off x="6618359" y="4847318"/>
            <a:ext cx="1779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Connector inside of a function</a:t>
            </a:r>
          </a:p>
        </p:txBody>
      </p:sp>
      <p:sp>
        <p:nvSpPr>
          <p:cNvPr id="49" name="Freihandform: Form 48">
            <a:extLst>
              <a:ext uri="{FF2B5EF4-FFF2-40B4-BE49-F238E27FC236}">
                <a16:creationId xmlns:a16="http://schemas.microsoft.com/office/drawing/2014/main" id="{2C43FE29-2F88-85F3-6730-6C72F27F806F}"/>
              </a:ext>
            </a:extLst>
          </p:cNvPr>
          <p:cNvSpPr/>
          <p:nvPr/>
        </p:nvSpPr>
        <p:spPr bwMode="auto">
          <a:xfrm>
            <a:off x="6622755" y="3999923"/>
            <a:ext cx="1279185" cy="861637"/>
          </a:xfrm>
          <a:custGeom>
            <a:avLst/>
            <a:gdLst>
              <a:gd name="connsiteX0" fmla="*/ 128565 w 1279185"/>
              <a:gd name="connsiteY0" fmla="*/ 861637 h 861637"/>
              <a:gd name="connsiteX1" fmla="*/ 105705 w 1279185"/>
              <a:gd name="connsiteY1" fmla="*/ 69157 h 861637"/>
              <a:gd name="connsiteX2" fmla="*/ 1279185 w 1279185"/>
              <a:gd name="connsiteY2" fmla="*/ 92017 h 861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79185" h="861637">
                <a:moveTo>
                  <a:pt x="128565" y="861637"/>
                </a:moveTo>
                <a:cubicBezTo>
                  <a:pt x="21250" y="529532"/>
                  <a:pt x="-86065" y="197427"/>
                  <a:pt x="105705" y="69157"/>
                </a:cubicBezTo>
                <a:cubicBezTo>
                  <a:pt x="297475" y="-59113"/>
                  <a:pt x="788330" y="16452"/>
                  <a:pt x="1279185" y="92017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61E045BE-5F3A-DD85-9FFA-838FC1BD1095}"/>
              </a:ext>
            </a:extLst>
          </p:cNvPr>
          <p:cNvSpPr/>
          <p:nvPr/>
        </p:nvSpPr>
        <p:spPr bwMode="auto">
          <a:xfrm>
            <a:off x="6623520" y="4560304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8" name="Verbinder: gewinkelt 87">
            <a:extLst>
              <a:ext uri="{FF2B5EF4-FFF2-40B4-BE49-F238E27FC236}">
                <a16:creationId xmlns:a16="http://schemas.microsoft.com/office/drawing/2014/main" id="{FB09C0AE-45B7-FED5-8D63-694C9B96404C}"/>
              </a:ext>
            </a:extLst>
          </p:cNvPr>
          <p:cNvCxnSpPr>
            <a:cxnSpLocks/>
            <a:stCxn id="75" idx="2"/>
            <a:endCxn id="98" idx="1"/>
          </p:cNvCxnSpPr>
          <p:nvPr/>
        </p:nvCxnSpPr>
        <p:spPr>
          <a:xfrm rot="16200000" flipH="1">
            <a:off x="5604036" y="2940297"/>
            <a:ext cx="2471651" cy="8137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9" name="Textfeld 169">
            <a:extLst>
              <a:ext uri="{FF2B5EF4-FFF2-40B4-BE49-F238E27FC236}">
                <a16:creationId xmlns:a16="http://schemas.microsoft.com/office/drawing/2014/main" id="{84BD94CF-9748-A9EB-57F9-C78EA415E0C3}"/>
              </a:ext>
            </a:extLst>
          </p:cNvPr>
          <p:cNvSpPr txBox="1"/>
          <p:nvPr/>
        </p:nvSpPr>
        <p:spPr>
          <a:xfrm>
            <a:off x="5596459" y="1406648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7" name="Textfeld 169">
            <a:extLst>
              <a:ext uri="{FF2B5EF4-FFF2-40B4-BE49-F238E27FC236}">
                <a16:creationId xmlns:a16="http://schemas.microsoft.com/office/drawing/2014/main" id="{3754D900-E39C-CA6A-9AB8-3D67766576CA}"/>
              </a:ext>
            </a:extLst>
          </p:cNvPr>
          <p:cNvSpPr txBox="1"/>
          <p:nvPr/>
        </p:nvSpPr>
        <p:spPr>
          <a:xfrm>
            <a:off x="5252527" y="1884375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FDC58CF8-207F-D8BB-4120-AD73ECC42DFF}"/>
              </a:ext>
            </a:extLst>
          </p:cNvPr>
          <p:cNvSpPr txBox="1"/>
          <p:nvPr/>
        </p:nvSpPr>
        <p:spPr>
          <a:xfrm>
            <a:off x="7564260" y="1633895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</p:spTree>
    <p:extLst>
      <p:ext uri="{BB962C8B-B14F-4D97-AF65-F5344CB8AC3E}">
        <p14:creationId xmlns:p14="http://schemas.microsoft.com/office/powerpoint/2010/main" val="3557277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feld 169">
            <a:extLst>
              <a:ext uri="{FF2B5EF4-FFF2-40B4-BE49-F238E27FC236}">
                <a16:creationId xmlns:a16="http://schemas.microsoft.com/office/drawing/2014/main" id="{544756ED-B840-C025-3A4C-68E29AE63FA0}"/>
              </a:ext>
            </a:extLst>
          </p:cNvPr>
          <p:cNvSpPr txBox="1"/>
          <p:nvPr/>
        </p:nvSpPr>
        <p:spPr>
          <a:xfrm>
            <a:off x="7553629" y="411430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111" name="Textfeld 169">
            <a:extLst>
              <a:ext uri="{FF2B5EF4-FFF2-40B4-BE49-F238E27FC236}">
                <a16:creationId xmlns:a16="http://schemas.microsoft.com/office/drawing/2014/main" id="{45D6BDE6-289B-2D23-835E-AC7D0CA2EF04}"/>
              </a:ext>
            </a:extLst>
          </p:cNvPr>
          <p:cNvSpPr txBox="1"/>
          <p:nvPr/>
        </p:nvSpPr>
        <p:spPr>
          <a:xfrm>
            <a:off x="7927932" y="4116569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 </a:t>
            </a:r>
            <a:r>
              <a:rPr lang="de-DE" dirty="0" err="1"/>
              <a:t>with</a:t>
            </a:r>
            <a:r>
              <a:rPr lang="de-DE" dirty="0"/>
              <a:t> Port Definition</a:t>
            </a:r>
          </a:p>
        </p:txBody>
      </p: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6D7175A-5FFA-CA72-4D0C-436B010B5E4D}"/>
              </a:ext>
            </a:extLst>
          </p:cNvPr>
          <p:cNvGrpSpPr/>
          <p:nvPr/>
        </p:nvGrpSpPr>
        <p:grpSpPr>
          <a:xfrm>
            <a:off x="7245929" y="3429000"/>
            <a:ext cx="1414463" cy="412750"/>
            <a:chOff x="7497215" y="4334214"/>
            <a:chExt cx="1414463" cy="412750"/>
          </a:xfrm>
        </p:grpSpPr>
        <p:grpSp>
          <p:nvGrpSpPr>
            <p:cNvPr id="85" name="Group 87">
              <a:extLst>
                <a:ext uri="{FF2B5EF4-FFF2-40B4-BE49-F238E27FC236}">
                  <a16:creationId xmlns:a16="http://schemas.microsoft.com/office/drawing/2014/main" id="{08879DE1-631C-B3E6-79A9-0BF722F6BA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87" name="Text Box 82">
                <a:extLst>
                  <a:ext uri="{FF2B5EF4-FFF2-40B4-BE49-F238E27FC236}">
                    <a16:creationId xmlns:a16="http://schemas.microsoft.com/office/drawing/2014/main" id="{CC66CF99-BB29-2EE8-6234-A661173090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88" name="Rectangle 83">
                <a:extLst>
                  <a:ext uri="{FF2B5EF4-FFF2-40B4-BE49-F238E27FC236}">
                    <a16:creationId xmlns:a16="http://schemas.microsoft.com/office/drawing/2014/main" id="{183A5675-C351-2D8D-7F51-457DE51C93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6" name="Textfeld 169">
              <a:extLst>
                <a:ext uri="{FF2B5EF4-FFF2-40B4-BE49-F238E27FC236}">
                  <a16:creationId xmlns:a16="http://schemas.microsoft.com/office/drawing/2014/main" id="{B71A5076-E84E-8975-93B3-6862861D1C53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20E5E315-5EC4-A924-2F47-D8E0B1C571D1}"/>
              </a:ext>
            </a:extLst>
          </p:cNvPr>
          <p:cNvGrpSpPr/>
          <p:nvPr/>
        </p:nvGrpSpPr>
        <p:grpSpPr>
          <a:xfrm>
            <a:off x="7246758" y="4376645"/>
            <a:ext cx="1414463" cy="412750"/>
            <a:chOff x="9978688" y="4334214"/>
            <a:chExt cx="1414463" cy="412750"/>
          </a:xfrm>
        </p:grpSpPr>
        <p:grpSp>
          <p:nvGrpSpPr>
            <p:cNvPr id="90" name="Group 87">
              <a:extLst>
                <a:ext uri="{FF2B5EF4-FFF2-40B4-BE49-F238E27FC236}">
                  <a16:creationId xmlns:a16="http://schemas.microsoft.com/office/drawing/2014/main" id="{E78A8A73-5FBD-78F1-1CD7-72D7C40187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94" name="Text Box 82">
                <a:extLst>
                  <a:ext uri="{FF2B5EF4-FFF2-40B4-BE49-F238E27FC236}">
                    <a16:creationId xmlns:a16="http://schemas.microsoft.com/office/drawing/2014/main" id="{A0D32A82-610F-BB3D-5A3C-F59093EC15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98" name="Rectangle 83">
                <a:extLst>
                  <a:ext uri="{FF2B5EF4-FFF2-40B4-BE49-F238E27FC236}">
                    <a16:creationId xmlns:a16="http://schemas.microsoft.com/office/drawing/2014/main" id="{B68FA06F-4BE7-D52C-F927-B0BB2C0E3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1" name="Textfeld 169">
              <a:extLst>
                <a:ext uri="{FF2B5EF4-FFF2-40B4-BE49-F238E27FC236}">
                  <a16:creationId xmlns:a16="http://schemas.microsoft.com/office/drawing/2014/main" id="{FAE0DB3F-D9C9-DCD8-50E4-7F7ACFA3E93D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30" name="Group 87">
            <a:extLst>
              <a:ext uri="{FF2B5EF4-FFF2-40B4-BE49-F238E27FC236}">
                <a16:creationId xmlns:a16="http://schemas.microsoft.com/office/drawing/2014/main" id="{C2C111F6-8533-1094-3AE6-5B4B711A78AA}"/>
              </a:ext>
            </a:extLst>
          </p:cNvPr>
          <p:cNvGrpSpPr>
            <a:grpSpLocks/>
          </p:cNvGrpSpPr>
          <p:nvPr/>
        </p:nvGrpSpPr>
        <p:grpSpPr bwMode="auto">
          <a:xfrm>
            <a:off x="10045448" y="4376645"/>
            <a:ext cx="1414463" cy="412750"/>
            <a:chOff x="3441" y="2592"/>
            <a:chExt cx="891" cy="260"/>
          </a:xfrm>
        </p:grpSpPr>
        <p:sp>
          <p:nvSpPr>
            <p:cNvPr id="131" name="Text Box 82">
              <a:extLst>
                <a:ext uri="{FF2B5EF4-FFF2-40B4-BE49-F238E27FC236}">
                  <a16:creationId xmlns:a16="http://schemas.microsoft.com/office/drawing/2014/main" id="{3BEE62D8-0955-E8FE-34F9-2559A39081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132" name="Rectangle 83">
              <a:extLst>
                <a:ext uri="{FF2B5EF4-FFF2-40B4-BE49-F238E27FC236}">
                  <a16:creationId xmlns:a16="http://schemas.microsoft.com/office/drawing/2014/main" id="{BDC23866-7E6E-7F91-9386-140010FC1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" name="Verbinder: gewinkelt 87">
            <a:extLst>
              <a:ext uri="{FF2B5EF4-FFF2-40B4-BE49-F238E27FC236}">
                <a16:creationId xmlns:a16="http://schemas.microsoft.com/office/drawing/2014/main" id="{E78214E8-980F-73A0-1988-80B2005C57C1}"/>
              </a:ext>
            </a:extLst>
          </p:cNvPr>
          <p:cNvCxnSpPr>
            <a:cxnSpLocks/>
            <a:stCxn id="88" idx="3"/>
            <a:endCxn id="116" idx="3"/>
          </p:cNvCxnSpPr>
          <p:nvPr/>
        </p:nvCxnSpPr>
        <p:spPr>
          <a:xfrm flipV="1">
            <a:off x="8660392" y="3460250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" name="Verbinder: gewinkelt 87">
            <a:extLst>
              <a:ext uri="{FF2B5EF4-FFF2-40B4-BE49-F238E27FC236}">
                <a16:creationId xmlns:a16="http://schemas.microsoft.com/office/drawing/2014/main" id="{510E37C7-F6E9-F32D-26D2-97D83A40CB66}"/>
              </a:ext>
            </a:extLst>
          </p:cNvPr>
          <p:cNvCxnSpPr>
            <a:cxnSpLocks/>
            <a:stCxn id="98" idx="3"/>
            <a:endCxn id="116" idx="3"/>
          </p:cNvCxnSpPr>
          <p:nvPr/>
        </p:nvCxnSpPr>
        <p:spPr>
          <a:xfrm flipV="1">
            <a:off x="8661221" y="3460250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21" name="Verbinder: gewinkelt 87">
            <a:extLst>
              <a:ext uri="{FF2B5EF4-FFF2-40B4-BE49-F238E27FC236}">
                <a16:creationId xmlns:a16="http://schemas.microsoft.com/office/drawing/2014/main" id="{ACF79AE6-0C37-92CA-3E62-D662C3D6344B}"/>
              </a:ext>
            </a:extLst>
          </p:cNvPr>
          <p:cNvCxnSpPr>
            <a:cxnSpLocks/>
            <a:stCxn id="120" idx="2"/>
            <a:endCxn id="108" idx="1"/>
          </p:cNvCxnSpPr>
          <p:nvPr/>
        </p:nvCxnSpPr>
        <p:spPr>
          <a:xfrm rot="16200000" flipH="1">
            <a:off x="9514639" y="3111994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F4C1D47-193E-F9D7-05CA-EB6617727CC6}"/>
              </a:ext>
            </a:extLst>
          </p:cNvPr>
          <p:cNvCxnSpPr>
            <a:cxnSpLocks/>
            <a:stCxn id="123" idx="2"/>
            <a:endCxn id="108" idx="0"/>
          </p:cNvCxnSpPr>
          <p:nvPr/>
        </p:nvCxnSpPr>
        <p:spPr>
          <a:xfrm>
            <a:off x="10750296" y="2114591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8FD7B3C0-AE8C-95A0-8A04-F26B9239DD1B}"/>
              </a:ext>
            </a:extLst>
          </p:cNvPr>
          <p:cNvCxnSpPr>
            <a:cxnSpLocks/>
            <a:stCxn id="63" idx="0"/>
            <a:endCxn id="132" idx="0"/>
          </p:cNvCxnSpPr>
          <p:nvPr/>
        </p:nvCxnSpPr>
        <p:spPr>
          <a:xfrm>
            <a:off x="10750297" y="4105792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BF91FA5-D920-0099-1F3D-665E88A4BD7A}"/>
              </a:ext>
            </a:extLst>
          </p:cNvPr>
          <p:cNvCxnSpPr>
            <a:cxnSpLocks/>
            <a:stCxn id="98" idx="0"/>
            <a:endCxn id="88" idx="2"/>
          </p:cNvCxnSpPr>
          <p:nvPr/>
        </p:nvCxnSpPr>
        <p:spPr>
          <a:xfrm flipH="1" flipV="1">
            <a:off x="7953161" y="3841750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D06CF1CF-F314-C363-F4CB-09387A4773FB}"/>
              </a:ext>
            </a:extLst>
          </p:cNvPr>
          <p:cNvGrpSpPr/>
          <p:nvPr/>
        </p:nvGrpSpPr>
        <p:grpSpPr>
          <a:xfrm>
            <a:off x="5746196" y="1700350"/>
            <a:ext cx="1930787" cy="415732"/>
            <a:chOff x="5746196" y="1700350"/>
            <a:chExt cx="1930787" cy="415732"/>
          </a:xfrm>
        </p:grpSpPr>
        <p:cxnSp>
          <p:nvCxnSpPr>
            <p:cNvPr id="47" name="Verbinder: gewinkelt 87">
              <a:extLst>
                <a:ext uri="{FF2B5EF4-FFF2-40B4-BE49-F238E27FC236}">
                  <a16:creationId xmlns:a16="http://schemas.microsoft.com/office/drawing/2014/main" id="{9BD66F53-02F8-0245-5342-5DB7E16F73E5}"/>
                </a:ext>
              </a:extLst>
            </p:cNvPr>
            <p:cNvCxnSpPr>
              <a:cxnSpLocks/>
              <a:stCxn id="74" idx="2"/>
              <a:endCxn id="57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8" name="Text Box 82">
              <a:extLst>
                <a:ext uri="{FF2B5EF4-FFF2-40B4-BE49-F238E27FC236}">
                  <a16:creationId xmlns:a16="http://schemas.microsoft.com/office/drawing/2014/main" id="{2E6CCE68-4D26-3E46-3B4B-C83A7CA526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57" name="Rectangle 83">
              <a:extLst>
                <a:ext uri="{FF2B5EF4-FFF2-40B4-BE49-F238E27FC236}">
                  <a16:creationId xmlns:a16="http://schemas.microsoft.com/office/drawing/2014/main" id="{6C69CBA5-6820-2D85-A9E6-F0D687810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4" name="AutoShape 50">
              <a:extLst>
                <a:ext uri="{FF2B5EF4-FFF2-40B4-BE49-F238E27FC236}">
                  <a16:creationId xmlns:a16="http://schemas.microsoft.com/office/drawing/2014/main" id="{4BCB37B3-246C-B80E-0B3B-27CE4BD5E8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A742F8FD-B8DE-99D1-3A56-9FF3B4EC2CF2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AA661F45-9377-AAD5-8921-3D60F173FBBC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1" name="AutoShape 50">
              <a:extLst>
                <a:ext uri="{FF2B5EF4-FFF2-40B4-BE49-F238E27FC236}">
                  <a16:creationId xmlns:a16="http://schemas.microsoft.com/office/drawing/2014/main" id="{7FBB79BE-5472-26D3-14BB-4674C5C0A19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66" name="Textfeld 169">
            <a:extLst>
              <a:ext uri="{FF2B5EF4-FFF2-40B4-BE49-F238E27FC236}">
                <a16:creationId xmlns:a16="http://schemas.microsoft.com/office/drawing/2014/main" id="{7A66C475-C575-3B52-6A3D-CB34A715C6E5}"/>
              </a:ext>
            </a:extLst>
          </p:cNvPr>
          <p:cNvSpPr txBox="1"/>
          <p:nvPr/>
        </p:nvSpPr>
        <p:spPr>
          <a:xfrm>
            <a:off x="6705005" y="146521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68" name="Textfeld 169">
            <a:extLst>
              <a:ext uri="{FF2B5EF4-FFF2-40B4-BE49-F238E27FC236}">
                <a16:creationId xmlns:a16="http://schemas.microsoft.com/office/drawing/2014/main" id="{9282EF4C-19BB-40F8-96CB-B9980AB3981C}"/>
              </a:ext>
            </a:extLst>
          </p:cNvPr>
          <p:cNvSpPr txBox="1"/>
          <p:nvPr/>
        </p:nvSpPr>
        <p:spPr>
          <a:xfrm>
            <a:off x="9472891" y="1889133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69" name="Textfeld 169">
            <a:extLst>
              <a:ext uri="{FF2B5EF4-FFF2-40B4-BE49-F238E27FC236}">
                <a16:creationId xmlns:a16="http://schemas.microsoft.com/office/drawing/2014/main" id="{C360610D-FC9F-4055-0CFF-58ECA127EB77}"/>
              </a:ext>
            </a:extLst>
          </p:cNvPr>
          <p:cNvSpPr txBox="1"/>
          <p:nvPr/>
        </p:nvSpPr>
        <p:spPr>
          <a:xfrm>
            <a:off x="9759558" y="163389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15B3519F-5A9B-181D-818C-0019A1D6B38B}"/>
              </a:ext>
            </a:extLst>
          </p:cNvPr>
          <p:cNvGrpSpPr/>
          <p:nvPr/>
        </p:nvGrpSpPr>
        <p:grpSpPr>
          <a:xfrm>
            <a:off x="10045448" y="1701841"/>
            <a:ext cx="1410052" cy="412750"/>
            <a:chOff x="6133049" y="1935065"/>
            <a:chExt cx="1410052" cy="412750"/>
          </a:xfrm>
        </p:grpSpPr>
        <p:sp>
          <p:nvSpPr>
            <p:cNvPr id="121" name="Text Box 82">
              <a:extLst>
                <a:ext uri="{FF2B5EF4-FFF2-40B4-BE49-F238E27FC236}">
                  <a16:creationId xmlns:a16="http://schemas.microsoft.com/office/drawing/2014/main" id="{DB97B62D-7852-1951-5753-9C8B3D4A7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23" name="Rectangle 83">
              <a:extLst>
                <a:ext uri="{FF2B5EF4-FFF2-40B4-BE49-F238E27FC236}">
                  <a16:creationId xmlns:a16="http://schemas.microsoft.com/office/drawing/2014/main" id="{BF5759FB-D2C0-3651-529A-95B580D842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4" name="Textfeld 169">
              <a:extLst>
                <a:ext uri="{FF2B5EF4-FFF2-40B4-BE49-F238E27FC236}">
                  <a16:creationId xmlns:a16="http://schemas.microsoft.com/office/drawing/2014/main" id="{67432E70-327C-5769-D573-FF8AA74DAFF9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5" name="Textfeld 169">
              <a:extLst>
                <a:ext uri="{FF2B5EF4-FFF2-40B4-BE49-F238E27FC236}">
                  <a16:creationId xmlns:a16="http://schemas.microsoft.com/office/drawing/2014/main" id="{C8B76388-0F8E-C1DE-3B10-A902B3179C02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5C9F63D6-6797-9E22-329B-792FA6544F76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0" name="Textfeld 169">
              <a:extLst>
                <a:ext uri="{FF2B5EF4-FFF2-40B4-BE49-F238E27FC236}">
                  <a16:creationId xmlns:a16="http://schemas.microsoft.com/office/drawing/2014/main" id="{95D28428-8C6A-10F6-4129-8E98A8E7D605}"/>
                </a:ext>
              </a:extLst>
            </p:cNvPr>
            <p:cNvSpPr txBox="1"/>
            <p:nvPr/>
          </p:nvSpPr>
          <p:spPr>
            <a:xfrm>
              <a:off x="7244743" y="198475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1" name="Textfeld 169">
              <a:extLst>
                <a:ext uri="{FF2B5EF4-FFF2-40B4-BE49-F238E27FC236}">
                  <a16:creationId xmlns:a16="http://schemas.microsoft.com/office/drawing/2014/main" id="{70AB998D-93B2-4237-B4A2-12065D6F97BE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01" name="Textfeld 169">
            <a:extLst>
              <a:ext uri="{FF2B5EF4-FFF2-40B4-BE49-F238E27FC236}">
                <a16:creationId xmlns:a16="http://schemas.microsoft.com/office/drawing/2014/main" id="{08611245-C212-9B72-1629-BF3A342CBB74}"/>
              </a:ext>
            </a:extLst>
          </p:cNvPr>
          <p:cNvSpPr txBox="1"/>
          <p:nvPr/>
        </p:nvSpPr>
        <p:spPr>
          <a:xfrm>
            <a:off x="6972380" y="2073216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02" name="Textfeld 169">
            <a:extLst>
              <a:ext uri="{FF2B5EF4-FFF2-40B4-BE49-F238E27FC236}">
                <a16:creationId xmlns:a16="http://schemas.microsoft.com/office/drawing/2014/main" id="{F6EB8E70-FBFE-2B71-EA44-942975F5B5A0}"/>
              </a:ext>
            </a:extLst>
          </p:cNvPr>
          <p:cNvSpPr txBox="1"/>
          <p:nvPr/>
        </p:nvSpPr>
        <p:spPr>
          <a:xfrm>
            <a:off x="6382940" y="2070853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04" name="Textfeld 169">
            <a:extLst>
              <a:ext uri="{FF2B5EF4-FFF2-40B4-BE49-F238E27FC236}">
                <a16:creationId xmlns:a16="http://schemas.microsoft.com/office/drawing/2014/main" id="{5BC84E8F-A35F-A352-1E52-E02675B7D1FB}"/>
              </a:ext>
            </a:extLst>
          </p:cNvPr>
          <p:cNvSpPr txBox="1"/>
          <p:nvPr/>
        </p:nvSpPr>
        <p:spPr>
          <a:xfrm>
            <a:off x="7024160" y="33970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5" name="Textfeld 169">
            <a:extLst>
              <a:ext uri="{FF2B5EF4-FFF2-40B4-BE49-F238E27FC236}">
                <a16:creationId xmlns:a16="http://schemas.microsoft.com/office/drawing/2014/main" id="{702B0F8E-D738-AD6F-1862-AD36BE633553}"/>
              </a:ext>
            </a:extLst>
          </p:cNvPr>
          <p:cNvSpPr txBox="1"/>
          <p:nvPr/>
        </p:nvSpPr>
        <p:spPr>
          <a:xfrm>
            <a:off x="7015763" y="435313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9" name="Textfeld 169">
            <a:extLst>
              <a:ext uri="{FF2B5EF4-FFF2-40B4-BE49-F238E27FC236}">
                <a16:creationId xmlns:a16="http://schemas.microsoft.com/office/drawing/2014/main" id="{76D7673B-AF82-00F2-8198-406F547CA2EA}"/>
              </a:ext>
            </a:extLst>
          </p:cNvPr>
          <p:cNvSpPr txBox="1"/>
          <p:nvPr/>
        </p:nvSpPr>
        <p:spPr>
          <a:xfrm>
            <a:off x="7663059" y="3797537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10" name="Textfeld 169">
            <a:extLst>
              <a:ext uri="{FF2B5EF4-FFF2-40B4-BE49-F238E27FC236}">
                <a16:creationId xmlns:a16="http://schemas.microsoft.com/office/drawing/2014/main" id="{DB071100-D853-40E9-1BD9-36E255024260}"/>
              </a:ext>
            </a:extLst>
          </p:cNvPr>
          <p:cNvSpPr txBox="1"/>
          <p:nvPr/>
        </p:nvSpPr>
        <p:spPr>
          <a:xfrm>
            <a:off x="7943693" y="384770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375561C5-77E1-02C4-9FE4-EDB9F8608322}"/>
              </a:ext>
            </a:extLst>
          </p:cNvPr>
          <p:cNvGrpSpPr/>
          <p:nvPr/>
        </p:nvGrpSpPr>
        <p:grpSpPr>
          <a:xfrm>
            <a:off x="8234626" y="2747559"/>
            <a:ext cx="1415104" cy="712691"/>
            <a:chOff x="4164286" y="2980783"/>
            <a:chExt cx="1415104" cy="712691"/>
          </a:xfrm>
        </p:grpSpPr>
        <p:grpSp>
          <p:nvGrpSpPr>
            <p:cNvPr id="115" name="Group 87">
              <a:extLst>
                <a:ext uri="{FF2B5EF4-FFF2-40B4-BE49-F238E27FC236}">
                  <a16:creationId xmlns:a16="http://schemas.microsoft.com/office/drawing/2014/main" id="{9235F5D3-5A12-B93E-A970-0DFF852505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117" name="Text Box 82">
                <a:extLst>
                  <a:ext uri="{FF2B5EF4-FFF2-40B4-BE49-F238E27FC236}">
                    <a16:creationId xmlns:a16="http://schemas.microsoft.com/office/drawing/2014/main" id="{6364B172-4927-CA14-8041-03FD85DB24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18" name="Rectangle 83">
                <a:extLst>
                  <a:ext uri="{FF2B5EF4-FFF2-40B4-BE49-F238E27FC236}">
                    <a16:creationId xmlns:a16="http://schemas.microsoft.com/office/drawing/2014/main" id="{ABA119B7-07A6-01C7-76FA-824327710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16" name="AutoShape 37">
              <a:extLst>
                <a:ext uri="{FF2B5EF4-FFF2-40B4-BE49-F238E27FC236}">
                  <a16:creationId xmlns:a16="http://schemas.microsoft.com/office/drawing/2014/main" id="{5708A57A-2241-BE1F-2238-61CC96523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113" name="Textfeld 169">
              <a:extLst>
                <a:ext uri="{FF2B5EF4-FFF2-40B4-BE49-F238E27FC236}">
                  <a16:creationId xmlns:a16="http://schemas.microsoft.com/office/drawing/2014/main" id="{3FDBF117-AC16-0CE1-E857-A2C897DBAF22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0" name="Textfeld 169">
              <a:extLst>
                <a:ext uri="{FF2B5EF4-FFF2-40B4-BE49-F238E27FC236}">
                  <a16:creationId xmlns:a16="http://schemas.microsoft.com/office/drawing/2014/main" id="{62505F43-22F5-C76F-72BD-A546837054CE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5" name="Textfeld 169">
            <a:extLst>
              <a:ext uri="{FF2B5EF4-FFF2-40B4-BE49-F238E27FC236}">
                <a16:creationId xmlns:a16="http://schemas.microsoft.com/office/drawing/2014/main" id="{7F28EFBB-45F7-626C-3B51-7E592B2F483A}"/>
              </a:ext>
            </a:extLst>
          </p:cNvPr>
          <p:cNvSpPr txBox="1"/>
          <p:nvPr/>
        </p:nvSpPr>
        <p:spPr>
          <a:xfrm>
            <a:off x="10237481" y="2157471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67" name="Gruppieren 166">
            <a:extLst>
              <a:ext uri="{FF2B5EF4-FFF2-40B4-BE49-F238E27FC236}">
                <a16:creationId xmlns:a16="http://schemas.microsoft.com/office/drawing/2014/main" id="{B7C03D2D-AC68-2259-7EE6-C3530266FFF7}"/>
              </a:ext>
            </a:extLst>
          </p:cNvPr>
          <p:cNvGrpSpPr/>
          <p:nvPr/>
        </p:nvGrpSpPr>
        <p:grpSpPr>
          <a:xfrm>
            <a:off x="10043065" y="3434045"/>
            <a:ext cx="1414463" cy="671747"/>
            <a:chOff x="6130666" y="3341842"/>
            <a:chExt cx="1414463" cy="671747"/>
          </a:xfrm>
        </p:grpSpPr>
        <p:sp>
          <p:nvSpPr>
            <p:cNvPr id="107" name="Text Box 82">
              <a:extLst>
                <a:ext uri="{FF2B5EF4-FFF2-40B4-BE49-F238E27FC236}">
                  <a16:creationId xmlns:a16="http://schemas.microsoft.com/office/drawing/2014/main" id="{89B7DD98-5465-6A8B-D0B9-3D67263988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08" name="Rectangle 83">
              <a:extLst>
                <a:ext uri="{FF2B5EF4-FFF2-40B4-BE49-F238E27FC236}">
                  <a16:creationId xmlns:a16="http://schemas.microsoft.com/office/drawing/2014/main" id="{6344571D-9725-529C-61F1-398BAB5C6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3" name="AutoShape 50">
              <a:extLst>
                <a:ext uri="{FF2B5EF4-FFF2-40B4-BE49-F238E27FC236}">
                  <a16:creationId xmlns:a16="http://schemas.microsoft.com/office/drawing/2014/main" id="{66FEB1FD-044A-6BAA-171B-172122658BE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6" name="Textfeld 169">
              <a:extLst>
                <a:ext uri="{FF2B5EF4-FFF2-40B4-BE49-F238E27FC236}">
                  <a16:creationId xmlns:a16="http://schemas.microsoft.com/office/drawing/2014/main" id="{3B1220EA-3474-1410-3E4B-D09C4774D7C4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74" name="Textfeld 169">
            <a:extLst>
              <a:ext uri="{FF2B5EF4-FFF2-40B4-BE49-F238E27FC236}">
                <a16:creationId xmlns:a16="http://schemas.microsoft.com/office/drawing/2014/main" id="{F8379769-3C79-2C5E-AD2F-30A7EAEB5323}"/>
              </a:ext>
            </a:extLst>
          </p:cNvPr>
          <p:cNvSpPr txBox="1"/>
          <p:nvPr/>
        </p:nvSpPr>
        <p:spPr>
          <a:xfrm>
            <a:off x="9760490" y="337559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5" name="Textfeld 169">
            <a:extLst>
              <a:ext uri="{FF2B5EF4-FFF2-40B4-BE49-F238E27FC236}">
                <a16:creationId xmlns:a16="http://schemas.microsoft.com/office/drawing/2014/main" id="{86C41B41-D4C4-E842-32F0-98AD32F355D9}"/>
              </a:ext>
            </a:extLst>
          </p:cNvPr>
          <p:cNvSpPr txBox="1"/>
          <p:nvPr/>
        </p:nvSpPr>
        <p:spPr>
          <a:xfrm>
            <a:off x="10697506" y="317708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7" name="Textfeld 169">
            <a:extLst>
              <a:ext uri="{FF2B5EF4-FFF2-40B4-BE49-F238E27FC236}">
                <a16:creationId xmlns:a16="http://schemas.microsoft.com/office/drawing/2014/main" id="{EFE19DE9-0B1E-4076-A166-58225CAFF176}"/>
              </a:ext>
            </a:extLst>
          </p:cNvPr>
          <p:cNvSpPr txBox="1"/>
          <p:nvPr/>
        </p:nvSpPr>
        <p:spPr>
          <a:xfrm>
            <a:off x="10715990" y="4101805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78" name="Textfeld 169">
            <a:extLst>
              <a:ext uri="{FF2B5EF4-FFF2-40B4-BE49-F238E27FC236}">
                <a16:creationId xmlns:a16="http://schemas.microsoft.com/office/drawing/2014/main" id="{7B494332-8610-3D5B-6FB4-4DBD6CABC7E6}"/>
              </a:ext>
            </a:extLst>
          </p:cNvPr>
          <p:cNvSpPr txBox="1"/>
          <p:nvPr/>
        </p:nvSpPr>
        <p:spPr>
          <a:xfrm>
            <a:off x="9423359" y="311439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79" name="Textfeld 169">
            <a:extLst>
              <a:ext uri="{FF2B5EF4-FFF2-40B4-BE49-F238E27FC236}">
                <a16:creationId xmlns:a16="http://schemas.microsoft.com/office/drawing/2014/main" id="{48661ED5-BA68-EBF3-8607-19C54C044862}"/>
              </a:ext>
            </a:extLst>
          </p:cNvPr>
          <p:cNvSpPr txBox="1"/>
          <p:nvPr/>
        </p:nvSpPr>
        <p:spPr>
          <a:xfrm>
            <a:off x="10716556" y="218684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8" name="Textfeld 187">
            <a:extLst>
              <a:ext uri="{FF2B5EF4-FFF2-40B4-BE49-F238E27FC236}">
                <a16:creationId xmlns:a16="http://schemas.microsoft.com/office/drawing/2014/main" id="{0F4664C9-38E2-89A3-CD02-A231130E1A01}"/>
              </a:ext>
            </a:extLst>
          </p:cNvPr>
          <p:cNvSpPr txBox="1"/>
          <p:nvPr/>
        </p:nvSpPr>
        <p:spPr>
          <a:xfrm>
            <a:off x="10121169" y="4979921"/>
            <a:ext cx="19983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e.g., Diesel 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as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Fluid in l/s &lt;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Int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&gt;</a:t>
            </a:r>
            <a:endParaRPr lang="de-DE" dirty="0"/>
          </a:p>
        </p:txBody>
      </p:sp>
      <p:sp>
        <p:nvSpPr>
          <p:cNvPr id="195" name="Textfeld 194">
            <a:extLst>
              <a:ext uri="{FF2B5EF4-FFF2-40B4-BE49-F238E27FC236}">
                <a16:creationId xmlns:a16="http://schemas.microsoft.com/office/drawing/2014/main" id="{D74C2742-7972-3379-324A-EC02FFED322D}"/>
              </a:ext>
            </a:extLst>
          </p:cNvPr>
          <p:cNvSpPr txBox="1"/>
          <p:nvPr/>
        </p:nvSpPr>
        <p:spPr>
          <a:xfrm>
            <a:off x="8799394" y="4987485"/>
            <a:ext cx="12186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Material,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Data,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Energy</a:t>
            </a:r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277481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DD9BD00-0882-B499-939C-44D4760205A1}"/>
              </a:ext>
            </a:extLst>
          </p:cNvPr>
          <p:cNvSpPr/>
          <p:nvPr/>
        </p:nvSpPr>
        <p:spPr bwMode="auto">
          <a:xfrm>
            <a:off x="11518900" y="3758025"/>
            <a:ext cx="374885" cy="1225550"/>
          </a:xfrm>
          <a:custGeom>
            <a:avLst/>
            <a:gdLst>
              <a:gd name="connsiteX0" fmla="*/ 44450 w 374885"/>
              <a:gd name="connsiteY0" fmla="*/ 1225550 h 1225550"/>
              <a:gd name="connsiteX1" fmla="*/ 374650 w 374885"/>
              <a:gd name="connsiteY1" fmla="*/ 571500 h 1225550"/>
              <a:gd name="connsiteX2" fmla="*/ 0 w 374885"/>
              <a:gd name="connsiteY2" fmla="*/ 0 h 122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4885" h="1225550">
                <a:moveTo>
                  <a:pt x="44450" y="1225550"/>
                </a:moveTo>
                <a:cubicBezTo>
                  <a:pt x="213254" y="1000654"/>
                  <a:pt x="382058" y="775758"/>
                  <a:pt x="374650" y="571500"/>
                </a:cubicBezTo>
                <a:cubicBezTo>
                  <a:pt x="367242" y="367242"/>
                  <a:pt x="183621" y="183621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70B0CA57-B685-838B-8E88-F171C0E9660F}"/>
              </a:ext>
            </a:extLst>
          </p:cNvPr>
          <p:cNvSpPr/>
          <p:nvPr/>
        </p:nvSpPr>
        <p:spPr bwMode="auto">
          <a:xfrm>
            <a:off x="9317569" y="4608925"/>
            <a:ext cx="677331" cy="463550"/>
          </a:xfrm>
          <a:custGeom>
            <a:avLst/>
            <a:gdLst>
              <a:gd name="connsiteX0" fmla="*/ 55031 w 677331"/>
              <a:gd name="connsiteY0" fmla="*/ 463550 h 463550"/>
              <a:gd name="connsiteX1" fmla="*/ 61381 w 677331"/>
              <a:gd name="connsiteY1" fmla="*/ 133350 h 463550"/>
              <a:gd name="connsiteX2" fmla="*/ 677331 w 677331"/>
              <a:gd name="connsiteY2" fmla="*/ 0 h 46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331" h="463550">
                <a:moveTo>
                  <a:pt x="55031" y="463550"/>
                </a:moveTo>
                <a:cubicBezTo>
                  <a:pt x="6347" y="337079"/>
                  <a:pt x="-42336" y="210608"/>
                  <a:pt x="61381" y="133350"/>
                </a:cubicBezTo>
                <a:cubicBezTo>
                  <a:pt x="165098" y="56092"/>
                  <a:pt x="421214" y="28046"/>
                  <a:pt x="677331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131">
            <a:extLst>
              <a:ext uri="{FF2B5EF4-FFF2-40B4-BE49-F238E27FC236}">
                <a16:creationId xmlns:a16="http://schemas.microsoft.com/office/drawing/2014/main" id="{89ECDBD6-824D-5B6E-472C-B1A0051378B3}"/>
              </a:ext>
            </a:extLst>
          </p:cNvPr>
          <p:cNvSpPr txBox="1">
            <a:spLocks/>
          </p:cNvSpPr>
          <p:nvPr/>
        </p:nvSpPr>
        <p:spPr>
          <a:xfrm>
            <a:off x="384000" y="1236273"/>
            <a:ext cx="5957577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+mj-lt"/>
              </a:rPr>
              <a:t>Each port and each stream has a </a:t>
            </a:r>
            <a:r>
              <a:rPr lang="en-US" dirty="0">
                <a:solidFill>
                  <a:srgbClr val="00549F"/>
                </a:solidFill>
                <a:latin typeface="+mj-lt"/>
              </a:rPr>
              <a:t>type</a:t>
            </a:r>
          </a:p>
          <a:p>
            <a:pPr lvl="1"/>
            <a:r>
              <a:rPr lang="en-US" sz="1800" dirty="0">
                <a:latin typeface="+mj-lt"/>
              </a:rPr>
              <a:t>Ports and their streams are of the same type</a:t>
            </a:r>
          </a:p>
          <a:p>
            <a:endParaRPr lang="en-US" dirty="0">
              <a:solidFill>
                <a:srgbClr val="00549F"/>
              </a:solidFill>
              <a:latin typeface="Trebuchet MS" panose="020B0603020202020204" pitchFamily="34" charset="0"/>
            </a:endParaRPr>
          </a:p>
          <a:p>
            <a:r>
              <a:rPr lang="en-US" dirty="0">
                <a:solidFill>
                  <a:srgbClr val="00549F"/>
                </a:solidFill>
                <a:latin typeface="Trebuchet MS" panose="020B0603020202020204" pitchFamily="34" charset="0"/>
              </a:rPr>
              <a:t>Stream</a:t>
            </a:r>
            <a:r>
              <a:rPr lang="en-US" dirty="0">
                <a:latin typeface="+mj-lt"/>
              </a:rPr>
              <a:t> is intentionally under-specified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Output ports “produce” data, input ports “consume” 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it. Data is therefore associated with output ports 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and only indirectly with input ports</a:t>
            </a:r>
          </a:p>
          <a:p>
            <a:pPr lvl="1"/>
            <a:r>
              <a:rPr lang="en-US" dirty="0">
                <a:latin typeface="+mj-lt"/>
              </a:rPr>
              <a:t>Only exception: data is also present at the outermost input ports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Data in streams can be multi-dimensional</a:t>
            </a:r>
          </a:p>
          <a:p>
            <a:endParaRPr lang="en-US" dirty="0">
              <a:latin typeface="+mj-lt"/>
            </a:endParaRPr>
          </a:p>
          <a:p>
            <a:endParaRPr lang="en-US" dirty="0">
              <a:latin typeface="+mj-lt"/>
            </a:endParaRPr>
          </a:p>
        </p:txBody>
      </p:sp>
      <p:sp>
        <p:nvSpPr>
          <p:cNvPr id="7" name="Textfeld 44">
            <a:extLst>
              <a:ext uri="{FF2B5EF4-FFF2-40B4-BE49-F238E27FC236}">
                <a16:creationId xmlns:a16="http://schemas.microsoft.com/office/drawing/2014/main" id="{17B2A8AD-7256-5245-0156-AEFE56B5E376}"/>
              </a:ext>
            </a:extLst>
          </p:cNvPr>
          <p:cNvSpPr txBox="1"/>
          <p:nvPr/>
        </p:nvSpPr>
        <p:spPr>
          <a:xfrm>
            <a:off x="5166526" y="2184077"/>
            <a:ext cx="1305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port object</a:t>
            </a:r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E6F64434-E633-8F9D-4CFB-5A18068867F8}"/>
              </a:ext>
            </a:extLst>
          </p:cNvPr>
          <p:cNvSpPr/>
          <p:nvPr/>
        </p:nvSpPr>
        <p:spPr>
          <a:xfrm>
            <a:off x="6071936" y="2354596"/>
            <a:ext cx="545123" cy="258791"/>
          </a:xfrm>
          <a:custGeom>
            <a:avLst/>
            <a:gdLst>
              <a:gd name="connsiteX0" fmla="*/ 0 w 545123"/>
              <a:gd name="connsiteY0" fmla="*/ 257908 h 258791"/>
              <a:gd name="connsiteX1" fmla="*/ 281354 w 545123"/>
              <a:gd name="connsiteY1" fmla="*/ 246185 h 258791"/>
              <a:gd name="connsiteX2" fmla="*/ 480646 w 545123"/>
              <a:gd name="connsiteY2" fmla="*/ 169985 h 258791"/>
              <a:gd name="connsiteX3" fmla="*/ 545123 w 545123"/>
              <a:gd name="connsiteY3" fmla="*/ 0 h 258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5123" h="258791">
                <a:moveTo>
                  <a:pt x="0" y="257908"/>
                </a:moveTo>
                <a:cubicBezTo>
                  <a:pt x="100623" y="259373"/>
                  <a:pt x="201247" y="260839"/>
                  <a:pt x="281354" y="246185"/>
                </a:cubicBezTo>
                <a:cubicBezTo>
                  <a:pt x="361461" y="231531"/>
                  <a:pt x="436685" y="211016"/>
                  <a:pt x="480646" y="169985"/>
                </a:cubicBezTo>
                <a:cubicBezTo>
                  <a:pt x="524607" y="128954"/>
                  <a:pt x="534865" y="64477"/>
                  <a:pt x="545123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feld 44">
            <a:extLst>
              <a:ext uri="{FF2B5EF4-FFF2-40B4-BE49-F238E27FC236}">
                <a16:creationId xmlns:a16="http://schemas.microsoft.com/office/drawing/2014/main" id="{0BBFAED8-E268-7CC9-C076-09887EFB89EE}"/>
              </a:ext>
            </a:extLst>
          </p:cNvPr>
          <p:cNvSpPr txBox="1"/>
          <p:nvPr/>
        </p:nvSpPr>
        <p:spPr>
          <a:xfrm>
            <a:off x="6343558" y="811492"/>
            <a:ext cx="200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OCL: tree structure</a:t>
            </a:r>
          </a:p>
        </p:txBody>
      </p:sp>
      <p:sp>
        <p:nvSpPr>
          <p:cNvPr id="16" name="Freihandform: Form 15">
            <a:extLst>
              <a:ext uri="{FF2B5EF4-FFF2-40B4-BE49-F238E27FC236}">
                <a16:creationId xmlns:a16="http://schemas.microsoft.com/office/drawing/2014/main" id="{358FF456-DFEE-D7DC-E393-AD4F86641A86}"/>
              </a:ext>
            </a:extLst>
          </p:cNvPr>
          <p:cNvSpPr/>
          <p:nvPr/>
        </p:nvSpPr>
        <p:spPr>
          <a:xfrm>
            <a:off x="6221418" y="1085263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feld 44">
            <a:extLst>
              <a:ext uri="{FF2B5EF4-FFF2-40B4-BE49-F238E27FC236}">
                <a16:creationId xmlns:a16="http://schemas.microsoft.com/office/drawing/2014/main" id="{4D42BBD1-5514-2049-0F02-604D736681E3}"/>
              </a:ext>
            </a:extLst>
          </p:cNvPr>
          <p:cNvSpPr txBox="1"/>
          <p:nvPr/>
        </p:nvSpPr>
        <p:spPr>
          <a:xfrm>
            <a:off x="7917513" y="1967631"/>
            <a:ext cx="19144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Values can be multi-dimensional</a:t>
            </a:r>
          </a:p>
        </p:txBody>
      </p:sp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33CCE1E2-8AAC-1BBA-EC46-D987B10AFBB7}"/>
              </a:ext>
            </a:extLst>
          </p:cNvPr>
          <p:cNvSpPr/>
          <p:nvPr/>
        </p:nvSpPr>
        <p:spPr bwMode="auto">
          <a:xfrm>
            <a:off x="6076950" y="2339340"/>
            <a:ext cx="1089660" cy="391125"/>
          </a:xfrm>
          <a:custGeom>
            <a:avLst/>
            <a:gdLst>
              <a:gd name="connsiteX0" fmla="*/ 0 w 1089660"/>
              <a:gd name="connsiteY0" fmla="*/ 369570 h 391125"/>
              <a:gd name="connsiteX1" fmla="*/ 864870 w 1089660"/>
              <a:gd name="connsiteY1" fmla="*/ 350520 h 391125"/>
              <a:gd name="connsiteX2" fmla="*/ 1089660 w 1089660"/>
              <a:gd name="connsiteY2" fmla="*/ 0 h 391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9660" h="391125">
                <a:moveTo>
                  <a:pt x="0" y="369570"/>
                </a:moveTo>
                <a:cubicBezTo>
                  <a:pt x="341630" y="390842"/>
                  <a:pt x="683260" y="412115"/>
                  <a:pt x="864870" y="350520"/>
                </a:cubicBezTo>
                <a:cubicBezTo>
                  <a:pt x="1046480" y="288925"/>
                  <a:pt x="1068070" y="144462"/>
                  <a:pt x="10896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CCF4947-F0A4-50F8-B261-40234925D4E1}"/>
              </a:ext>
            </a:extLst>
          </p:cNvPr>
          <p:cNvSpPr/>
          <p:nvPr/>
        </p:nvSpPr>
        <p:spPr bwMode="auto">
          <a:xfrm>
            <a:off x="6403895" y="253490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6140065-CE66-A407-2068-6AF03E2AE1F4}"/>
              </a:ext>
            </a:extLst>
          </p:cNvPr>
          <p:cNvSpPr/>
          <p:nvPr/>
        </p:nvSpPr>
        <p:spPr bwMode="auto">
          <a:xfrm>
            <a:off x="6410009" y="269122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A5F2A3F-B659-2B1D-A0DA-98B6129E794F}"/>
              </a:ext>
            </a:extLst>
          </p:cNvPr>
          <p:cNvSpPr/>
          <p:nvPr/>
        </p:nvSpPr>
        <p:spPr bwMode="auto">
          <a:xfrm>
            <a:off x="6969820" y="261710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5" name="Verbinder: gewinkelt 87">
            <a:extLst>
              <a:ext uri="{FF2B5EF4-FFF2-40B4-BE49-F238E27FC236}">
                <a16:creationId xmlns:a16="http://schemas.microsoft.com/office/drawing/2014/main" id="{7B30A56A-863D-F485-DE66-7EE3C1D1DBB8}"/>
              </a:ext>
            </a:extLst>
          </p:cNvPr>
          <p:cNvCxnSpPr>
            <a:cxnSpLocks/>
            <a:stCxn id="76" idx="2"/>
            <a:endCxn id="88" idx="1"/>
          </p:cNvCxnSpPr>
          <p:nvPr/>
        </p:nvCxnSpPr>
        <p:spPr>
          <a:xfrm rot="16200000" flipH="1">
            <a:off x="6361790" y="2751235"/>
            <a:ext cx="1519293" cy="248986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36" name="Freihandform: Form 35">
            <a:extLst>
              <a:ext uri="{FF2B5EF4-FFF2-40B4-BE49-F238E27FC236}">
                <a16:creationId xmlns:a16="http://schemas.microsoft.com/office/drawing/2014/main" id="{45DBABB6-7F7F-5763-F183-93D8B37C3068}"/>
              </a:ext>
            </a:extLst>
          </p:cNvPr>
          <p:cNvSpPr/>
          <p:nvPr/>
        </p:nvSpPr>
        <p:spPr bwMode="auto">
          <a:xfrm>
            <a:off x="8899666" y="1752378"/>
            <a:ext cx="890510" cy="265398"/>
          </a:xfrm>
          <a:custGeom>
            <a:avLst/>
            <a:gdLst>
              <a:gd name="connsiteX0" fmla="*/ 61454 w 890510"/>
              <a:gd name="connsiteY0" fmla="*/ 265398 h 265398"/>
              <a:gd name="connsiteX1" fmla="*/ 85838 w 890510"/>
              <a:gd name="connsiteY1" fmla="*/ 21558 h 265398"/>
              <a:gd name="connsiteX2" fmla="*/ 890510 w 890510"/>
              <a:gd name="connsiteY2" fmla="*/ 27654 h 2653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0510" h="265398">
                <a:moveTo>
                  <a:pt x="61454" y="265398"/>
                </a:moveTo>
                <a:cubicBezTo>
                  <a:pt x="4558" y="163290"/>
                  <a:pt x="-52338" y="61182"/>
                  <a:pt x="85838" y="21558"/>
                </a:cubicBezTo>
                <a:cubicBezTo>
                  <a:pt x="224014" y="-18066"/>
                  <a:pt x="557262" y="4794"/>
                  <a:pt x="890510" y="27654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ihandform: Form 37">
            <a:extLst>
              <a:ext uri="{FF2B5EF4-FFF2-40B4-BE49-F238E27FC236}">
                <a16:creationId xmlns:a16="http://schemas.microsoft.com/office/drawing/2014/main" id="{A27B292F-8418-A5AA-0242-170338D3285F}"/>
              </a:ext>
            </a:extLst>
          </p:cNvPr>
          <p:cNvSpPr/>
          <p:nvPr/>
        </p:nvSpPr>
        <p:spPr bwMode="auto">
          <a:xfrm>
            <a:off x="9730740" y="2404110"/>
            <a:ext cx="693420" cy="229507"/>
          </a:xfrm>
          <a:custGeom>
            <a:avLst/>
            <a:gdLst>
              <a:gd name="connsiteX0" fmla="*/ 0 w 693420"/>
              <a:gd name="connsiteY0" fmla="*/ 64770 h 229507"/>
              <a:gd name="connsiteX1" fmla="*/ 567690 w 693420"/>
              <a:gd name="connsiteY1" fmla="*/ 228600 h 229507"/>
              <a:gd name="connsiteX2" fmla="*/ 693420 w 693420"/>
              <a:gd name="connsiteY2" fmla="*/ 0 h 229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3420" h="229507">
                <a:moveTo>
                  <a:pt x="0" y="64770"/>
                </a:moveTo>
                <a:cubicBezTo>
                  <a:pt x="226060" y="152082"/>
                  <a:pt x="452120" y="239395"/>
                  <a:pt x="567690" y="228600"/>
                </a:cubicBezTo>
                <a:cubicBezTo>
                  <a:pt x="683260" y="217805"/>
                  <a:pt x="688340" y="108902"/>
                  <a:pt x="6934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15EB11F-2A5A-4C99-4873-B95739AA028F}"/>
              </a:ext>
            </a:extLst>
          </p:cNvPr>
          <p:cNvSpPr/>
          <p:nvPr/>
        </p:nvSpPr>
        <p:spPr bwMode="auto">
          <a:xfrm>
            <a:off x="8861075" y="1884375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406CA2DA-F89E-2944-77D8-AE0C78C3EFEA}"/>
              </a:ext>
            </a:extLst>
          </p:cNvPr>
          <p:cNvSpPr/>
          <p:nvPr/>
        </p:nvSpPr>
        <p:spPr bwMode="auto">
          <a:xfrm>
            <a:off x="10265354" y="258344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27" name="Verbinder: gewinkelt 87">
            <a:extLst>
              <a:ext uri="{FF2B5EF4-FFF2-40B4-BE49-F238E27FC236}">
                <a16:creationId xmlns:a16="http://schemas.microsoft.com/office/drawing/2014/main" id="{86D099F0-2225-F6F5-AF06-B3681D86A972}"/>
              </a:ext>
            </a:extLst>
          </p:cNvPr>
          <p:cNvCxnSpPr>
            <a:cxnSpLocks/>
            <a:stCxn id="113" idx="3"/>
            <a:endCxn id="129" idx="2"/>
          </p:cNvCxnSpPr>
          <p:nvPr/>
        </p:nvCxnSpPr>
        <p:spPr>
          <a:xfrm flipV="1">
            <a:off x="9649730" y="2110245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CE70D65-9980-87B3-AB46-055BC15D88BF}"/>
              </a:ext>
            </a:extLst>
          </p:cNvPr>
          <p:cNvCxnSpPr>
            <a:cxnSpLocks/>
            <a:stCxn id="81" idx="2"/>
            <a:endCxn id="123" idx="1"/>
          </p:cNvCxnSpPr>
          <p:nvPr/>
        </p:nvCxnSpPr>
        <p:spPr>
          <a:xfrm flipV="1">
            <a:off x="7676983" y="1908216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1" name="Textfeld 44">
            <a:extLst>
              <a:ext uri="{FF2B5EF4-FFF2-40B4-BE49-F238E27FC236}">
                <a16:creationId xmlns:a16="http://schemas.microsoft.com/office/drawing/2014/main" id="{B1BEFFD0-23B1-DBD3-9958-A0C5C087FDFE}"/>
              </a:ext>
            </a:extLst>
          </p:cNvPr>
          <p:cNvSpPr txBox="1"/>
          <p:nvPr/>
        </p:nvSpPr>
        <p:spPr>
          <a:xfrm>
            <a:off x="8420672" y="1038276"/>
            <a:ext cx="2159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Time Series of Values</a:t>
            </a:r>
          </a:p>
        </p:txBody>
      </p:sp>
      <p:sp>
        <p:nvSpPr>
          <p:cNvPr id="42" name="Freihandform: Form 41">
            <a:extLst>
              <a:ext uri="{FF2B5EF4-FFF2-40B4-BE49-F238E27FC236}">
                <a16:creationId xmlns:a16="http://schemas.microsoft.com/office/drawing/2014/main" id="{5C25647C-1A1E-43BE-875E-847609E9149E}"/>
              </a:ext>
            </a:extLst>
          </p:cNvPr>
          <p:cNvSpPr/>
          <p:nvPr/>
        </p:nvSpPr>
        <p:spPr bwMode="auto">
          <a:xfrm>
            <a:off x="10546080" y="1159454"/>
            <a:ext cx="445268" cy="532186"/>
          </a:xfrm>
          <a:custGeom>
            <a:avLst/>
            <a:gdLst>
              <a:gd name="connsiteX0" fmla="*/ 0 w 445268"/>
              <a:gd name="connsiteY0" fmla="*/ 52126 h 532186"/>
              <a:gd name="connsiteX1" fmla="*/ 419100 w 445268"/>
              <a:gd name="connsiteY1" fmla="*/ 44506 h 532186"/>
              <a:gd name="connsiteX2" fmla="*/ 365760 w 445268"/>
              <a:gd name="connsiteY2" fmla="*/ 532186 h 532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45268" h="532186">
                <a:moveTo>
                  <a:pt x="0" y="52126"/>
                </a:moveTo>
                <a:cubicBezTo>
                  <a:pt x="179070" y="8311"/>
                  <a:pt x="358140" y="-35504"/>
                  <a:pt x="419100" y="44506"/>
                </a:cubicBezTo>
                <a:cubicBezTo>
                  <a:pt x="480060" y="124516"/>
                  <a:pt x="422910" y="328351"/>
                  <a:pt x="365760" y="53218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feld 44">
            <a:extLst>
              <a:ext uri="{FF2B5EF4-FFF2-40B4-BE49-F238E27FC236}">
                <a16:creationId xmlns:a16="http://schemas.microsoft.com/office/drawing/2014/main" id="{C704CFFB-686E-BCB9-3B48-DF54E85AC59C}"/>
              </a:ext>
            </a:extLst>
          </p:cNvPr>
          <p:cNvSpPr txBox="1"/>
          <p:nvPr/>
        </p:nvSpPr>
        <p:spPr>
          <a:xfrm>
            <a:off x="6618359" y="4847318"/>
            <a:ext cx="1779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Connector inside of a function</a:t>
            </a:r>
          </a:p>
        </p:txBody>
      </p:sp>
      <p:sp>
        <p:nvSpPr>
          <p:cNvPr id="49" name="Freihandform: Form 48">
            <a:extLst>
              <a:ext uri="{FF2B5EF4-FFF2-40B4-BE49-F238E27FC236}">
                <a16:creationId xmlns:a16="http://schemas.microsoft.com/office/drawing/2014/main" id="{2C43FE29-2F88-85F3-6730-6C72F27F806F}"/>
              </a:ext>
            </a:extLst>
          </p:cNvPr>
          <p:cNvSpPr/>
          <p:nvPr/>
        </p:nvSpPr>
        <p:spPr bwMode="auto">
          <a:xfrm>
            <a:off x="6622755" y="3999923"/>
            <a:ext cx="1279185" cy="861637"/>
          </a:xfrm>
          <a:custGeom>
            <a:avLst/>
            <a:gdLst>
              <a:gd name="connsiteX0" fmla="*/ 128565 w 1279185"/>
              <a:gd name="connsiteY0" fmla="*/ 861637 h 861637"/>
              <a:gd name="connsiteX1" fmla="*/ 105705 w 1279185"/>
              <a:gd name="connsiteY1" fmla="*/ 69157 h 861637"/>
              <a:gd name="connsiteX2" fmla="*/ 1279185 w 1279185"/>
              <a:gd name="connsiteY2" fmla="*/ 92017 h 861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79185" h="861637">
                <a:moveTo>
                  <a:pt x="128565" y="861637"/>
                </a:moveTo>
                <a:cubicBezTo>
                  <a:pt x="21250" y="529532"/>
                  <a:pt x="-86065" y="197427"/>
                  <a:pt x="105705" y="69157"/>
                </a:cubicBezTo>
                <a:cubicBezTo>
                  <a:pt x="297475" y="-59113"/>
                  <a:pt x="788330" y="16452"/>
                  <a:pt x="1279185" y="92017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61E045BE-5F3A-DD85-9FFA-838FC1BD1095}"/>
              </a:ext>
            </a:extLst>
          </p:cNvPr>
          <p:cNvSpPr/>
          <p:nvPr/>
        </p:nvSpPr>
        <p:spPr bwMode="auto">
          <a:xfrm>
            <a:off x="6623520" y="4560304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8" name="Verbinder: gewinkelt 87">
            <a:extLst>
              <a:ext uri="{FF2B5EF4-FFF2-40B4-BE49-F238E27FC236}">
                <a16:creationId xmlns:a16="http://schemas.microsoft.com/office/drawing/2014/main" id="{FB09C0AE-45B7-FED5-8D63-694C9B96404C}"/>
              </a:ext>
            </a:extLst>
          </p:cNvPr>
          <p:cNvCxnSpPr>
            <a:cxnSpLocks/>
            <a:stCxn id="75" idx="2"/>
            <a:endCxn id="98" idx="1"/>
          </p:cNvCxnSpPr>
          <p:nvPr/>
        </p:nvCxnSpPr>
        <p:spPr>
          <a:xfrm rot="16200000" flipH="1">
            <a:off x="5604036" y="2940297"/>
            <a:ext cx="2471651" cy="8137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7" name="Textfeld 169">
            <a:extLst>
              <a:ext uri="{FF2B5EF4-FFF2-40B4-BE49-F238E27FC236}">
                <a16:creationId xmlns:a16="http://schemas.microsoft.com/office/drawing/2014/main" id="{9A197C56-2A62-BFEA-3D56-7E227E92CF2D}"/>
              </a:ext>
            </a:extLst>
          </p:cNvPr>
          <p:cNvSpPr txBox="1"/>
          <p:nvPr/>
        </p:nvSpPr>
        <p:spPr>
          <a:xfrm>
            <a:off x="5596459" y="1406648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76358726-B9EA-2259-A6EA-ECE926CA7162}"/>
              </a:ext>
            </a:extLst>
          </p:cNvPr>
          <p:cNvSpPr txBox="1"/>
          <p:nvPr/>
        </p:nvSpPr>
        <p:spPr>
          <a:xfrm>
            <a:off x="9644327" y="26022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20" name="Textfeld 169">
            <a:extLst>
              <a:ext uri="{FF2B5EF4-FFF2-40B4-BE49-F238E27FC236}">
                <a16:creationId xmlns:a16="http://schemas.microsoft.com/office/drawing/2014/main" id="{D1BDEFD5-3A84-A1D5-7DC7-E0A2C95F40C3}"/>
              </a:ext>
            </a:extLst>
          </p:cNvPr>
          <p:cNvSpPr txBox="1"/>
          <p:nvPr/>
        </p:nvSpPr>
        <p:spPr>
          <a:xfrm>
            <a:off x="5252527" y="1884375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9" name="Textfeld 169">
            <a:extLst>
              <a:ext uri="{FF2B5EF4-FFF2-40B4-BE49-F238E27FC236}">
                <a16:creationId xmlns:a16="http://schemas.microsoft.com/office/drawing/2014/main" id="{78DB2BED-590F-B354-6578-B31F72EA8760}"/>
              </a:ext>
            </a:extLst>
          </p:cNvPr>
          <p:cNvSpPr txBox="1"/>
          <p:nvPr/>
        </p:nvSpPr>
        <p:spPr>
          <a:xfrm>
            <a:off x="7564260" y="1633895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</p:spTree>
    <p:extLst>
      <p:ext uri="{BB962C8B-B14F-4D97-AF65-F5344CB8AC3E}">
        <p14:creationId xmlns:p14="http://schemas.microsoft.com/office/powerpoint/2010/main" val="556232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 </a:t>
            </a:r>
            <a:r>
              <a:rPr lang="de-DE" dirty="0" err="1"/>
              <a:t>without</a:t>
            </a:r>
            <a:r>
              <a:rPr lang="de-DE" dirty="0"/>
              <a:t> Port Definition</a:t>
            </a:r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277481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5" name="Content Placeholder 131">
            <a:extLst>
              <a:ext uri="{FF2B5EF4-FFF2-40B4-BE49-F238E27FC236}">
                <a16:creationId xmlns:a16="http://schemas.microsoft.com/office/drawing/2014/main" id="{89ECDBD6-824D-5B6E-472C-B1A0051378B3}"/>
              </a:ext>
            </a:extLst>
          </p:cNvPr>
          <p:cNvSpPr txBox="1">
            <a:spLocks/>
          </p:cNvSpPr>
          <p:nvPr/>
        </p:nvSpPr>
        <p:spPr>
          <a:xfrm>
            <a:off x="384000" y="1236273"/>
            <a:ext cx="5957577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r>
              <a:rPr lang="en-US" dirty="0"/>
              <a:t>For (de-) coding of functional models </a:t>
            </a:r>
            <a:br>
              <a:rPr lang="en-US" dirty="0"/>
            </a:br>
            <a:r>
              <a:rPr lang="en-US" dirty="0"/>
              <a:t>(à la MontiArc)</a:t>
            </a:r>
          </a:p>
          <a:p>
            <a:endParaRPr lang="en-US" dirty="0"/>
          </a:p>
          <a:p>
            <a:r>
              <a:rPr lang="en-US" dirty="0"/>
              <a:t>Hierarchical </a:t>
            </a:r>
            <a:r>
              <a:rPr lang="en-US" dirty="0">
                <a:solidFill>
                  <a:srgbClr val="00549F"/>
                </a:solidFill>
              </a:rPr>
              <a:t>(de-) composition</a:t>
            </a:r>
            <a:r>
              <a:rPr lang="en-US" dirty="0"/>
              <a:t> possible</a:t>
            </a:r>
          </a:p>
          <a:p>
            <a:pPr lvl="1"/>
            <a:r>
              <a:rPr lang="en-US" sz="1800" dirty="0">
                <a:solidFill>
                  <a:srgbClr val="00549F"/>
                </a:solidFill>
              </a:rPr>
              <a:t>Composition</a:t>
            </a:r>
            <a:r>
              <a:rPr lang="en-US" sz="1800" dirty="0"/>
              <a:t> in a tree-structure (OCL)</a:t>
            </a:r>
          </a:p>
          <a:p>
            <a:pPr lvl="1"/>
            <a:r>
              <a:rPr lang="en-US" sz="1800" dirty="0">
                <a:solidFill>
                  <a:srgbClr val="00549F"/>
                </a:solidFill>
              </a:rPr>
              <a:t>Atomic</a:t>
            </a:r>
            <a:r>
              <a:rPr lang="en-US" sz="1800" dirty="0"/>
              <a:t> function</a:t>
            </a:r>
          </a:p>
          <a:p>
            <a:endParaRPr lang="en-US" dirty="0"/>
          </a:p>
          <a:p>
            <a:r>
              <a:rPr lang="en-US" strike="sngStrike" dirty="0"/>
              <a:t>Two ways of connecting two ports</a:t>
            </a:r>
          </a:p>
          <a:p>
            <a:pPr lvl="1"/>
            <a:r>
              <a:rPr lang="en-US" sz="1800" strike="sngStrike" dirty="0"/>
              <a:t>Inside of one function: association of </a:t>
            </a:r>
            <a:r>
              <a:rPr lang="en-US" sz="1800" strike="sngStrike" dirty="0">
                <a:solidFill>
                  <a:srgbClr val="00549F"/>
                </a:solidFill>
                <a:latin typeface="Trebuchet MS" panose="020B0603020202020204" pitchFamily="34" charset="0"/>
              </a:rPr>
              <a:t>Outport</a:t>
            </a:r>
            <a:r>
              <a:rPr lang="en-US" sz="1800" strike="sngStrike" dirty="0"/>
              <a:t> to </a:t>
            </a:r>
            <a:r>
              <a:rPr lang="en-US" sz="1800" strike="sngStrike" dirty="0">
                <a:solidFill>
                  <a:srgbClr val="00549F"/>
                </a:solidFill>
                <a:latin typeface="Trebuchet MS" panose="020B0603020202020204" pitchFamily="34" charset="0"/>
              </a:rPr>
              <a:t>Inport</a:t>
            </a:r>
          </a:p>
          <a:p>
            <a:pPr lvl="1"/>
            <a:r>
              <a:rPr lang="en-US" sz="1800" strike="sngStrike" dirty="0">
                <a:latin typeface="+mj-lt"/>
              </a:rPr>
              <a:t>Connection of an outer function with an inner function</a:t>
            </a:r>
            <a:r>
              <a:rPr lang="en-US" sz="1800" strike="sngStrike" dirty="0"/>
              <a:t>: </a:t>
            </a:r>
            <a:r>
              <a:rPr lang="en-US" sz="1800" strike="sngStrike" dirty="0">
                <a:solidFill>
                  <a:srgbClr val="00549F"/>
                </a:solidFill>
              </a:rPr>
              <a:t>use the same (shared) port object</a:t>
            </a:r>
          </a:p>
          <a:p>
            <a:pPr lvl="2"/>
            <a:r>
              <a:rPr lang="en-US" sz="1800" strike="sngStrike" dirty="0"/>
              <a:t>OCL: permit connection of ports of different type (Double -&gt; Integer) which leads to implicit type conversion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j-lt"/>
            </a:endParaRPr>
          </a:p>
        </p:txBody>
      </p: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C17D81C2-47F4-9A94-6E20-8498DA923451}"/>
              </a:ext>
            </a:extLst>
          </p:cNvPr>
          <p:cNvCxnSpPr>
            <a:cxnSpLocks/>
            <a:stCxn id="214" idx="2"/>
            <a:endCxn id="202" idx="0"/>
          </p:cNvCxnSpPr>
          <p:nvPr/>
        </p:nvCxnSpPr>
        <p:spPr>
          <a:xfrm>
            <a:off x="10700915" y="2400488"/>
            <a:ext cx="1" cy="11122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52" name="Textfeld 169">
            <a:extLst>
              <a:ext uri="{FF2B5EF4-FFF2-40B4-BE49-F238E27FC236}">
                <a16:creationId xmlns:a16="http://schemas.microsoft.com/office/drawing/2014/main" id="{755CE0E1-07ED-57D0-D250-AE2C1D7CBD16}"/>
              </a:ext>
            </a:extLst>
          </p:cNvPr>
          <p:cNvSpPr txBox="1"/>
          <p:nvPr/>
        </p:nvSpPr>
        <p:spPr>
          <a:xfrm>
            <a:off x="8200323" y="175110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53" name="Textfeld 169">
            <a:extLst>
              <a:ext uri="{FF2B5EF4-FFF2-40B4-BE49-F238E27FC236}">
                <a16:creationId xmlns:a16="http://schemas.microsoft.com/office/drawing/2014/main" id="{E92E338F-34C5-2CDB-4F66-E30111823ACD}"/>
              </a:ext>
            </a:extLst>
          </p:cNvPr>
          <p:cNvSpPr txBox="1"/>
          <p:nvPr/>
        </p:nvSpPr>
        <p:spPr>
          <a:xfrm>
            <a:off x="9454341" y="2178352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154" name="Textfeld 169">
            <a:extLst>
              <a:ext uri="{FF2B5EF4-FFF2-40B4-BE49-F238E27FC236}">
                <a16:creationId xmlns:a16="http://schemas.microsoft.com/office/drawing/2014/main" id="{1C5337C5-F956-22F6-A3B7-7D030ABA7D2B}"/>
              </a:ext>
            </a:extLst>
          </p:cNvPr>
          <p:cNvSpPr txBox="1"/>
          <p:nvPr/>
        </p:nvSpPr>
        <p:spPr>
          <a:xfrm>
            <a:off x="9721958" y="192136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55" name="Textfeld 169">
            <a:extLst>
              <a:ext uri="{FF2B5EF4-FFF2-40B4-BE49-F238E27FC236}">
                <a16:creationId xmlns:a16="http://schemas.microsoft.com/office/drawing/2014/main" id="{92F9E514-197E-EE46-B751-823A1000EE1A}"/>
              </a:ext>
            </a:extLst>
          </p:cNvPr>
          <p:cNvSpPr txBox="1"/>
          <p:nvPr/>
        </p:nvSpPr>
        <p:spPr>
          <a:xfrm>
            <a:off x="8463344" y="2571894"/>
            <a:ext cx="2633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56" name="Textfeld 169">
            <a:extLst>
              <a:ext uri="{FF2B5EF4-FFF2-40B4-BE49-F238E27FC236}">
                <a16:creationId xmlns:a16="http://schemas.microsoft.com/office/drawing/2014/main" id="{3F979A05-AFD9-4DF3-D57C-0B7481AF8BA6}"/>
              </a:ext>
            </a:extLst>
          </p:cNvPr>
          <p:cNvSpPr txBox="1"/>
          <p:nvPr/>
        </p:nvSpPr>
        <p:spPr>
          <a:xfrm>
            <a:off x="7871953" y="2571894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57" name="Textfeld 169">
            <a:extLst>
              <a:ext uri="{FF2B5EF4-FFF2-40B4-BE49-F238E27FC236}">
                <a16:creationId xmlns:a16="http://schemas.microsoft.com/office/drawing/2014/main" id="{C0D7769F-E508-39DE-269A-18FC6709209E}"/>
              </a:ext>
            </a:extLst>
          </p:cNvPr>
          <p:cNvSpPr txBox="1"/>
          <p:nvPr/>
        </p:nvSpPr>
        <p:spPr>
          <a:xfrm>
            <a:off x="8495755" y="32192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58" name="Textfeld 169">
            <a:extLst>
              <a:ext uri="{FF2B5EF4-FFF2-40B4-BE49-F238E27FC236}">
                <a16:creationId xmlns:a16="http://schemas.microsoft.com/office/drawing/2014/main" id="{5EA8D059-8FD6-3876-AFC1-398A667A45A1}"/>
              </a:ext>
            </a:extLst>
          </p:cNvPr>
          <p:cNvSpPr txBox="1"/>
          <p:nvPr/>
        </p:nvSpPr>
        <p:spPr>
          <a:xfrm>
            <a:off x="7867214" y="32192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59" name="Textfeld 169">
            <a:extLst>
              <a:ext uri="{FF2B5EF4-FFF2-40B4-BE49-F238E27FC236}">
                <a16:creationId xmlns:a16="http://schemas.microsoft.com/office/drawing/2014/main" id="{85DD496D-0119-CD3B-E96F-CDBCDAC948D4}"/>
              </a:ext>
            </a:extLst>
          </p:cNvPr>
          <p:cNvSpPr txBox="1"/>
          <p:nvPr/>
        </p:nvSpPr>
        <p:spPr>
          <a:xfrm>
            <a:off x="10231500" y="2375635"/>
            <a:ext cx="328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60" name="Textfeld 169">
            <a:extLst>
              <a:ext uri="{FF2B5EF4-FFF2-40B4-BE49-F238E27FC236}">
                <a16:creationId xmlns:a16="http://schemas.microsoft.com/office/drawing/2014/main" id="{999C988E-3F34-8417-15B9-1F0D3675E563}"/>
              </a:ext>
            </a:extLst>
          </p:cNvPr>
          <p:cNvSpPr txBox="1"/>
          <p:nvPr/>
        </p:nvSpPr>
        <p:spPr>
          <a:xfrm>
            <a:off x="9715342" y="346253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61" name="Textfeld 169">
            <a:extLst>
              <a:ext uri="{FF2B5EF4-FFF2-40B4-BE49-F238E27FC236}">
                <a16:creationId xmlns:a16="http://schemas.microsoft.com/office/drawing/2014/main" id="{579005F1-A7BC-5A0E-5152-2608D082AA37}"/>
              </a:ext>
            </a:extLst>
          </p:cNvPr>
          <p:cNvSpPr txBox="1"/>
          <p:nvPr/>
        </p:nvSpPr>
        <p:spPr>
          <a:xfrm>
            <a:off x="10666225" y="322895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62" name="Textfeld 169">
            <a:extLst>
              <a:ext uri="{FF2B5EF4-FFF2-40B4-BE49-F238E27FC236}">
                <a16:creationId xmlns:a16="http://schemas.microsoft.com/office/drawing/2014/main" id="{CA93C1FA-F2CC-BDAD-09E9-553E92581D4D}"/>
              </a:ext>
            </a:extLst>
          </p:cNvPr>
          <p:cNvSpPr txBox="1"/>
          <p:nvPr/>
        </p:nvSpPr>
        <p:spPr>
          <a:xfrm>
            <a:off x="10666224" y="240500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63" name="Textfeld 169">
            <a:extLst>
              <a:ext uri="{FF2B5EF4-FFF2-40B4-BE49-F238E27FC236}">
                <a16:creationId xmlns:a16="http://schemas.microsoft.com/office/drawing/2014/main" id="{1381AE48-F667-A7D2-E6C1-7A5B887906EC}"/>
              </a:ext>
            </a:extLst>
          </p:cNvPr>
          <p:cNvSpPr txBox="1"/>
          <p:nvPr/>
        </p:nvSpPr>
        <p:spPr>
          <a:xfrm>
            <a:off x="7091777" y="1692545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64" name="Textfeld 169">
            <a:extLst>
              <a:ext uri="{FF2B5EF4-FFF2-40B4-BE49-F238E27FC236}">
                <a16:creationId xmlns:a16="http://schemas.microsoft.com/office/drawing/2014/main" id="{9B20C6CE-709B-F891-741B-4F07A1DBC72A}"/>
              </a:ext>
            </a:extLst>
          </p:cNvPr>
          <p:cNvSpPr txBox="1"/>
          <p:nvPr/>
        </p:nvSpPr>
        <p:spPr>
          <a:xfrm>
            <a:off x="6747845" y="2170272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165" name="Textfeld 169">
            <a:extLst>
              <a:ext uri="{FF2B5EF4-FFF2-40B4-BE49-F238E27FC236}">
                <a16:creationId xmlns:a16="http://schemas.microsoft.com/office/drawing/2014/main" id="{9AA95960-120A-0199-E486-0177181EA9CC}"/>
              </a:ext>
            </a:extLst>
          </p:cNvPr>
          <p:cNvSpPr txBox="1"/>
          <p:nvPr/>
        </p:nvSpPr>
        <p:spPr>
          <a:xfrm>
            <a:off x="9049373" y="1921365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68" name="Textfeld 169">
            <a:extLst>
              <a:ext uri="{FF2B5EF4-FFF2-40B4-BE49-F238E27FC236}">
                <a16:creationId xmlns:a16="http://schemas.microsoft.com/office/drawing/2014/main" id="{31A848AC-4E10-41EB-9EA1-206444ABC5C2}"/>
              </a:ext>
            </a:extLst>
          </p:cNvPr>
          <p:cNvSpPr txBox="1"/>
          <p:nvPr/>
        </p:nvSpPr>
        <p:spPr>
          <a:xfrm>
            <a:off x="6850628" y="1943753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E8CB7FB0-EBFA-3CA7-7EA3-DB292129C7A5}"/>
              </a:ext>
            </a:extLst>
          </p:cNvPr>
          <p:cNvGrpSpPr/>
          <p:nvPr/>
        </p:nvGrpSpPr>
        <p:grpSpPr>
          <a:xfrm>
            <a:off x="7241514" y="1986247"/>
            <a:ext cx="1930787" cy="635024"/>
            <a:chOff x="4316210" y="1861556"/>
            <a:chExt cx="1930787" cy="635024"/>
          </a:xfrm>
        </p:grpSpPr>
        <p:grpSp>
          <p:nvGrpSpPr>
            <p:cNvPr id="170" name="Gruppieren 169">
              <a:extLst>
                <a:ext uri="{FF2B5EF4-FFF2-40B4-BE49-F238E27FC236}">
                  <a16:creationId xmlns:a16="http://schemas.microsoft.com/office/drawing/2014/main" id="{BE759069-D19E-CB66-292D-33A1B454BA4D}"/>
                </a:ext>
              </a:extLst>
            </p:cNvPr>
            <p:cNvGrpSpPr/>
            <p:nvPr/>
          </p:nvGrpSpPr>
          <p:grpSpPr>
            <a:xfrm>
              <a:off x="4316210" y="1861556"/>
              <a:ext cx="1930787" cy="415732"/>
              <a:chOff x="5746196" y="1700350"/>
              <a:chExt cx="1930787" cy="415732"/>
            </a:xfrm>
          </p:grpSpPr>
          <p:cxnSp>
            <p:nvCxnSpPr>
              <p:cNvPr id="176" name="Verbinder: gewinkelt 87">
                <a:extLst>
                  <a:ext uri="{FF2B5EF4-FFF2-40B4-BE49-F238E27FC236}">
                    <a16:creationId xmlns:a16="http://schemas.microsoft.com/office/drawing/2014/main" id="{44A29D0D-A45F-ED3B-3FE1-367606DA0F13}"/>
                  </a:ext>
                </a:extLst>
              </p:cNvPr>
              <p:cNvCxnSpPr>
                <a:cxnSpLocks/>
                <a:stCxn id="182" idx="2"/>
                <a:endCxn id="181" idx="0"/>
              </p:cNvCxnSpPr>
              <p:nvPr/>
            </p:nvCxnSpPr>
            <p:spPr>
              <a:xfrm rot="10800000" flipH="1">
                <a:off x="5746196" y="1700351"/>
                <a:ext cx="965428" cy="213027"/>
              </a:xfrm>
              <a:prstGeom prst="bentConnector4">
                <a:avLst>
                  <a:gd name="adj1" fmla="val -35107"/>
                  <a:gd name="adj2" fmla="val 207310"/>
                </a:avLst>
              </a:prstGeom>
              <a:noFill/>
              <a:ln w="9525">
                <a:solidFill>
                  <a:sysClr val="windowText" lastClr="000000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180" name="Text Box 82">
                <a:extLst>
                  <a:ext uri="{FF2B5EF4-FFF2-40B4-BE49-F238E27FC236}">
                    <a16:creationId xmlns:a16="http://schemas.microsoft.com/office/drawing/2014/main" id="{030A55DD-5178-34F9-89A0-84B055BE7AF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25055" y="1738450"/>
                <a:ext cx="969963" cy="33813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Function</a:t>
                </a:r>
              </a:p>
            </p:txBody>
          </p:sp>
          <p:sp>
            <p:nvSpPr>
              <p:cNvPr id="181" name="Rectangle 83">
                <a:extLst>
                  <a:ext uri="{FF2B5EF4-FFF2-40B4-BE49-F238E27FC236}">
                    <a16:creationId xmlns:a16="http://schemas.microsoft.com/office/drawing/2014/main" id="{BCC599C6-A263-7342-14E6-6182A9E2CC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04392" y="1700350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82" name="AutoShape 50">
                <a:extLst>
                  <a:ext uri="{FF2B5EF4-FFF2-40B4-BE49-F238E27FC236}">
                    <a16:creationId xmlns:a16="http://schemas.microsoft.com/office/drawing/2014/main" id="{7E8BD991-BFAB-667D-9FBC-C6D36D58AA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5788264" y="1787170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83" name="Textfeld 169">
                <a:extLst>
                  <a:ext uri="{FF2B5EF4-FFF2-40B4-BE49-F238E27FC236}">
                    <a16:creationId xmlns:a16="http://schemas.microsoft.com/office/drawing/2014/main" id="{4AAE55BE-B6ED-15F5-B7EC-D1BD70C779CF}"/>
                  </a:ext>
                </a:extLst>
              </p:cNvPr>
              <p:cNvSpPr txBox="1"/>
              <p:nvPr/>
            </p:nvSpPr>
            <p:spPr>
              <a:xfrm>
                <a:off x="6283785" y="1895925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84" name="Textfeld 169">
                <a:extLst>
                  <a:ext uri="{FF2B5EF4-FFF2-40B4-BE49-F238E27FC236}">
                    <a16:creationId xmlns:a16="http://schemas.microsoft.com/office/drawing/2014/main" id="{C6E42E75-ED27-FAB3-B308-107FA4557B7E}"/>
                  </a:ext>
                </a:extLst>
              </p:cNvPr>
              <p:cNvSpPr txBox="1"/>
              <p:nvPr/>
            </p:nvSpPr>
            <p:spPr>
              <a:xfrm>
                <a:off x="6847764" y="1900638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85" name="AutoShape 50">
                <a:extLst>
                  <a:ext uri="{FF2B5EF4-FFF2-40B4-BE49-F238E27FC236}">
                    <a16:creationId xmlns:a16="http://schemas.microsoft.com/office/drawing/2014/main" id="{2FE2F9E9-19C6-4CDE-5CF2-958A066993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7466639" y="1782011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71" name="Rectangle 83">
              <a:extLst>
                <a:ext uri="{FF2B5EF4-FFF2-40B4-BE49-F238E27FC236}">
                  <a16:creationId xmlns:a16="http://schemas.microsoft.com/office/drawing/2014/main" id="{5714A1D6-0320-8A38-CCC7-6E1DB9B206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4667" y="2277288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String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2" name="Rectangle 83">
              <a:extLst>
                <a:ext uri="{FF2B5EF4-FFF2-40B4-BE49-F238E27FC236}">
                  <a16:creationId xmlns:a16="http://schemas.microsoft.com/office/drawing/2014/main" id="{6E4A60AE-3176-971C-2268-9AAD9EAFE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9323" y="2277289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String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186" name="Textfeld 169">
            <a:extLst>
              <a:ext uri="{FF2B5EF4-FFF2-40B4-BE49-F238E27FC236}">
                <a16:creationId xmlns:a16="http://schemas.microsoft.com/office/drawing/2014/main" id="{D52D7467-7CF9-4FC0-F5C9-57145A103526}"/>
              </a:ext>
            </a:extLst>
          </p:cNvPr>
          <p:cNvSpPr txBox="1"/>
          <p:nvPr/>
        </p:nvSpPr>
        <p:spPr>
          <a:xfrm>
            <a:off x="8927964" y="3219280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87" name="Textfeld 169">
            <a:extLst>
              <a:ext uri="{FF2B5EF4-FFF2-40B4-BE49-F238E27FC236}">
                <a16:creationId xmlns:a16="http://schemas.microsoft.com/office/drawing/2014/main" id="{B83D6D22-A186-461D-BEBE-76022E260039}"/>
              </a:ext>
            </a:extLst>
          </p:cNvPr>
          <p:cNvSpPr txBox="1"/>
          <p:nvPr/>
        </p:nvSpPr>
        <p:spPr>
          <a:xfrm>
            <a:off x="9075093" y="351417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89" name="Gruppieren 188">
            <a:extLst>
              <a:ext uri="{FF2B5EF4-FFF2-40B4-BE49-F238E27FC236}">
                <a16:creationId xmlns:a16="http://schemas.microsoft.com/office/drawing/2014/main" id="{308D2EDE-189B-8957-10C0-B4B2CC010248}"/>
              </a:ext>
            </a:extLst>
          </p:cNvPr>
          <p:cNvGrpSpPr/>
          <p:nvPr/>
        </p:nvGrpSpPr>
        <p:grpSpPr>
          <a:xfrm>
            <a:off x="7493363" y="3512766"/>
            <a:ext cx="1632590" cy="412750"/>
            <a:chOff x="5282178" y="3388075"/>
            <a:chExt cx="1632590" cy="412750"/>
          </a:xfrm>
        </p:grpSpPr>
        <p:grpSp>
          <p:nvGrpSpPr>
            <p:cNvPr id="190" name="Group 87">
              <a:extLst>
                <a:ext uri="{FF2B5EF4-FFF2-40B4-BE49-F238E27FC236}">
                  <a16:creationId xmlns:a16="http://schemas.microsoft.com/office/drawing/2014/main" id="{48DC41EC-806E-4688-C7E8-98563589B99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82178" y="3388075"/>
              <a:ext cx="1631951" cy="412750"/>
              <a:chOff x="3304" y="2592"/>
              <a:chExt cx="1028" cy="260"/>
            </a:xfrm>
          </p:grpSpPr>
          <p:sp>
            <p:nvSpPr>
              <p:cNvPr id="196" name="Text Box 82">
                <a:extLst>
                  <a:ext uri="{FF2B5EF4-FFF2-40B4-BE49-F238E27FC236}">
                    <a16:creationId xmlns:a16="http://schemas.microsoft.com/office/drawing/2014/main" id="{E4BF0FF5-30EE-FBA9-84C3-392058351D2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20" y="2616"/>
                <a:ext cx="59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Channel</a:t>
                </a:r>
              </a:p>
            </p:txBody>
          </p:sp>
          <p:sp>
            <p:nvSpPr>
              <p:cNvPr id="197" name="Rectangle 83">
                <a:extLst>
                  <a:ext uri="{FF2B5EF4-FFF2-40B4-BE49-F238E27FC236}">
                    <a16:creationId xmlns:a16="http://schemas.microsoft.com/office/drawing/2014/main" id="{E0F9759C-F0C2-44C7-BB96-39724CDD76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04" y="2592"/>
                <a:ext cx="1028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91" name="Textfeld 169">
              <a:extLst>
                <a:ext uri="{FF2B5EF4-FFF2-40B4-BE49-F238E27FC236}">
                  <a16:creationId xmlns:a16="http://schemas.microsoft.com/office/drawing/2014/main" id="{A0E8C972-CF96-D72D-00FF-679ADD8CA5F4}"/>
                </a:ext>
              </a:extLst>
            </p:cNvPr>
            <p:cNvSpPr txBox="1"/>
            <p:nvPr/>
          </p:nvSpPr>
          <p:spPr>
            <a:xfrm>
              <a:off x="6717276" y="3389696"/>
              <a:ext cx="9485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92" name="Textfeld 169">
              <a:extLst>
                <a:ext uri="{FF2B5EF4-FFF2-40B4-BE49-F238E27FC236}">
                  <a16:creationId xmlns:a16="http://schemas.microsoft.com/office/drawing/2014/main" id="{768BE47B-D930-82F4-E917-83481CE794FC}"/>
                </a:ext>
              </a:extLst>
            </p:cNvPr>
            <p:cNvSpPr txBox="1"/>
            <p:nvPr/>
          </p:nvSpPr>
          <p:spPr>
            <a:xfrm>
              <a:off x="6616410" y="363493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93" name="Textfeld 169">
              <a:extLst>
                <a:ext uri="{FF2B5EF4-FFF2-40B4-BE49-F238E27FC236}">
                  <a16:creationId xmlns:a16="http://schemas.microsoft.com/office/drawing/2014/main" id="{5C32161E-8F57-E83D-9CAD-985F53201D32}"/>
                </a:ext>
              </a:extLst>
            </p:cNvPr>
            <p:cNvSpPr txBox="1"/>
            <p:nvPr/>
          </p:nvSpPr>
          <p:spPr>
            <a:xfrm>
              <a:off x="5576023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94" name="Textfeld 169">
              <a:extLst>
                <a:ext uri="{FF2B5EF4-FFF2-40B4-BE49-F238E27FC236}">
                  <a16:creationId xmlns:a16="http://schemas.microsoft.com/office/drawing/2014/main" id="{13F64E05-7825-0F48-C860-7503C0F39889}"/>
                </a:ext>
              </a:extLst>
            </p:cNvPr>
            <p:cNvSpPr txBox="1"/>
            <p:nvPr/>
          </p:nvSpPr>
          <p:spPr>
            <a:xfrm>
              <a:off x="6160679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98" name="Textfeld 169">
            <a:extLst>
              <a:ext uri="{FF2B5EF4-FFF2-40B4-BE49-F238E27FC236}">
                <a16:creationId xmlns:a16="http://schemas.microsoft.com/office/drawing/2014/main" id="{3AD153EA-D14A-88D6-BA7E-E0408EBE91AA}"/>
              </a:ext>
            </a:extLst>
          </p:cNvPr>
          <p:cNvSpPr txBox="1"/>
          <p:nvPr/>
        </p:nvSpPr>
        <p:spPr>
          <a:xfrm>
            <a:off x="7632791" y="3219280"/>
            <a:ext cx="357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99" name="Textfeld 169">
            <a:extLst>
              <a:ext uri="{FF2B5EF4-FFF2-40B4-BE49-F238E27FC236}">
                <a16:creationId xmlns:a16="http://schemas.microsoft.com/office/drawing/2014/main" id="{25BE8BEB-D4BD-37BB-F55A-6130F31844B2}"/>
              </a:ext>
            </a:extLst>
          </p:cNvPr>
          <p:cNvSpPr txBox="1"/>
          <p:nvPr/>
        </p:nvSpPr>
        <p:spPr>
          <a:xfrm>
            <a:off x="8120681" y="3219280"/>
            <a:ext cx="452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grpSp>
        <p:nvGrpSpPr>
          <p:cNvPr id="200" name="Gruppieren 199">
            <a:extLst>
              <a:ext uri="{FF2B5EF4-FFF2-40B4-BE49-F238E27FC236}">
                <a16:creationId xmlns:a16="http://schemas.microsoft.com/office/drawing/2014/main" id="{542F963B-1F38-59B6-5A4D-8F5ED18B5D88}"/>
              </a:ext>
            </a:extLst>
          </p:cNvPr>
          <p:cNvGrpSpPr/>
          <p:nvPr/>
        </p:nvGrpSpPr>
        <p:grpSpPr>
          <a:xfrm>
            <a:off x="9993684" y="3512766"/>
            <a:ext cx="1415042" cy="412750"/>
            <a:chOff x="7782499" y="3595251"/>
            <a:chExt cx="1415042" cy="412750"/>
          </a:xfrm>
        </p:grpSpPr>
        <p:sp>
          <p:nvSpPr>
            <p:cNvPr id="201" name="Text Box 82">
              <a:extLst>
                <a:ext uri="{FF2B5EF4-FFF2-40B4-BE49-F238E27FC236}">
                  <a16:creationId xmlns:a16="http://schemas.microsoft.com/office/drawing/2014/main" id="{79D6ECE3-EE05-8F41-98C8-5FB1146E69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79041" y="3633351"/>
              <a:ext cx="101662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Category</a:t>
              </a:r>
            </a:p>
          </p:txBody>
        </p:sp>
        <p:sp>
          <p:nvSpPr>
            <p:cNvPr id="202" name="Rectangle 83">
              <a:extLst>
                <a:ext uri="{FF2B5EF4-FFF2-40B4-BE49-F238E27FC236}">
                  <a16:creationId xmlns:a16="http://schemas.microsoft.com/office/drawing/2014/main" id="{551C1E12-1E82-1954-F053-7AAECF0B6F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82499" y="3595251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03" name="Textfeld 169">
              <a:extLst>
                <a:ext uri="{FF2B5EF4-FFF2-40B4-BE49-F238E27FC236}">
                  <a16:creationId xmlns:a16="http://schemas.microsoft.com/office/drawing/2014/main" id="{25D15054-5484-C862-7D9D-14B351E293A8}"/>
                </a:ext>
              </a:extLst>
            </p:cNvPr>
            <p:cNvSpPr txBox="1"/>
            <p:nvPr/>
          </p:nvSpPr>
          <p:spPr>
            <a:xfrm>
              <a:off x="8899183" y="3824640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204" name="Textfeld 169">
              <a:extLst>
                <a:ext uri="{FF2B5EF4-FFF2-40B4-BE49-F238E27FC236}">
                  <a16:creationId xmlns:a16="http://schemas.microsoft.com/office/drawing/2014/main" id="{C638B141-F0CD-0BB1-6C3E-0B6A3F567231}"/>
                </a:ext>
              </a:extLst>
            </p:cNvPr>
            <p:cNvSpPr txBox="1"/>
            <p:nvPr/>
          </p:nvSpPr>
          <p:spPr>
            <a:xfrm>
              <a:off x="8899183" y="361921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205" name="Textfeld 169">
              <a:extLst>
                <a:ext uri="{FF2B5EF4-FFF2-40B4-BE49-F238E27FC236}">
                  <a16:creationId xmlns:a16="http://schemas.microsoft.com/office/drawing/2014/main" id="{02066C4C-D725-464E-04FB-92D71C64DBF5}"/>
                </a:ext>
              </a:extLst>
            </p:cNvPr>
            <p:cNvSpPr txBox="1"/>
            <p:nvPr/>
          </p:nvSpPr>
          <p:spPr>
            <a:xfrm>
              <a:off x="8632948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206" name="Textfeld 169">
              <a:extLst>
                <a:ext uri="{FF2B5EF4-FFF2-40B4-BE49-F238E27FC236}">
                  <a16:creationId xmlns:a16="http://schemas.microsoft.com/office/drawing/2014/main" id="{9EB846FA-A81A-9536-4872-25D0D986ACF9}"/>
                </a:ext>
              </a:extLst>
            </p:cNvPr>
            <p:cNvSpPr txBox="1"/>
            <p:nvPr/>
          </p:nvSpPr>
          <p:spPr>
            <a:xfrm>
              <a:off x="8069479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64E41989-145D-90E3-1F19-88CAE573978F}"/>
              </a:ext>
            </a:extLst>
          </p:cNvPr>
          <p:cNvCxnSpPr>
            <a:cxnSpLocks/>
            <a:stCxn id="172" idx="2"/>
            <a:endCxn id="194" idx="0"/>
          </p:cNvCxnSpPr>
          <p:nvPr/>
        </p:nvCxnSpPr>
        <p:spPr>
          <a:xfrm flipH="1">
            <a:off x="8521043" y="2621271"/>
            <a:ext cx="1" cy="89492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08" name="Gerade Verbindung mit Pfeil 207">
            <a:extLst>
              <a:ext uri="{FF2B5EF4-FFF2-40B4-BE49-F238E27FC236}">
                <a16:creationId xmlns:a16="http://schemas.microsoft.com/office/drawing/2014/main" id="{5C0C7BC4-C80F-BDBF-86A8-192482B28842}"/>
              </a:ext>
            </a:extLst>
          </p:cNvPr>
          <p:cNvCxnSpPr>
            <a:cxnSpLocks/>
            <a:stCxn id="171" idx="2"/>
            <a:endCxn id="193" idx="0"/>
          </p:cNvCxnSpPr>
          <p:nvPr/>
        </p:nvCxnSpPr>
        <p:spPr>
          <a:xfrm flipH="1">
            <a:off x="7936387" y="2621270"/>
            <a:ext cx="1" cy="89492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209" name="Gruppieren 208">
            <a:extLst>
              <a:ext uri="{FF2B5EF4-FFF2-40B4-BE49-F238E27FC236}">
                <a16:creationId xmlns:a16="http://schemas.microsoft.com/office/drawing/2014/main" id="{5D345343-D8FC-D44C-4BC1-258354277110}"/>
              </a:ext>
            </a:extLst>
          </p:cNvPr>
          <p:cNvGrpSpPr/>
          <p:nvPr/>
        </p:nvGrpSpPr>
        <p:grpSpPr>
          <a:xfrm>
            <a:off x="9996067" y="1987738"/>
            <a:ext cx="1410052" cy="412750"/>
            <a:chOff x="7784882" y="1863047"/>
            <a:chExt cx="1410052" cy="412750"/>
          </a:xfrm>
        </p:grpSpPr>
        <p:grpSp>
          <p:nvGrpSpPr>
            <p:cNvPr id="210" name="Gruppieren 209">
              <a:extLst>
                <a:ext uri="{FF2B5EF4-FFF2-40B4-BE49-F238E27FC236}">
                  <a16:creationId xmlns:a16="http://schemas.microsoft.com/office/drawing/2014/main" id="{1AE5BA8D-FDEB-58DC-46D8-CE59B06C932A}"/>
                </a:ext>
              </a:extLst>
            </p:cNvPr>
            <p:cNvGrpSpPr/>
            <p:nvPr/>
          </p:nvGrpSpPr>
          <p:grpSpPr>
            <a:xfrm>
              <a:off x="7784882" y="1863047"/>
              <a:ext cx="1410052" cy="412750"/>
              <a:chOff x="6133049" y="1935065"/>
              <a:chExt cx="1410052" cy="412750"/>
            </a:xfrm>
          </p:grpSpPr>
          <p:sp>
            <p:nvSpPr>
              <p:cNvPr id="213" name="Text Box 82">
                <a:extLst>
                  <a:ext uri="{FF2B5EF4-FFF2-40B4-BE49-F238E27FC236}">
                    <a16:creationId xmlns:a16="http://schemas.microsoft.com/office/drawing/2014/main" id="{BE9ED523-B6F3-397F-E0E5-A839EE27C4E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13753" y="1973165"/>
                <a:ext cx="846707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Stream</a:t>
                </a:r>
              </a:p>
            </p:txBody>
          </p:sp>
          <p:sp>
            <p:nvSpPr>
              <p:cNvPr id="214" name="Rectangle 83">
                <a:extLst>
                  <a:ext uri="{FF2B5EF4-FFF2-40B4-BE49-F238E27FC236}">
                    <a16:creationId xmlns:a16="http://schemas.microsoft.com/office/drawing/2014/main" id="{1280E286-012E-68D4-060F-F6C7E68E37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3049" y="1935065"/>
                <a:ext cx="1409695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15" name="Textfeld 169">
                <a:extLst>
                  <a:ext uri="{FF2B5EF4-FFF2-40B4-BE49-F238E27FC236}">
                    <a16:creationId xmlns:a16="http://schemas.microsoft.com/office/drawing/2014/main" id="{57612137-D099-241F-1B8D-FA720A25FF1F}"/>
                  </a:ext>
                </a:extLst>
              </p:cNvPr>
              <p:cNvSpPr txBox="1"/>
              <p:nvPr/>
            </p:nvSpPr>
            <p:spPr>
              <a:xfrm>
                <a:off x="6329512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216" name="Textfeld 169">
                <a:extLst>
                  <a:ext uri="{FF2B5EF4-FFF2-40B4-BE49-F238E27FC236}">
                    <a16:creationId xmlns:a16="http://schemas.microsoft.com/office/drawing/2014/main" id="{FB53D0F5-292B-9274-106B-65239B3AD475}"/>
                  </a:ext>
                </a:extLst>
              </p:cNvPr>
              <p:cNvSpPr txBox="1"/>
              <p:nvPr/>
            </p:nvSpPr>
            <p:spPr>
              <a:xfrm>
                <a:off x="7035803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217" name="Textfeld 169">
                <a:extLst>
                  <a:ext uri="{FF2B5EF4-FFF2-40B4-BE49-F238E27FC236}">
                    <a16:creationId xmlns:a16="http://schemas.microsoft.com/office/drawing/2014/main" id="{803B425F-4E4D-7AEE-9D4F-C3F64E9C9106}"/>
                  </a:ext>
                </a:extLst>
              </p:cNvPr>
              <p:cNvSpPr txBox="1"/>
              <p:nvPr/>
            </p:nvSpPr>
            <p:spPr>
              <a:xfrm>
                <a:off x="6231404" y="2189581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218" name="Textfeld 169">
                <a:extLst>
                  <a:ext uri="{FF2B5EF4-FFF2-40B4-BE49-F238E27FC236}">
                    <a16:creationId xmlns:a16="http://schemas.microsoft.com/office/drawing/2014/main" id="{6D7616C3-2AD2-3333-CA5E-9B598DCC9356}"/>
                  </a:ext>
                </a:extLst>
              </p:cNvPr>
              <p:cNvSpPr txBox="1"/>
              <p:nvPr/>
            </p:nvSpPr>
            <p:spPr>
              <a:xfrm>
                <a:off x="7244743" y="1954273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219" name="Textfeld 169">
                <a:extLst>
                  <a:ext uri="{FF2B5EF4-FFF2-40B4-BE49-F238E27FC236}">
                    <a16:creationId xmlns:a16="http://schemas.microsoft.com/office/drawing/2014/main" id="{4BF80BB5-DCDC-113A-9E08-1FCD12E0B751}"/>
                  </a:ext>
                </a:extLst>
              </p:cNvPr>
              <p:cNvSpPr txBox="1"/>
              <p:nvPr/>
            </p:nvSpPr>
            <p:spPr>
              <a:xfrm>
                <a:off x="7244743" y="2163318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</p:grpSp>
        <p:sp>
          <p:nvSpPr>
            <p:cNvPr id="211" name="Textfeld 169">
              <a:extLst>
                <a:ext uri="{FF2B5EF4-FFF2-40B4-BE49-F238E27FC236}">
                  <a16:creationId xmlns:a16="http://schemas.microsoft.com/office/drawing/2014/main" id="{7658FDFE-9A25-2E52-76DA-2BCF3BF81EE7}"/>
                </a:ext>
              </a:extLst>
            </p:cNvPr>
            <p:cNvSpPr txBox="1"/>
            <p:nvPr/>
          </p:nvSpPr>
          <p:spPr>
            <a:xfrm>
              <a:off x="7786744" y="1864687"/>
              <a:ext cx="298358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3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212" name="Textfeld 169">
              <a:extLst>
                <a:ext uri="{FF2B5EF4-FFF2-40B4-BE49-F238E27FC236}">
                  <a16:creationId xmlns:a16="http://schemas.microsoft.com/office/drawing/2014/main" id="{703B577D-6684-8D44-2E56-EEE7DB848323}"/>
                </a:ext>
              </a:extLst>
            </p:cNvPr>
            <p:cNvSpPr txBox="1"/>
            <p:nvPr/>
          </p:nvSpPr>
          <p:spPr>
            <a:xfrm>
              <a:off x="7907927" y="211995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C44B898F-1C94-33A5-F5BB-1B81F2411A27}"/>
              </a:ext>
            </a:extLst>
          </p:cNvPr>
          <p:cNvCxnSpPr>
            <a:cxnSpLocks/>
            <a:stCxn id="185" idx="2"/>
            <a:endCxn id="214" idx="1"/>
          </p:cNvCxnSpPr>
          <p:nvPr/>
        </p:nvCxnSpPr>
        <p:spPr>
          <a:xfrm flipV="1">
            <a:off x="9172301" y="2194113"/>
            <a:ext cx="823766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21" name="Verbinder: gewinkelt 87">
            <a:extLst>
              <a:ext uri="{FF2B5EF4-FFF2-40B4-BE49-F238E27FC236}">
                <a16:creationId xmlns:a16="http://schemas.microsoft.com/office/drawing/2014/main" id="{1B997C9B-5E23-3F1F-0988-A1DD1622E1B6}"/>
              </a:ext>
            </a:extLst>
          </p:cNvPr>
          <p:cNvCxnSpPr>
            <a:cxnSpLocks/>
            <a:stCxn id="191" idx="0"/>
            <a:endCxn id="212" idx="2"/>
          </p:cNvCxnSpPr>
          <p:nvPr/>
        </p:nvCxnSpPr>
        <p:spPr>
          <a:xfrm rot="5400000" flipH="1" flipV="1">
            <a:off x="9064165" y="2310261"/>
            <a:ext cx="1115851" cy="12924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222" name="Gerade Verbindung mit Pfeil 221">
            <a:extLst>
              <a:ext uri="{FF2B5EF4-FFF2-40B4-BE49-F238E27FC236}">
                <a16:creationId xmlns:a16="http://schemas.microsoft.com/office/drawing/2014/main" id="{413BB4A1-59EE-A598-BD6B-3D30EB16B2F7}"/>
              </a:ext>
            </a:extLst>
          </p:cNvPr>
          <p:cNvCxnSpPr>
            <a:cxnSpLocks/>
            <a:stCxn id="197" idx="3"/>
            <a:endCxn id="202" idx="1"/>
          </p:cNvCxnSpPr>
          <p:nvPr/>
        </p:nvCxnSpPr>
        <p:spPr>
          <a:xfrm>
            <a:off x="9125314" y="3719141"/>
            <a:ext cx="868370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223" name="Textfeld 44">
            <a:extLst>
              <a:ext uri="{FF2B5EF4-FFF2-40B4-BE49-F238E27FC236}">
                <a16:creationId xmlns:a16="http://schemas.microsoft.com/office/drawing/2014/main" id="{EF4CF1AE-0D3F-7914-09B1-71771A948BF2}"/>
              </a:ext>
            </a:extLst>
          </p:cNvPr>
          <p:cNvSpPr txBox="1"/>
          <p:nvPr/>
        </p:nvSpPr>
        <p:spPr>
          <a:xfrm>
            <a:off x="7273391" y="1052258"/>
            <a:ext cx="200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OCL: tree structure</a:t>
            </a:r>
          </a:p>
        </p:txBody>
      </p:sp>
      <p:sp>
        <p:nvSpPr>
          <p:cNvPr id="224" name="Freihandform: Form 223">
            <a:extLst>
              <a:ext uri="{FF2B5EF4-FFF2-40B4-BE49-F238E27FC236}">
                <a16:creationId xmlns:a16="http://schemas.microsoft.com/office/drawing/2014/main" id="{72024EB5-B12E-EA2F-2B75-03FBE5EAA824}"/>
              </a:ext>
            </a:extLst>
          </p:cNvPr>
          <p:cNvSpPr/>
          <p:nvPr/>
        </p:nvSpPr>
        <p:spPr>
          <a:xfrm>
            <a:off x="7151251" y="1326029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5" name="Textfeld 44">
            <a:extLst>
              <a:ext uri="{FF2B5EF4-FFF2-40B4-BE49-F238E27FC236}">
                <a16:creationId xmlns:a16="http://schemas.microsoft.com/office/drawing/2014/main" id="{D22621D5-5193-A0D0-CCD1-11B1301F3060}"/>
              </a:ext>
            </a:extLst>
          </p:cNvPr>
          <p:cNvSpPr txBox="1"/>
          <p:nvPr/>
        </p:nvSpPr>
        <p:spPr>
          <a:xfrm>
            <a:off x="8827595" y="1321035"/>
            <a:ext cx="2159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Time Series of Values</a:t>
            </a:r>
          </a:p>
        </p:txBody>
      </p:sp>
      <p:sp>
        <p:nvSpPr>
          <p:cNvPr id="226" name="Freihandform: Form 225">
            <a:extLst>
              <a:ext uri="{FF2B5EF4-FFF2-40B4-BE49-F238E27FC236}">
                <a16:creationId xmlns:a16="http://schemas.microsoft.com/office/drawing/2014/main" id="{9D2795D7-7C6B-52A7-5F8F-589509BB1ABA}"/>
              </a:ext>
            </a:extLst>
          </p:cNvPr>
          <p:cNvSpPr/>
          <p:nvPr/>
        </p:nvSpPr>
        <p:spPr bwMode="auto">
          <a:xfrm>
            <a:off x="10953003" y="1442213"/>
            <a:ext cx="445268" cy="532186"/>
          </a:xfrm>
          <a:custGeom>
            <a:avLst/>
            <a:gdLst>
              <a:gd name="connsiteX0" fmla="*/ 0 w 445268"/>
              <a:gd name="connsiteY0" fmla="*/ 52126 h 532186"/>
              <a:gd name="connsiteX1" fmla="*/ 419100 w 445268"/>
              <a:gd name="connsiteY1" fmla="*/ 44506 h 532186"/>
              <a:gd name="connsiteX2" fmla="*/ 365760 w 445268"/>
              <a:gd name="connsiteY2" fmla="*/ 532186 h 532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45268" h="532186">
                <a:moveTo>
                  <a:pt x="0" y="52126"/>
                </a:moveTo>
                <a:cubicBezTo>
                  <a:pt x="179070" y="8311"/>
                  <a:pt x="358140" y="-35504"/>
                  <a:pt x="419100" y="44506"/>
                </a:cubicBezTo>
                <a:cubicBezTo>
                  <a:pt x="480060" y="124516"/>
                  <a:pt x="422910" y="328351"/>
                  <a:pt x="365760" y="53218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7" name="Textfeld 226">
            <a:extLst>
              <a:ext uri="{FF2B5EF4-FFF2-40B4-BE49-F238E27FC236}">
                <a16:creationId xmlns:a16="http://schemas.microsoft.com/office/drawing/2014/main" id="{7156E887-5BC3-8E40-FCBB-415AFD515B8B}"/>
              </a:ext>
            </a:extLst>
          </p:cNvPr>
          <p:cNvSpPr txBox="1"/>
          <p:nvPr/>
        </p:nvSpPr>
        <p:spPr>
          <a:xfrm>
            <a:off x="10231500" y="4428607"/>
            <a:ext cx="15726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e.g., Diesel in l/s &lt;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Int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&gt;</a:t>
            </a:r>
            <a:endParaRPr lang="de-DE" dirty="0"/>
          </a:p>
        </p:txBody>
      </p:sp>
      <p:sp>
        <p:nvSpPr>
          <p:cNvPr id="228" name="Textfeld 227">
            <a:extLst>
              <a:ext uri="{FF2B5EF4-FFF2-40B4-BE49-F238E27FC236}">
                <a16:creationId xmlns:a16="http://schemas.microsoft.com/office/drawing/2014/main" id="{C52E93EA-2DC5-59A8-DFA6-CF31FD81368F}"/>
              </a:ext>
            </a:extLst>
          </p:cNvPr>
          <p:cNvSpPr txBox="1"/>
          <p:nvPr/>
        </p:nvSpPr>
        <p:spPr>
          <a:xfrm>
            <a:off x="7539422" y="4320696"/>
            <a:ext cx="26508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Material, Data, Energy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in 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UnitType</a:t>
            </a:r>
            <a:endParaRPr lang="de-DE" i="1" dirty="0">
              <a:solidFill>
                <a:srgbClr val="00549F"/>
              </a:solidFill>
              <a:latin typeface="Trebuchet MS" panose="020B0603020202020204" pitchFamily="34" charset="0"/>
            </a:endParaRPr>
          </a:p>
        </p:txBody>
      </p:sp>
      <p:sp>
        <p:nvSpPr>
          <p:cNvPr id="229" name="Freihandform: Form 228">
            <a:extLst>
              <a:ext uri="{FF2B5EF4-FFF2-40B4-BE49-F238E27FC236}">
                <a16:creationId xmlns:a16="http://schemas.microsoft.com/office/drawing/2014/main" id="{AF188F77-5F06-FCA4-058C-79781C07EF3F}"/>
              </a:ext>
            </a:extLst>
          </p:cNvPr>
          <p:cNvSpPr/>
          <p:nvPr/>
        </p:nvSpPr>
        <p:spPr bwMode="auto">
          <a:xfrm>
            <a:off x="11478030" y="4022130"/>
            <a:ext cx="374885" cy="383556"/>
          </a:xfrm>
          <a:custGeom>
            <a:avLst/>
            <a:gdLst>
              <a:gd name="connsiteX0" fmla="*/ 44450 w 374885"/>
              <a:gd name="connsiteY0" fmla="*/ 1225550 h 1225550"/>
              <a:gd name="connsiteX1" fmla="*/ 374650 w 374885"/>
              <a:gd name="connsiteY1" fmla="*/ 571500 h 1225550"/>
              <a:gd name="connsiteX2" fmla="*/ 0 w 374885"/>
              <a:gd name="connsiteY2" fmla="*/ 0 h 122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4885" h="1225550">
                <a:moveTo>
                  <a:pt x="44450" y="1225550"/>
                </a:moveTo>
                <a:cubicBezTo>
                  <a:pt x="213254" y="1000654"/>
                  <a:pt x="382058" y="775758"/>
                  <a:pt x="374650" y="571500"/>
                </a:cubicBezTo>
                <a:cubicBezTo>
                  <a:pt x="367242" y="367242"/>
                  <a:pt x="183621" y="183621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" name="Freihandform: Form 229">
            <a:extLst>
              <a:ext uri="{FF2B5EF4-FFF2-40B4-BE49-F238E27FC236}">
                <a16:creationId xmlns:a16="http://schemas.microsoft.com/office/drawing/2014/main" id="{94EB0DDC-81A9-F2F8-E11E-67E18BEB38D8}"/>
              </a:ext>
            </a:extLst>
          </p:cNvPr>
          <p:cNvSpPr/>
          <p:nvPr/>
        </p:nvSpPr>
        <p:spPr bwMode="auto">
          <a:xfrm>
            <a:off x="9221703" y="3942136"/>
            <a:ext cx="677331" cy="463550"/>
          </a:xfrm>
          <a:custGeom>
            <a:avLst/>
            <a:gdLst>
              <a:gd name="connsiteX0" fmla="*/ 55031 w 677331"/>
              <a:gd name="connsiteY0" fmla="*/ 463550 h 463550"/>
              <a:gd name="connsiteX1" fmla="*/ 61381 w 677331"/>
              <a:gd name="connsiteY1" fmla="*/ 133350 h 463550"/>
              <a:gd name="connsiteX2" fmla="*/ 677331 w 677331"/>
              <a:gd name="connsiteY2" fmla="*/ 0 h 46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331" h="463550">
                <a:moveTo>
                  <a:pt x="55031" y="463550"/>
                </a:moveTo>
                <a:cubicBezTo>
                  <a:pt x="6347" y="337079"/>
                  <a:pt x="-42336" y="210608"/>
                  <a:pt x="61381" y="133350"/>
                </a:cubicBezTo>
                <a:cubicBezTo>
                  <a:pt x="165098" y="56092"/>
                  <a:pt x="421214" y="28046"/>
                  <a:pt x="677331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3696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 </a:t>
            </a:r>
            <a:r>
              <a:rPr lang="de-DE" dirty="0" err="1"/>
              <a:t>without</a:t>
            </a:r>
            <a:r>
              <a:rPr lang="de-DE" dirty="0"/>
              <a:t> Port Definition</a:t>
            </a:r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277481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5" name="Content Placeholder 131">
            <a:extLst>
              <a:ext uri="{FF2B5EF4-FFF2-40B4-BE49-F238E27FC236}">
                <a16:creationId xmlns:a16="http://schemas.microsoft.com/office/drawing/2014/main" id="{89ECDBD6-824D-5B6E-472C-B1A0051378B3}"/>
              </a:ext>
            </a:extLst>
          </p:cNvPr>
          <p:cNvSpPr txBox="1">
            <a:spLocks/>
          </p:cNvSpPr>
          <p:nvPr/>
        </p:nvSpPr>
        <p:spPr>
          <a:xfrm>
            <a:off x="384000" y="1236273"/>
            <a:ext cx="5957577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+mj-lt"/>
              </a:rPr>
              <a:t>Each port and each stream has a </a:t>
            </a:r>
            <a:r>
              <a:rPr lang="en-US" dirty="0">
                <a:solidFill>
                  <a:srgbClr val="00549F"/>
                </a:solidFill>
                <a:latin typeface="+mj-lt"/>
              </a:rPr>
              <a:t>category</a:t>
            </a:r>
          </a:p>
          <a:p>
            <a:pPr lvl="1"/>
            <a:r>
              <a:rPr lang="en-US" sz="1800" dirty="0">
                <a:latin typeface="+mj-lt"/>
              </a:rPr>
              <a:t>Ports and their streams are of the same category</a:t>
            </a:r>
          </a:p>
          <a:p>
            <a:endParaRPr lang="en-US" dirty="0">
              <a:solidFill>
                <a:srgbClr val="00549F"/>
              </a:solidFill>
              <a:latin typeface="Trebuchet MS" panose="020B0603020202020204" pitchFamily="34" charset="0"/>
            </a:endParaRPr>
          </a:p>
          <a:p>
            <a:r>
              <a:rPr lang="en-US" dirty="0">
                <a:solidFill>
                  <a:srgbClr val="00549F"/>
                </a:solidFill>
                <a:latin typeface="Trebuchet MS" panose="020B0603020202020204" pitchFamily="34" charset="0"/>
              </a:rPr>
              <a:t>Stream</a:t>
            </a:r>
            <a:r>
              <a:rPr lang="en-US" dirty="0">
                <a:latin typeface="+mj-lt"/>
              </a:rPr>
              <a:t> is intentionally under-specified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Output ports “produce” data, input ports “consume” 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it. Data is therefore associated with output ports 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and only indirectly with input ports</a:t>
            </a:r>
          </a:p>
          <a:p>
            <a:pPr lvl="1"/>
            <a:r>
              <a:rPr lang="en-US" dirty="0">
                <a:latin typeface="+mj-lt"/>
              </a:rPr>
              <a:t>Only exception: data is also present at the outermost input ports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Data in streams can be multi-dimensional</a:t>
            </a:r>
          </a:p>
          <a:p>
            <a:endParaRPr lang="en-US" dirty="0">
              <a:latin typeface="+mj-lt"/>
            </a:endParaRPr>
          </a:p>
          <a:p>
            <a:endParaRPr lang="en-US" dirty="0">
              <a:latin typeface="+mj-lt"/>
            </a:endParaRPr>
          </a:p>
        </p:txBody>
      </p: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C17D81C2-47F4-9A94-6E20-8498DA923451}"/>
              </a:ext>
            </a:extLst>
          </p:cNvPr>
          <p:cNvCxnSpPr>
            <a:cxnSpLocks/>
            <a:stCxn id="214" idx="2"/>
            <a:endCxn id="202" idx="0"/>
          </p:cNvCxnSpPr>
          <p:nvPr/>
        </p:nvCxnSpPr>
        <p:spPr>
          <a:xfrm>
            <a:off x="10700915" y="2400488"/>
            <a:ext cx="1" cy="11122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52" name="Textfeld 169">
            <a:extLst>
              <a:ext uri="{FF2B5EF4-FFF2-40B4-BE49-F238E27FC236}">
                <a16:creationId xmlns:a16="http://schemas.microsoft.com/office/drawing/2014/main" id="{755CE0E1-07ED-57D0-D250-AE2C1D7CBD16}"/>
              </a:ext>
            </a:extLst>
          </p:cNvPr>
          <p:cNvSpPr txBox="1"/>
          <p:nvPr/>
        </p:nvSpPr>
        <p:spPr>
          <a:xfrm>
            <a:off x="8200323" y="175110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53" name="Textfeld 169">
            <a:extLst>
              <a:ext uri="{FF2B5EF4-FFF2-40B4-BE49-F238E27FC236}">
                <a16:creationId xmlns:a16="http://schemas.microsoft.com/office/drawing/2014/main" id="{E92E338F-34C5-2CDB-4F66-E30111823ACD}"/>
              </a:ext>
            </a:extLst>
          </p:cNvPr>
          <p:cNvSpPr txBox="1"/>
          <p:nvPr/>
        </p:nvSpPr>
        <p:spPr>
          <a:xfrm>
            <a:off x="9454341" y="2178352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154" name="Textfeld 169">
            <a:extLst>
              <a:ext uri="{FF2B5EF4-FFF2-40B4-BE49-F238E27FC236}">
                <a16:creationId xmlns:a16="http://schemas.microsoft.com/office/drawing/2014/main" id="{1C5337C5-F956-22F6-A3B7-7D030ABA7D2B}"/>
              </a:ext>
            </a:extLst>
          </p:cNvPr>
          <p:cNvSpPr txBox="1"/>
          <p:nvPr/>
        </p:nvSpPr>
        <p:spPr>
          <a:xfrm>
            <a:off x="9721958" y="192136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55" name="Textfeld 169">
            <a:extLst>
              <a:ext uri="{FF2B5EF4-FFF2-40B4-BE49-F238E27FC236}">
                <a16:creationId xmlns:a16="http://schemas.microsoft.com/office/drawing/2014/main" id="{92F9E514-197E-EE46-B751-823A1000EE1A}"/>
              </a:ext>
            </a:extLst>
          </p:cNvPr>
          <p:cNvSpPr txBox="1"/>
          <p:nvPr/>
        </p:nvSpPr>
        <p:spPr>
          <a:xfrm>
            <a:off x="8479969" y="2596832"/>
            <a:ext cx="519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56" name="Textfeld 169">
            <a:extLst>
              <a:ext uri="{FF2B5EF4-FFF2-40B4-BE49-F238E27FC236}">
                <a16:creationId xmlns:a16="http://schemas.microsoft.com/office/drawing/2014/main" id="{3F979A05-AFD9-4DF3-D57C-0B7481AF8BA6}"/>
              </a:ext>
            </a:extLst>
          </p:cNvPr>
          <p:cNvSpPr txBox="1"/>
          <p:nvPr/>
        </p:nvSpPr>
        <p:spPr>
          <a:xfrm>
            <a:off x="7888579" y="2596832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57" name="Textfeld 169">
            <a:extLst>
              <a:ext uri="{FF2B5EF4-FFF2-40B4-BE49-F238E27FC236}">
                <a16:creationId xmlns:a16="http://schemas.microsoft.com/office/drawing/2014/main" id="{C0D7769F-E508-39DE-269A-18FC6709209E}"/>
              </a:ext>
            </a:extLst>
          </p:cNvPr>
          <p:cNvSpPr txBox="1"/>
          <p:nvPr/>
        </p:nvSpPr>
        <p:spPr>
          <a:xfrm>
            <a:off x="8479129" y="32192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58" name="Textfeld 169">
            <a:extLst>
              <a:ext uri="{FF2B5EF4-FFF2-40B4-BE49-F238E27FC236}">
                <a16:creationId xmlns:a16="http://schemas.microsoft.com/office/drawing/2014/main" id="{5EA8D059-8FD6-3876-AFC1-398A667A45A1}"/>
              </a:ext>
            </a:extLst>
          </p:cNvPr>
          <p:cNvSpPr txBox="1"/>
          <p:nvPr/>
        </p:nvSpPr>
        <p:spPr>
          <a:xfrm>
            <a:off x="7892153" y="32192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59" name="Textfeld 169">
            <a:extLst>
              <a:ext uri="{FF2B5EF4-FFF2-40B4-BE49-F238E27FC236}">
                <a16:creationId xmlns:a16="http://schemas.microsoft.com/office/drawing/2014/main" id="{85DD496D-0119-CD3B-E96F-CDBCDAC948D4}"/>
              </a:ext>
            </a:extLst>
          </p:cNvPr>
          <p:cNvSpPr txBox="1"/>
          <p:nvPr/>
        </p:nvSpPr>
        <p:spPr>
          <a:xfrm>
            <a:off x="10231500" y="2375635"/>
            <a:ext cx="328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60" name="Textfeld 169">
            <a:extLst>
              <a:ext uri="{FF2B5EF4-FFF2-40B4-BE49-F238E27FC236}">
                <a16:creationId xmlns:a16="http://schemas.microsoft.com/office/drawing/2014/main" id="{999C988E-3F34-8417-15B9-1F0D3675E563}"/>
              </a:ext>
            </a:extLst>
          </p:cNvPr>
          <p:cNvSpPr txBox="1"/>
          <p:nvPr/>
        </p:nvSpPr>
        <p:spPr>
          <a:xfrm>
            <a:off x="9715342" y="346253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61" name="Textfeld 169">
            <a:extLst>
              <a:ext uri="{FF2B5EF4-FFF2-40B4-BE49-F238E27FC236}">
                <a16:creationId xmlns:a16="http://schemas.microsoft.com/office/drawing/2014/main" id="{579005F1-A7BC-5A0E-5152-2608D082AA37}"/>
              </a:ext>
            </a:extLst>
          </p:cNvPr>
          <p:cNvSpPr txBox="1"/>
          <p:nvPr/>
        </p:nvSpPr>
        <p:spPr>
          <a:xfrm>
            <a:off x="10666225" y="322895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62" name="Textfeld 169">
            <a:extLst>
              <a:ext uri="{FF2B5EF4-FFF2-40B4-BE49-F238E27FC236}">
                <a16:creationId xmlns:a16="http://schemas.microsoft.com/office/drawing/2014/main" id="{CA93C1FA-F2CC-BDAD-09E9-553E92581D4D}"/>
              </a:ext>
            </a:extLst>
          </p:cNvPr>
          <p:cNvSpPr txBox="1"/>
          <p:nvPr/>
        </p:nvSpPr>
        <p:spPr>
          <a:xfrm>
            <a:off x="10666224" y="240500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63" name="Textfeld 169">
            <a:extLst>
              <a:ext uri="{FF2B5EF4-FFF2-40B4-BE49-F238E27FC236}">
                <a16:creationId xmlns:a16="http://schemas.microsoft.com/office/drawing/2014/main" id="{1381AE48-F667-A7D2-E6C1-7A5B887906EC}"/>
              </a:ext>
            </a:extLst>
          </p:cNvPr>
          <p:cNvSpPr txBox="1"/>
          <p:nvPr/>
        </p:nvSpPr>
        <p:spPr>
          <a:xfrm>
            <a:off x="7091777" y="1692545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64" name="Textfeld 169">
            <a:extLst>
              <a:ext uri="{FF2B5EF4-FFF2-40B4-BE49-F238E27FC236}">
                <a16:creationId xmlns:a16="http://schemas.microsoft.com/office/drawing/2014/main" id="{9B20C6CE-709B-F891-741B-4F07A1DBC72A}"/>
              </a:ext>
            </a:extLst>
          </p:cNvPr>
          <p:cNvSpPr txBox="1"/>
          <p:nvPr/>
        </p:nvSpPr>
        <p:spPr>
          <a:xfrm>
            <a:off x="6747845" y="2170272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165" name="Textfeld 169">
            <a:extLst>
              <a:ext uri="{FF2B5EF4-FFF2-40B4-BE49-F238E27FC236}">
                <a16:creationId xmlns:a16="http://schemas.microsoft.com/office/drawing/2014/main" id="{9AA95960-120A-0199-E486-0177181EA9CC}"/>
              </a:ext>
            </a:extLst>
          </p:cNvPr>
          <p:cNvSpPr txBox="1"/>
          <p:nvPr/>
        </p:nvSpPr>
        <p:spPr>
          <a:xfrm>
            <a:off x="9049373" y="1921365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68" name="Textfeld 169">
            <a:extLst>
              <a:ext uri="{FF2B5EF4-FFF2-40B4-BE49-F238E27FC236}">
                <a16:creationId xmlns:a16="http://schemas.microsoft.com/office/drawing/2014/main" id="{31A848AC-4E10-41EB-9EA1-206444ABC5C2}"/>
              </a:ext>
            </a:extLst>
          </p:cNvPr>
          <p:cNvSpPr txBox="1"/>
          <p:nvPr/>
        </p:nvSpPr>
        <p:spPr>
          <a:xfrm>
            <a:off x="6850628" y="1943753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E8CB7FB0-EBFA-3CA7-7EA3-DB292129C7A5}"/>
              </a:ext>
            </a:extLst>
          </p:cNvPr>
          <p:cNvGrpSpPr/>
          <p:nvPr/>
        </p:nvGrpSpPr>
        <p:grpSpPr>
          <a:xfrm>
            <a:off x="7241514" y="1986247"/>
            <a:ext cx="1930787" cy="635024"/>
            <a:chOff x="4316210" y="1861556"/>
            <a:chExt cx="1930787" cy="635024"/>
          </a:xfrm>
        </p:grpSpPr>
        <p:grpSp>
          <p:nvGrpSpPr>
            <p:cNvPr id="170" name="Gruppieren 169">
              <a:extLst>
                <a:ext uri="{FF2B5EF4-FFF2-40B4-BE49-F238E27FC236}">
                  <a16:creationId xmlns:a16="http://schemas.microsoft.com/office/drawing/2014/main" id="{BE759069-D19E-CB66-292D-33A1B454BA4D}"/>
                </a:ext>
              </a:extLst>
            </p:cNvPr>
            <p:cNvGrpSpPr/>
            <p:nvPr/>
          </p:nvGrpSpPr>
          <p:grpSpPr>
            <a:xfrm>
              <a:off x="4316210" y="1861556"/>
              <a:ext cx="1930787" cy="415732"/>
              <a:chOff x="5746196" y="1700350"/>
              <a:chExt cx="1930787" cy="415732"/>
            </a:xfrm>
          </p:grpSpPr>
          <p:cxnSp>
            <p:nvCxnSpPr>
              <p:cNvPr id="176" name="Verbinder: gewinkelt 87">
                <a:extLst>
                  <a:ext uri="{FF2B5EF4-FFF2-40B4-BE49-F238E27FC236}">
                    <a16:creationId xmlns:a16="http://schemas.microsoft.com/office/drawing/2014/main" id="{44A29D0D-A45F-ED3B-3FE1-367606DA0F13}"/>
                  </a:ext>
                </a:extLst>
              </p:cNvPr>
              <p:cNvCxnSpPr>
                <a:cxnSpLocks/>
                <a:stCxn id="182" idx="2"/>
                <a:endCxn id="181" idx="0"/>
              </p:cNvCxnSpPr>
              <p:nvPr/>
            </p:nvCxnSpPr>
            <p:spPr>
              <a:xfrm rot="10800000" flipH="1">
                <a:off x="5746196" y="1700351"/>
                <a:ext cx="965428" cy="213027"/>
              </a:xfrm>
              <a:prstGeom prst="bentConnector4">
                <a:avLst>
                  <a:gd name="adj1" fmla="val -35107"/>
                  <a:gd name="adj2" fmla="val 207310"/>
                </a:avLst>
              </a:prstGeom>
              <a:noFill/>
              <a:ln w="9525">
                <a:solidFill>
                  <a:sysClr val="windowText" lastClr="000000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180" name="Text Box 82">
                <a:extLst>
                  <a:ext uri="{FF2B5EF4-FFF2-40B4-BE49-F238E27FC236}">
                    <a16:creationId xmlns:a16="http://schemas.microsoft.com/office/drawing/2014/main" id="{030A55DD-5178-34F9-89A0-84B055BE7AF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25055" y="1738450"/>
                <a:ext cx="969963" cy="33813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Function</a:t>
                </a:r>
              </a:p>
            </p:txBody>
          </p:sp>
          <p:sp>
            <p:nvSpPr>
              <p:cNvPr id="181" name="Rectangle 83">
                <a:extLst>
                  <a:ext uri="{FF2B5EF4-FFF2-40B4-BE49-F238E27FC236}">
                    <a16:creationId xmlns:a16="http://schemas.microsoft.com/office/drawing/2014/main" id="{BCC599C6-A263-7342-14E6-6182A9E2CC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04392" y="1700350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82" name="AutoShape 50">
                <a:extLst>
                  <a:ext uri="{FF2B5EF4-FFF2-40B4-BE49-F238E27FC236}">
                    <a16:creationId xmlns:a16="http://schemas.microsoft.com/office/drawing/2014/main" id="{7E8BD991-BFAB-667D-9FBC-C6D36D58AA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5788264" y="1787170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83" name="Textfeld 169">
                <a:extLst>
                  <a:ext uri="{FF2B5EF4-FFF2-40B4-BE49-F238E27FC236}">
                    <a16:creationId xmlns:a16="http://schemas.microsoft.com/office/drawing/2014/main" id="{4AAE55BE-B6ED-15F5-B7EC-D1BD70C779CF}"/>
                  </a:ext>
                </a:extLst>
              </p:cNvPr>
              <p:cNvSpPr txBox="1"/>
              <p:nvPr/>
            </p:nvSpPr>
            <p:spPr>
              <a:xfrm>
                <a:off x="6283785" y="1895925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84" name="Textfeld 169">
                <a:extLst>
                  <a:ext uri="{FF2B5EF4-FFF2-40B4-BE49-F238E27FC236}">
                    <a16:creationId xmlns:a16="http://schemas.microsoft.com/office/drawing/2014/main" id="{C6E42E75-ED27-FAB3-B308-107FA4557B7E}"/>
                  </a:ext>
                </a:extLst>
              </p:cNvPr>
              <p:cNvSpPr txBox="1"/>
              <p:nvPr/>
            </p:nvSpPr>
            <p:spPr>
              <a:xfrm>
                <a:off x="6847764" y="1900638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85" name="AutoShape 50">
                <a:extLst>
                  <a:ext uri="{FF2B5EF4-FFF2-40B4-BE49-F238E27FC236}">
                    <a16:creationId xmlns:a16="http://schemas.microsoft.com/office/drawing/2014/main" id="{2FE2F9E9-19C6-4CDE-5CF2-958A066993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7466639" y="1782011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71" name="Rectangle 83">
              <a:extLst>
                <a:ext uri="{FF2B5EF4-FFF2-40B4-BE49-F238E27FC236}">
                  <a16:creationId xmlns:a16="http://schemas.microsoft.com/office/drawing/2014/main" id="{5714A1D6-0320-8A38-CCC7-6E1DB9B206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4667" y="2277288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String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2" name="Rectangle 83">
              <a:extLst>
                <a:ext uri="{FF2B5EF4-FFF2-40B4-BE49-F238E27FC236}">
                  <a16:creationId xmlns:a16="http://schemas.microsoft.com/office/drawing/2014/main" id="{6E4A60AE-3176-971C-2268-9AAD9EAFE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9323" y="2277289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String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186" name="Textfeld 169">
            <a:extLst>
              <a:ext uri="{FF2B5EF4-FFF2-40B4-BE49-F238E27FC236}">
                <a16:creationId xmlns:a16="http://schemas.microsoft.com/office/drawing/2014/main" id="{D52D7467-7CF9-4FC0-F5C9-57145A103526}"/>
              </a:ext>
            </a:extLst>
          </p:cNvPr>
          <p:cNvSpPr txBox="1"/>
          <p:nvPr/>
        </p:nvSpPr>
        <p:spPr>
          <a:xfrm>
            <a:off x="8927964" y="3219280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87" name="Textfeld 169">
            <a:extLst>
              <a:ext uri="{FF2B5EF4-FFF2-40B4-BE49-F238E27FC236}">
                <a16:creationId xmlns:a16="http://schemas.microsoft.com/office/drawing/2014/main" id="{B83D6D22-A186-461D-BEBE-76022E260039}"/>
              </a:ext>
            </a:extLst>
          </p:cNvPr>
          <p:cNvSpPr txBox="1"/>
          <p:nvPr/>
        </p:nvSpPr>
        <p:spPr>
          <a:xfrm>
            <a:off x="9075093" y="351417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89" name="Gruppieren 188">
            <a:extLst>
              <a:ext uri="{FF2B5EF4-FFF2-40B4-BE49-F238E27FC236}">
                <a16:creationId xmlns:a16="http://schemas.microsoft.com/office/drawing/2014/main" id="{308D2EDE-189B-8957-10C0-B4B2CC010248}"/>
              </a:ext>
            </a:extLst>
          </p:cNvPr>
          <p:cNvGrpSpPr/>
          <p:nvPr/>
        </p:nvGrpSpPr>
        <p:grpSpPr>
          <a:xfrm>
            <a:off x="7493363" y="3512766"/>
            <a:ext cx="1632590" cy="412750"/>
            <a:chOff x="5282178" y="3388075"/>
            <a:chExt cx="1632590" cy="412750"/>
          </a:xfrm>
        </p:grpSpPr>
        <p:grpSp>
          <p:nvGrpSpPr>
            <p:cNvPr id="190" name="Group 87">
              <a:extLst>
                <a:ext uri="{FF2B5EF4-FFF2-40B4-BE49-F238E27FC236}">
                  <a16:creationId xmlns:a16="http://schemas.microsoft.com/office/drawing/2014/main" id="{48DC41EC-806E-4688-C7E8-98563589B99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82178" y="3388075"/>
              <a:ext cx="1631951" cy="412750"/>
              <a:chOff x="3304" y="2592"/>
              <a:chExt cx="1028" cy="260"/>
            </a:xfrm>
          </p:grpSpPr>
          <p:sp>
            <p:nvSpPr>
              <p:cNvPr id="196" name="Text Box 82">
                <a:extLst>
                  <a:ext uri="{FF2B5EF4-FFF2-40B4-BE49-F238E27FC236}">
                    <a16:creationId xmlns:a16="http://schemas.microsoft.com/office/drawing/2014/main" id="{E4BF0FF5-30EE-FBA9-84C3-392058351D2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20" y="2616"/>
                <a:ext cx="59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Channel</a:t>
                </a:r>
              </a:p>
            </p:txBody>
          </p:sp>
          <p:sp>
            <p:nvSpPr>
              <p:cNvPr id="197" name="Rectangle 83">
                <a:extLst>
                  <a:ext uri="{FF2B5EF4-FFF2-40B4-BE49-F238E27FC236}">
                    <a16:creationId xmlns:a16="http://schemas.microsoft.com/office/drawing/2014/main" id="{E0F9759C-F0C2-44C7-BB96-39724CDD76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04" y="2592"/>
                <a:ext cx="1028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91" name="Textfeld 169">
              <a:extLst>
                <a:ext uri="{FF2B5EF4-FFF2-40B4-BE49-F238E27FC236}">
                  <a16:creationId xmlns:a16="http://schemas.microsoft.com/office/drawing/2014/main" id="{A0E8C972-CF96-D72D-00FF-679ADD8CA5F4}"/>
                </a:ext>
              </a:extLst>
            </p:cNvPr>
            <p:cNvSpPr txBox="1"/>
            <p:nvPr/>
          </p:nvSpPr>
          <p:spPr>
            <a:xfrm>
              <a:off x="6717276" y="3389696"/>
              <a:ext cx="9485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92" name="Textfeld 169">
              <a:extLst>
                <a:ext uri="{FF2B5EF4-FFF2-40B4-BE49-F238E27FC236}">
                  <a16:creationId xmlns:a16="http://schemas.microsoft.com/office/drawing/2014/main" id="{768BE47B-D930-82F4-E917-83481CE794FC}"/>
                </a:ext>
              </a:extLst>
            </p:cNvPr>
            <p:cNvSpPr txBox="1"/>
            <p:nvPr/>
          </p:nvSpPr>
          <p:spPr>
            <a:xfrm>
              <a:off x="6616410" y="363493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93" name="Textfeld 169">
              <a:extLst>
                <a:ext uri="{FF2B5EF4-FFF2-40B4-BE49-F238E27FC236}">
                  <a16:creationId xmlns:a16="http://schemas.microsoft.com/office/drawing/2014/main" id="{5C32161E-8F57-E83D-9CAD-985F53201D32}"/>
                </a:ext>
              </a:extLst>
            </p:cNvPr>
            <p:cNvSpPr txBox="1"/>
            <p:nvPr/>
          </p:nvSpPr>
          <p:spPr>
            <a:xfrm>
              <a:off x="5576023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94" name="Textfeld 169">
              <a:extLst>
                <a:ext uri="{FF2B5EF4-FFF2-40B4-BE49-F238E27FC236}">
                  <a16:creationId xmlns:a16="http://schemas.microsoft.com/office/drawing/2014/main" id="{13F64E05-7825-0F48-C860-7503C0F39889}"/>
                </a:ext>
              </a:extLst>
            </p:cNvPr>
            <p:cNvSpPr txBox="1"/>
            <p:nvPr/>
          </p:nvSpPr>
          <p:spPr>
            <a:xfrm>
              <a:off x="6160679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98" name="Textfeld 169">
            <a:extLst>
              <a:ext uri="{FF2B5EF4-FFF2-40B4-BE49-F238E27FC236}">
                <a16:creationId xmlns:a16="http://schemas.microsoft.com/office/drawing/2014/main" id="{3AD153EA-D14A-88D6-BA7E-E0408EBE91AA}"/>
              </a:ext>
            </a:extLst>
          </p:cNvPr>
          <p:cNvSpPr txBox="1"/>
          <p:nvPr/>
        </p:nvSpPr>
        <p:spPr>
          <a:xfrm>
            <a:off x="7632791" y="3219280"/>
            <a:ext cx="357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99" name="Textfeld 169">
            <a:extLst>
              <a:ext uri="{FF2B5EF4-FFF2-40B4-BE49-F238E27FC236}">
                <a16:creationId xmlns:a16="http://schemas.microsoft.com/office/drawing/2014/main" id="{25BE8BEB-D4BD-37BB-F55A-6130F31844B2}"/>
              </a:ext>
            </a:extLst>
          </p:cNvPr>
          <p:cNvSpPr txBox="1"/>
          <p:nvPr/>
        </p:nvSpPr>
        <p:spPr>
          <a:xfrm>
            <a:off x="8120681" y="3219280"/>
            <a:ext cx="452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grpSp>
        <p:nvGrpSpPr>
          <p:cNvPr id="200" name="Gruppieren 199">
            <a:extLst>
              <a:ext uri="{FF2B5EF4-FFF2-40B4-BE49-F238E27FC236}">
                <a16:creationId xmlns:a16="http://schemas.microsoft.com/office/drawing/2014/main" id="{542F963B-1F38-59B6-5A4D-8F5ED18B5D88}"/>
              </a:ext>
            </a:extLst>
          </p:cNvPr>
          <p:cNvGrpSpPr/>
          <p:nvPr/>
        </p:nvGrpSpPr>
        <p:grpSpPr>
          <a:xfrm>
            <a:off x="9993684" y="3512766"/>
            <a:ext cx="1415042" cy="412750"/>
            <a:chOff x="7782499" y="3595251"/>
            <a:chExt cx="1415042" cy="412750"/>
          </a:xfrm>
        </p:grpSpPr>
        <p:sp>
          <p:nvSpPr>
            <p:cNvPr id="201" name="Text Box 82">
              <a:extLst>
                <a:ext uri="{FF2B5EF4-FFF2-40B4-BE49-F238E27FC236}">
                  <a16:creationId xmlns:a16="http://schemas.microsoft.com/office/drawing/2014/main" id="{79D6ECE3-EE05-8F41-98C8-5FB1146E69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79041" y="3633351"/>
              <a:ext cx="101662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Category</a:t>
              </a:r>
            </a:p>
          </p:txBody>
        </p:sp>
        <p:sp>
          <p:nvSpPr>
            <p:cNvPr id="202" name="Rectangle 83">
              <a:extLst>
                <a:ext uri="{FF2B5EF4-FFF2-40B4-BE49-F238E27FC236}">
                  <a16:creationId xmlns:a16="http://schemas.microsoft.com/office/drawing/2014/main" id="{551C1E12-1E82-1954-F053-7AAECF0B6F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82499" y="3595251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03" name="Textfeld 169">
              <a:extLst>
                <a:ext uri="{FF2B5EF4-FFF2-40B4-BE49-F238E27FC236}">
                  <a16:creationId xmlns:a16="http://schemas.microsoft.com/office/drawing/2014/main" id="{25D15054-5484-C862-7D9D-14B351E293A8}"/>
                </a:ext>
              </a:extLst>
            </p:cNvPr>
            <p:cNvSpPr txBox="1"/>
            <p:nvPr/>
          </p:nvSpPr>
          <p:spPr>
            <a:xfrm>
              <a:off x="8899183" y="3824640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204" name="Textfeld 169">
              <a:extLst>
                <a:ext uri="{FF2B5EF4-FFF2-40B4-BE49-F238E27FC236}">
                  <a16:creationId xmlns:a16="http://schemas.microsoft.com/office/drawing/2014/main" id="{C638B141-F0CD-0BB1-6C3E-0B6A3F567231}"/>
                </a:ext>
              </a:extLst>
            </p:cNvPr>
            <p:cNvSpPr txBox="1"/>
            <p:nvPr/>
          </p:nvSpPr>
          <p:spPr>
            <a:xfrm>
              <a:off x="8899183" y="361921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205" name="Textfeld 169">
              <a:extLst>
                <a:ext uri="{FF2B5EF4-FFF2-40B4-BE49-F238E27FC236}">
                  <a16:creationId xmlns:a16="http://schemas.microsoft.com/office/drawing/2014/main" id="{02066C4C-D725-464E-04FB-92D71C64DBF5}"/>
                </a:ext>
              </a:extLst>
            </p:cNvPr>
            <p:cNvSpPr txBox="1"/>
            <p:nvPr/>
          </p:nvSpPr>
          <p:spPr>
            <a:xfrm>
              <a:off x="8632948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206" name="Textfeld 169">
              <a:extLst>
                <a:ext uri="{FF2B5EF4-FFF2-40B4-BE49-F238E27FC236}">
                  <a16:creationId xmlns:a16="http://schemas.microsoft.com/office/drawing/2014/main" id="{9EB846FA-A81A-9536-4872-25D0D986ACF9}"/>
                </a:ext>
              </a:extLst>
            </p:cNvPr>
            <p:cNvSpPr txBox="1"/>
            <p:nvPr/>
          </p:nvSpPr>
          <p:spPr>
            <a:xfrm>
              <a:off x="8069479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64E41989-145D-90E3-1F19-88CAE573978F}"/>
              </a:ext>
            </a:extLst>
          </p:cNvPr>
          <p:cNvCxnSpPr>
            <a:cxnSpLocks/>
            <a:stCxn id="172" idx="2"/>
            <a:endCxn id="194" idx="0"/>
          </p:cNvCxnSpPr>
          <p:nvPr/>
        </p:nvCxnSpPr>
        <p:spPr>
          <a:xfrm flipH="1">
            <a:off x="8521043" y="2621271"/>
            <a:ext cx="1" cy="89492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08" name="Gerade Verbindung mit Pfeil 207">
            <a:extLst>
              <a:ext uri="{FF2B5EF4-FFF2-40B4-BE49-F238E27FC236}">
                <a16:creationId xmlns:a16="http://schemas.microsoft.com/office/drawing/2014/main" id="{5C0C7BC4-C80F-BDBF-86A8-192482B28842}"/>
              </a:ext>
            </a:extLst>
          </p:cNvPr>
          <p:cNvCxnSpPr>
            <a:cxnSpLocks/>
            <a:stCxn id="171" idx="2"/>
            <a:endCxn id="193" idx="0"/>
          </p:cNvCxnSpPr>
          <p:nvPr/>
        </p:nvCxnSpPr>
        <p:spPr>
          <a:xfrm flipH="1">
            <a:off x="7936387" y="2621270"/>
            <a:ext cx="1" cy="89492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209" name="Gruppieren 208">
            <a:extLst>
              <a:ext uri="{FF2B5EF4-FFF2-40B4-BE49-F238E27FC236}">
                <a16:creationId xmlns:a16="http://schemas.microsoft.com/office/drawing/2014/main" id="{5D345343-D8FC-D44C-4BC1-258354277110}"/>
              </a:ext>
            </a:extLst>
          </p:cNvPr>
          <p:cNvGrpSpPr/>
          <p:nvPr/>
        </p:nvGrpSpPr>
        <p:grpSpPr>
          <a:xfrm>
            <a:off x="9996067" y="1987738"/>
            <a:ext cx="1410052" cy="412750"/>
            <a:chOff x="7784882" y="1863047"/>
            <a:chExt cx="1410052" cy="412750"/>
          </a:xfrm>
        </p:grpSpPr>
        <p:grpSp>
          <p:nvGrpSpPr>
            <p:cNvPr id="210" name="Gruppieren 209">
              <a:extLst>
                <a:ext uri="{FF2B5EF4-FFF2-40B4-BE49-F238E27FC236}">
                  <a16:creationId xmlns:a16="http://schemas.microsoft.com/office/drawing/2014/main" id="{1AE5BA8D-FDEB-58DC-46D8-CE59B06C932A}"/>
                </a:ext>
              </a:extLst>
            </p:cNvPr>
            <p:cNvGrpSpPr/>
            <p:nvPr/>
          </p:nvGrpSpPr>
          <p:grpSpPr>
            <a:xfrm>
              <a:off x="7784882" y="1863047"/>
              <a:ext cx="1410052" cy="412750"/>
              <a:chOff x="6133049" y="1935065"/>
              <a:chExt cx="1410052" cy="412750"/>
            </a:xfrm>
          </p:grpSpPr>
          <p:sp>
            <p:nvSpPr>
              <p:cNvPr id="213" name="Text Box 82">
                <a:extLst>
                  <a:ext uri="{FF2B5EF4-FFF2-40B4-BE49-F238E27FC236}">
                    <a16:creationId xmlns:a16="http://schemas.microsoft.com/office/drawing/2014/main" id="{BE9ED523-B6F3-397F-E0E5-A839EE27C4E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13753" y="1973165"/>
                <a:ext cx="846707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Stream</a:t>
                </a:r>
              </a:p>
            </p:txBody>
          </p:sp>
          <p:sp>
            <p:nvSpPr>
              <p:cNvPr id="214" name="Rectangle 83">
                <a:extLst>
                  <a:ext uri="{FF2B5EF4-FFF2-40B4-BE49-F238E27FC236}">
                    <a16:creationId xmlns:a16="http://schemas.microsoft.com/office/drawing/2014/main" id="{1280E286-012E-68D4-060F-F6C7E68E37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3049" y="1935065"/>
                <a:ext cx="1409695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15" name="Textfeld 169">
                <a:extLst>
                  <a:ext uri="{FF2B5EF4-FFF2-40B4-BE49-F238E27FC236}">
                    <a16:creationId xmlns:a16="http://schemas.microsoft.com/office/drawing/2014/main" id="{57612137-D099-241F-1B8D-FA720A25FF1F}"/>
                  </a:ext>
                </a:extLst>
              </p:cNvPr>
              <p:cNvSpPr txBox="1"/>
              <p:nvPr/>
            </p:nvSpPr>
            <p:spPr>
              <a:xfrm>
                <a:off x="6329512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216" name="Textfeld 169">
                <a:extLst>
                  <a:ext uri="{FF2B5EF4-FFF2-40B4-BE49-F238E27FC236}">
                    <a16:creationId xmlns:a16="http://schemas.microsoft.com/office/drawing/2014/main" id="{FB53D0F5-292B-9274-106B-65239B3AD475}"/>
                  </a:ext>
                </a:extLst>
              </p:cNvPr>
              <p:cNvSpPr txBox="1"/>
              <p:nvPr/>
            </p:nvSpPr>
            <p:spPr>
              <a:xfrm>
                <a:off x="7035803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217" name="Textfeld 169">
                <a:extLst>
                  <a:ext uri="{FF2B5EF4-FFF2-40B4-BE49-F238E27FC236}">
                    <a16:creationId xmlns:a16="http://schemas.microsoft.com/office/drawing/2014/main" id="{803B425F-4E4D-7AEE-9D4F-C3F64E9C9106}"/>
                  </a:ext>
                </a:extLst>
              </p:cNvPr>
              <p:cNvSpPr txBox="1"/>
              <p:nvPr/>
            </p:nvSpPr>
            <p:spPr>
              <a:xfrm>
                <a:off x="6231404" y="2189581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218" name="Textfeld 169">
                <a:extLst>
                  <a:ext uri="{FF2B5EF4-FFF2-40B4-BE49-F238E27FC236}">
                    <a16:creationId xmlns:a16="http://schemas.microsoft.com/office/drawing/2014/main" id="{6D7616C3-2AD2-3333-CA5E-9B598DCC9356}"/>
                  </a:ext>
                </a:extLst>
              </p:cNvPr>
              <p:cNvSpPr txBox="1"/>
              <p:nvPr/>
            </p:nvSpPr>
            <p:spPr>
              <a:xfrm>
                <a:off x="7244743" y="1954273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219" name="Textfeld 169">
                <a:extLst>
                  <a:ext uri="{FF2B5EF4-FFF2-40B4-BE49-F238E27FC236}">
                    <a16:creationId xmlns:a16="http://schemas.microsoft.com/office/drawing/2014/main" id="{4BF80BB5-DCDC-113A-9E08-1FCD12E0B751}"/>
                  </a:ext>
                </a:extLst>
              </p:cNvPr>
              <p:cNvSpPr txBox="1"/>
              <p:nvPr/>
            </p:nvSpPr>
            <p:spPr>
              <a:xfrm>
                <a:off x="7244743" y="2163318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</p:grpSp>
        <p:sp>
          <p:nvSpPr>
            <p:cNvPr id="211" name="Textfeld 169">
              <a:extLst>
                <a:ext uri="{FF2B5EF4-FFF2-40B4-BE49-F238E27FC236}">
                  <a16:creationId xmlns:a16="http://schemas.microsoft.com/office/drawing/2014/main" id="{7658FDFE-9A25-2E52-76DA-2BCF3BF81EE7}"/>
                </a:ext>
              </a:extLst>
            </p:cNvPr>
            <p:cNvSpPr txBox="1"/>
            <p:nvPr/>
          </p:nvSpPr>
          <p:spPr>
            <a:xfrm>
              <a:off x="7786744" y="1864687"/>
              <a:ext cx="298358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3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212" name="Textfeld 169">
              <a:extLst>
                <a:ext uri="{FF2B5EF4-FFF2-40B4-BE49-F238E27FC236}">
                  <a16:creationId xmlns:a16="http://schemas.microsoft.com/office/drawing/2014/main" id="{703B577D-6684-8D44-2E56-EEE7DB848323}"/>
                </a:ext>
              </a:extLst>
            </p:cNvPr>
            <p:cNvSpPr txBox="1"/>
            <p:nvPr/>
          </p:nvSpPr>
          <p:spPr>
            <a:xfrm>
              <a:off x="7907927" y="211995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C44B898F-1C94-33A5-F5BB-1B81F2411A27}"/>
              </a:ext>
            </a:extLst>
          </p:cNvPr>
          <p:cNvCxnSpPr>
            <a:cxnSpLocks/>
            <a:stCxn id="185" idx="2"/>
            <a:endCxn id="214" idx="1"/>
          </p:cNvCxnSpPr>
          <p:nvPr/>
        </p:nvCxnSpPr>
        <p:spPr>
          <a:xfrm flipV="1">
            <a:off x="9172301" y="2194113"/>
            <a:ext cx="823766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21" name="Verbinder: gewinkelt 87">
            <a:extLst>
              <a:ext uri="{FF2B5EF4-FFF2-40B4-BE49-F238E27FC236}">
                <a16:creationId xmlns:a16="http://schemas.microsoft.com/office/drawing/2014/main" id="{1B997C9B-5E23-3F1F-0988-A1DD1622E1B6}"/>
              </a:ext>
            </a:extLst>
          </p:cNvPr>
          <p:cNvCxnSpPr>
            <a:cxnSpLocks/>
            <a:stCxn id="191" idx="0"/>
            <a:endCxn id="212" idx="2"/>
          </p:cNvCxnSpPr>
          <p:nvPr/>
        </p:nvCxnSpPr>
        <p:spPr>
          <a:xfrm rot="5400000" flipH="1" flipV="1">
            <a:off x="9064165" y="2310261"/>
            <a:ext cx="1115851" cy="12924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222" name="Gerade Verbindung mit Pfeil 221">
            <a:extLst>
              <a:ext uri="{FF2B5EF4-FFF2-40B4-BE49-F238E27FC236}">
                <a16:creationId xmlns:a16="http://schemas.microsoft.com/office/drawing/2014/main" id="{413BB4A1-59EE-A598-BD6B-3D30EB16B2F7}"/>
              </a:ext>
            </a:extLst>
          </p:cNvPr>
          <p:cNvCxnSpPr>
            <a:cxnSpLocks/>
            <a:stCxn id="197" idx="3"/>
            <a:endCxn id="202" idx="1"/>
          </p:cNvCxnSpPr>
          <p:nvPr/>
        </p:nvCxnSpPr>
        <p:spPr>
          <a:xfrm>
            <a:off x="9125314" y="3719141"/>
            <a:ext cx="868370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223" name="Textfeld 44">
            <a:extLst>
              <a:ext uri="{FF2B5EF4-FFF2-40B4-BE49-F238E27FC236}">
                <a16:creationId xmlns:a16="http://schemas.microsoft.com/office/drawing/2014/main" id="{EF4CF1AE-0D3F-7914-09B1-71771A948BF2}"/>
              </a:ext>
            </a:extLst>
          </p:cNvPr>
          <p:cNvSpPr txBox="1"/>
          <p:nvPr/>
        </p:nvSpPr>
        <p:spPr>
          <a:xfrm>
            <a:off x="7273391" y="1052258"/>
            <a:ext cx="200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OCL: tree structure</a:t>
            </a:r>
          </a:p>
        </p:txBody>
      </p:sp>
      <p:sp>
        <p:nvSpPr>
          <p:cNvPr id="224" name="Freihandform: Form 223">
            <a:extLst>
              <a:ext uri="{FF2B5EF4-FFF2-40B4-BE49-F238E27FC236}">
                <a16:creationId xmlns:a16="http://schemas.microsoft.com/office/drawing/2014/main" id="{72024EB5-B12E-EA2F-2B75-03FBE5EAA824}"/>
              </a:ext>
            </a:extLst>
          </p:cNvPr>
          <p:cNvSpPr/>
          <p:nvPr/>
        </p:nvSpPr>
        <p:spPr>
          <a:xfrm>
            <a:off x="7151251" y="1326029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5" name="Textfeld 44">
            <a:extLst>
              <a:ext uri="{FF2B5EF4-FFF2-40B4-BE49-F238E27FC236}">
                <a16:creationId xmlns:a16="http://schemas.microsoft.com/office/drawing/2014/main" id="{D22621D5-5193-A0D0-CCD1-11B1301F3060}"/>
              </a:ext>
            </a:extLst>
          </p:cNvPr>
          <p:cNvSpPr txBox="1"/>
          <p:nvPr/>
        </p:nvSpPr>
        <p:spPr>
          <a:xfrm>
            <a:off x="8827595" y="1321035"/>
            <a:ext cx="2159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Time Series of Values</a:t>
            </a:r>
          </a:p>
        </p:txBody>
      </p:sp>
      <p:sp>
        <p:nvSpPr>
          <p:cNvPr id="226" name="Freihandform: Form 225">
            <a:extLst>
              <a:ext uri="{FF2B5EF4-FFF2-40B4-BE49-F238E27FC236}">
                <a16:creationId xmlns:a16="http://schemas.microsoft.com/office/drawing/2014/main" id="{9D2795D7-7C6B-52A7-5F8F-589509BB1ABA}"/>
              </a:ext>
            </a:extLst>
          </p:cNvPr>
          <p:cNvSpPr/>
          <p:nvPr/>
        </p:nvSpPr>
        <p:spPr bwMode="auto">
          <a:xfrm>
            <a:off x="10953003" y="1442213"/>
            <a:ext cx="445268" cy="532186"/>
          </a:xfrm>
          <a:custGeom>
            <a:avLst/>
            <a:gdLst>
              <a:gd name="connsiteX0" fmla="*/ 0 w 445268"/>
              <a:gd name="connsiteY0" fmla="*/ 52126 h 532186"/>
              <a:gd name="connsiteX1" fmla="*/ 419100 w 445268"/>
              <a:gd name="connsiteY1" fmla="*/ 44506 h 532186"/>
              <a:gd name="connsiteX2" fmla="*/ 365760 w 445268"/>
              <a:gd name="connsiteY2" fmla="*/ 532186 h 532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45268" h="532186">
                <a:moveTo>
                  <a:pt x="0" y="52126"/>
                </a:moveTo>
                <a:cubicBezTo>
                  <a:pt x="179070" y="8311"/>
                  <a:pt x="358140" y="-35504"/>
                  <a:pt x="419100" y="44506"/>
                </a:cubicBezTo>
                <a:cubicBezTo>
                  <a:pt x="480060" y="124516"/>
                  <a:pt x="422910" y="328351"/>
                  <a:pt x="365760" y="53218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7" name="Textfeld 226">
            <a:extLst>
              <a:ext uri="{FF2B5EF4-FFF2-40B4-BE49-F238E27FC236}">
                <a16:creationId xmlns:a16="http://schemas.microsoft.com/office/drawing/2014/main" id="{7156E887-5BC3-8E40-FCBB-415AFD515B8B}"/>
              </a:ext>
            </a:extLst>
          </p:cNvPr>
          <p:cNvSpPr txBox="1"/>
          <p:nvPr/>
        </p:nvSpPr>
        <p:spPr>
          <a:xfrm>
            <a:off x="10231500" y="4428607"/>
            <a:ext cx="15726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e.g., Diesel in l/s &lt;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Int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&gt;</a:t>
            </a:r>
            <a:endParaRPr lang="de-DE" dirty="0"/>
          </a:p>
        </p:txBody>
      </p:sp>
      <p:sp>
        <p:nvSpPr>
          <p:cNvPr id="228" name="Textfeld 227">
            <a:extLst>
              <a:ext uri="{FF2B5EF4-FFF2-40B4-BE49-F238E27FC236}">
                <a16:creationId xmlns:a16="http://schemas.microsoft.com/office/drawing/2014/main" id="{C52E93EA-2DC5-59A8-DFA6-CF31FD81368F}"/>
              </a:ext>
            </a:extLst>
          </p:cNvPr>
          <p:cNvSpPr txBox="1"/>
          <p:nvPr/>
        </p:nvSpPr>
        <p:spPr>
          <a:xfrm>
            <a:off x="7539422" y="4320696"/>
            <a:ext cx="26508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Material, Data, Energy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in 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UnitType</a:t>
            </a:r>
            <a:endParaRPr lang="de-DE" i="1" dirty="0">
              <a:solidFill>
                <a:srgbClr val="00549F"/>
              </a:solidFill>
              <a:latin typeface="Trebuchet MS" panose="020B0603020202020204" pitchFamily="34" charset="0"/>
            </a:endParaRPr>
          </a:p>
        </p:txBody>
      </p:sp>
      <p:sp>
        <p:nvSpPr>
          <p:cNvPr id="229" name="Freihandform: Form 228">
            <a:extLst>
              <a:ext uri="{FF2B5EF4-FFF2-40B4-BE49-F238E27FC236}">
                <a16:creationId xmlns:a16="http://schemas.microsoft.com/office/drawing/2014/main" id="{AF188F77-5F06-FCA4-058C-79781C07EF3F}"/>
              </a:ext>
            </a:extLst>
          </p:cNvPr>
          <p:cNvSpPr/>
          <p:nvPr/>
        </p:nvSpPr>
        <p:spPr bwMode="auto">
          <a:xfrm>
            <a:off x="11478030" y="4022130"/>
            <a:ext cx="374885" cy="383556"/>
          </a:xfrm>
          <a:custGeom>
            <a:avLst/>
            <a:gdLst>
              <a:gd name="connsiteX0" fmla="*/ 44450 w 374885"/>
              <a:gd name="connsiteY0" fmla="*/ 1225550 h 1225550"/>
              <a:gd name="connsiteX1" fmla="*/ 374650 w 374885"/>
              <a:gd name="connsiteY1" fmla="*/ 571500 h 1225550"/>
              <a:gd name="connsiteX2" fmla="*/ 0 w 374885"/>
              <a:gd name="connsiteY2" fmla="*/ 0 h 122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4885" h="1225550">
                <a:moveTo>
                  <a:pt x="44450" y="1225550"/>
                </a:moveTo>
                <a:cubicBezTo>
                  <a:pt x="213254" y="1000654"/>
                  <a:pt x="382058" y="775758"/>
                  <a:pt x="374650" y="571500"/>
                </a:cubicBezTo>
                <a:cubicBezTo>
                  <a:pt x="367242" y="367242"/>
                  <a:pt x="183621" y="183621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" name="Freihandform: Form 229">
            <a:extLst>
              <a:ext uri="{FF2B5EF4-FFF2-40B4-BE49-F238E27FC236}">
                <a16:creationId xmlns:a16="http://schemas.microsoft.com/office/drawing/2014/main" id="{94EB0DDC-81A9-F2F8-E11E-67E18BEB38D8}"/>
              </a:ext>
            </a:extLst>
          </p:cNvPr>
          <p:cNvSpPr/>
          <p:nvPr/>
        </p:nvSpPr>
        <p:spPr bwMode="auto">
          <a:xfrm>
            <a:off x="9221703" y="3942136"/>
            <a:ext cx="677331" cy="463550"/>
          </a:xfrm>
          <a:custGeom>
            <a:avLst/>
            <a:gdLst>
              <a:gd name="connsiteX0" fmla="*/ 55031 w 677331"/>
              <a:gd name="connsiteY0" fmla="*/ 463550 h 463550"/>
              <a:gd name="connsiteX1" fmla="*/ 61381 w 677331"/>
              <a:gd name="connsiteY1" fmla="*/ 133350 h 463550"/>
              <a:gd name="connsiteX2" fmla="*/ 677331 w 677331"/>
              <a:gd name="connsiteY2" fmla="*/ 0 h 46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331" h="463550">
                <a:moveTo>
                  <a:pt x="55031" y="463550"/>
                </a:moveTo>
                <a:cubicBezTo>
                  <a:pt x="6347" y="337079"/>
                  <a:pt x="-42336" y="210608"/>
                  <a:pt x="61381" y="133350"/>
                </a:cubicBezTo>
                <a:cubicBezTo>
                  <a:pt x="165098" y="56092"/>
                  <a:pt x="421214" y="28046"/>
                  <a:pt x="677331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806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5" name="Verbinder: gewinkelt 126">
            <a:extLst>
              <a:ext uri="{FF2B5EF4-FFF2-40B4-BE49-F238E27FC236}">
                <a16:creationId xmlns:a16="http://schemas.microsoft.com/office/drawing/2014/main" id="{9B3BB713-CDC6-34C4-338E-34D340C080EC}"/>
              </a:ext>
            </a:extLst>
          </p:cNvPr>
          <p:cNvCxnSpPr>
            <a:cxnSpLocks/>
            <a:stCxn id="189" idx="3"/>
            <a:endCxn id="231" idx="1"/>
          </p:cNvCxnSpPr>
          <p:nvPr/>
        </p:nvCxnSpPr>
        <p:spPr>
          <a:xfrm>
            <a:off x="4336146" y="2846774"/>
            <a:ext cx="759201" cy="1282786"/>
          </a:xfrm>
          <a:prstGeom prst="bentConnector3">
            <a:avLst>
              <a:gd name="adj1" fmla="val 64721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B121B567-3942-9004-3D40-41BBA67F92D6}"/>
              </a:ext>
            </a:extLst>
          </p:cNvPr>
          <p:cNvSpPr/>
          <p:nvPr/>
        </p:nvSpPr>
        <p:spPr bwMode="auto">
          <a:xfrm rot="5400000">
            <a:off x="4802484" y="370972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224" name="Textfeld 169">
            <a:extLst>
              <a:ext uri="{FF2B5EF4-FFF2-40B4-BE49-F238E27FC236}">
                <a16:creationId xmlns:a16="http://schemas.microsoft.com/office/drawing/2014/main" id="{FBE7F8F2-3CDB-F794-90D3-C3115C22EF53}"/>
              </a:ext>
            </a:extLst>
          </p:cNvPr>
          <p:cNvSpPr txBox="1"/>
          <p:nvPr/>
        </p:nvSpPr>
        <p:spPr>
          <a:xfrm>
            <a:off x="3488956" y="4065395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225" name="Textfeld 169">
            <a:extLst>
              <a:ext uri="{FF2B5EF4-FFF2-40B4-BE49-F238E27FC236}">
                <a16:creationId xmlns:a16="http://schemas.microsoft.com/office/drawing/2014/main" id="{BD408BDA-0891-B4A7-5E61-FF58BBA96045}"/>
              </a:ext>
            </a:extLst>
          </p:cNvPr>
          <p:cNvSpPr txBox="1"/>
          <p:nvPr/>
        </p:nvSpPr>
        <p:spPr>
          <a:xfrm>
            <a:off x="3488957" y="3453929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66F73B-7FFD-AA6B-520B-D7CE68965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Port Definition</a:t>
            </a:r>
          </a:p>
        </p:txBody>
      </p:sp>
      <p:sp>
        <p:nvSpPr>
          <p:cNvPr id="52" name="AutoShape 50">
            <a:extLst>
              <a:ext uri="{FF2B5EF4-FFF2-40B4-BE49-F238E27FC236}">
                <a16:creationId xmlns:a16="http://schemas.microsoft.com/office/drawing/2014/main" id="{2689F7A2-0FDA-A390-6393-280C7A521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515" y="1454863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07" name="Verbinder: gewinkelt 126">
            <a:extLst>
              <a:ext uri="{FF2B5EF4-FFF2-40B4-BE49-F238E27FC236}">
                <a16:creationId xmlns:a16="http://schemas.microsoft.com/office/drawing/2014/main" id="{2B330A06-71BC-C704-DB37-9DBF68EE666D}"/>
              </a:ext>
            </a:extLst>
          </p:cNvPr>
          <p:cNvCxnSpPr>
            <a:cxnSpLocks/>
            <a:stCxn id="52" idx="2"/>
            <a:endCxn id="152" idx="1"/>
          </p:cNvCxnSpPr>
          <p:nvPr/>
        </p:nvCxnSpPr>
        <p:spPr>
          <a:xfrm rot="16200000" flipH="1">
            <a:off x="197238" y="1867690"/>
            <a:ext cx="512617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D5E0A6EF-69DC-4E33-D654-A4FF0EA65638}"/>
              </a:ext>
            </a:extLst>
          </p:cNvPr>
          <p:cNvGrpSpPr/>
          <p:nvPr/>
        </p:nvGrpSpPr>
        <p:grpSpPr>
          <a:xfrm>
            <a:off x="7844774" y="1041524"/>
            <a:ext cx="4245198" cy="1942009"/>
            <a:chOff x="7780197" y="3118762"/>
            <a:chExt cx="4245198" cy="1942009"/>
          </a:xfrm>
        </p:grpSpPr>
        <p:sp>
          <p:nvSpPr>
            <p:cNvPr id="31" name="Rectangle 27">
              <a:extLst>
                <a:ext uri="{FF2B5EF4-FFF2-40B4-BE49-F238E27FC236}">
                  <a16:creationId xmlns:a16="http://schemas.microsoft.com/office/drawing/2014/main" id="{E35D8789-056C-0CCF-15AC-A784F9DB5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7499" y="3118762"/>
              <a:ext cx="4029362" cy="1942009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anchor="t"/>
            <a:lstStyle/>
            <a:p>
              <a:pPr lvl="0"/>
              <a:r>
                <a:rPr lang="en-US" sz="1600" dirty="0">
                  <a:solidFill>
                    <a:srgbClr val="000000"/>
                  </a:solidFill>
                </a:rPr>
                <a:t>F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0C1CDB0-A162-9852-4D54-89C73D316DBA}"/>
                </a:ext>
              </a:extLst>
            </p:cNvPr>
            <p:cNvGrpSpPr/>
            <p:nvPr/>
          </p:nvGrpSpPr>
          <p:grpSpPr>
            <a:xfrm>
              <a:off x="8815914" y="3367363"/>
              <a:ext cx="1071989" cy="919048"/>
              <a:chOff x="5433573" y="2209305"/>
              <a:chExt cx="1071989" cy="919048"/>
            </a:xfrm>
          </p:grpSpPr>
          <p:sp>
            <p:nvSpPr>
              <p:cNvPr id="5" name="Rectangle 27">
                <a:extLst>
                  <a:ext uri="{FF2B5EF4-FFF2-40B4-BE49-F238E27FC236}">
                    <a16:creationId xmlns:a16="http://schemas.microsoft.com/office/drawing/2014/main" id="{6C5577BA-1A28-656A-A16A-861C732AAE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2384" y="2209305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G</a:t>
                </a:r>
              </a:p>
            </p:txBody>
          </p:sp>
          <p:sp>
            <p:nvSpPr>
              <p:cNvPr id="7" name="Rechteck 64">
                <a:extLst>
                  <a:ext uri="{FF2B5EF4-FFF2-40B4-BE49-F238E27FC236}">
                    <a16:creationId xmlns:a16="http://schemas.microsoft.com/office/drawing/2014/main" id="{7CAD9612-7189-9619-D770-AAC86C3B9F22}"/>
                  </a:ext>
                </a:extLst>
              </p:cNvPr>
              <p:cNvSpPr/>
              <p:nvPr/>
            </p:nvSpPr>
            <p:spPr>
              <a:xfrm>
                <a:off x="5433573" y="256082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9" name="Rechteck 66">
                <a:extLst>
                  <a:ext uri="{FF2B5EF4-FFF2-40B4-BE49-F238E27FC236}">
                    <a16:creationId xmlns:a16="http://schemas.microsoft.com/office/drawing/2014/main" id="{BD7D162F-1017-8255-B5C5-2C7520B9E36E}"/>
                  </a:ext>
                </a:extLst>
              </p:cNvPr>
              <p:cNvSpPr/>
              <p:nvPr/>
            </p:nvSpPr>
            <p:spPr>
              <a:xfrm>
                <a:off x="6289562" y="237747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12" name="Rechteck 71">
                <a:extLst>
                  <a:ext uri="{FF2B5EF4-FFF2-40B4-BE49-F238E27FC236}">
                    <a16:creationId xmlns:a16="http://schemas.microsoft.com/office/drawing/2014/main" id="{F36A44C2-EEC8-80F7-52A6-6B3D502238DD}"/>
                  </a:ext>
                </a:extLst>
              </p:cNvPr>
              <p:cNvSpPr/>
              <p:nvPr/>
            </p:nvSpPr>
            <p:spPr>
              <a:xfrm>
                <a:off x="6289562" y="2758461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</p:grpSp>
        <p:cxnSp>
          <p:nvCxnSpPr>
            <p:cNvPr id="22" name="Gerade Verbindung mit Pfeil 63">
              <a:extLst>
                <a:ext uri="{FF2B5EF4-FFF2-40B4-BE49-F238E27FC236}">
                  <a16:creationId xmlns:a16="http://schemas.microsoft.com/office/drawing/2014/main" id="{D39678FC-62FB-4B8A-1960-511240C95AA6}"/>
                </a:ext>
              </a:extLst>
            </p:cNvPr>
            <p:cNvCxnSpPr>
              <a:cxnSpLocks/>
              <a:stCxn id="24" idx="3"/>
              <a:endCxn id="35" idx="1"/>
            </p:cNvCxnSpPr>
            <p:nvPr/>
          </p:nvCxnSpPr>
          <p:spPr>
            <a:xfrm>
              <a:off x="11612003" y="4484043"/>
              <a:ext cx="1973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5AB752EF-A7E6-D54D-FE84-FA9FF3869AEC}"/>
                </a:ext>
              </a:extLst>
            </p:cNvPr>
            <p:cNvGrpSpPr/>
            <p:nvPr/>
          </p:nvGrpSpPr>
          <p:grpSpPr>
            <a:xfrm>
              <a:off x="10537587" y="4024519"/>
              <a:ext cx="1074416" cy="919048"/>
              <a:chOff x="7591431" y="2820281"/>
              <a:chExt cx="1074416" cy="919048"/>
            </a:xfrm>
          </p:grpSpPr>
          <p:sp>
            <p:nvSpPr>
              <p:cNvPr id="21" name="Rectangle 27">
                <a:extLst>
                  <a:ext uri="{FF2B5EF4-FFF2-40B4-BE49-F238E27FC236}">
                    <a16:creationId xmlns:a16="http://schemas.microsoft.com/office/drawing/2014/main" id="{4560859C-94D1-C1A6-6D08-FFC5CEF4C0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9431" y="2820281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H</a:t>
                </a:r>
              </a:p>
            </p:txBody>
          </p:sp>
          <p:sp>
            <p:nvSpPr>
              <p:cNvPr id="23" name="Rechteck 64">
                <a:extLst>
                  <a:ext uri="{FF2B5EF4-FFF2-40B4-BE49-F238E27FC236}">
                    <a16:creationId xmlns:a16="http://schemas.microsoft.com/office/drawing/2014/main" id="{AA6335BC-55C3-26BE-FCDB-EAE62E647F7B}"/>
                  </a:ext>
                </a:extLst>
              </p:cNvPr>
              <p:cNvSpPr/>
              <p:nvPr/>
            </p:nvSpPr>
            <p:spPr>
              <a:xfrm>
                <a:off x="7591431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e</a:t>
                </a:r>
              </a:p>
            </p:txBody>
          </p:sp>
          <p:sp>
            <p:nvSpPr>
              <p:cNvPr id="24" name="Rechteck 66">
                <a:extLst>
                  <a:ext uri="{FF2B5EF4-FFF2-40B4-BE49-F238E27FC236}">
                    <a16:creationId xmlns:a16="http://schemas.microsoft.com/office/drawing/2014/main" id="{09FBF61C-7369-2045-13E3-CF481DE31A28}"/>
                  </a:ext>
                </a:extLst>
              </p:cNvPr>
              <p:cNvSpPr/>
              <p:nvPr/>
            </p:nvSpPr>
            <p:spPr>
              <a:xfrm>
                <a:off x="8449847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</p:grpSp>
        <p:sp>
          <p:nvSpPr>
            <p:cNvPr id="32" name="Rechteck 64">
              <a:extLst>
                <a:ext uri="{FF2B5EF4-FFF2-40B4-BE49-F238E27FC236}">
                  <a16:creationId xmlns:a16="http://schemas.microsoft.com/office/drawing/2014/main" id="{6C711B4E-B4DE-5C84-0EA9-5F579AAF9C44}"/>
                </a:ext>
              </a:extLst>
            </p:cNvPr>
            <p:cNvSpPr/>
            <p:nvPr/>
          </p:nvSpPr>
          <p:spPr>
            <a:xfrm>
              <a:off x="7780197" y="3818198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35" name="Rechteck 64">
              <a:extLst>
                <a:ext uri="{FF2B5EF4-FFF2-40B4-BE49-F238E27FC236}">
                  <a16:creationId xmlns:a16="http://schemas.microsoft.com/office/drawing/2014/main" id="{13C68ECD-C8EF-264A-CB42-325003CBEA80}"/>
                </a:ext>
              </a:extLst>
            </p:cNvPr>
            <p:cNvSpPr/>
            <p:nvPr/>
          </p:nvSpPr>
          <p:spPr>
            <a:xfrm>
              <a:off x="11809394" y="4376043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49403DEB-F64C-9D87-AC65-7D0152B9C313}"/>
                </a:ext>
              </a:extLst>
            </p:cNvPr>
            <p:cNvCxnSpPr>
              <a:stCxn id="32" idx="3"/>
              <a:endCxn id="7" idx="1"/>
            </p:cNvCxnSpPr>
            <p:nvPr/>
          </p:nvCxnSpPr>
          <p:spPr>
            <a:xfrm flipV="1">
              <a:off x="7996197" y="3826887"/>
              <a:ext cx="819717" cy="99311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7ECC7113-487B-52F5-BC32-DCC0BB80E283}"/>
                </a:ext>
              </a:extLst>
            </p:cNvPr>
            <p:cNvCxnSpPr>
              <a:cxnSpLocks/>
              <a:stCxn id="12" idx="3"/>
              <a:endCxn id="23" idx="1"/>
            </p:cNvCxnSpPr>
            <p:nvPr/>
          </p:nvCxnSpPr>
          <p:spPr>
            <a:xfrm>
              <a:off x="9887903" y="4024519"/>
              <a:ext cx="649684" cy="45952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9" name="Rechteck 64">
              <a:extLst>
                <a:ext uri="{FF2B5EF4-FFF2-40B4-BE49-F238E27FC236}">
                  <a16:creationId xmlns:a16="http://schemas.microsoft.com/office/drawing/2014/main" id="{9828DAB6-939D-31E6-2238-D96A2C4DFCD0}"/>
                </a:ext>
              </a:extLst>
            </p:cNvPr>
            <p:cNvSpPr/>
            <p:nvPr/>
          </p:nvSpPr>
          <p:spPr>
            <a:xfrm>
              <a:off x="11809395" y="3535537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cxnSp>
          <p:nvCxnSpPr>
            <p:cNvPr id="60" name="Gerade Verbindung mit Pfeil 63">
              <a:extLst>
                <a:ext uri="{FF2B5EF4-FFF2-40B4-BE49-F238E27FC236}">
                  <a16:creationId xmlns:a16="http://schemas.microsoft.com/office/drawing/2014/main" id="{6EE080D8-F8C2-5F70-56F6-A1B3E3408AB7}"/>
                </a:ext>
              </a:extLst>
            </p:cNvPr>
            <p:cNvCxnSpPr>
              <a:cxnSpLocks/>
              <a:stCxn id="9" idx="3"/>
              <a:endCxn id="59" idx="1"/>
            </p:cNvCxnSpPr>
            <p:nvPr/>
          </p:nvCxnSpPr>
          <p:spPr>
            <a:xfrm>
              <a:off x="9887903" y="3643537"/>
              <a:ext cx="19214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8" name="AutoShape 40">
            <a:extLst>
              <a:ext uri="{FF2B5EF4-FFF2-40B4-BE49-F238E27FC236}">
                <a16:creationId xmlns:a16="http://schemas.microsoft.com/office/drawing/2014/main" id="{62AA2151-551F-78E9-2306-9F1DA2667EE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528094" y="1065918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OD</a:t>
            </a:r>
          </a:p>
        </p:txBody>
      </p:sp>
      <p:cxnSp>
        <p:nvCxnSpPr>
          <p:cNvPr id="159" name="Verbinder: gewinkelt 126">
            <a:extLst>
              <a:ext uri="{FF2B5EF4-FFF2-40B4-BE49-F238E27FC236}">
                <a16:creationId xmlns:a16="http://schemas.microsoft.com/office/drawing/2014/main" id="{030D9945-9019-551D-A4FE-41A4CEB027E5}"/>
              </a:ext>
            </a:extLst>
          </p:cNvPr>
          <p:cNvCxnSpPr>
            <a:cxnSpLocks/>
            <a:stCxn id="52" idx="2"/>
            <a:endCxn id="156" idx="1"/>
          </p:cNvCxnSpPr>
          <p:nvPr/>
        </p:nvCxnSpPr>
        <p:spPr>
          <a:xfrm rot="16200000" flipH="1">
            <a:off x="-969325" y="3034253"/>
            <a:ext cx="2845743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86" name="Verbinder: gewinkelt 126">
            <a:extLst>
              <a:ext uri="{FF2B5EF4-FFF2-40B4-BE49-F238E27FC236}">
                <a16:creationId xmlns:a16="http://schemas.microsoft.com/office/drawing/2014/main" id="{E2566A95-82D2-F965-D04D-290B087347F7}"/>
              </a:ext>
            </a:extLst>
          </p:cNvPr>
          <p:cNvCxnSpPr>
            <a:cxnSpLocks/>
            <a:stCxn id="132" idx="3"/>
            <a:endCxn id="173" idx="0"/>
          </p:cNvCxnSpPr>
          <p:nvPr/>
        </p:nvCxnSpPr>
        <p:spPr>
          <a:xfrm>
            <a:off x="1709379" y="1343164"/>
            <a:ext cx="1829047" cy="670353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3" name="Verbinder: gewinkelt 126">
            <a:extLst>
              <a:ext uri="{FF2B5EF4-FFF2-40B4-BE49-F238E27FC236}">
                <a16:creationId xmlns:a16="http://schemas.microsoft.com/office/drawing/2014/main" id="{4DF13B7E-4514-8D41-9DA8-0E4C0E478315}"/>
              </a:ext>
            </a:extLst>
          </p:cNvPr>
          <p:cNvCxnSpPr>
            <a:cxnSpLocks/>
            <a:stCxn id="152" idx="3"/>
            <a:endCxn id="182" idx="1"/>
          </p:cNvCxnSpPr>
          <p:nvPr/>
        </p:nvCxnSpPr>
        <p:spPr>
          <a:xfrm>
            <a:off x="2157577" y="2219892"/>
            <a:ext cx="576780" cy="52309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6" name="Verbinder: gewinkelt 126">
            <a:extLst>
              <a:ext uri="{FF2B5EF4-FFF2-40B4-BE49-F238E27FC236}">
                <a16:creationId xmlns:a16="http://schemas.microsoft.com/office/drawing/2014/main" id="{6947B75E-65FC-6B59-2E5E-5444ADBE4623}"/>
              </a:ext>
            </a:extLst>
          </p:cNvPr>
          <p:cNvCxnSpPr>
            <a:cxnSpLocks/>
            <a:stCxn id="145" idx="3"/>
            <a:endCxn id="185" idx="1"/>
          </p:cNvCxnSpPr>
          <p:nvPr/>
        </p:nvCxnSpPr>
        <p:spPr>
          <a:xfrm>
            <a:off x="2158093" y="2326557"/>
            <a:ext cx="576264" cy="939532"/>
          </a:xfrm>
          <a:prstGeom prst="bentConnector3">
            <a:avLst>
              <a:gd name="adj1" fmla="val 3214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9" name="Gerade Verbindung mit Pfeil 208">
            <a:extLst>
              <a:ext uri="{FF2B5EF4-FFF2-40B4-BE49-F238E27FC236}">
                <a16:creationId xmlns:a16="http://schemas.microsoft.com/office/drawing/2014/main" id="{D249D6FD-E908-5FD4-5540-CD465918A1A9}"/>
              </a:ext>
            </a:extLst>
          </p:cNvPr>
          <p:cNvCxnSpPr>
            <a:cxnSpLocks/>
            <a:stCxn id="156" idx="3"/>
            <a:endCxn id="196" idx="1"/>
          </p:cNvCxnSpPr>
          <p:nvPr/>
        </p:nvCxnSpPr>
        <p:spPr>
          <a:xfrm>
            <a:off x="2157577" y="4553018"/>
            <a:ext cx="57678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2" name="Verbinder: gewinkelt 126">
            <a:extLst>
              <a:ext uri="{FF2B5EF4-FFF2-40B4-BE49-F238E27FC236}">
                <a16:creationId xmlns:a16="http://schemas.microsoft.com/office/drawing/2014/main" id="{CBAC3719-C914-7B30-F071-E2C362759D40}"/>
              </a:ext>
            </a:extLst>
          </p:cNvPr>
          <p:cNvCxnSpPr>
            <a:cxnSpLocks/>
            <a:stCxn id="138" idx="3"/>
            <a:endCxn id="199" idx="1"/>
          </p:cNvCxnSpPr>
          <p:nvPr/>
        </p:nvCxnSpPr>
        <p:spPr>
          <a:xfrm>
            <a:off x="2158872" y="4662543"/>
            <a:ext cx="575485" cy="40919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E8B8C5DB-9C17-FDC3-1B1F-671C5B66F4AE}"/>
              </a:ext>
            </a:extLst>
          </p:cNvPr>
          <p:cNvCxnSpPr>
            <a:cxnSpLocks/>
            <a:stCxn id="196" idx="0"/>
            <a:endCxn id="185" idx="2"/>
          </p:cNvCxnSpPr>
          <p:nvPr/>
        </p:nvCxnSpPr>
        <p:spPr>
          <a:xfrm flipV="1">
            <a:off x="3538426" y="3472464"/>
            <a:ext cx="0" cy="874179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/>
            <a:tailEnd type="triangle" w="med" len="med"/>
          </a:ln>
        </p:spPr>
      </p:cxnSp>
      <p:sp>
        <p:nvSpPr>
          <p:cNvPr id="2" name="AutoShape 40">
            <a:extLst>
              <a:ext uri="{FF2B5EF4-FFF2-40B4-BE49-F238E27FC236}">
                <a16:creationId xmlns:a16="http://schemas.microsoft.com/office/drawing/2014/main" id="{613EB7B1-7430-36AF-4E6F-3B631DF293A9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465002" y="1100827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MA</a:t>
            </a:r>
          </a:p>
        </p:txBody>
      </p:sp>
      <p:grpSp>
        <p:nvGrpSpPr>
          <p:cNvPr id="11" name="Group 140">
            <a:extLst>
              <a:ext uri="{FF2B5EF4-FFF2-40B4-BE49-F238E27FC236}">
                <a16:creationId xmlns:a16="http://schemas.microsoft.com/office/drawing/2014/main" id="{30F46719-0869-216D-93CB-A6AC12BAD1D3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2013517"/>
            <a:ext cx="1608138" cy="412750"/>
            <a:chOff x="3381" y="2592"/>
            <a:chExt cx="1013" cy="260"/>
          </a:xfrm>
        </p:grpSpPr>
        <p:sp>
          <p:nvSpPr>
            <p:cNvPr id="13" name="Text Box 141">
              <a:extLst>
                <a:ext uri="{FF2B5EF4-FFF2-40B4-BE49-F238E27FC236}">
                  <a16:creationId xmlns:a16="http://schemas.microsoft.com/office/drawing/2014/main" id="{71909902-00E5-B8BB-8C30-F391C162C6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00" y="2616"/>
              <a:ext cx="76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diesel:Type</a:t>
              </a:r>
            </a:p>
          </p:txBody>
        </p:sp>
        <p:sp>
          <p:nvSpPr>
            <p:cNvPr id="14" name="Rectangle 142">
              <a:extLst>
                <a:ext uri="{FF2B5EF4-FFF2-40B4-BE49-F238E27FC236}">
                  <a16:creationId xmlns:a16="http://schemas.microsoft.com/office/drawing/2014/main" id="{49935D48-C897-1EEC-0787-020268F518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sp>
        <p:nvSpPr>
          <p:cNvPr id="16" name="Textfeld 44">
            <a:extLst>
              <a:ext uri="{FF2B5EF4-FFF2-40B4-BE49-F238E27FC236}">
                <a16:creationId xmlns:a16="http://schemas.microsoft.com/office/drawing/2014/main" id="{A528B237-6005-6A10-C164-A5EE806104D5}"/>
              </a:ext>
            </a:extLst>
          </p:cNvPr>
          <p:cNvSpPr txBox="1"/>
          <p:nvPr/>
        </p:nvSpPr>
        <p:spPr>
          <a:xfrm>
            <a:off x="10602164" y="3010025"/>
            <a:ext cx="13792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Acceleration</a:t>
            </a:r>
          </a:p>
        </p:txBody>
      </p:sp>
      <p:sp>
        <p:nvSpPr>
          <p:cNvPr id="17" name="Textfeld 44">
            <a:extLst>
              <a:ext uri="{FF2B5EF4-FFF2-40B4-BE49-F238E27FC236}">
                <a16:creationId xmlns:a16="http://schemas.microsoft.com/office/drawing/2014/main" id="{6A28862B-ACF8-2857-881E-13AB96E76909}"/>
              </a:ext>
            </a:extLst>
          </p:cNvPr>
          <p:cNvSpPr txBox="1"/>
          <p:nvPr/>
        </p:nvSpPr>
        <p:spPr>
          <a:xfrm>
            <a:off x="8116092" y="1249095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Diesel</a:t>
            </a:r>
          </a:p>
        </p:txBody>
      </p:sp>
      <p:sp>
        <p:nvSpPr>
          <p:cNvPr id="18" name="Textfeld 44">
            <a:extLst>
              <a:ext uri="{FF2B5EF4-FFF2-40B4-BE49-F238E27FC236}">
                <a16:creationId xmlns:a16="http://schemas.microsoft.com/office/drawing/2014/main" id="{5BBCA4C7-F3BD-F883-8F54-7E45D9884471}"/>
              </a:ext>
            </a:extLst>
          </p:cNvPr>
          <p:cNvSpPr txBox="1"/>
          <p:nvPr/>
        </p:nvSpPr>
        <p:spPr>
          <a:xfrm>
            <a:off x="9483324" y="2504504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19" name="Textfeld 44">
            <a:extLst>
              <a:ext uri="{FF2B5EF4-FFF2-40B4-BE49-F238E27FC236}">
                <a16:creationId xmlns:a16="http://schemas.microsoft.com/office/drawing/2014/main" id="{CC8DECB8-3E7F-8AB8-9596-BDBDB73CAF75}"/>
              </a:ext>
            </a:extLst>
          </p:cNvPr>
          <p:cNvSpPr txBox="1"/>
          <p:nvPr/>
        </p:nvSpPr>
        <p:spPr>
          <a:xfrm>
            <a:off x="10472583" y="1139997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AC91D182-D705-2398-CB97-7ACF6725003F}"/>
              </a:ext>
            </a:extLst>
          </p:cNvPr>
          <p:cNvSpPr/>
          <p:nvPr/>
        </p:nvSpPr>
        <p:spPr bwMode="auto">
          <a:xfrm>
            <a:off x="8100060" y="1554480"/>
            <a:ext cx="198120" cy="22860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7BE0ECD7-9DEE-CF8A-E096-7A24D1AAB12C}"/>
              </a:ext>
            </a:extLst>
          </p:cNvPr>
          <p:cNvSpPr/>
          <p:nvPr/>
        </p:nvSpPr>
        <p:spPr bwMode="auto">
          <a:xfrm>
            <a:off x="8587740" y="1539240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FDF91A8C-7E54-4456-9113-DB007F7DEA1C}"/>
              </a:ext>
            </a:extLst>
          </p:cNvPr>
          <p:cNvSpPr/>
          <p:nvPr/>
        </p:nvSpPr>
        <p:spPr bwMode="auto">
          <a:xfrm>
            <a:off x="9974580" y="1363980"/>
            <a:ext cx="541020" cy="114300"/>
          </a:xfrm>
          <a:custGeom>
            <a:avLst/>
            <a:gdLst>
              <a:gd name="connsiteX0" fmla="*/ 541020 w 541020"/>
              <a:gd name="connsiteY0" fmla="*/ 0 h 114300"/>
              <a:gd name="connsiteX1" fmla="*/ 236220 w 541020"/>
              <a:gd name="connsiteY1" fmla="*/ 22860 h 114300"/>
              <a:gd name="connsiteX2" fmla="*/ 0 w 541020"/>
              <a:gd name="connsiteY2" fmla="*/ 11430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1020" h="114300">
                <a:moveTo>
                  <a:pt x="541020" y="0"/>
                </a:moveTo>
                <a:cubicBezTo>
                  <a:pt x="433705" y="1905"/>
                  <a:pt x="326390" y="3810"/>
                  <a:pt x="236220" y="22860"/>
                </a:cubicBezTo>
                <a:cubicBezTo>
                  <a:pt x="146050" y="41910"/>
                  <a:pt x="73025" y="78105"/>
                  <a:pt x="0" y="1143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744F670-239B-4317-A1BA-871A080B0B4A}"/>
              </a:ext>
            </a:extLst>
          </p:cNvPr>
          <p:cNvSpPr/>
          <p:nvPr/>
        </p:nvSpPr>
        <p:spPr bwMode="auto">
          <a:xfrm>
            <a:off x="11056620" y="1325880"/>
            <a:ext cx="815340" cy="129540"/>
          </a:xfrm>
          <a:custGeom>
            <a:avLst/>
            <a:gdLst>
              <a:gd name="connsiteX0" fmla="*/ 0 w 815340"/>
              <a:gd name="connsiteY0" fmla="*/ 0 h 129540"/>
              <a:gd name="connsiteX1" fmla="*/ 533400 w 815340"/>
              <a:gd name="connsiteY1" fmla="*/ 38100 h 129540"/>
              <a:gd name="connsiteX2" fmla="*/ 815340 w 815340"/>
              <a:gd name="connsiteY2" fmla="*/ 129540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5340" h="129540">
                <a:moveTo>
                  <a:pt x="0" y="0"/>
                </a:moveTo>
                <a:cubicBezTo>
                  <a:pt x="198755" y="8255"/>
                  <a:pt x="397510" y="16510"/>
                  <a:pt x="533400" y="38100"/>
                </a:cubicBezTo>
                <a:cubicBezTo>
                  <a:pt x="669290" y="59690"/>
                  <a:pt x="742315" y="94615"/>
                  <a:pt x="815340" y="12954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94A6E433-0ACF-1CA4-86C4-23B4B8F58029}"/>
              </a:ext>
            </a:extLst>
          </p:cNvPr>
          <p:cNvSpPr/>
          <p:nvPr/>
        </p:nvSpPr>
        <p:spPr bwMode="auto">
          <a:xfrm>
            <a:off x="9875520" y="2049780"/>
            <a:ext cx="215116" cy="533400"/>
          </a:xfrm>
          <a:custGeom>
            <a:avLst/>
            <a:gdLst>
              <a:gd name="connsiteX0" fmla="*/ 0 w 215116"/>
              <a:gd name="connsiteY0" fmla="*/ 533400 h 533400"/>
              <a:gd name="connsiteX1" fmla="*/ 213360 w 215116"/>
              <a:gd name="connsiteY1" fmla="*/ 297180 h 533400"/>
              <a:gd name="connsiteX2" fmla="*/ 83820 w 215116"/>
              <a:gd name="connsiteY2" fmla="*/ 0 h 53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116" h="533400">
                <a:moveTo>
                  <a:pt x="0" y="533400"/>
                </a:moveTo>
                <a:cubicBezTo>
                  <a:pt x="99695" y="459740"/>
                  <a:pt x="199390" y="386080"/>
                  <a:pt x="213360" y="297180"/>
                </a:cubicBezTo>
                <a:cubicBezTo>
                  <a:pt x="227330" y="208280"/>
                  <a:pt x="155575" y="104140"/>
                  <a:pt x="838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2C6D928F-AFBC-277E-E31B-70DC50179272}"/>
              </a:ext>
            </a:extLst>
          </p:cNvPr>
          <p:cNvSpPr/>
          <p:nvPr/>
        </p:nvSpPr>
        <p:spPr bwMode="auto">
          <a:xfrm>
            <a:off x="10096500" y="2545080"/>
            <a:ext cx="518160" cy="144780"/>
          </a:xfrm>
          <a:custGeom>
            <a:avLst/>
            <a:gdLst>
              <a:gd name="connsiteX0" fmla="*/ 0 w 518160"/>
              <a:gd name="connsiteY0" fmla="*/ 144780 h 144780"/>
              <a:gd name="connsiteX1" fmla="*/ 396240 w 518160"/>
              <a:gd name="connsiteY1" fmla="*/ 106680 h 144780"/>
              <a:gd name="connsiteX2" fmla="*/ 518160 w 518160"/>
              <a:gd name="connsiteY2" fmla="*/ 0 h 144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8160" h="144780">
                <a:moveTo>
                  <a:pt x="0" y="144780"/>
                </a:moveTo>
                <a:cubicBezTo>
                  <a:pt x="154940" y="137795"/>
                  <a:pt x="309880" y="130810"/>
                  <a:pt x="396240" y="106680"/>
                </a:cubicBezTo>
                <a:cubicBezTo>
                  <a:pt x="482600" y="82550"/>
                  <a:pt x="500380" y="41275"/>
                  <a:pt x="5181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02F10A9B-800D-1858-FBE6-FE560D65E860}"/>
              </a:ext>
            </a:extLst>
          </p:cNvPr>
          <p:cNvSpPr/>
          <p:nvPr/>
        </p:nvSpPr>
        <p:spPr bwMode="auto">
          <a:xfrm>
            <a:off x="11673840" y="2529840"/>
            <a:ext cx="70606" cy="548640"/>
          </a:xfrm>
          <a:custGeom>
            <a:avLst/>
            <a:gdLst>
              <a:gd name="connsiteX0" fmla="*/ 45720 w 70606"/>
              <a:gd name="connsiteY0" fmla="*/ 548640 h 548640"/>
              <a:gd name="connsiteX1" fmla="*/ 68580 w 70606"/>
              <a:gd name="connsiteY1" fmla="*/ 144780 h 548640"/>
              <a:gd name="connsiteX2" fmla="*/ 0 w 70606"/>
              <a:gd name="connsiteY2" fmla="*/ 0 h 54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606" h="548640">
                <a:moveTo>
                  <a:pt x="45720" y="548640"/>
                </a:moveTo>
                <a:cubicBezTo>
                  <a:pt x="60960" y="392430"/>
                  <a:pt x="76200" y="236220"/>
                  <a:pt x="68580" y="144780"/>
                </a:cubicBezTo>
                <a:cubicBezTo>
                  <a:pt x="60960" y="53340"/>
                  <a:pt x="30480" y="26670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FAD98A37-9C0D-3C88-BF02-A20E1C1DEB42}"/>
              </a:ext>
            </a:extLst>
          </p:cNvPr>
          <p:cNvSpPr/>
          <p:nvPr/>
        </p:nvSpPr>
        <p:spPr bwMode="auto">
          <a:xfrm>
            <a:off x="11826240" y="2522220"/>
            <a:ext cx="106680" cy="563880"/>
          </a:xfrm>
          <a:custGeom>
            <a:avLst/>
            <a:gdLst>
              <a:gd name="connsiteX0" fmla="*/ 0 w 106680"/>
              <a:gd name="connsiteY0" fmla="*/ 563880 h 563880"/>
              <a:gd name="connsiteX1" fmla="*/ 83820 w 106680"/>
              <a:gd name="connsiteY1" fmla="*/ 205740 h 563880"/>
              <a:gd name="connsiteX2" fmla="*/ 106680 w 106680"/>
              <a:gd name="connsiteY2" fmla="*/ 0 h 563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" h="563880">
                <a:moveTo>
                  <a:pt x="0" y="563880"/>
                </a:moveTo>
                <a:cubicBezTo>
                  <a:pt x="33020" y="431800"/>
                  <a:pt x="66040" y="299720"/>
                  <a:pt x="83820" y="205740"/>
                </a:cubicBezTo>
                <a:cubicBezTo>
                  <a:pt x="101600" y="111760"/>
                  <a:pt x="104140" y="55880"/>
                  <a:pt x="10668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140">
            <a:extLst>
              <a:ext uri="{FF2B5EF4-FFF2-40B4-BE49-F238E27FC236}">
                <a16:creationId xmlns:a16="http://schemas.microsoft.com/office/drawing/2014/main" id="{42FBC61F-90A4-809F-B9B3-A12B3970DB7B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4545325"/>
            <a:ext cx="1608138" cy="412750"/>
            <a:chOff x="3381" y="2592"/>
            <a:chExt cx="1013" cy="260"/>
          </a:xfrm>
        </p:grpSpPr>
        <p:sp>
          <p:nvSpPr>
            <p:cNvPr id="41" name="Text Box 141">
              <a:extLst>
                <a:ext uri="{FF2B5EF4-FFF2-40B4-BE49-F238E27FC236}">
                  <a16:creationId xmlns:a16="http://schemas.microsoft.com/office/drawing/2014/main" id="{988FC40F-5956-E8A9-0D32-C0A7A977A3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9" y="2616"/>
              <a:ext cx="63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acc:Type</a:t>
              </a:r>
            </a:p>
          </p:txBody>
        </p:sp>
        <p:sp>
          <p:nvSpPr>
            <p:cNvPr id="42" name="Rectangle 142">
              <a:extLst>
                <a:ext uri="{FF2B5EF4-FFF2-40B4-BE49-F238E27FC236}">
                  <a16:creationId xmlns:a16="http://schemas.microsoft.com/office/drawing/2014/main" id="{8EE2197B-7E09-E980-2DE6-D1C3F732D7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54" name="Group 140">
            <a:extLst>
              <a:ext uri="{FF2B5EF4-FFF2-40B4-BE49-F238E27FC236}">
                <a16:creationId xmlns:a16="http://schemas.microsoft.com/office/drawing/2014/main" id="{8D125345-AABF-4F5B-D672-D2561C4E6B89}"/>
              </a:ext>
            </a:extLst>
          </p:cNvPr>
          <p:cNvGrpSpPr>
            <a:grpSpLocks/>
          </p:cNvGrpSpPr>
          <p:nvPr/>
        </p:nvGrpSpPr>
        <p:grpSpPr bwMode="auto">
          <a:xfrm>
            <a:off x="5438778" y="2508165"/>
            <a:ext cx="1608138" cy="412750"/>
            <a:chOff x="3381" y="2592"/>
            <a:chExt cx="1013" cy="260"/>
          </a:xfrm>
        </p:grpSpPr>
        <p:sp>
          <p:nvSpPr>
            <p:cNvPr id="55" name="Text Box 141">
              <a:extLst>
                <a:ext uri="{FF2B5EF4-FFF2-40B4-BE49-F238E27FC236}">
                  <a16:creationId xmlns:a16="http://schemas.microsoft.com/office/drawing/2014/main" id="{8BC3BE7C-2977-2E09-9943-43F11837AC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2" y="2616"/>
              <a:ext cx="64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fluid:Kind</a:t>
              </a:r>
            </a:p>
          </p:txBody>
        </p:sp>
        <p:sp>
          <p:nvSpPr>
            <p:cNvPr id="56" name="Rectangle 142">
              <a:extLst>
                <a:ext uri="{FF2B5EF4-FFF2-40B4-BE49-F238E27FC236}">
                  <a16:creationId xmlns:a16="http://schemas.microsoft.com/office/drawing/2014/main" id="{5B81D1D9-7A76-4BE6-090A-CDB1B45EA0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57" name="Group 140">
            <a:extLst>
              <a:ext uri="{FF2B5EF4-FFF2-40B4-BE49-F238E27FC236}">
                <a16:creationId xmlns:a16="http://schemas.microsoft.com/office/drawing/2014/main" id="{6DCF251E-56CA-5D62-EB3A-76CA6E113B8D}"/>
              </a:ext>
            </a:extLst>
          </p:cNvPr>
          <p:cNvGrpSpPr>
            <a:grpSpLocks/>
          </p:cNvGrpSpPr>
          <p:nvPr/>
        </p:nvGrpSpPr>
        <p:grpSpPr bwMode="auto">
          <a:xfrm>
            <a:off x="5438778" y="5038636"/>
            <a:ext cx="1608138" cy="412750"/>
            <a:chOff x="3381" y="2592"/>
            <a:chExt cx="1013" cy="260"/>
          </a:xfrm>
        </p:grpSpPr>
        <p:sp>
          <p:nvSpPr>
            <p:cNvPr id="58" name="Text Box 141">
              <a:extLst>
                <a:ext uri="{FF2B5EF4-FFF2-40B4-BE49-F238E27FC236}">
                  <a16:creationId xmlns:a16="http://schemas.microsoft.com/office/drawing/2014/main" id="{161440B1-D4DD-2F9A-C8BF-375E6A21C9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2" y="2616"/>
              <a:ext cx="64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fluid:Kind</a:t>
              </a:r>
            </a:p>
          </p:txBody>
        </p:sp>
        <p:sp>
          <p:nvSpPr>
            <p:cNvPr id="61" name="Rectangle 142">
              <a:extLst>
                <a:ext uri="{FF2B5EF4-FFF2-40B4-BE49-F238E27FC236}">
                  <a16:creationId xmlns:a16="http://schemas.microsoft.com/office/drawing/2014/main" id="{20D6EF9E-1374-A531-D6E0-E9C0B2640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sp>
        <p:nvSpPr>
          <p:cNvPr id="62" name="AutoShape 50">
            <a:extLst>
              <a:ext uri="{FF2B5EF4-FFF2-40B4-BE49-F238E27FC236}">
                <a16:creationId xmlns:a16="http://schemas.microsoft.com/office/drawing/2014/main" id="{D7A6F448-9D9E-1524-F37B-7CB81E7AD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0167" y="2435950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dirty="0"/>
          </a:p>
        </p:txBody>
      </p:sp>
      <p:sp>
        <p:nvSpPr>
          <p:cNvPr id="63" name="AutoShape 50">
            <a:extLst>
              <a:ext uri="{FF2B5EF4-FFF2-40B4-BE49-F238E27FC236}">
                <a16:creationId xmlns:a16="http://schemas.microsoft.com/office/drawing/2014/main" id="{6183F128-4D14-6180-160B-C1A057A435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0166" y="4965852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dirty="0"/>
          </a:p>
        </p:txBody>
      </p:sp>
      <p:cxnSp>
        <p:nvCxnSpPr>
          <p:cNvPr id="66" name="Verbinder: gewinkelt 126">
            <a:extLst>
              <a:ext uri="{FF2B5EF4-FFF2-40B4-BE49-F238E27FC236}">
                <a16:creationId xmlns:a16="http://schemas.microsoft.com/office/drawing/2014/main" id="{2BC93DC1-4B36-B89D-1691-DB36CA0079CB}"/>
              </a:ext>
            </a:extLst>
          </p:cNvPr>
          <p:cNvCxnSpPr>
            <a:cxnSpLocks/>
            <a:stCxn id="62" idx="2"/>
            <a:endCxn id="56" idx="1"/>
          </p:cNvCxnSpPr>
          <p:nvPr/>
        </p:nvCxnSpPr>
        <p:spPr>
          <a:xfrm rot="16200000" flipH="1">
            <a:off x="5323452" y="2599214"/>
            <a:ext cx="26178" cy="204473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69" name="Verbinder: gewinkelt 126">
            <a:extLst>
              <a:ext uri="{FF2B5EF4-FFF2-40B4-BE49-F238E27FC236}">
                <a16:creationId xmlns:a16="http://schemas.microsoft.com/office/drawing/2014/main" id="{868DD8EB-636F-9323-7516-15B0596EA7B8}"/>
              </a:ext>
            </a:extLst>
          </p:cNvPr>
          <p:cNvCxnSpPr>
            <a:cxnSpLocks/>
            <a:stCxn id="63" idx="2"/>
            <a:endCxn id="61" idx="1"/>
          </p:cNvCxnSpPr>
          <p:nvPr/>
        </p:nvCxnSpPr>
        <p:spPr>
          <a:xfrm rot="16200000" flipH="1">
            <a:off x="5323168" y="5129400"/>
            <a:ext cx="26747" cy="204474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78" name="Group 140">
            <a:extLst>
              <a:ext uri="{FF2B5EF4-FFF2-40B4-BE49-F238E27FC236}">
                <a16:creationId xmlns:a16="http://schemas.microsoft.com/office/drawing/2014/main" id="{9B576DF5-7D86-AA11-0080-BA90DB39767D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1300168"/>
            <a:ext cx="1608138" cy="412750"/>
            <a:chOff x="3381" y="2592"/>
            <a:chExt cx="1013" cy="260"/>
          </a:xfrm>
        </p:grpSpPr>
        <p:sp>
          <p:nvSpPr>
            <p:cNvPr id="85" name="Text Box 141">
              <a:extLst>
                <a:ext uri="{FF2B5EF4-FFF2-40B4-BE49-F238E27FC236}">
                  <a16:creationId xmlns:a16="http://schemas.microsoft.com/office/drawing/2014/main" id="{3D1B46D2-744B-09F6-BB62-76FC9A78EF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7" y="2616"/>
              <a:ext cx="71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ab:Stream</a:t>
              </a:r>
            </a:p>
          </p:txBody>
        </p:sp>
        <p:sp>
          <p:nvSpPr>
            <p:cNvPr id="86" name="Rectangle 142">
              <a:extLst>
                <a:ext uri="{FF2B5EF4-FFF2-40B4-BE49-F238E27FC236}">
                  <a16:creationId xmlns:a16="http://schemas.microsoft.com/office/drawing/2014/main" id="{201AAF89-4F58-21C8-4D1C-66BFCFC68A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88" name="Group 140">
            <a:extLst>
              <a:ext uri="{FF2B5EF4-FFF2-40B4-BE49-F238E27FC236}">
                <a16:creationId xmlns:a16="http://schemas.microsoft.com/office/drawing/2014/main" id="{50B82128-B2F7-B075-8A4C-C95C4CEBEB6B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3521721"/>
            <a:ext cx="1608138" cy="412750"/>
            <a:chOff x="3381" y="2592"/>
            <a:chExt cx="1013" cy="260"/>
          </a:xfrm>
        </p:grpSpPr>
        <p:sp>
          <p:nvSpPr>
            <p:cNvPr id="95" name="Text Box 141">
              <a:extLst>
                <a:ext uri="{FF2B5EF4-FFF2-40B4-BE49-F238E27FC236}">
                  <a16:creationId xmlns:a16="http://schemas.microsoft.com/office/drawing/2014/main" id="{67A08043-01D8-CE78-D4EE-6C734A9EBF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4" name="Rectangle 142">
              <a:extLst>
                <a:ext uri="{FF2B5EF4-FFF2-40B4-BE49-F238E27FC236}">
                  <a16:creationId xmlns:a16="http://schemas.microsoft.com/office/drawing/2014/main" id="{350E6068-0B2C-364A-FC59-074AF1E59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5" name="Group 140">
            <a:extLst>
              <a:ext uri="{FF2B5EF4-FFF2-40B4-BE49-F238E27FC236}">
                <a16:creationId xmlns:a16="http://schemas.microsoft.com/office/drawing/2014/main" id="{5426F574-C5EC-399F-1BB1-D3EA22544C5F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2835371"/>
            <a:ext cx="1608138" cy="412750"/>
            <a:chOff x="3381" y="2592"/>
            <a:chExt cx="1013" cy="260"/>
          </a:xfrm>
        </p:grpSpPr>
        <p:sp>
          <p:nvSpPr>
            <p:cNvPr id="106" name="Text Box 141">
              <a:extLst>
                <a:ext uri="{FF2B5EF4-FFF2-40B4-BE49-F238E27FC236}">
                  <a16:creationId xmlns:a16="http://schemas.microsoft.com/office/drawing/2014/main" id="{F06B9CB9-CE3D-EC08-8F1F-D534F92C2E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8" name="Rectangle 142">
              <a:extLst>
                <a:ext uri="{FF2B5EF4-FFF2-40B4-BE49-F238E27FC236}">
                  <a16:creationId xmlns:a16="http://schemas.microsoft.com/office/drawing/2014/main" id="{55E2C20F-E0C2-C967-1C85-5465ECFEA7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9" name="Group 140">
            <a:extLst>
              <a:ext uri="{FF2B5EF4-FFF2-40B4-BE49-F238E27FC236}">
                <a16:creationId xmlns:a16="http://schemas.microsoft.com/office/drawing/2014/main" id="{7F7E0B3D-3AEF-9A18-DD7B-6329E577AB6B}"/>
              </a:ext>
            </a:extLst>
          </p:cNvPr>
          <p:cNvGrpSpPr>
            <a:grpSpLocks/>
          </p:cNvGrpSpPr>
          <p:nvPr/>
        </p:nvGrpSpPr>
        <p:grpSpPr bwMode="auto">
          <a:xfrm>
            <a:off x="949871" y="1513725"/>
            <a:ext cx="1608138" cy="412750"/>
            <a:chOff x="3381" y="2592"/>
            <a:chExt cx="1013" cy="260"/>
          </a:xfrm>
        </p:grpSpPr>
        <p:sp>
          <p:nvSpPr>
            <p:cNvPr id="110" name="Text Box 141">
              <a:extLst>
                <a:ext uri="{FF2B5EF4-FFF2-40B4-BE49-F238E27FC236}">
                  <a16:creationId xmlns:a16="http://schemas.microsoft.com/office/drawing/2014/main" id="{D44B1439-C48A-C16D-AA39-09DE0718B1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11" name="Rectangle 142">
              <a:extLst>
                <a:ext uri="{FF2B5EF4-FFF2-40B4-BE49-F238E27FC236}">
                  <a16:creationId xmlns:a16="http://schemas.microsoft.com/office/drawing/2014/main" id="{40E03B1D-5C20-3925-18F9-8B49C4F17C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12" name="AutoShape 50">
            <a:extLst>
              <a:ext uri="{FF2B5EF4-FFF2-40B4-BE49-F238E27FC236}">
                <a16:creationId xmlns:a16="http://schemas.microsoft.com/office/drawing/2014/main" id="{79557560-8DDB-52F3-B01C-D7D167F6D7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2440237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3" name="AutoShape 50">
            <a:extLst>
              <a:ext uri="{FF2B5EF4-FFF2-40B4-BE49-F238E27FC236}">
                <a16:creationId xmlns:a16="http://schemas.microsoft.com/office/drawing/2014/main" id="{8525D9EE-F364-38BC-B2EA-04EE8EAC1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4081769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6" name="AutoShape 50">
            <a:extLst>
              <a:ext uri="{FF2B5EF4-FFF2-40B4-BE49-F238E27FC236}">
                <a16:creationId xmlns:a16="http://schemas.microsoft.com/office/drawing/2014/main" id="{975D31BD-C6D4-9144-2659-384C39F3C7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183" y="1454863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17" name="Verbinder: gewinkelt 126">
            <a:extLst>
              <a:ext uri="{FF2B5EF4-FFF2-40B4-BE49-F238E27FC236}">
                <a16:creationId xmlns:a16="http://schemas.microsoft.com/office/drawing/2014/main" id="{6013BC41-6BD4-1FCA-6B52-E1C1C4B8DAD8}"/>
              </a:ext>
            </a:extLst>
          </p:cNvPr>
          <p:cNvCxnSpPr>
            <a:cxnSpLocks/>
            <a:stCxn id="116" idx="2"/>
            <a:endCxn id="111" idx="1"/>
          </p:cNvCxnSpPr>
          <p:nvPr/>
        </p:nvCxnSpPr>
        <p:spPr>
          <a:xfrm rot="16200000" flipH="1">
            <a:off x="804684" y="1574912"/>
            <a:ext cx="12825" cy="277550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955D9AEC-52C5-BA09-C2E6-5711C806EFFA}"/>
              </a:ext>
            </a:extLst>
          </p:cNvPr>
          <p:cNvCxnSpPr>
            <a:cxnSpLocks/>
            <a:stCxn id="112" idx="2"/>
            <a:endCxn id="108" idx="0"/>
          </p:cNvCxnSpPr>
          <p:nvPr/>
        </p:nvCxnSpPr>
        <p:spPr>
          <a:xfrm flipH="1">
            <a:off x="1353508" y="2692649"/>
            <a:ext cx="1" cy="14272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7520DF90-E7C6-87EA-B505-0BB6C01AF8BE}"/>
              </a:ext>
            </a:extLst>
          </p:cNvPr>
          <p:cNvCxnSpPr>
            <a:cxnSpLocks/>
            <a:stCxn id="113" idx="0"/>
            <a:endCxn id="104" idx="2"/>
          </p:cNvCxnSpPr>
          <p:nvPr/>
        </p:nvCxnSpPr>
        <p:spPr>
          <a:xfrm flipH="1" flipV="1">
            <a:off x="1353508" y="3934471"/>
            <a:ext cx="1" cy="14729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33" name="Gruppieren 132">
            <a:extLst>
              <a:ext uri="{FF2B5EF4-FFF2-40B4-BE49-F238E27FC236}">
                <a16:creationId xmlns:a16="http://schemas.microsoft.com/office/drawing/2014/main" id="{C04F75F9-1830-9806-D3F2-8FE9AC003147}"/>
              </a:ext>
            </a:extLst>
          </p:cNvPr>
          <p:cNvGrpSpPr/>
          <p:nvPr/>
        </p:nvGrpSpPr>
        <p:grpSpPr>
          <a:xfrm>
            <a:off x="102028" y="1033904"/>
            <a:ext cx="1608138" cy="412750"/>
            <a:chOff x="477989" y="1048316"/>
            <a:chExt cx="1608138" cy="412750"/>
          </a:xfrm>
        </p:grpSpPr>
        <p:sp>
          <p:nvSpPr>
            <p:cNvPr id="6" name="Text Box 141">
              <a:extLst>
                <a:ext uri="{FF2B5EF4-FFF2-40B4-BE49-F238E27FC236}">
                  <a16:creationId xmlns:a16="http://schemas.microsoft.com/office/drawing/2014/main" id="{738BCFEA-E1EA-99C7-CDB4-D0E4EC1236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5002" y="1086416"/>
              <a:ext cx="1152525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F:Function</a:t>
              </a:r>
            </a:p>
          </p:txBody>
        </p:sp>
        <p:sp>
          <p:nvSpPr>
            <p:cNvPr id="8" name="Rectangle 142">
              <a:extLst>
                <a:ext uri="{FF2B5EF4-FFF2-40B4-BE49-F238E27FC236}">
                  <a16:creationId xmlns:a16="http://schemas.microsoft.com/office/drawing/2014/main" id="{E86FB0F4-6437-C074-10A9-8AFE1DBA6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7989" y="1048316"/>
              <a:ext cx="1608138" cy="4127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567D4C3C-4663-9A63-6C73-9B9105A6B3D8}"/>
                </a:ext>
              </a:extLst>
            </p:cNvPr>
            <p:cNvSpPr/>
            <p:nvPr/>
          </p:nvSpPr>
          <p:spPr bwMode="auto">
            <a:xfrm>
              <a:off x="1849120" y="108204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C7521A57-45D7-3E12-56EF-0F4FE0DBC2AB}"/>
                </a:ext>
              </a:extLst>
            </p:cNvPr>
            <p:cNvSpPr/>
            <p:nvPr/>
          </p:nvSpPr>
          <p:spPr bwMode="auto">
            <a:xfrm>
              <a:off x="1849120" y="12945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B427BB2F-B4C3-3D4F-F295-496B8FCB9BF0}"/>
              </a:ext>
            </a:extLst>
          </p:cNvPr>
          <p:cNvGrpSpPr/>
          <p:nvPr/>
        </p:nvGrpSpPr>
        <p:grpSpPr>
          <a:xfrm>
            <a:off x="549439" y="4346643"/>
            <a:ext cx="1609433" cy="412750"/>
            <a:chOff x="925400" y="4041015"/>
            <a:chExt cx="1609433" cy="412750"/>
          </a:xfrm>
        </p:grpSpPr>
        <p:grpSp>
          <p:nvGrpSpPr>
            <p:cNvPr id="154" name="Group 140">
              <a:extLst>
                <a:ext uri="{FF2B5EF4-FFF2-40B4-BE49-F238E27FC236}">
                  <a16:creationId xmlns:a16="http://schemas.microsoft.com/office/drawing/2014/main" id="{A40F5A39-ADB9-E917-65CE-8946DF27BA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4041015"/>
              <a:ext cx="1608138" cy="412750"/>
              <a:chOff x="3381" y="2592"/>
              <a:chExt cx="1013" cy="260"/>
            </a:xfrm>
          </p:grpSpPr>
          <p:sp>
            <p:nvSpPr>
              <p:cNvPr id="155" name="Text Box 141">
                <a:extLst>
                  <a:ext uri="{FF2B5EF4-FFF2-40B4-BE49-F238E27FC236}">
                    <a16:creationId xmlns:a16="http://schemas.microsoft.com/office/drawing/2014/main" id="{FA30B2D9-6A14-7763-3F18-FD9714B6A17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2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H:Function</a:t>
                </a:r>
              </a:p>
            </p:txBody>
          </p:sp>
          <p:sp>
            <p:nvSpPr>
              <p:cNvPr id="156" name="Rectangle 142">
                <a:extLst>
                  <a:ext uri="{FF2B5EF4-FFF2-40B4-BE49-F238E27FC236}">
                    <a16:creationId xmlns:a16="http://schemas.microsoft.com/office/drawing/2014/main" id="{6E794CC0-2DBA-0CB3-57D7-CD48CE78FC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37" name="Rechteck 136">
              <a:extLst>
                <a:ext uri="{FF2B5EF4-FFF2-40B4-BE49-F238E27FC236}">
                  <a16:creationId xmlns:a16="http://schemas.microsoft.com/office/drawing/2014/main" id="{ABE49EFC-81D8-D982-F78E-7A018A7AB266}"/>
                </a:ext>
              </a:extLst>
            </p:cNvPr>
            <p:cNvSpPr/>
            <p:nvPr/>
          </p:nvSpPr>
          <p:spPr bwMode="auto">
            <a:xfrm>
              <a:off x="2298613" y="408137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8" name="Rechteck 137">
              <a:extLst>
                <a:ext uri="{FF2B5EF4-FFF2-40B4-BE49-F238E27FC236}">
                  <a16:creationId xmlns:a16="http://schemas.microsoft.com/office/drawing/2014/main" id="{D703DE3D-155E-9F5D-B5B7-3D60EB1E3CC3}"/>
                </a:ext>
              </a:extLst>
            </p:cNvPr>
            <p:cNvSpPr/>
            <p:nvPr/>
          </p:nvSpPr>
          <p:spPr bwMode="auto">
            <a:xfrm>
              <a:off x="2298613" y="429392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grpSp>
        <p:nvGrpSpPr>
          <p:cNvPr id="146" name="Gruppieren 145">
            <a:extLst>
              <a:ext uri="{FF2B5EF4-FFF2-40B4-BE49-F238E27FC236}">
                <a16:creationId xmlns:a16="http://schemas.microsoft.com/office/drawing/2014/main" id="{7672395A-D655-9F26-F25D-B2672DE864E6}"/>
              </a:ext>
            </a:extLst>
          </p:cNvPr>
          <p:cNvGrpSpPr/>
          <p:nvPr/>
        </p:nvGrpSpPr>
        <p:grpSpPr>
          <a:xfrm>
            <a:off x="549439" y="2013517"/>
            <a:ext cx="1608654" cy="412750"/>
            <a:chOff x="925400" y="2027929"/>
            <a:chExt cx="1608654" cy="412750"/>
          </a:xfrm>
        </p:grpSpPr>
        <p:grpSp>
          <p:nvGrpSpPr>
            <p:cNvPr id="150" name="Group 140">
              <a:extLst>
                <a:ext uri="{FF2B5EF4-FFF2-40B4-BE49-F238E27FC236}">
                  <a16:creationId xmlns:a16="http://schemas.microsoft.com/office/drawing/2014/main" id="{3CFE91B6-EA76-72C8-5749-831F67AA50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2027929"/>
              <a:ext cx="1608138" cy="412750"/>
              <a:chOff x="3381" y="2592"/>
              <a:chExt cx="1013" cy="260"/>
            </a:xfrm>
          </p:grpSpPr>
          <p:sp>
            <p:nvSpPr>
              <p:cNvPr id="151" name="Text Box 141">
                <a:extLst>
                  <a:ext uri="{FF2B5EF4-FFF2-40B4-BE49-F238E27FC236}">
                    <a16:creationId xmlns:a16="http://schemas.microsoft.com/office/drawing/2014/main" id="{41CBCD28-9704-B2C8-0EEA-357FD16FF48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2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G:Function</a:t>
                </a:r>
              </a:p>
            </p:txBody>
          </p:sp>
          <p:sp>
            <p:nvSpPr>
              <p:cNvPr id="152" name="Rectangle 142">
                <a:extLst>
                  <a:ext uri="{FF2B5EF4-FFF2-40B4-BE49-F238E27FC236}">
                    <a16:creationId xmlns:a16="http://schemas.microsoft.com/office/drawing/2014/main" id="{3DAD01A5-1056-AF5D-FF91-48E408E562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F7E17A83-0DDC-AC98-F18A-4D0CB306E2A1}"/>
                </a:ext>
              </a:extLst>
            </p:cNvPr>
            <p:cNvSpPr/>
            <p:nvPr/>
          </p:nvSpPr>
          <p:spPr bwMode="auto">
            <a:xfrm>
              <a:off x="2297834" y="2065433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AAE33E52-6855-0101-FC2A-09874165A4BA}"/>
                </a:ext>
              </a:extLst>
            </p:cNvPr>
            <p:cNvSpPr/>
            <p:nvPr/>
          </p:nvSpPr>
          <p:spPr bwMode="auto">
            <a:xfrm>
              <a:off x="2297834" y="2277974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cxnSp>
        <p:nvCxnSpPr>
          <p:cNvPr id="153" name="Verbinder: gewinkelt 126">
            <a:extLst>
              <a:ext uri="{FF2B5EF4-FFF2-40B4-BE49-F238E27FC236}">
                <a16:creationId xmlns:a16="http://schemas.microsoft.com/office/drawing/2014/main" id="{6C2A50D7-148C-8857-75D2-DC8CA3468173}"/>
              </a:ext>
            </a:extLst>
          </p:cNvPr>
          <p:cNvCxnSpPr>
            <a:cxnSpLocks/>
            <a:stCxn id="144" idx="3"/>
            <a:endCxn id="173" idx="1"/>
          </p:cNvCxnSpPr>
          <p:nvPr/>
        </p:nvCxnSpPr>
        <p:spPr>
          <a:xfrm>
            <a:off x="2158093" y="2114016"/>
            <a:ext cx="576264" cy="105876"/>
          </a:xfrm>
          <a:prstGeom prst="bentConnector3">
            <a:avLst>
              <a:gd name="adj1" fmla="val 6652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65" name="Group 140">
            <a:extLst>
              <a:ext uri="{FF2B5EF4-FFF2-40B4-BE49-F238E27FC236}">
                <a16:creationId xmlns:a16="http://schemas.microsoft.com/office/drawing/2014/main" id="{E15C76AD-A297-F991-7C01-A0C71E88D14A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3059714"/>
            <a:ext cx="1608138" cy="412750"/>
            <a:chOff x="3381" y="2592"/>
            <a:chExt cx="1013" cy="260"/>
          </a:xfrm>
        </p:grpSpPr>
        <p:sp>
          <p:nvSpPr>
            <p:cNvPr id="166" name="Text Box 141">
              <a:extLst>
                <a:ext uri="{FF2B5EF4-FFF2-40B4-BE49-F238E27FC236}">
                  <a16:creationId xmlns:a16="http://schemas.microsoft.com/office/drawing/2014/main" id="{6EC36D36-21D0-11C5-8EF1-B7AB6AEF89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31" y="2616"/>
              <a:ext cx="70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cg:Stream</a:t>
              </a:r>
            </a:p>
          </p:txBody>
        </p:sp>
        <p:sp>
          <p:nvSpPr>
            <p:cNvPr id="167" name="Rectangle 142">
              <a:extLst>
                <a:ext uri="{FF2B5EF4-FFF2-40B4-BE49-F238E27FC236}">
                  <a16:creationId xmlns:a16="http://schemas.microsoft.com/office/drawing/2014/main" id="{3BFF7DE9-47D5-59FA-7F0A-2953C4158B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169" name="Group 140">
            <a:extLst>
              <a:ext uri="{FF2B5EF4-FFF2-40B4-BE49-F238E27FC236}">
                <a16:creationId xmlns:a16="http://schemas.microsoft.com/office/drawing/2014/main" id="{75A64567-8CD5-3548-E28C-1F7EB0906069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5535299"/>
            <a:ext cx="1608138" cy="412750"/>
            <a:chOff x="3381" y="2592"/>
            <a:chExt cx="1013" cy="260"/>
          </a:xfrm>
        </p:grpSpPr>
        <p:sp>
          <p:nvSpPr>
            <p:cNvPr id="170" name="Text Box 141">
              <a:extLst>
                <a:ext uri="{FF2B5EF4-FFF2-40B4-BE49-F238E27FC236}">
                  <a16:creationId xmlns:a16="http://schemas.microsoft.com/office/drawing/2014/main" id="{68BC0225-279A-FFD3-7542-3B2FD70E2E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45" y="2616"/>
              <a:ext cx="678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fh:Stream</a:t>
              </a:r>
            </a:p>
          </p:txBody>
        </p:sp>
        <p:sp>
          <p:nvSpPr>
            <p:cNvPr id="171" name="Rectangle 142">
              <a:extLst>
                <a:ext uri="{FF2B5EF4-FFF2-40B4-BE49-F238E27FC236}">
                  <a16:creationId xmlns:a16="http://schemas.microsoft.com/office/drawing/2014/main" id="{F1BD2686-9B38-18D6-FAD2-A59FB71B82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cxnSp>
        <p:nvCxnSpPr>
          <p:cNvPr id="175" name="Verbinder: gewinkelt 126">
            <a:extLst>
              <a:ext uri="{FF2B5EF4-FFF2-40B4-BE49-F238E27FC236}">
                <a16:creationId xmlns:a16="http://schemas.microsoft.com/office/drawing/2014/main" id="{0574FB78-AC88-D296-3832-F421D924F09A}"/>
              </a:ext>
            </a:extLst>
          </p:cNvPr>
          <p:cNvCxnSpPr>
            <a:cxnSpLocks/>
            <a:stCxn id="179" idx="3"/>
            <a:endCxn id="86" idx="1"/>
          </p:cNvCxnSpPr>
          <p:nvPr/>
        </p:nvCxnSpPr>
        <p:spPr>
          <a:xfrm flipV="1">
            <a:off x="4340827" y="1506543"/>
            <a:ext cx="754520" cy="610279"/>
          </a:xfrm>
          <a:prstGeom prst="bentConnector3">
            <a:avLst>
              <a:gd name="adj1" fmla="val 13644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77188EAB-7A0C-9CC3-18FD-85E475FC7F3B}"/>
              </a:ext>
            </a:extLst>
          </p:cNvPr>
          <p:cNvGrpSpPr/>
          <p:nvPr/>
        </p:nvGrpSpPr>
        <p:grpSpPr>
          <a:xfrm>
            <a:off x="2734357" y="2013517"/>
            <a:ext cx="1608138" cy="412750"/>
            <a:chOff x="3110318" y="2027929"/>
            <a:chExt cx="1608138" cy="412750"/>
          </a:xfrm>
        </p:grpSpPr>
        <p:grpSp>
          <p:nvGrpSpPr>
            <p:cNvPr id="168" name="Group 140">
              <a:extLst>
                <a:ext uri="{FF2B5EF4-FFF2-40B4-BE49-F238E27FC236}">
                  <a16:creationId xmlns:a16="http://schemas.microsoft.com/office/drawing/2014/main" id="{CD864ACF-4CD5-A5A5-A44D-B4998944FD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027929"/>
              <a:ext cx="1608138" cy="412750"/>
              <a:chOff x="3381" y="2592"/>
              <a:chExt cx="1013" cy="260"/>
            </a:xfrm>
          </p:grpSpPr>
          <p:sp>
            <p:nvSpPr>
              <p:cNvPr id="172" name="Text Box 141">
                <a:extLst>
                  <a:ext uri="{FF2B5EF4-FFF2-40B4-BE49-F238E27FC236}">
                    <a16:creationId xmlns:a16="http://schemas.microsoft.com/office/drawing/2014/main" id="{AFF1DC53-6A21-34BE-6CCE-8570B2523C2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7" y="2616"/>
                <a:ext cx="55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a:Inport</a:t>
                </a:r>
              </a:p>
            </p:txBody>
          </p:sp>
          <p:sp>
            <p:nvSpPr>
              <p:cNvPr id="173" name="Rectangle 142">
                <a:extLst>
                  <a:ext uri="{FF2B5EF4-FFF2-40B4-BE49-F238E27FC236}">
                    <a16:creationId xmlns:a16="http://schemas.microsoft.com/office/drawing/2014/main" id="{C77D4CE4-CCA1-8600-9891-73464E2223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79" name="Rechteck 178">
              <a:extLst>
                <a:ext uri="{FF2B5EF4-FFF2-40B4-BE49-F238E27FC236}">
                  <a16:creationId xmlns:a16="http://schemas.microsoft.com/office/drawing/2014/main" id="{25EB1EB3-F1D2-3E21-7626-C77800D73D16}"/>
                </a:ext>
              </a:extLst>
            </p:cNvPr>
            <p:cNvSpPr/>
            <p:nvPr/>
          </p:nvSpPr>
          <p:spPr bwMode="auto">
            <a:xfrm>
              <a:off x="4480568" y="206823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0" name="Rechteck 179">
              <a:extLst>
                <a:ext uri="{FF2B5EF4-FFF2-40B4-BE49-F238E27FC236}">
                  <a16:creationId xmlns:a16="http://schemas.microsoft.com/office/drawing/2014/main" id="{F16A9641-F661-D760-32B9-3D76DAED6406}"/>
                </a:ext>
              </a:extLst>
            </p:cNvPr>
            <p:cNvSpPr/>
            <p:nvPr/>
          </p:nvSpPr>
          <p:spPr bwMode="auto">
            <a:xfrm>
              <a:off x="4480568" y="228078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4" name="Gruppieren 203">
            <a:extLst>
              <a:ext uri="{FF2B5EF4-FFF2-40B4-BE49-F238E27FC236}">
                <a16:creationId xmlns:a16="http://schemas.microsoft.com/office/drawing/2014/main" id="{0AA37C3A-E3E2-ECFA-615C-5F078E4CDDB5}"/>
              </a:ext>
            </a:extLst>
          </p:cNvPr>
          <p:cNvGrpSpPr/>
          <p:nvPr/>
        </p:nvGrpSpPr>
        <p:grpSpPr>
          <a:xfrm>
            <a:off x="2734357" y="2536615"/>
            <a:ext cx="1608138" cy="412750"/>
            <a:chOff x="3110318" y="2551027"/>
            <a:chExt cx="1608138" cy="412750"/>
          </a:xfrm>
        </p:grpSpPr>
        <p:grpSp>
          <p:nvGrpSpPr>
            <p:cNvPr id="174" name="Group 140">
              <a:extLst>
                <a:ext uri="{FF2B5EF4-FFF2-40B4-BE49-F238E27FC236}">
                  <a16:creationId xmlns:a16="http://schemas.microsoft.com/office/drawing/2014/main" id="{26AE5296-5C6B-3310-C8D8-9EF17A31E8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551027"/>
              <a:ext cx="1608138" cy="412750"/>
              <a:chOff x="3381" y="2592"/>
              <a:chExt cx="1013" cy="260"/>
            </a:xfrm>
          </p:grpSpPr>
          <p:sp>
            <p:nvSpPr>
              <p:cNvPr id="181" name="Text Box 141">
                <a:extLst>
                  <a:ext uri="{FF2B5EF4-FFF2-40B4-BE49-F238E27FC236}">
                    <a16:creationId xmlns:a16="http://schemas.microsoft.com/office/drawing/2014/main" id="{71C43ACA-479A-DEA0-4EF3-95ED94F2E7D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0" y="2616"/>
                <a:ext cx="649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c:Outport</a:t>
                </a:r>
              </a:p>
            </p:txBody>
          </p:sp>
          <p:sp>
            <p:nvSpPr>
              <p:cNvPr id="182" name="Rectangle 142">
                <a:extLst>
                  <a:ext uri="{FF2B5EF4-FFF2-40B4-BE49-F238E27FC236}">
                    <a16:creationId xmlns:a16="http://schemas.microsoft.com/office/drawing/2014/main" id="{7034A55D-8997-D387-BC75-82E836B16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8" name="Rechteck 187">
              <a:extLst>
                <a:ext uri="{FF2B5EF4-FFF2-40B4-BE49-F238E27FC236}">
                  <a16:creationId xmlns:a16="http://schemas.microsoft.com/office/drawing/2014/main" id="{751A8AF0-6D88-8AA2-9557-6F2C06181FD2}"/>
                </a:ext>
              </a:extLst>
            </p:cNvPr>
            <p:cNvSpPr/>
            <p:nvPr/>
          </p:nvSpPr>
          <p:spPr bwMode="auto">
            <a:xfrm>
              <a:off x="4475887" y="258565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9" name="Rechteck 188">
              <a:extLst>
                <a:ext uri="{FF2B5EF4-FFF2-40B4-BE49-F238E27FC236}">
                  <a16:creationId xmlns:a16="http://schemas.microsoft.com/office/drawing/2014/main" id="{C529B839-E1E6-86F3-72B1-725D09F1F701}"/>
                </a:ext>
              </a:extLst>
            </p:cNvPr>
            <p:cNvSpPr/>
            <p:nvPr/>
          </p:nvSpPr>
          <p:spPr bwMode="auto">
            <a:xfrm>
              <a:off x="4475887" y="279819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2" name="Gruppieren 201">
            <a:extLst>
              <a:ext uri="{FF2B5EF4-FFF2-40B4-BE49-F238E27FC236}">
                <a16:creationId xmlns:a16="http://schemas.microsoft.com/office/drawing/2014/main" id="{1CC90ACB-1B73-467F-E36C-C4EEF5C2848B}"/>
              </a:ext>
            </a:extLst>
          </p:cNvPr>
          <p:cNvGrpSpPr/>
          <p:nvPr/>
        </p:nvGrpSpPr>
        <p:grpSpPr>
          <a:xfrm>
            <a:off x="2734357" y="3059714"/>
            <a:ext cx="1608138" cy="412750"/>
            <a:chOff x="3110318" y="3074126"/>
            <a:chExt cx="1608138" cy="412750"/>
          </a:xfrm>
        </p:grpSpPr>
        <p:grpSp>
          <p:nvGrpSpPr>
            <p:cNvPr id="183" name="Group 140">
              <a:extLst>
                <a:ext uri="{FF2B5EF4-FFF2-40B4-BE49-F238E27FC236}">
                  <a16:creationId xmlns:a16="http://schemas.microsoft.com/office/drawing/2014/main" id="{C115E254-536E-A317-DF7B-710460E170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3074126"/>
              <a:ext cx="1608138" cy="412750"/>
              <a:chOff x="3381" y="2592"/>
              <a:chExt cx="1013" cy="260"/>
            </a:xfrm>
          </p:grpSpPr>
          <p:sp>
            <p:nvSpPr>
              <p:cNvPr id="184" name="Text Box 141">
                <a:extLst>
                  <a:ext uri="{FF2B5EF4-FFF2-40B4-BE49-F238E27FC236}">
                    <a16:creationId xmlns:a16="http://schemas.microsoft.com/office/drawing/2014/main" id="{DFD8B7F5-574F-FB23-CA5D-AE94DECC24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56" y="2616"/>
                <a:ext cx="657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d:Outport</a:t>
                </a:r>
              </a:p>
            </p:txBody>
          </p:sp>
          <p:sp>
            <p:nvSpPr>
              <p:cNvPr id="185" name="Rectangle 142">
                <a:extLst>
                  <a:ext uri="{FF2B5EF4-FFF2-40B4-BE49-F238E27FC236}">
                    <a16:creationId xmlns:a16="http://schemas.microsoft.com/office/drawing/2014/main" id="{8D5E6C46-23DE-384E-17FB-1D923563E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0" name="Rechteck 189">
              <a:extLst>
                <a:ext uri="{FF2B5EF4-FFF2-40B4-BE49-F238E27FC236}">
                  <a16:creationId xmlns:a16="http://schemas.microsoft.com/office/drawing/2014/main" id="{F0841523-3F5E-499F-4D5E-3D69DD08FD1E}"/>
                </a:ext>
              </a:extLst>
            </p:cNvPr>
            <p:cNvSpPr/>
            <p:nvPr/>
          </p:nvSpPr>
          <p:spPr bwMode="auto">
            <a:xfrm>
              <a:off x="4475887" y="31111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1" name="Rechteck 190">
              <a:extLst>
                <a:ext uri="{FF2B5EF4-FFF2-40B4-BE49-F238E27FC236}">
                  <a16:creationId xmlns:a16="http://schemas.microsoft.com/office/drawing/2014/main" id="{42B68009-12D3-D64E-592C-B50D3D0D208D}"/>
                </a:ext>
              </a:extLst>
            </p:cNvPr>
            <p:cNvSpPr/>
            <p:nvPr/>
          </p:nvSpPr>
          <p:spPr bwMode="auto">
            <a:xfrm>
              <a:off x="4475887" y="332372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1" name="Gruppieren 200">
            <a:extLst>
              <a:ext uri="{FF2B5EF4-FFF2-40B4-BE49-F238E27FC236}">
                <a16:creationId xmlns:a16="http://schemas.microsoft.com/office/drawing/2014/main" id="{D0D77F38-EFBB-532F-8DA5-337C6E48536F}"/>
              </a:ext>
            </a:extLst>
          </p:cNvPr>
          <p:cNvGrpSpPr/>
          <p:nvPr/>
        </p:nvGrpSpPr>
        <p:grpSpPr>
          <a:xfrm>
            <a:off x="2734357" y="4865365"/>
            <a:ext cx="1608774" cy="412750"/>
            <a:chOff x="3110318" y="4879777"/>
            <a:chExt cx="1608774" cy="412750"/>
          </a:xfrm>
        </p:grpSpPr>
        <p:grpSp>
          <p:nvGrpSpPr>
            <p:cNvPr id="197" name="Group 140">
              <a:extLst>
                <a:ext uri="{FF2B5EF4-FFF2-40B4-BE49-F238E27FC236}">
                  <a16:creationId xmlns:a16="http://schemas.microsoft.com/office/drawing/2014/main" id="{8704B5A7-D5CA-62E6-5B0E-D875B760F7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879777"/>
              <a:ext cx="1608138" cy="412750"/>
              <a:chOff x="3381" y="2592"/>
              <a:chExt cx="1013" cy="260"/>
            </a:xfrm>
          </p:grpSpPr>
          <p:sp>
            <p:nvSpPr>
              <p:cNvPr id="198" name="Text Box 141">
                <a:extLst>
                  <a:ext uri="{FF2B5EF4-FFF2-40B4-BE49-F238E27FC236}">
                    <a16:creationId xmlns:a16="http://schemas.microsoft.com/office/drawing/2014/main" id="{02B483D5-F446-1B25-1CB3-41687BB2549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74" y="2616"/>
                <a:ext cx="621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f:Outport</a:t>
                </a:r>
              </a:p>
            </p:txBody>
          </p:sp>
          <p:sp>
            <p:nvSpPr>
              <p:cNvPr id="199" name="Rectangle 142">
                <a:extLst>
                  <a:ext uri="{FF2B5EF4-FFF2-40B4-BE49-F238E27FC236}">
                    <a16:creationId xmlns:a16="http://schemas.microsoft.com/office/drawing/2014/main" id="{8FFB8BC5-1BAC-B1ED-48B5-5E8D5296F4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3EA62541-70E6-FBD3-A233-888ACC989D22}"/>
                </a:ext>
              </a:extLst>
            </p:cNvPr>
            <p:cNvSpPr/>
            <p:nvPr/>
          </p:nvSpPr>
          <p:spPr bwMode="auto">
            <a:xfrm>
              <a:off x="4482872" y="491574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5F7735DC-C626-ECCC-5A51-82D68265E528}"/>
                </a:ext>
              </a:extLst>
            </p:cNvPr>
            <p:cNvSpPr/>
            <p:nvPr/>
          </p:nvSpPr>
          <p:spPr bwMode="auto">
            <a:xfrm>
              <a:off x="4482872" y="512828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8" name="Gruppieren 207">
            <a:extLst>
              <a:ext uri="{FF2B5EF4-FFF2-40B4-BE49-F238E27FC236}">
                <a16:creationId xmlns:a16="http://schemas.microsoft.com/office/drawing/2014/main" id="{B1B2AD24-5534-13A3-374E-B8ED4674E9FB}"/>
              </a:ext>
            </a:extLst>
          </p:cNvPr>
          <p:cNvGrpSpPr/>
          <p:nvPr/>
        </p:nvGrpSpPr>
        <p:grpSpPr>
          <a:xfrm>
            <a:off x="2734357" y="4346643"/>
            <a:ext cx="1608138" cy="412750"/>
            <a:chOff x="3110318" y="4361055"/>
            <a:chExt cx="1608138" cy="412750"/>
          </a:xfrm>
        </p:grpSpPr>
        <p:grpSp>
          <p:nvGrpSpPr>
            <p:cNvPr id="194" name="Group 140">
              <a:extLst>
                <a:ext uri="{FF2B5EF4-FFF2-40B4-BE49-F238E27FC236}">
                  <a16:creationId xmlns:a16="http://schemas.microsoft.com/office/drawing/2014/main" id="{5F7E4DDA-2D49-72CE-B6F5-9FD65CE77D8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361055"/>
              <a:ext cx="1608138" cy="412750"/>
              <a:chOff x="3381" y="2592"/>
              <a:chExt cx="1013" cy="260"/>
            </a:xfrm>
          </p:grpSpPr>
          <p:sp>
            <p:nvSpPr>
              <p:cNvPr id="195" name="Text Box 141">
                <a:extLst>
                  <a:ext uri="{FF2B5EF4-FFF2-40B4-BE49-F238E27FC236}">
                    <a16:creationId xmlns:a16="http://schemas.microsoft.com/office/drawing/2014/main" id="{75C647DB-D611-1CA1-1650-EB36E177E4C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7" y="2616"/>
                <a:ext cx="55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e:Inport</a:t>
                </a:r>
              </a:p>
            </p:txBody>
          </p:sp>
          <p:sp>
            <p:nvSpPr>
              <p:cNvPr id="196" name="Rectangle 142">
                <a:extLst>
                  <a:ext uri="{FF2B5EF4-FFF2-40B4-BE49-F238E27FC236}">
                    <a16:creationId xmlns:a16="http://schemas.microsoft.com/office/drawing/2014/main" id="{2B192D8A-FBFD-6710-128B-EF6D679D08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05" name="Rechteck 204">
              <a:extLst>
                <a:ext uri="{FF2B5EF4-FFF2-40B4-BE49-F238E27FC236}">
                  <a16:creationId xmlns:a16="http://schemas.microsoft.com/office/drawing/2014/main" id="{61CE9758-D116-2D87-7BF9-6B5ECD0DCE74}"/>
                </a:ext>
              </a:extLst>
            </p:cNvPr>
            <p:cNvSpPr/>
            <p:nvPr/>
          </p:nvSpPr>
          <p:spPr bwMode="auto">
            <a:xfrm>
              <a:off x="4479697" y="4397866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207" name="Rechteck 206">
              <a:extLst>
                <a:ext uri="{FF2B5EF4-FFF2-40B4-BE49-F238E27FC236}">
                  <a16:creationId xmlns:a16="http://schemas.microsoft.com/office/drawing/2014/main" id="{B71CFD19-390F-B74C-FE16-71557AFA19DC}"/>
                </a:ext>
              </a:extLst>
            </p:cNvPr>
            <p:cNvSpPr/>
            <p:nvPr/>
          </p:nvSpPr>
          <p:spPr bwMode="auto">
            <a:xfrm>
              <a:off x="4479697" y="4610407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cxnSp>
        <p:nvCxnSpPr>
          <p:cNvPr id="217" name="Gerade Verbindung mit Pfeil 216">
            <a:extLst>
              <a:ext uri="{FF2B5EF4-FFF2-40B4-BE49-F238E27FC236}">
                <a16:creationId xmlns:a16="http://schemas.microsoft.com/office/drawing/2014/main" id="{C64D4BA1-D8C3-944D-AF9F-EEDF889C3B05}"/>
              </a:ext>
            </a:extLst>
          </p:cNvPr>
          <p:cNvCxnSpPr>
            <a:cxnSpLocks/>
            <a:stCxn id="173" idx="3"/>
            <a:endCxn id="14" idx="1"/>
          </p:cNvCxnSpPr>
          <p:nvPr/>
        </p:nvCxnSpPr>
        <p:spPr>
          <a:xfrm>
            <a:off x="4342495" y="2219892"/>
            <a:ext cx="752852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27" name="Verbinder: gewinkelt 126">
            <a:extLst>
              <a:ext uri="{FF2B5EF4-FFF2-40B4-BE49-F238E27FC236}">
                <a16:creationId xmlns:a16="http://schemas.microsoft.com/office/drawing/2014/main" id="{CC2B0FC5-BB35-EB40-9441-B55DE829779D}"/>
              </a:ext>
            </a:extLst>
          </p:cNvPr>
          <p:cNvCxnSpPr>
            <a:cxnSpLocks/>
            <a:stCxn id="191" idx="3"/>
            <a:endCxn id="39" idx="1"/>
          </p:cNvCxnSpPr>
          <p:nvPr/>
        </p:nvCxnSpPr>
        <p:spPr>
          <a:xfrm>
            <a:off x="4336146" y="3372305"/>
            <a:ext cx="759201" cy="866433"/>
          </a:xfrm>
          <a:prstGeom prst="bentConnector3">
            <a:avLst>
              <a:gd name="adj1" fmla="val 13867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48" name="Verbinder: gewinkelt 126">
            <a:extLst>
              <a:ext uri="{FF2B5EF4-FFF2-40B4-BE49-F238E27FC236}">
                <a16:creationId xmlns:a16="http://schemas.microsoft.com/office/drawing/2014/main" id="{A76335E0-06A8-39E5-2493-1913685F2289}"/>
              </a:ext>
            </a:extLst>
          </p:cNvPr>
          <p:cNvCxnSpPr>
            <a:cxnSpLocks/>
            <a:stCxn id="196" idx="3"/>
            <a:endCxn id="232" idx="1"/>
          </p:cNvCxnSpPr>
          <p:nvPr/>
        </p:nvCxnSpPr>
        <p:spPr>
          <a:xfrm flipV="1">
            <a:off x="4342495" y="4342101"/>
            <a:ext cx="752852" cy="210917"/>
          </a:xfrm>
          <a:prstGeom prst="bentConnector3">
            <a:avLst>
              <a:gd name="adj1" fmla="val 149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2" name="Verbinder: gewinkelt 126">
            <a:extLst>
              <a:ext uri="{FF2B5EF4-FFF2-40B4-BE49-F238E27FC236}">
                <a16:creationId xmlns:a16="http://schemas.microsoft.com/office/drawing/2014/main" id="{2EBB27BC-0809-D94D-C45A-9ABC2FD90021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4342495" y="4751700"/>
            <a:ext cx="752852" cy="187405"/>
          </a:xfrm>
          <a:prstGeom prst="bentConnector3">
            <a:avLst>
              <a:gd name="adj1" fmla="val 149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5" name="Verbinder: gewinkelt 126">
            <a:extLst>
              <a:ext uri="{FF2B5EF4-FFF2-40B4-BE49-F238E27FC236}">
                <a16:creationId xmlns:a16="http://schemas.microsoft.com/office/drawing/2014/main" id="{C6E4D753-952E-E8E7-0411-17C7954C6941}"/>
              </a:ext>
            </a:extLst>
          </p:cNvPr>
          <p:cNvCxnSpPr>
            <a:cxnSpLocks/>
            <a:stCxn id="193" idx="3"/>
            <a:endCxn id="171" idx="1"/>
          </p:cNvCxnSpPr>
          <p:nvPr/>
        </p:nvCxnSpPr>
        <p:spPr>
          <a:xfrm>
            <a:off x="4343131" y="5176865"/>
            <a:ext cx="752216" cy="564809"/>
          </a:xfrm>
          <a:prstGeom prst="bentConnector3">
            <a:avLst>
              <a:gd name="adj1" fmla="val 16233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8" name="Verbinder: gewinkelt 126">
            <a:extLst>
              <a:ext uri="{FF2B5EF4-FFF2-40B4-BE49-F238E27FC236}">
                <a16:creationId xmlns:a16="http://schemas.microsoft.com/office/drawing/2014/main" id="{1DC08D05-3EA1-530C-7CC9-7BEF4842A334}"/>
              </a:ext>
            </a:extLst>
          </p:cNvPr>
          <p:cNvCxnSpPr>
            <a:cxnSpLocks/>
            <a:stCxn id="171" idx="3"/>
            <a:endCxn id="42" idx="3"/>
          </p:cNvCxnSpPr>
          <p:nvPr/>
        </p:nvCxnSpPr>
        <p:spPr>
          <a:xfrm flipV="1">
            <a:off x="6703485" y="4751700"/>
            <a:ext cx="12700" cy="989974"/>
          </a:xfrm>
          <a:prstGeom prst="bentConnector3">
            <a:avLst>
              <a:gd name="adj1" fmla="val 360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268" name="Group 140">
            <a:extLst>
              <a:ext uri="{FF2B5EF4-FFF2-40B4-BE49-F238E27FC236}">
                <a16:creationId xmlns:a16="http://schemas.microsoft.com/office/drawing/2014/main" id="{77D5ED0E-3797-06D4-537A-C460468BC181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3548434"/>
            <a:ext cx="1608138" cy="412750"/>
            <a:chOff x="3381" y="2592"/>
            <a:chExt cx="1013" cy="260"/>
          </a:xfrm>
        </p:grpSpPr>
        <p:sp>
          <p:nvSpPr>
            <p:cNvPr id="269" name="Text Box 141">
              <a:extLst>
                <a:ext uri="{FF2B5EF4-FFF2-40B4-BE49-F238E27FC236}">
                  <a16:creationId xmlns:a16="http://schemas.microsoft.com/office/drawing/2014/main" id="{D8135184-B1EF-BB61-92DA-C6E68B8CD4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7" y="2616"/>
              <a:ext cx="71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de:Stream</a:t>
              </a:r>
            </a:p>
          </p:txBody>
        </p:sp>
        <p:sp>
          <p:nvSpPr>
            <p:cNvPr id="270" name="Rectangle 142">
              <a:extLst>
                <a:ext uri="{FF2B5EF4-FFF2-40B4-BE49-F238E27FC236}">
                  <a16:creationId xmlns:a16="http://schemas.microsoft.com/office/drawing/2014/main" id="{9C851DF3-1890-669C-5D53-B298525C7A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cxnSp>
        <p:nvCxnSpPr>
          <p:cNvPr id="272" name="Verbinder: gewinkelt 126">
            <a:extLst>
              <a:ext uri="{FF2B5EF4-FFF2-40B4-BE49-F238E27FC236}">
                <a16:creationId xmlns:a16="http://schemas.microsoft.com/office/drawing/2014/main" id="{FAD118F0-11A4-910D-C603-C97D0E067EC2}"/>
              </a:ext>
            </a:extLst>
          </p:cNvPr>
          <p:cNvCxnSpPr>
            <a:cxnSpLocks/>
            <a:stCxn id="182" idx="3"/>
            <a:endCxn id="167" idx="1"/>
          </p:cNvCxnSpPr>
          <p:nvPr/>
        </p:nvCxnSpPr>
        <p:spPr>
          <a:xfrm>
            <a:off x="4342495" y="2742990"/>
            <a:ext cx="752852" cy="523099"/>
          </a:xfrm>
          <a:prstGeom prst="bentConnector3">
            <a:avLst>
              <a:gd name="adj1" fmla="val 7294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75" name="Verbinder: gewinkelt 126">
            <a:extLst>
              <a:ext uri="{FF2B5EF4-FFF2-40B4-BE49-F238E27FC236}">
                <a16:creationId xmlns:a16="http://schemas.microsoft.com/office/drawing/2014/main" id="{096E876C-E96E-65E9-EC9A-206BD5AE2D3B}"/>
              </a:ext>
            </a:extLst>
          </p:cNvPr>
          <p:cNvCxnSpPr>
            <a:cxnSpLocks/>
            <a:stCxn id="185" idx="3"/>
            <a:endCxn id="270" idx="1"/>
          </p:cNvCxnSpPr>
          <p:nvPr/>
        </p:nvCxnSpPr>
        <p:spPr>
          <a:xfrm>
            <a:off x="4342495" y="3266089"/>
            <a:ext cx="752852" cy="488720"/>
          </a:xfrm>
          <a:prstGeom prst="bentConnector3">
            <a:avLst>
              <a:gd name="adj1" fmla="val 2166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280" name="Gruppieren 279">
            <a:extLst>
              <a:ext uri="{FF2B5EF4-FFF2-40B4-BE49-F238E27FC236}">
                <a16:creationId xmlns:a16="http://schemas.microsoft.com/office/drawing/2014/main" id="{B6985607-3D5F-A99E-C987-30805F8D432A}"/>
              </a:ext>
            </a:extLst>
          </p:cNvPr>
          <p:cNvGrpSpPr/>
          <p:nvPr/>
        </p:nvGrpSpPr>
        <p:grpSpPr>
          <a:xfrm>
            <a:off x="5095347" y="4032363"/>
            <a:ext cx="1608138" cy="412750"/>
            <a:chOff x="5471308" y="4046775"/>
            <a:chExt cx="1608138" cy="412750"/>
          </a:xfrm>
        </p:grpSpPr>
        <p:grpSp>
          <p:nvGrpSpPr>
            <p:cNvPr id="244" name="Gruppieren 243">
              <a:extLst>
                <a:ext uri="{FF2B5EF4-FFF2-40B4-BE49-F238E27FC236}">
                  <a16:creationId xmlns:a16="http://schemas.microsoft.com/office/drawing/2014/main" id="{7285ADCA-B4BC-12AF-3311-D33AFBC3C28D}"/>
                </a:ext>
              </a:extLst>
            </p:cNvPr>
            <p:cNvGrpSpPr/>
            <p:nvPr/>
          </p:nvGrpSpPr>
          <p:grpSpPr>
            <a:xfrm>
              <a:off x="5471308" y="4046775"/>
              <a:ext cx="1608138" cy="412750"/>
              <a:chOff x="5471308" y="3717591"/>
              <a:chExt cx="1608138" cy="412750"/>
            </a:xfrm>
          </p:grpSpPr>
          <p:grpSp>
            <p:nvGrpSpPr>
              <p:cNvPr id="36" name="Group 140">
                <a:extLst>
                  <a:ext uri="{FF2B5EF4-FFF2-40B4-BE49-F238E27FC236}">
                    <a16:creationId xmlns:a16="http://schemas.microsoft.com/office/drawing/2014/main" id="{A0858AE6-14AB-D271-E928-3B9CDE90CD6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1308" y="3717591"/>
                <a:ext cx="1608138" cy="412750"/>
                <a:chOff x="3381" y="2592"/>
                <a:chExt cx="1013" cy="260"/>
              </a:xfrm>
            </p:grpSpPr>
            <p:sp>
              <p:nvSpPr>
                <p:cNvPr id="37" name="Text Box 141">
                  <a:extLst>
                    <a:ext uri="{FF2B5EF4-FFF2-40B4-BE49-F238E27FC236}">
                      <a16:creationId xmlns:a16="http://schemas.microsoft.com/office/drawing/2014/main" id="{32B97C8F-AF10-E82F-0235-1197AC813D6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46" y="2616"/>
                  <a:ext cx="677" cy="21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pPr algn="ctr" eaLnBrk="0" hangingPunct="0"/>
                  <a:r>
                    <a:rPr lang="en-US" altLang="de-DE" sz="1600" u="sng" noProof="1"/>
                    <a:t>float:Type</a:t>
                  </a:r>
                </a:p>
              </p:txBody>
            </p:sp>
            <p:sp>
              <p:nvSpPr>
                <p:cNvPr id="39" name="Rectangle 142">
                  <a:extLst>
                    <a:ext uri="{FF2B5EF4-FFF2-40B4-BE49-F238E27FC236}">
                      <a16:creationId xmlns:a16="http://schemas.microsoft.com/office/drawing/2014/main" id="{44AA518A-7EAA-25DD-3B50-D97AD44FE8E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381" y="2592"/>
                  <a:ext cx="1013" cy="260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 noProof="1"/>
                </a:p>
              </p:txBody>
            </p:sp>
          </p:grpSp>
          <p:sp>
            <p:nvSpPr>
              <p:cNvPr id="231" name="Rechteck 230">
                <a:extLst>
                  <a:ext uri="{FF2B5EF4-FFF2-40B4-BE49-F238E27FC236}">
                    <a16:creationId xmlns:a16="http://schemas.microsoft.com/office/drawing/2014/main" id="{14760B5C-AEEC-E7B1-AAF3-55548731E975}"/>
                  </a:ext>
                </a:extLst>
              </p:cNvPr>
              <p:cNvSpPr/>
              <p:nvPr/>
            </p:nvSpPr>
            <p:spPr bwMode="auto">
              <a:xfrm>
                <a:off x="5471308" y="3751793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  <p:sp>
            <p:nvSpPr>
              <p:cNvPr id="232" name="Rechteck 231">
                <a:extLst>
                  <a:ext uri="{FF2B5EF4-FFF2-40B4-BE49-F238E27FC236}">
                    <a16:creationId xmlns:a16="http://schemas.microsoft.com/office/drawing/2014/main" id="{B0C4DCEA-5EC0-D7CF-928D-A4558A3B0168}"/>
                  </a:ext>
                </a:extLst>
              </p:cNvPr>
              <p:cNvSpPr/>
              <p:nvPr/>
            </p:nvSpPr>
            <p:spPr bwMode="auto">
              <a:xfrm>
                <a:off x="5471308" y="3964334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</p:grpSp>
        <p:sp>
          <p:nvSpPr>
            <p:cNvPr id="278" name="Rechteck 277">
              <a:extLst>
                <a:ext uri="{FF2B5EF4-FFF2-40B4-BE49-F238E27FC236}">
                  <a16:creationId xmlns:a16="http://schemas.microsoft.com/office/drawing/2014/main" id="{48751B37-653C-532D-E597-2341BA99247B}"/>
                </a:ext>
              </a:extLst>
            </p:cNvPr>
            <p:cNvSpPr/>
            <p:nvPr/>
          </p:nvSpPr>
          <p:spPr bwMode="auto">
            <a:xfrm>
              <a:off x="6841990" y="408197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  <p:sp>
          <p:nvSpPr>
            <p:cNvPr id="279" name="Rechteck 278">
              <a:extLst>
                <a:ext uri="{FF2B5EF4-FFF2-40B4-BE49-F238E27FC236}">
                  <a16:creationId xmlns:a16="http://schemas.microsoft.com/office/drawing/2014/main" id="{956ECA7D-935B-F24F-7BF4-CA813581378B}"/>
                </a:ext>
              </a:extLst>
            </p:cNvPr>
            <p:cNvSpPr/>
            <p:nvPr/>
          </p:nvSpPr>
          <p:spPr bwMode="auto">
            <a:xfrm>
              <a:off x="6841990" y="429451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</p:grpSp>
      <p:cxnSp>
        <p:nvCxnSpPr>
          <p:cNvPr id="282" name="Verbinder: gewinkelt 126">
            <a:extLst>
              <a:ext uri="{FF2B5EF4-FFF2-40B4-BE49-F238E27FC236}">
                <a16:creationId xmlns:a16="http://schemas.microsoft.com/office/drawing/2014/main" id="{97954924-5146-9277-2E84-35D1E747623F}"/>
              </a:ext>
            </a:extLst>
          </p:cNvPr>
          <p:cNvCxnSpPr>
            <a:cxnSpLocks/>
            <a:stCxn id="270" idx="3"/>
            <a:endCxn id="278" idx="3"/>
          </p:cNvCxnSpPr>
          <p:nvPr/>
        </p:nvCxnSpPr>
        <p:spPr>
          <a:xfrm flipH="1">
            <a:off x="6702249" y="3754809"/>
            <a:ext cx="1236" cy="375745"/>
          </a:xfrm>
          <a:prstGeom prst="bentConnector3">
            <a:avLst>
              <a:gd name="adj1" fmla="val -18495146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299" name="Rechteck 298">
            <a:extLst>
              <a:ext uri="{FF2B5EF4-FFF2-40B4-BE49-F238E27FC236}">
                <a16:creationId xmlns:a16="http://schemas.microsoft.com/office/drawing/2014/main" id="{FDDC1CE6-9E23-39E4-DC53-9F82DE9BAEB2}"/>
              </a:ext>
            </a:extLst>
          </p:cNvPr>
          <p:cNvSpPr/>
          <p:nvPr/>
        </p:nvSpPr>
        <p:spPr bwMode="auto">
          <a:xfrm>
            <a:off x="4537799" y="145958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0" name="Rechteck 299">
            <a:extLst>
              <a:ext uri="{FF2B5EF4-FFF2-40B4-BE49-F238E27FC236}">
                <a16:creationId xmlns:a16="http://schemas.microsoft.com/office/drawing/2014/main" id="{BBFF39DD-D21C-3045-137E-B0293DBD1DAE}"/>
              </a:ext>
            </a:extLst>
          </p:cNvPr>
          <p:cNvSpPr/>
          <p:nvPr/>
        </p:nvSpPr>
        <p:spPr bwMode="auto">
          <a:xfrm>
            <a:off x="4667385" y="1459581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2" name="Rechteck 301">
            <a:extLst>
              <a:ext uri="{FF2B5EF4-FFF2-40B4-BE49-F238E27FC236}">
                <a16:creationId xmlns:a16="http://schemas.microsoft.com/office/drawing/2014/main" id="{D6DE8885-C32F-9CF4-D060-C8F504BF8F78}"/>
              </a:ext>
            </a:extLst>
          </p:cNvPr>
          <p:cNvSpPr/>
          <p:nvPr/>
        </p:nvSpPr>
        <p:spPr bwMode="auto">
          <a:xfrm>
            <a:off x="4535309" y="217619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3" name="Rechteck 302">
            <a:extLst>
              <a:ext uri="{FF2B5EF4-FFF2-40B4-BE49-F238E27FC236}">
                <a16:creationId xmlns:a16="http://schemas.microsoft.com/office/drawing/2014/main" id="{E6F6AA86-1FE9-1E5F-7AE7-A5DE20818D43}"/>
              </a:ext>
            </a:extLst>
          </p:cNvPr>
          <p:cNvSpPr/>
          <p:nvPr/>
        </p:nvSpPr>
        <p:spPr bwMode="auto">
          <a:xfrm>
            <a:off x="4664895" y="217619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4" name="Rechteck 303">
            <a:extLst>
              <a:ext uri="{FF2B5EF4-FFF2-40B4-BE49-F238E27FC236}">
                <a16:creationId xmlns:a16="http://schemas.microsoft.com/office/drawing/2014/main" id="{5513AFFE-618F-4ED0-186D-25E3A3A7F5D4}"/>
              </a:ext>
            </a:extLst>
          </p:cNvPr>
          <p:cNvSpPr/>
          <p:nvPr/>
        </p:nvSpPr>
        <p:spPr bwMode="auto">
          <a:xfrm>
            <a:off x="4669088" y="3713539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E1275849-D489-F5DF-9F20-720136D1BB19}"/>
              </a:ext>
            </a:extLst>
          </p:cNvPr>
          <p:cNvSpPr/>
          <p:nvPr/>
        </p:nvSpPr>
        <p:spPr bwMode="auto">
          <a:xfrm>
            <a:off x="4667923" y="418952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7" name="Rechteck 306">
            <a:extLst>
              <a:ext uri="{FF2B5EF4-FFF2-40B4-BE49-F238E27FC236}">
                <a16:creationId xmlns:a16="http://schemas.microsoft.com/office/drawing/2014/main" id="{007DCCC4-872C-6DBE-A585-3AEA18E767C8}"/>
              </a:ext>
            </a:extLst>
          </p:cNvPr>
          <p:cNvSpPr/>
          <p:nvPr/>
        </p:nvSpPr>
        <p:spPr bwMode="auto">
          <a:xfrm>
            <a:off x="4665862" y="429757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8" name="Rechteck 307">
            <a:extLst>
              <a:ext uri="{FF2B5EF4-FFF2-40B4-BE49-F238E27FC236}">
                <a16:creationId xmlns:a16="http://schemas.microsoft.com/office/drawing/2014/main" id="{B55A44AE-2E9C-EF84-41FB-A7117A873C4F}"/>
              </a:ext>
            </a:extLst>
          </p:cNvPr>
          <p:cNvSpPr/>
          <p:nvPr/>
        </p:nvSpPr>
        <p:spPr bwMode="auto">
          <a:xfrm>
            <a:off x="4668267" y="269530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9" name="Rechteck 308">
            <a:extLst>
              <a:ext uri="{FF2B5EF4-FFF2-40B4-BE49-F238E27FC236}">
                <a16:creationId xmlns:a16="http://schemas.microsoft.com/office/drawing/2014/main" id="{8CB59345-4529-F52D-B40A-A9E50A4D97CD}"/>
              </a:ext>
            </a:extLst>
          </p:cNvPr>
          <p:cNvSpPr/>
          <p:nvPr/>
        </p:nvSpPr>
        <p:spPr bwMode="auto">
          <a:xfrm>
            <a:off x="4666206" y="280336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10" name="Rechteck 309">
            <a:extLst>
              <a:ext uri="{FF2B5EF4-FFF2-40B4-BE49-F238E27FC236}">
                <a16:creationId xmlns:a16="http://schemas.microsoft.com/office/drawing/2014/main" id="{F0BD019D-9ECF-AD65-0CD3-C7B1D024C655}"/>
              </a:ext>
            </a:extLst>
          </p:cNvPr>
          <p:cNvSpPr/>
          <p:nvPr/>
        </p:nvSpPr>
        <p:spPr bwMode="auto">
          <a:xfrm>
            <a:off x="4664895" y="470465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15" name="Verbinder: gewinkelt 126">
            <a:extLst>
              <a:ext uri="{FF2B5EF4-FFF2-40B4-BE49-F238E27FC236}">
                <a16:creationId xmlns:a16="http://schemas.microsoft.com/office/drawing/2014/main" id="{0D3A3CA0-75FB-DE18-D56E-2F8B2EB6E061}"/>
              </a:ext>
            </a:extLst>
          </p:cNvPr>
          <p:cNvCxnSpPr>
            <a:cxnSpLocks/>
            <a:stCxn id="8" idx="3"/>
            <a:endCxn id="188" idx="3"/>
          </p:cNvCxnSpPr>
          <p:nvPr/>
        </p:nvCxnSpPr>
        <p:spPr>
          <a:xfrm>
            <a:off x="1710166" y="1240279"/>
            <a:ext cx="2625980" cy="1393954"/>
          </a:xfrm>
          <a:prstGeom prst="bentConnector3">
            <a:avLst>
              <a:gd name="adj1" fmla="val 108705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8" name="Verbinder: gewinkelt 126">
            <a:extLst>
              <a:ext uri="{FF2B5EF4-FFF2-40B4-BE49-F238E27FC236}">
                <a16:creationId xmlns:a16="http://schemas.microsoft.com/office/drawing/2014/main" id="{DF8A46C7-E817-DE8D-3FEC-D99BD0D11905}"/>
              </a:ext>
            </a:extLst>
          </p:cNvPr>
          <p:cNvCxnSpPr>
            <a:cxnSpLocks/>
            <a:stCxn id="131" idx="3"/>
            <a:endCxn id="199" idx="3"/>
          </p:cNvCxnSpPr>
          <p:nvPr/>
        </p:nvCxnSpPr>
        <p:spPr>
          <a:xfrm>
            <a:off x="1709379" y="1130623"/>
            <a:ext cx="2633116" cy="3941117"/>
          </a:xfrm>
          <a:prstGeom prst="bentConnector3">
            <a:avLst>
              <a:gd name="adj1" fmla="val 1133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11" name="Textfeld 44">
            <a:extLst>
              <a:ext uri="{FF2B5EF4-FFF2-40B4-BE49-F238E27FC236}">
                <a16:creationId xmlns:a16="http://schemas.microsoft.com/office/drawing/2014/main" id="{7C401DF7-8664-926C-7134-97BE48620A4E}"/>
              </a:ext>
            </a:extLst>
          </p:cNvPr>
          <p:cNvSpPr txBox="1"/>
          <p:nvPr/>
        </p:nvSpPr>
        <p:spPr>
          <a:xfrm>
            <a:off x="2658715" y="1387508"/>
            <a:ext cx="8619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</a:t>
            </a:r>
            <a:b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</a:br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port</a:t>
            </a:r>
          </a:p>
        </p:txBody>
      </p:sp>
      <p:sp>
        <p:nvSpPr>
          <p:cNvPr id="313" name="Freihandform: Form 312">
            <a:extLst>
              <a:ext uri="{FF2B5EF4-FFF2-40B4-BE49-F238E27FC236}">
                <a16:creationId xmlns:a16="http://schemas.microsoft.com/office/drawing/2014/main" id="{7D406555-B2A3-16DD-E3F3-724111FF0EA2}"/>
              </a:ext>
            </a:extLst>
          </p:cNvPr>
          <p:cNvSpPr/>
          <p:nvPr/>
        </p:nvSpPr>
        <p:spPr bwMode="auto">
          <a:xfrm>
            <a:off x="2543103" y="1929297"/>
            <a:ext cx="198120" cy="15956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4" name="Freihandform: Form 313">
            <a:extLst>
              <a:ext uri="{FF2B5EF4-FFF2-40B4-BE49-F238E27FC236}">
                <a16:creationId xmlns:a16="http://schemas.microsoft.com/office/drawing/2014/main" id="{9951C5D9-8D44-26E1-C210-8589D160E590}"/>
              </a:ext>
            </a:extLst>
          </p:cNvPr>
          <p:cNvSpPr/>
          <p:nvPr/>
        </p:nvSpPr>
        <p:spPr bwMode="auto">
          <a:xfrm>
            <a:off x="3242334" y="1703335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Textfeld 44">
            <a:extLst>
              <a:ext uri="{FF2B5EF4-FFF2-40B4-BE49-F238E27FC236}">
                <a16:creationId xmlns:a16="http://schemas.microsoft.com/office/drawing/2014/main" id="{DF971B77-3DBC-3AB3-D82C-F0A260980D8F}"/>
              </a:ext>
            </a:extLst>
          </p:cNvPr>
          <p:cNvSpPr txBox="1"/>
          <p:nvPr/>
        </p:nvSpPr>
        <p:spPr>
          <a:xfrm>
            <a:off x="2404028" y="3544785"/>
            <a:ext cx="11377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“normal” channel</a:t>
            </a:r>
            <a:endParaRPr lang="en-US" sz="1600" i="1" dirty="0">
              <a:solidFill>
                <a:srgbClr val="00549F"/>
              </a:solidFill>
              <a:latin typeface="Trebuchet MS" panose="020B0603020202020204" pitchFamily="34" charset="0"/>
              <a:ea typeface="ＭＳ Ｐゴシック" panose="020B0600070205080204" pitchFamily="34" charset="-128"/>
              <a:cs typeface="Times New Roman" panose="02020603050405020304" pitchFamily="18" charset="0"/>
            </a:endParaRPr>
          </a:p>
        </p:txBody>
      </p:sp>
      <p:sp>
        <p:nvSpPr>
          <p:cNvPr id="316" name="Freihandform: Form 315">
            <a:extLst>
              <a:ext uri="{FF2B5EF4-FFF2-40B4-BE49-F238E27FC236}">
                <a16:creationId xmlns:a16="http://schemas.microsoft.com/office/drawing/2014/main" id="{4F819656-9CCF-7961-EA85-60640FA200E1}"/>
              </a:ext>
            </a:extLst>
          </p:cNvPr>
          <p:cNvSpPr/>
          <p:nvPr/>
        </p:nvSpPr>
        <p:spPr bwMode="auto">
          <a:xfrm>
            <a:off x="3243312" y="3825512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Textfeld 44">
            <a:extLst>
              <a:ext uri="{FF2B5EF4-FFF2-40B4-BE49-F238E27FC236}">
                <a16:creationId xmlns:a16="http://schemas.microsoft.com/office/drawing/2014/main" id="{18E34259-C1E8-5019-8BE8-EE4A39521DC3}"/>
              </a:ext>
            </a:extLst>
          </p:cNvPr>
          <p:cNvSpPr txBox="1"/>
          <p:nvPr/>
        </p:nvSpPr>
        <p:spPr>
          <a:xfrm>
            <a:off x="5264045" y="1661567"/>
            <a:ext cx="1402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same type</a:t>
            </a:r>
          </a:p>
        </p:txBody>
      </p:sp>
      <p:sp>
        <p:nvSpPr>
          <p:cNvPr id="320" name="Freihandform: Form 319">
            <a:extLst>
              <a:ext uri="{FF2B5EF4-FFF2-40B4-BE49-F238E27FC236}">
                <a16:creationId xmlns:a16="http://schemas.microsoft.com/office/drawing/2014/main" id="{DE5590E7-D97A-5180-2BA9-7B89EE2F4CB3}"/>
              </a:ext>
            </a:extLst>
          </p:cNvPr>
          <p:cNvSpPr/>
          <p:nvPr/>
        </p:nvSpPr>
        <p:spPr bwMode="auto">
          <a:xfrm>
            <a:off x="4901184" y="1789851"/>
            <a:ext cx="402336" cy="410805"/>
          </a:xfrm>
          <a:custGeom>
            <a:avLst/>
            <a:gdLst>
              <a:gd name="connsiteX0" fmla="*/ 402336 w 402336"/>
              <a:gd name="connsiteY0" fmla="*/ 63333 h 410805"/>
              <a:gd name="connsiteX1" fmla="*/ 97536 w 402336"/>
              <a:gd name="connsiteY1" fmla="*/ 26757 h 410805"/>
              <a:gd name="connsiteX2" fmla="*/ 0 w 402336"/>
              <a:gd name="connsiteY2" fmla="*/ 410805 h 410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02336" h="410805">
                <a:moveTo>
                  <a:pt x="402336" y="63333"/>
                </a:moveTo>
                <a:cubicBezTo>
                  <a:pt x="283464" y="16089"/>
                  <a:pt x="164592" y="-31155"/>
                  <a:pt x="97536" y="26757"/>
                </a:cubicBezTo>
                <a:cubicBezTo>
                  <a:pt x="30480" y="84669"/>
                  <a:pt x="15240" y="247737"/>
                  <a:pt x="0" y="410805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Freihandform: Form 320">
            <a:extLst>
              <a:ext uri="{FF2B5EF4-FFF2-40B4-BE49-F238E27FC236}">
                <a16:creationId xmlns:a16="http://schemas.microsoft.com/office/drawing/2014/main" id="{3415FE13-0269-EC2A-30FD-AEA4A37B40E0}"/>
              </a:ext>
            </a:extLst>
          </p:cNvPr>
          <p:cNvSpPr/>
          <p:nvPr/>
        </p:nvSpPr>
        <p:spPr bwMode="auto">
          <a:xfrm>
            <a:off x="6321552" y="1816363"/>
            <a:ext cx="591312" cy="67301"/>
          </a:xfrm>
          <a:custGeom>
            <a:avLst/>
            <a:gdLst>
              <a:gd name="connsiteX0" fmla="*/ 0 w 591312"/>
              <a:gd name="connsiteY0" fmla="*/ 49013 h 67301"/>
              <a:gd name="connsiteX1" fmla="*/ 243840 w 591312"/>
              <a:gd name="connsiteY1" fmla="*/ 245 h 67301"/>
              <a:gd name="connsiteX2" fmla="*/ 591312 w 591312"/>
              <a:gd name="connsiteY2" fmla="*/ 67301 h 67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1312" h="67301">
                <a:moveTo>
                  <a:pt x="0" y="49013"/>
                </a:moveTo>
                <a:cubicBezTo>
                  <a:pt x="72644" y="23105"/>
                  <a:pt x="145288" y="-2803"/>
                  <a:pt x="243840" y="245"/>
                </a:cubicBezTo>
                <a:cubicBezTo>
                  <a:pt x="342392" y="3293"/>
                  <a:pt x="466852" y="35297"/>
                  <a:pt x="591312" y="67301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2" name="Textfeld 169">
            <a:extLst>
              <a:ext uri="{FF2B5EF4-FFF2-40B4-BE49-F238E27FC236}">
                <a16:creationId xmlns:a16="http://schemas.microsoft.com/office/drawing/2014/main" id="{555D6EE3-49F1-B30F-8656-380310D0FD47}"/>
              </a:ext>
            </a:extLst>
          </p:cNvPr>
          <p:cNvSpPr txBox="1"/>
          <p:nvPr/>
        </p:nvSpPr>
        <p:spPr>
          <a:xfrm>
            <a:off x="449531" y="1647792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3" name="Textfeld 169">
            <a:extLst>
              <a:ext uri="{FF2B5EF4-FFF2-40B4-BE49-F238E27FC236}">
                <a16:creationId xmlns:a16="http://schemas.microsoft.com/office/drawing/2014/main" id="{567E4787-7F9D-8FEA-EB98-6E1CAECF6992}"/>
              </a:ext>
            </a:extLst>
          </p:cNvPr>
          <p:cNvSpPr txBox="1"/>
          <p:nvPr/>
        </p:nvSpPr>
        <p:spPr>
          <a:xfrm>
            <a:off x="1320774" y="2548708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4" name="Textfeld 169">
            <a:extLst>
              <a:ext uri="{FF2B5EF4-FFF2-40B4-BE49-F238E27FC236}">
                <a16:creationId xmlns:a16="http://schemas.microsoft.com/office/drawing/2014/main" id="{B0EAF131-699C-C36C-9861-D3F9AC7AE3CE}"/>
              </a:ext>
            </a:extLst>
          </p:cNvPr>
          <p:cNvSpPr txBox="1"/>
          <p:nvPr/>
        </p:nvSpPr>
        <p:spPr>
          <a:xfrm>
            <a:off x="1303179" y="3865489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7" name="Textfeld 44">
            <a:extLst>
              <a:ext uri="{FF2B5EF4-FFF2-40B4-BE49-F238E27FC236}">
                <a16:creationId xmlns:a16="http://schemas.microsoft.com/office/drawing/2014/main" id="{039F3778-3A6E-5584-1F15-71958FD66FFD}"/>
              </a:ext>
            </a:extLst>
          </p:cNvPr>
          <p:cNvSpPr txBox="1"/>
          <p:nvPr/>
        </p:nvSpPr>
        <p:spPr>
          <a:xfrm>
            <a:off x="6716185" y="4366103"/>
            <a:ext cx="9660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no kind</a:t>
            </a:r>
          </a:p>
        </p:txBody>
      </p:sp>
      <p:sp>
        <p:nvSpPr>
          <p:cNvPr id="329" name="Freihandform: Form 328">
            <a:extLst>
              <a:ext uri="{FF2B5EF4-FFF2-40B4-BE49-F238E27FC236}">
                <a16:creationId xmlns:a16="http://schemas.microsoft.com/office/drawing/2014/main" id="{164458B7-8E79-A65E-C549-D3D33B17ECA6}"/>
              </a:ext>
            </a:extLst>
          </p:cNvPr>
          <p:cNvSpPr/>
          <p:nvPr/>
        </p:nvSpPr>
        <p:spPr bwMode="auto">
          <a:xfrm>
            <a:off x="6713220" y="4233364"/>
            <a:ext cx="381340" cy="220526"/>
          </a:xfrm>
          <a:custGeom>
            <a:avLst/>
            <a:gdLst>
              <a:gd name="connsiteX0" fmla="*/ 350520 w 381340"/>
              <a:gd name="connsiteY0" fmla="*/ 220526 h 220526"/>
              <a:gd name="connsiteX1" fmla="*/ 346710 w 381340"/>
              <a:gd name="connsiteY1" fmla="*/ 26216 h 220526"/>
              <a:gd name="connsiteX2" fmla="*/ 0 w 381340"/>
              <a:gd name="connsiteY2" fmla="*/ 7166 h 220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1340" h="220526">
                <a:moveTo>
                  <a:pt x="350520" y="220526"/>
                </a:moveTo>
                <a:cubicBezTo>
                  <a:pt x="377825" y="141151"/>
                  <a:pt x="405130" y="61776"/>
                  <a:pt x="346710" y="26216"/>
                </a:cubicBezTo>
                <a:cubicBezTo>
                  <a:pt x="288290" y="-9344"/>
                  <a:pt x="144145" y="-1089"/>
                  <a:pt x="0" y="716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Rechteck 329">
            <a:extLst>
              <a:ext uri="{FF2B5EF4-FFF2-40B4-BE49-F238E27FC236}">
                <a16:creationId xmlns:a16="http://schemas.microsoft.com/office/drawing/2014/main" id="{3CFDAFFA-596F-A63F-5EA2-0635697F05C8}"/>
              </a:ext>
            </a:extLst>
          </p:cNvPr>
          <p:cNvSpPr/>
          <p:nvPr/>
        </p:nvSpPr>
        <p:spPr bwMode="auto">
          <a:xfrm rot="5400000">
            <a:off x="7049400" y="429523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62" name="Verbinder: gewinkelt 126">
            <a:extLst>
              <a:ext uri="{FF2B5EF4-FFF2-40B4-BE49-F238E27FC236}">
                <a16:creationId xmlns:a16="http://schemas.microsoft.com/office/drawing/2014/main" id="{25E6DBFB-E070-834D-4EBB-5497F5E82349}"/>
              </a:ext>
            </a:extLst>
          </p:cNvPr>
          <p:cNvCxnSpPr>
            <a:cxnSpLocks/>
            <a:stCxn id="167" idx="3"/>
            <a:endCxn id="279" idx="3"/>
          </p:cNvCxnSpPr>
          <p:nvPr/>
        </p:nvCxnSpPr>
        <p:spPr>
          <a:xfrm flipH="1">
            <a:off x="6702249" y="3266089"/>
            <a:ext cx="1236" cy="1077006"/>
          </a:xfrm>
          <a:prstGeom prst="bentConnector3">
            <a:avLst>
              <a:gd name="adj1" fmla="val -36250485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31" name="Textfeld 44">
            <a:extLst>
              <a:ext uri="{FF2B5EF4-FFF2-40B4-BE49-F238E27FC236}">
                <a16:creationId xmlns:a16="http://schemas.microsoft.com/office/drawing/2014/main" id="{BADCC2AD-DC97-FC13-2467-A7D2D38E3D38}"/>
              </a:ext>
            </a:extLst>
          </p:cNvPr>
          <p:cNvSpPr txBox="1"/>
          <p:nvPr/>
        </p:nvSpPr>
        <p:spPr>
          <a:xfrm>
            <a:off x="6739672" y="2200656"/>
            <a:ext cx="1117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l/s&lt;float&gt;</a:t>
            </a:r>
          </a:p>
        </p:txBody>
      </p:sp>
      <p:sp>
        <p:nvSpPr>
          <p:cNvPr id="332" name="Freihandform: Form 331">
            <a:extLst>
              <a:ext uri="{FF2B5EF4-FFF2-40B4-BE49-F238E27FC236}">
                <a16:creationId xmlns:a16="http://schemas.microsoft.com/office/drawing/2014/main" id="{D5841DFD-D663-6507-A92D-638CA9CF9017}"/>
              </a:ext>
            </a:extLst>
          </p:cNvPr>
          <p:cNvSpPr/>
          <p:nvPr/>
        </p:nvSpPr>
        <p:spPr bwMode="auto">
          <a:xfrm>
            <a:off x="6710770" y="2067957"/>
            <a:ext cx="381340" cy="220526"/>
          </a:xfrm>
          <a:custGeom>
            <a:avLst/>
            <a:gdLst>
              <a:gd name="connsiteX0" fmla="*/ 350520 w 381340"/>
              <a:gd name="connsiteY0" fmla="*/ 220526 h 220526"/>
              <a:gd name="connsiteX1" fmla="*/ 346710 w 381340"/>
              <a:gd name="connsiteY1" fmla="*/ 26216 h 220526"/>
              <a:gd name="connsiteX2" fmla="*/ 0 w 381340"/>
              <a:gd name="connsiteY2" fmla="*/ 7166 h 220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1340" h="220526">
                <a:moveTo>
                  <a:pt x="350520" y="220526"/>
                </a:moveTo>
                <a:cubicBezTo>
                  <a:pt x="377825" y="141151"/>
                  <a:pt x="405130" y="61776"/>
                  <a:pt x="346710" y="26216"/>
                </a:cubicBezTo>
                <a:cubicBezTo>
                  <a:pt x="288290" y="-9344"/>
                  <a:pt x="144145" y="-1089"/>
                  <a:pt x="0" y="716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3" name="Rechteck 332">
            <a:extLst>
              <a:ext uri="{FF2B5EF4-FFF2-40B4-BE49-F238E27FC236}">
                <a16:creationId xmlns:a16="http://schemas.microsoft.com/office/drawing/2014/main" id="{3BBDEF33-E5E0-751C-146A-171D00AA0886}"/>
              </a:ext>
            </a:extLst>
          </p:cNvPr>
          <p:cNvSpPr/>
          <p:nvPr/>
        </p:nvSpPr>
        <p:spPr bwMode="auto">
          <a:xfrm>
            <a:off x="6904909" y="201909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65" name="Verbinder: gewinkelt 126">
            <a:extLst>
              <a:ext uri="{FF2B5EF4-FFF2-40B4-BE49-F238E27FC236}">
                <a16:creationId xmlns:a16="http://schemas.microsoft.com/office/drawing/2014/main" id="{A829BCB9-F369-7C30-15A6-2CAFC3EE0E94}"/>
              </a:ext>
            </a:extLst>
          </p:cNvPr>
          <p:cNvCxnSpPr>
            <a:cxnSpLocks/>
            <a:stCxn id="86" idx="3"/>
            <a:endCxn id="14" idx="3"/>
          </p:cNvCxnSpPr>
          <p:nvPr/>
        </p:nvCxnSpPr>
        <p:spPr>
          <a:xfrm>
            <a:off x="6703485" y="1506543"/>
            <a:ext cx="12700" cy="713349"/>
          </a:xfrm>
          <a:prstGeom prst="bentConnector3">
            <a:avLst>
              <a:gd name="adj1" fmla="val 180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73" name="AutoShape 40">
            <a:extLst>
              <a:ext uri="{FF2B5EF4-FFF2-40B4-BE49-F238E27FC236}">
                <a16:creationId xmlns:a16="http://schemas.microsoft.com/office/drawing/2014/main" id="{585DBA82-9D87-B1EB-CA3E-35DA5E9D61F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614662" y="3351726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CD</a:t>
            </a:r>
          </a:p>
        </p:txBody>
      </p:sp>
      <p:pic>
        <p:nvPicPr>
          <p:cNvPr id="510" name="Grafik 509">
            <a:extLst>
              <a:ext uri="{FF2B5EF4-FFF2-40B4-BE49-F238E27FC236}">
                <a16:creationId xmlns:a16="http://schemas.microsoft.com/office/drawing/2014/main" id="{98D29839-857D-97C1-D0F6-0E0237DA1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003" y="3379716"/>
            <a:ext cx="4653968" cy="256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447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5" name="Verbinder: gewinkelt 126">
            <a:extLst>
              <a:ext uri="{FF2B5EF4-FFF2-40B4-BE49-F238E27FC236}">
                <a16:creationId xmlns:a16="http://schemas.microsoft.com/office/drawing/2014/main" id="{9B3BB713-CDC6-34C4-338E-34D340C080EC}"/>
              </a:ext>
            </a:extLst>
          </p:cNvPr>
          <p:cNvCxnSpPr>
            <a:cxnSpLocks/>
            <a:stCxn id="189" idx="3"/>
            <a:endCxn id="231" idx="1"/>
          </p:cNvCxnSpPr>
          <p:nvPr/>
        </p:nvCxnSpPr>
        <p:spPr>
          <a:xfrm>
            <a:off x="4336146" y="2846774"/>
            <a:ext cx="759201" cy="1282786"/>
          </a:xfrm>
          <a:prstGeom prst="bentConnector3">
            <a:avLst>
              <a:gd name="adj1" fmla="val 64721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B121B567-3942-9004-3D40-41BBA67F92D6}"/>
              </a:ext>
            </a:extLst>
          </p:cNvPr>
          <p:cNvSpPr/>
          <p:nvPr/>
        </p:nvSpPr>
        <p:spPr bwMode="auto">
          <a:xfrm rot="5400000">
            <a:off x="4802484" y="370972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224" name="Textfeld 169">
            <a:extLst>
              <a:ext uri="{FF2B5EF4-FFF2-40B4-BE49-F238E27FC236}">
                <a16:creationId xmlns:a16="http://schemas.microsoft.com/office/drawing/2014/main" id="{FBE7F8F2-3CDB-F794-90D3-C3115C22EF53}"/>
              </a:ext>
            </a:extLst>
          </p:cNvPr>
          <p:cNvSpPr txBox="1"/>
          <p:nvPr/>
        </p:nvSpPr>
        <p:spPr>
          <a:xfrm>
            <a:off x="3504757" y="3459099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225" name="Textfeld 169">
            <a:extLst>
              <a:ext uri="{FF2B5EF4-FFF2-40B4-BE49-F238E27FC236}">
                <a16:creationId xmlns:a16="http://schemas.microsoft.com/office/drawing/2014/main" id="{BD408BDA-0891-B4A7-5E61-FF58BBA96045}"/>
              </a:ext>
            </a:extLst>
          </p:cNvPr>
          <p:cNvSpPr txBox="1"/>
          <p:nvPr/>
        </p:nvSpPr>
        <p:spPr>
          <a:xfrm>
            <a:off x="2358231" y="3004464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66F73B-7FFD-AA6B-520B-D7CE68965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Port Definition</a:t>
            </a:r>
          </a:p>
        </p:txBody>
      </p:sp>
      <p:sp>
        <p:nvSpPr>
          <p:cNvPr id="52" name="AutoShape 50">
            <a:extLst>
              <a:ext uri="{FF2B5EF4-FFF2-40B4-BE49-F238E27FC236}">
                <a16:creationId xmlns:a16="http://schemas.microsoft.com/office/drawing/2014/main" id="{2689F7A2-0FDA-A390-6393-280C7A521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515" y="1454863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07" name="Verbinder: gewinkelt 126">
            <a:extLst>
              <a:ext uri="{FF2B5EF4-FFF2-40B4-BE49-F238E27FC236}">
                <a16:creationId xmlns:a16="http://schemas.microsoft.com/office/drawing/2014/main" id="{2B330A06-71BC-C704-DB37-9DBF68EE666D}"/>
              </a:ext>
            </a:extLst>
          </p:cNvPr>
          <p:cNvCxnSpPr>
            <a:cxnSpLocks/>
            <a:stCxn id="52" idx="2"/>
            <a:endCxn id="152" idx="1"/>
          </p:cNvCxnSpPr>
          <p:nvPr/>
        </p:nvCxnSpPr>
        <p:spPr>
          <a:xfrm rot="16200000" flipH="1">
            <a:off x="197238" y="1867690"/>
            <a:ext cx="512617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D5E0A6EF-69DC-4E33-D654-A4FF0EA65638}"/>
              </a:ext>
            </a:extLst>
          </p:cNvPr>
          <p:cNvGrpSpPr/>
          <p:nvPr/>
        </p:nvGrpSpPr>
        <p:grpSpPr>
          <a:xfrm>
            <a:off x="7844774" y="1041524"/>
            <a:ext cx="4245198" cy="1942009"/>
            <a:chOff x="7780197" y="3118762"/>
            <a:chExt cx="4245198" cy="1942009"/>
          </a:xfrm>
        </p:grpSpPr>
        <p:sp>
          <p:nvSpPr>
            <p:cNvPr id="31" name="Rectangle 27">
              <a:extLst>
                <a:ext uri="{FF2B5EF4-FFF2-40B4-BE49-F238E27FC236}">
                  <a16:creationId xmlns:a16="http://schemas.microsoft.com/office/drawing/2014/main" id="{E35D8789-056C-0CCF-15AC-A784F9DB5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7499" y="3118762"/>
              <a:ext cx="4029362" cy="1942009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anchor="t"/>
            <a:lstStyle/>
            <a:p>
              <a:pPr lvl="0"/>
              <a:r>
                <a:rPr lang="en-US" sz="1600" dirty="0">
                  <a:solidFill>
                    <a:srgbClr val="000000"/>
                  </a:solidFill>
                </a:rPr>
                <a:t>F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0C1CDB0-A162-9852-4D54-89C73D316DBA}"/>
                </a:ext>
              </a:extLst>
            </p:cNvPr>
            <p:cNvGrpSpPr/>
            <p:nvPr/>
          </p:nvGrpSpPr>
          <p:grpSpPr>
            <a:xfrm>
              <a:off x="8815914" y="3367363"/>
              <a:ext cx="1071989" cy="919048"/>
              <a:chOff x="5433573" y="2209305"/>
              <a:chExt cx="1071989" cy="919048"/>
            </a:xfrm>
          </p:grpSpPr>
          <p:sp>
            <p:nvSpPr>
              <p:cNvPr id="5" name="Rectangle 27">
                <a:extLst>
                  <a:ext uri="{FF2B5EF4-FFF2-40B4-BE49-F238E27FC236}">
                    <a16:creationId xmlns:a16="http://schemas.microsoft.com/office/drawing/2014/main" id="{6C5577BA-1A28-656A-A16A-861C732AAE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2384" y="2209305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G</a:t>
                </a:r>
              </a:p>
            </p:txBody>
          </p:sp>
          <p:sp>
            <p:nvSpPr>
              <p:cNvPr id="7" name="Rechteck 64">
                <a:extLst>
                  <a:ext uri="{FF2B5EF4-FFF2-40B4-BE49-F238E27FC236}">
                    <a16:creationId xmlns:a16="http://schemas.microsoft.com/office/drawing/2014/main" id="{7CAD9612-7189-9619-D770-AAC86C3B9F22}"/>
                  </a:ext>
                </a:extLst>
              </p:cNvPr>
              <p:cNvSpPr/>
              <p:nvPr/>
            </p:nvSpPr>
            <p:spPr>
              <a:xfrm>
                <a:off x="5433573" y="256082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9" name="Rechteck 66">
                <a:extLst>
                  <a:ext uri="{FF2B5EF4-FFF2-40B4-BE49-F238E27FC236}">
                    <a16:creationId xmlns:a16="http://schemas.microsoft.com/office/drawing/2014/main" id="{BD7D162F-1017-8255-B5C5-2C7520B9E36E}"/>
                  </a:ext>
                </a:extLst>
              </p:cNvPr>
              <p:cNvSpPr/>
              <p:nvPr/>
            </p:nvSpPr>
            <p:spPr>
              <a:xfrm>
                <a:off x="6289562" y="237747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12" name="Rechteck 71">
                <a:extLst>
                  <a:ext uri="{FF2B5EF4-FFF2-40B4-BE49-F238E27FC236}">
                    <a16:creationId xmlns:a16="http://schemas.microsoft.com/office/drawing/2014/main" id="{F36A44C2-EEC8-80F7-52A6-6B3D502238DD}"/>
                  </a:ext>
                </a:extLst>
              </p:cNvPr>
              <p:cNvSpPr/>
              <p:nvPr/>
            </p:nvSpPr>
            <p:spPr>
              <a:xfrm>
                <a:off x="6289562" y="2758461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</p:grpSp>
        <p:cxnSp>
          <p:nvCxnSpPr>
            <p:cNvPr id="22" name="Gerade Verbindung mit Pfeil 63">
              <a:extLst>
                <a:ext uri="{FF2B5EF4-FFF2-40B4-BE49-F238E27FC236}">
                  <a16:creationId xmlns:a16="http://schemas.microsoft.com/office/drawing/2014/main" id="{D39678FC-62FB-4B8A-1960-511240C95AA6}"/>
                </a:ext>
              </a:extLst>
            </p:cNvPr>
            <p:cNvCxnSpPr>
              <a:cxnSpLocks/>
              <a:stCxn id="24" idx="3"/>
              <a:endCxn id="35" idx="1"/>
            </p:cNvCxnSpPr>
            <p:nvPr/>
          </p:nvCxnSpPr>
          <p:spPr>
            <a:xfrm>
              <a:off x="11612003" y="4484043"/>
              <a:ext cx="1973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5AB752EF-A7E6-D54D-FE84-FA9FF3869AEC}"/>
                </a:ext>
              </a:extLst>
            </p:cNvPr>
            <p:cNvGrpSpPr/>
            <p:nvPr/>
          </p:nvGrpSpPr>
          <p:grpSpPr>
            <a:xfrm>
              <a:off x="10537587" y="4024519"/>
              <a:ext cx="1074416" cy="919048"/>
              <a:chOff x="7591431" y="2820281"/>
              <a:chExt cx="1074416" cy="919048"/>
            </a:xfrm>
          </p:grpSpPr>
          <p:sp>
            <p:nvSpPr>
              <p:cNvPr id="21" name="Rectangle 27">
                <a:extLst>
                  <a:ext uri="{FF2B5EF4-FFF2-40B4-BE49-F238E27FC236}">
                    <a16:creationId xmlns:a16="http://schemas.microsoft.com/office/drawing/2014/main" id="{4560859C-94D1-C1A6-6D08-FFC5CEF4C0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9431" y="2820281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H</a:t>
                </a:r>
              </a:p>
            </p:txBody>
          </p:sp>
          <p:sp>
            <p:nvSpPr>
              <p:cNvPr id="23" name="Rechteck 64">
                <a:extLst>
                  <a:ext uri="{FF2B5EF4-FFF2-40B4-BE49-F238E27FC236}">
                    <a16:creationId xmlns:a16="http://schemas.microsoft.com/office/drawing/2014/main" id="{AA6335BC-55C3-26BE-FCDB-EAE62E647F7B}"/>
                  </a:ext>
                </a:extLst>
              </p:cNvPr>
              <p:cNvSpPr/>
              <p:nvPr/>
            </p:nvSpPr>
            <p:spPr>
              <a:xfrm>
                <a:off x="7591431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e</a:t>
                </a:r>
              </a:p>
            </p:txBody>
          </p:sp>
          <p:sp>
            <p:nvSpPr>
              <p:cNvPr id="24" name="Rechteck 66">
                <a:extLst>
                  <a:ext uri="{FF2B5EF4-FFF2-40B4-BE49-F238E27FC236}">
                    <a16:creationId xmlns:a16="http://schemas.microsoft.com/office/drawing/2014/main" id="{09FBF61C-7369-2045-13E3-CF481DE31A28}"/>
                  </a:ext>
                </a:extLst>
              </p:cNvPr>
              <p:cNvSpPr/>
              <p:nvPr/>
            </p:nvSpPr>
            <p:spPr>
              <a:xfrm>
                <a:off x="8449847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</p:grpSp>
        <p:sp>
          <p:nvSpPr>
            <p:cNvPr id="32" name="Rechteck 64">
              <a:extLst>
                <a:ext uri="{FF2B5EF4-FFF2-40B4-BE49-F238E27FC236}">
                  <a16:creationId xmlns:a16="http://schemas.microsoft.com/office/drawing/2014/main" id="{6C711B4E-B4DE-5C84-0EA9-5F579AAF9C44}"/>
                </a:ext>
              </a:extLst>
            </p:cNvPr>
            <p:cNvSpPr/>
            <p:nvPr/>
          </p:nvSpPr>
          <p:spPr>
            <a:xfrm>
              <a:off x="7780197" y="3818198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35" name="Rechteck 64">
              <a:extLst>
                <a:ext uri="{FF2B5EF4-FFF2-40B4-BE49-F238E27FC236}">
                  <a16:creationId xmlns:a16="http://schemas.microsoft.com/office/drawing/2014/main" id="{13C68ECD-C8EF-264A-CB42-325003CBEA80}"/>
                </a:ext>
              </a:extLst>
            </p:cNvPr>
            <p:cNvSpPr/>
            <p:nvPr/>
          </p:nvSpPr>
          <p:spPr>
            <a:xfrm>
              <a:off x="11809394" y="4376043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49403DEB-F64C-9D87-AC65-7D0152B9C313}"/>
                </a:ext>
              </a:extLst>
            </p:cNvPr>
            <p:cNvCxnSpPr>
              <a:stCxn id="32" idx="3"/>
              <a:endCxn id="7" idx="1"/>
            </p:cNvCxnSpPr>
            <p:nvPr/>
          </p:nvCxnSpPr>
          <p:spPr>
            <a:xfrm flipV="1">
              <a:off x="7996197" y="3826887"/>
              <a:ext cx="819717" cy="99311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7ECC7113-487B-52F5-BC32-DCC0BB80E283}"/>
                </a:ext>
              </a:extLst>
            </p:cNvPr>
            <p:cNvCxnSpPr>
              <a:cxnSpLocks/>
              <a:stCxn id="12" idx="3"/>
              <a:endCxn id="23" idx="1"/>
            </p:cNvCxnSpPr>
            <p:nvPr/>
          </p:nvCxnSpPr>
          <p:spPr>
            <a:xfrm>
              <a:off x="9887903" y="4024519"/>
              <a:ext cx="649684" cy="45952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9" name="Rechteck 64">
              <a:extLst>
                <a:ext uri="{FF2B5EF4-FFF2-40B4-BE49-F238E27FC236}">
                  <a16:creationId xmlns:a16="http://schemas.microsoft.com/office/drawing/2014/main" id="{9828DAB6-939D-31E6-2238-D96A2C4DFCD0}"/>
                </a:ext>
              </a:extLst>
            </p:cNvPr>
            <p:cNvSpPr/>
            <p:nvPr/>
          </p:nvSpPr>
          <p:spPr>
            <a:xfrm>
              <a:off x="11809395" y="3535537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cxnSp>
          <p:nvCxnSpPr>
            <p:cNvPr id="60" name="Gerade Verbindung mit Pfeil 63">
              <a:extLst>
                <a:ext uri="{FF2B5EF4-FFF2-40B4-BE49-F238E27FC236}">
                  <a16:creationId xmlns:a16="http://schemas.microsoft.com/office/drawing/2014/main" id="{6EE080D8-F8C2-5F70-56F6-A1B3E3408AB7}"/>
                </a:ext>
              </a:extLst>
            </p:cNvPr>
            <p:cNvCxnSpPr>
              <a:cxnSpLocks/>
              <a:stCxn id="9" idx="3"/>
              <a:endCxn id="59" idx="1"/>
            </p:cNvCxnSpPr>
            <p:nvPr/>
          </p:nvCxnSpPr>
          <p:spPr>
            <a:xfrm>
              <a:off x="9887903" y="3643537"/>
              <a:ext cx="19214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8" name="AutoShape 40">
            <a:extLst>
              <a:ext uri="{FF2B5EF4-FFF2-40B4-BE49-F238E27FC236}">
                <a16:creationId xmlns:a16="http://schemas.microsoft.com/office/drawing/2014/main" id="{62AA2151-551F-78E9-2306-9F1DA2667EE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528094" y="1065918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OD</a:t>
            </a:r>
          </a:p>
        </p:txBody>
      </p:sp>
      <p:cxnSp>
        <p:nvCxnSpPr>
          <p:cNvPr id="159" name="Verbinder: gewinkelt 126">
            <a:extLst>
              <a:ext uri="{FF2B5EF4-FFF2-40B4-BE49-F238E27FC236}">
                <a16:creationId xmlns:a16="http://schemas.microsoft.com/office/drawing/2014/main" id="{030D9945-9019-551D-A4FE-41A4CEB027E5}"/>
              </a:ext>
            </a:extLst>
          </p:cNvPr>
          <p:cNvCxnSpPr>
            <a:cxnSpLocks/>
            <a:stCxn id="52" idx="2"/>
            <a:endCxn id="156" idx="1"/>
          </p:cNvCxnSpPr>
          <p:nvPr/>
        </p:nvCxnSpPr>
        <p:spPr>
          <a:xfrm rot="16200000" flipH="1">
            <a:off x="-969325" y="3034253"/>
            <a:ext cx="2845743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86" name="Verbinder: gewinkelt 126">
            <a:extLst>
              <a:ext uri="{FF2B5EF4-FFF2-40B4-BE49-F238E27FC236}">
                <a16:creationId xmlns:a16="http://schemas.microsoft.com/office/drawing/2014/main" id="{E2566A95-82D2-F965-D04D-290B087347F7}"/>
              </a:ext>
            </a:extLst>
          </p:cNvPr>
          <p:cNvCxnSpPr>
            <a:cxnSpLocks/>
            <a:stCxn id="132" idx="3"/>
            <a:endCxn id="173" idx="0"/>
          </p:cNvCxnSpPr>
          <p:nvPr/>
        </p:nvCxnSpPr>
        <p:spPr>
          <a:xfrm>
            <a:off x="1709379" y="1343164"/>
            <a:ext cx="1829047" cy="670353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3" name="Verbinder: gewinkelt 126">
            <a:extLst>
              <a:ext uri="{FF2B5EF4-FFF2-40B4-BE49-F238E27FC236}">
                <a16:creationId xmlns:a16="http://schemas.microsoft.com/office/drawing/2014/main" id="{4DF13B7E-4514-8D41-9DA8-0E4C0E478315}"/>
              </a:ext>
            </a:extLst>
          </p:cNvPr>
          <p:cNvCxnSpPr>
            <a:cxnSpLocks/>
            <a:stCxn id="152" idx="3"/>
            <a:endCxn id="182" idx="1"/>
          </p:cNvCxnSpPr>
          <p:nvPr/>
        </p:nvCxnSpPr>
        <p:spPr>
          <a:xfrm>
            <a:off x="2157577" y="2219892"/>
            <a:ext cx="576780" cy="52309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6" name="Verbinder: gewinkelt 126">
            <a:extLst>
              <a:ext uri="{FF2B5EF4-FFF2-40B4-BE49-F238E27FC236}">
                <a16:creationId xmlns:a16="http://schemas.microsoft.com/office/drawing/2014/main" id="{6947B75E-65FC-6B59-2E5E-5444ADBE4623}"/>
              </a:ext>
            </a:extLst>
          </p:cNvPr>
          <p:cNvCxnSpPr>
            <a:cxnSpLocks/>
            <a:stCxn id="145" idx="3"/>
            <a:endCxn id="185" idx="1"/>
          </p:cNvCxnSpPr>
          <p:nvPr/>
        </p:nvCxnSpPr>
        <p:spPr>
          <a:xfrm>
            <a:off x="2158093" y="2326557"/>
            <a:ext cx="576264" cy="939532"/>
          </a:xfrm>
          <a:prstGeom prst="bentConnector3">
            <a:avLst>
              <a:gd name="adj1" fmla="val 3214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2" name="Verbinder: gewinkelt 126">
            <a:extLst>
              <a:ext uri="{FF2B5EF4-FFF2-40B4-BE49-F238E27FC236}">
                <a16:creationId xmlns:a16="http://schemas.microsoft.com/office/drawing/2014/main" id="{CBAC3719-C914-7B30-F071-E2C362759D40}"/>
              </a:ext>
            </a:extLst>
          </p:cNvPr>
          <p:cNvCxnSpPr>
            <a:cxnSpLocks/>
            <a:stCxn id="138" idx="3"/>
            <a:endCxn id="199" idx="1"/>
          </p:cNvCxnSpPr>
          <p:nvPr/>
        </p:nvCxnSpPr>
        <p:spPr>
          <a:xfrm>
            <a:off x="2158872" y="4662543"/>
            <a:ext cx="575485" cy="40919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2" name="AutoShape 40">
            <a:extLst>
              <a:ext uri="{FF2B5EF4-FFF2-40B4-BE49-F238E27FC236}">
                <a16:creationId xmlns:a16="http://schemas.microsoft.com/office/drawing/2014/main" id="{613EB7B1-7430-36AF-4E6F-3B631DF293A9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465002" y="1100827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MA</a:t>
            </a:r>
          </a:p>
        </p:txBody>
      </p:sp>
      <p:grpSp>
        <p:nvGrpSpPr>
          <p:cNvPr id="11" name="Group 140">
            <a:extLst>
              <a:ext uri="{FF2B5EF4-FFF2-40B4-BE49-F238E27FC236}">
                <a16:creationId xmlns:a16="http://schemas.microsoft.com/office/drawing/2014/main" id="{30F46719-0869-216D-93CB-A6AC12BAD1D3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2013517"/>
            <a:ext cx="1608138" cy="412750"/>
            <a:chOff x="3381" y="2592"/>
            <a:chExt cx="1013" cy="260"/>
          </a:xfrm>
        </p:grpSpPr>
        <p:sp>
          <p:nvSpPr>
            <p:cNvPr id="13" name="Text Box 141">
              <a:extLst>
                <a:ext uri="{FF2B5EF4-FFF2-40B4-BE49-F238E27FC236}">
                  <a16:creationId xmlns:a16="http://schemas.microsoft.com/office/drawing/2014/main" id="{71909902-00E5-B8BB-8C30-F391C162C6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00" y="2616"/>
              <a:ext cx="76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diesel:Type</a:t>
              </a:r>
            </a:p>
          </p:txBody>
        </p:sp>
        <p:sp>
          <p:nvSpPr>
            <p:cNvPr id="14" name="Rectangle 142">
              <a:extLst>
                <a:ext uri="{FF2B5EF4-FFF2-40B4-BE49-F238E27FC236}">
                  <a16:creationId xmlns:a16="http://schemas.microsoft.com/office/drawing/2014/main" id="{49935D48-C897-1EEC-0787-020268F518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sp>
        <p:nvSpPr>
          <p:cNvPr id="16" name="Textfeld 44">
            <a:extLst>
              <a:ext uri="{FF2B5EF4-FFF2-40B4-BE49-F238E27FC236}">
                <a16:creationId xmlns:a16="http://schemas.microsoft.com/office/drawing/2014/main" id="{A528B237-6005-6A10-C164-A5EE806104D5}"/>
              </a:ext>
            </a:extLst>
          </p:cNvPr>
          <p:cNvSpPr txBox="1"/>
          <p:nvPr/>
        </p:nvSpPr>
        <p:spPr>
          <a:xfrm>
            <a:off x="10602164" y="3010025"/>
            <a:ext cx="13792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Acceleration</a:t>
            </a:r>
          </a:p>
        </p:txBody>
      </p:sp>
      <p:sp>
        <p:nvSpPr>
          <p:cNvPr id="17" name="Textfeld 44">
            <a:extLst>
              <a:ext uri="{FF2B5EF4-FFF2-40B4-BE49-F238E27FC236}">
                <a16:creationId xmlns:a16="http://schemas.microsoft.com/office/drawing/2014/main" id="{6A28862B-ACF8-2857-881E-13AB96E76909}"/>
              </a:ext>
            </a:extLst>
          </p:cNvPr>
          <p:cNvSpPr txBox="1"/>
          <p:nvPr/>
        </p:nvSpPr>
        <p:spPr>
          <a:xfrm>
            <a:off x="8116092" y="1249095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Diesel</a:t>
            </a:r>
          </a:p>
        </p:txBody>
      </p:sp>
      <p:sp>
        <p:nvSpPr>
          <p:cNvPr id="18" name="Textfeld 44">
            <a:extLst>
              <a:ext uri="{FF2B5EF4-FFF2-40B4-BE49-F238E27FC236}">
                <a16:creationId xmlns:a16="http://schemas.microsoft.com/office/drawing/2014/main" id="{5BBCA4C7-F3BD-F883-8F54-7E45D9884471}"/>
              </a:ext>
            </a:extLst>
          </p:cNvPr>
          <p:cNvSpPr txBox="1"/>
          <p:nvPr/>
        </p:nvSpPr>
        <p:spPr>
          <a:xfrm>
            <a:off x="9483324" y="2504504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19" name="Textfeld 44">
            <a:extLst>
              <a:ext uri="{FF2B5EF4-FFF2-40B4-BE49-F238E27FC236}">
                <a16:creationId xmlns:a16="http://schemas.microsoft.com/office/drawing/2014/main" id="{CC8DECB8-3E7F-8AB8-9596-BDBDB73CAF75}"/>
              </a:ext>
            </a:extLst>
          </p:cNvPr>
          <p:cNvSpPr txBox="1"/>
          <p:nvPr/>
        </p:nvSpPr>
        <p:spPr>
          <a:xfrm>
            <a:off x="10472583" y="1139997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AC91D182-D705-2398-CB97-7ACF6725003F}"/>
              </a:ext>
            </a:extLst>
          </p:cNvPr>
          <p:cNvSpPr/>
          <p:nvPr/>
        </p:nvSpPr>
        <p:spPr bwMode="auto">
          <a:xfrm>
            <a:off x="8100060" y="1554480"/>
            <a:ext cx="198120" cy="22860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7BE0ECD7-9DEE-CF8A-E096-7A24D1AAB12C}"/>
              </a:ext>
            </a:extLst>
          </p:cNvPr>
          <p:cNvSpPr/>
          <p:nvPr/>
        </p:nvSpPr>
        <p:spPr bwMode="auto">
          <a:xfrm>
            <a:off x="8587740" y="1539240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FDF91A8C-7E54-4456-9113-DB007F7DEA1C}"/>
              </a:ext>
            </a:extLst>
          </p:cNvPr>
          <p:cNvSpPr/>
          <p:nvPr/>
        </p:nvSpPr>
        <p:spPr bwMode="auto">
          <a:xfrm>
            <a:off x="9974580" y="1363980"/>
            <a:ext cx="541020" cy="114300"/>
          </a:xfrm>
          <a:custGeom>
            <a:avLst/>
            <a:gdLst>
              <a:gd name="connsiteX0" fmla="*/ 541020 w 541020"/>
              <a:gd name="connsiteY0" fmla="*/ 0 h 114300"/>
              <a:gd name="connsiteX1" fmla="*/ 236220 w 541020"/>
              <a:gd name="connsiteY1" fmla="*/ 22860 h 114300"/>
              <a:gd name="connsiteX2" fmla="*/ 0 w 541020"/>
              <a:gd name="connsiteY2" fmla="*/ 11430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1020" h="114300">
                <a:moveTo>
                  <a:pt x="541020" y="0"/>
                </a:moveTo>
                <a:cubicBezTo>
                  <a:pt x="433705" y="1905"/>
                  <a:pt x="326390" y="3810"/>
                  <a:pt x="236220" y="22860"/>
                </a:cubicBezTo>
                <a:cubicBezTo>
                  <a:pt x="146050" y="41910"/>
                  <a:pt x="73025" y="78105"/>
                  <a:pt x="0" y="1143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744F670-239B-4317-A1BA-871A080B0B4A}"/>
              </a:ext>
            </a:extLst>
          </p:cNvPr>
          <p:cNvSpPr/>
          <p:nvPr/>
        </p:nvSpPr>
        <p:spPr bwMode="auto">
          <a:xfrm>
            <a:off x="11056620" y="1325880"/>
            <a:ext cx="815340" cy="129540"/>
          </a:xfrm>
          <a:custGeom>
            <a:avLst/>
            <a:gdLst>
              <a:gd name="connsiteX0" fmla="*/ 0 w 815340"/>
              <a:gd name="connsiteY0" fmla="*/ 0 h 129540"/>
              <a:gd name="connsiteX1" fmla="*/ 533400 w 815340"/>
              <a:gd name="connsiteY1" fmla="*/ 38100 h 129540"/>
              <a:gd name="connsiteX2" fmla="*/ 815340 w 815340"/>
              <a:gd name="connsiteY2" fmla="*/ 129540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5340" h="129540">
                <a:moveTo>
                  <a:pt x="0" y="0"/>
                </a:moveTo>
                <a:cubicBezTo>
                  <a:pt x="198755" y="8255"/>
                  <a:pt x="397510" y="16510"/>
                  <a:pt x="533400" y="38100"/>
                </a:cubicBezTo>
                <a:cubicBezTo>
                  <a:pt x="669290" y="59690"/>
                  <a:pt x="742315" y="94615"/>
                  <a:pt x="815340" y="12954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94A6E433-0ACF-1CA4-86C4-23B4B8F58029}"/>
              </a:ext>
            </a:extLst>
          </p:cNvPr>
          <p:cNvSpPr/>
          <p:nvPr/>
        </p:nvSpPr>
        <p:spPr bwMode="auto">
          <a:xfrm>
            <a:off x="9875520" y="2049780"/>
            <a:ext cx="215116" cy="533400"/>
          </a:xfrm>
          <a:custGeom>
            <a:avLst/>
            <a:gdLst>
              <a:gd name="connsiteX0" fmla="*/ 0 w 215116"/>
              <a:gd name="connsiteY0" fmla="*/ 533400 h 533400"/>
              <a:gd name="connsiteX1" fmla="*/ 213360 w 215116"/>
              <a:gd name="connsiteY1" fmla="*/ 297180 h 533400"/>
              <a:gd name="connsiteX2" fmla="*/ 83820 w 215116"/>
              <a:gd name="connsiteY2" fmla="*/ 0 h 53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116" h="533400">
                <a:moveTo>
                  <a:pt x="0" y="533400"/>
                </a:moveTo>
                <a:cubicBezTo>
                  <a:pt x="99695" y="459740"/>
                  <a:pt x="199390" y="386080"/>
                  <a:pt x="213360" y="297180"/>
                </a:cubicBezTo>
                <a:cubicBezTo>
                  <a:pt x="227330" y="208280"/>
                  <a:pt x="155575" y="104140"/>
                  <a:pt x="838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2C6D928F-AFBC-277E-E31B-70DC50179272}"/>
              </a:ext>
            </a:extLst>
          </p:cNvPr>
          <p:cNvSpPr/>
          <p:nvPr/>
        </p:nvSpPr>
        <p:spPr bwMode="auto">
          <a:xfrm>
            <a:off x="10096500" y="2545080"/>
            <a:ext cx="518160" cy="144780"/>
          </a:xfrm>
          <a:custGeom>
            <a:avLst/>
            <a:gdLst>
              <a:gd name="connsiteX0" fmla="*/ 0 w 518160"/>
              <a:gd name="connsiteY0" fmla="*/ 144780 h 144780"/>
              <a:gd name="connsiteX1" fmla="*/ 396240 w 518160"/>
              <a:gd name="connsiteY1" fmla="*/ 106680 h 144780"/>
              <a:gd name="connsiteX2" fmla="*/ 518160 w 518160"/>
              <a:gd name="connsiteY2" fmla="*/ 0 h 144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8160" h="144780">
                <a:moveTo>
                  <a:pt x="0" y="144780"/>
                </a:moveTo>
                <a:cubicBezTo>
                  <a:pt x="154940" y="137795"/>
                  <a:pt x="309880" y="130810"/>
                  <a:pt x="396240" y="106680"/>
                </a:cubicBezTo>
                <a:cubicBezTo>
                  <a:pt x="482600" y="82550"/>
                  <a:pt x="500380" y="41275"/>
                  <a:pt x="5181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02F10A9B-800D-1858-FBE6-FE560D65E860}"/>
              </a:ext>
            </a:extLst>
          </p:cNvPr>
          <p:cNvSpPr/>
          <p:nvPr/>
        </p:nvSpPr>
        <p:spPr bwMode="auto">
          <a:xfrm>
            <a:off x="11673840" y="2529840"/>
            <a:ext cx="70606" cy="548640"/>
          </a:xfrm>
          <a:custGeom>
            <a:avLst/>
            <a:gdLst>
              <a:gd name="connsiteX0" fmla="*/ 45720 w 70606"/>
              <a:gd name="connsiteY0" fmla="*/ 548640 h 548640"/>
              <a:gd name="connsiteX1" fmla="*/ 68580 w 70606"/>
              <a:gd name="connsiteY1" fmla="*/ 144780 h 548640"/>
              <a:gd name="connsiteX2" fmla="*/ 0 w 70606"/>
              <a:gd name="connsiteY2" fmla="*/ 0 h 54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606" h="548640">
                <a:moveTo>
                  <a:pt x="45720" y="548640"/>
                </a:moveTo>
                <a:cubicBezTo>
                  <a:pt x="60960" y="392430"/>
                  <a:pt x="76200" y="236220"/>
                  <a:pt x="68580" y="144780"/>
                </a:cubicBezTo>
                <a:cubicBezTo>
                  <a:pt x="60960" y="53340"/>
                  <a:pt x="30480" y="26670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FAD98A37-9C0D-3C88-BF02-A20E1C1DEB42}"/>
              </a:ext>
            </a:extLst>
          </p:cNvPr>
          <p:cNvSpPr/>
          <p:nvPr/>
        </p:nvSpPr>
        <p:spPr bwMode="auto">
          <a:xfrm>
            <a:off x="11826240" y="2522220"/>
            <a:ext cx="106680" cy="563880"/>
          </a:xfrm>
          <a:custGeom>
            <a:avLst/>
            <a:gdLst>
              <a:gd name="connsiteX0" fmla="*/ 0 w 106680"/>
              <a:gd name="connsiteY0" fmla="*/ 563880 h 563880"/>
              <a:gd name="connsiteX1" fmla="*/ 83820 w 106680"/>
              <a:gd name="connsiteY1" fmla="*/ 205740 h 563880"/>
              <a:gd name="connsiteX2" fmla="*/ 106680 w 106680"/>
              <a:gd name="connsiteY2" fmla="*/ 0 h 563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" h="563880">
                <a:moveTo>
                  <a:pt x="0" y="563880"/>
                </a:moveTo>
                <a:cubicBezTo>
                  <a:pt x="33020" y="431800"/>
                  <a:pt x="66040" y="299720"/>
                  <a:pt x="83820" y="205740"/>
                </a:cubicBezTo>
                <a:cubicBezTo>
                  <a:pt x="101600" y="111760"/>
                  <a:pt x="104140" y="55880"/>
                  <a:pt x="10668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140">
            <a:extLst>
              <a:ext uri="{FF2B5EF4-FFF2-40B4-BE49-F238E27FC236}">
                <a16:creationId xmlns:a16="http://schemas.microsoft.com/office/drawing/2014/main" id="{42FBC61F-90A4-809F-B9B3-A12B3970DB7B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4545325"/>
            <a:ext cx="1608138" cy="412750"/>
            <a:chOff x="3381" y="2592"/>
            <a:chExt cx="1013" cy="260"/>
          </a:xfrm>
        </p:grpSpPr>
        <p:sp>
          <p:nvSpPr>
            <p:cNvPr id="41" name="Text Box 141">
              <a:extLst>
                <a:ext uri="{FF2B5EF4-FFF2-40B4-BE49-F238E27FC236}">
                  <a16:creationId xmlns:a16="http://schemas.microsoft.com/office/drawing/2014/main" id="{988FC40F-5956-E8A9-0D32-C0A7A977A3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9" y="2616"/>
              <a:ext cx="63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acc:Type</a:t>
              </a:r>
            </a:p>
          </p:txBody>
        </p:sp>
        <p:sp>
          <p:nvSpPr>
            <p:cNvPr id="42" name="Rectangle 142">
              <a:extLst>
                <a:ext uri="{FF2B5EF4-FFF2-40B4-BE49-F238E27FC236}">
                  <a16:creationId xmlns:a16="http://schemas.microsoft.com/office/drawing/2014/main" id="{8EE2197B-7E09-E980-2DE6-D1C3F732D7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78" name="Group 140">
            <a:extLst>
              <a:ext uri="{FF2B5EF4-FFF2-40B4-BE49-F238E27FC236}">
                <a16:creationId xmlns:a16="http://schemas.microsoft.com/office/drawing/2014/main" id="{9B576DF5-7D86-AA11-0080-BA90DB39767D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1300168"/>
            <a:ext cx="1608138" cy="412750"/>
            <a:chOff x="3381" y="2592"/>
            <a:chExt cx="1013" cy="260"/>
          </a:xfrm>
        </p:grpSpPr>
        <p:sp>
          <p:nvSpPr>
            <p:cNvPr id="85" name="Text Box 141">
              <a:extLst>
                <a:ext uri="{FF2B5EF4-FFF2-40B4-BE49-F238E27FC236}">
                  <a16:creationId xmlns:a16="http://schemas.microsoft.com/office/drawing/2014/main" id="{3D1B46D2-744B-09F6-BB62-76FC9A78EF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7" y="2616"/>
              <a:ext cx="71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ab:Stream</a:t>
              </a:r>
            </a:p>
          </p:txBody>
        </p:sp>
        <p:sp>
          <p:nvSpPr>
            <p:cNvPr id="86" name="Rectangle 142">
              <a:extLst>
                <a:ext uri="{FF2B5EF4-FFF2-40B4-BE49-F238E27FC236}">
                  <a16:creationId xmlns:a16="http://schemas.microsoft.com/office/drawing/2014/main" id="{201AAF89-4F58-21C8-4D1C-66BFCFC68A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88" name="Group 140">
            <a:extLst>
              <a:ext uri="{FF2B5EF4-FFF2-40B4-BE49-F238E27FC236}">
                <a16:creationId xmlns:a16="http://schemas.microsoft.com/office/drawing/2014/main" id="{50B82128-B2F7-B075-8A4C-C95C4CEBEB6B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3521721"/>
            <a:ext cx="1608138" cy="412750"/>
            <a:chOff x="3381" y="2592"/>
            <a:chExt cx="1013" cy="260"/>
          </a:xfrm>
        </p:grpSpPr>
        <p:sp>
          <p:nvSpPr>
            <p:cNvPr id="95" name="Text Box 141">
              <a:extLst>
                <a:ext uri="{FF2B5EF4-FFF2-40B4-BE49-F238E27FC236}">
                  <a16:creationId xmlns:a16="http://schemas.microsoft.com/office/drawing/2014/main" id="{67A08043-01D8-CE78-D4EE-6C734A9EBF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4" name="Rectangle 142">
              <a:extLst>
                <a:ext uri="{FF2B5EF4-FFF2-40B4-BE49-F238E27FC236}">
                  <a16:creationId xmlns:a16="http://schemas.microsoft.com/office/drawing/2014/main" id="{350E6068-0B2C-364A-FC59-074AF1E59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5" name="Group 140">
            <a:extLst>
              <a:ext uri="{FF2B5EF4-FFF2-40B4-BE49-F238E27FC236}">
                <a16:creationId xmlns:a16="http://schemas.microsoft.com/office/drawing/2014/main" id="{5426F574-C5EC-399F-1BB1-D3EA22544C5F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2835371"/>
            <a:ext cx="1608138" cy="412750"/>
            <a:chOff x="3381" y="2592"/>
            <a:chExt cx="1013" cy="260"/>
          </a:xfrm>
        </p:grpSpPr>
        <p:sp>
          <p:nvSpPr>
            <p:cNvPr id="106" name="Text Box 141">
              <a:extLst>
                <a:ext uri="{FF2B5EF4-FFF2-40B4-BE49-F238E27FC236}">
                  <a16:creationId xmlns:a16="http://schemas.microsoft.com/office/drawing/2014/main" id="{F06B9CB9-CE3D-EC08-8F1F-D534F92C2E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8" name="Rectangle 142">
              <a:extLst>
                <a:ext uri="{FF2B5EF4-FFF2-40B4-BE49-F238E27FC236}">
                  <a16:creationId xmlns:a16="http://schemas.microsoft.com/office/drawing/2014/main" id="{55E2C20F-E0C2-C967-1C85-5465ECFEA7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9" name="Group 140">
            <a:extLst>
              <a:ext uri="{FF2B5EF4-FFF2-40B4-BE49-F238E27FC236}">
                <a16:creationId xmlns:a16="http://schemas.microsoft.com/office/drawing/2014/main" id="{7F7E0B3D-3AEF-9A18-DD7B-6329E577AB6B}"/>
              </a:ext>
            </a:extLst>
          </p:cNvPr>
          <p:cNvGrpSpPr>
            <a:grpSpLocks/>
          </p:cNvGrpSpPr>
          <p:nvPr/>
        </p:nvGrpSpPr>
        <p:grpSpPr bwMode="auto">
          <a:xfrm>
            <a:off x="949871" y="1513725"/>
            <a:ext cx="1608138" cy="412750"/>
            <a:chOff x="3381" y="2592"/>
            <a:chExt cx="1013" cy="260"/>
          </a:xfrm>
        </p:grpSpPr>
        <p:sp>
          <p:nvSpPr>
            <p:cNvPr id="110" name="Text Box 141">
              <a:extLst>
                <a:ext uri="{FF2B5EF4-FFF2-40B4-BE49-F238E27FC236}">
                  <a16:creationId xmlns:a16="http://schemas.microsoft.com/office/drawing/2014/main" id="{D44B1439-C48A-C16D-AA39-09DE0718B1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11" name="Rectangle 142">
              <a:extLst>
                <a:ext uri="{FF2B5EF4-FFF2-40B4-BE49-F238E27FC236}">
                  <a16:creationId xmlns:a16="http://schemas.microsoft.com/office/drawing/2014/main" id="{40E03B1D-5C20-3925-18F9-8B49C4F17C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12" name="AutoShape 50">
            <a:extLst>
              <a:ext uri="{FF2B5EF4-FFF2-40B4-BE49-F238E27FC236}">
                <a16:creationId xmlns:a16="http://schemas.microsoft.com/office/drawing/2014/main" id="{79557560-8DDB-52F3-B01C-D7D167F6D7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2440237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3" name="AutoShape 50">
            <a:extLst>
              <a:ext uri="{FF2B5EF4-FFF2-40B4-BE49-F238E27FC236}">
                <a16:creationId xmlns:a16="http://schemas.microsoft.com/office/drawing/2014/main" id="{8525D9EE-F364-38BC-B2EA-04EE8EAC1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4081769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6" name="AutoShape 50">
            <a:extLst>
              <a:ext uri="{FF2B5EF4-FFF2-40B4-BE49-F238E27FC236}">
                <a16:creationId xmlns:a16="http://schemas.microsoft.com/office/drawing/2014/main" id="{975D31BD-C6D4-9144-2659-384C39F3C7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183" y="1454863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17" name="Verbinder: gewinkelt 126">
            <a:extLst>
              <a:ext uri="{FF2B5EF4-FFF2-40B4-BE49-F238E27FC236}">
                <a16:creationId xmlns:a16="http://schemas.microsoft.com/office/drawing/2014/main" id="{6013BC41-6BD4-1FCA-6B52-E1C1C4B8DAD8}"/>
              </a:ext>
            </a:extLst>
          </p:cNvPr>
          <p:cNvCxnSpPr>
            <a:cxnSpLocks/>
            <a:stCxn id="116" idx="2"/>
            <a:endCxn id="111" idx="1"/>
          </p:cNvCxnSpPr>
          <p:nvPr/>
        </p:nvCxnSpPr>
        <p:spPr>
          <a:xfrm rot="16200000" flipH="1">
            <a:off x="804684" y="1574912"/>
            <a:ext cx="12825" cy="277550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955D9AEC-52C5-BA09-C2E6-5711C806EFFA}"/>
              </a:ext>
            </a:extLst>
          </p:cNvPr>
          <p:cNvCxnSpPr>
            <a:cxnSpLocks/>
            <a:stCxn id="112" idx="2"/>
            <a:endCxn id="108" idx="0"/>
          </p:cNvCxnSpPr>
          <p:nvPr/>
        </p:nvCxnSpPr>
        <p:spPr>
          <a:xfrm flipH="1">
            <a:off x="1353508" y="2692649"/>
            <a:ext cx="1" cy="14272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7520DF90-E7C6-87EA-B505-0BB6C01AF8BE}"/>
              </a:ext>
            </a:extLst>
          </p:cNvPr>
          <p:cNvCxnSpPr>
            <a:cxnSpLocks/>
            <a:stCxn id="113" idx="0"/>
            <a:endCxn id="104" idx="2"/>
          </p:cNvCxnSpPr>
          <p:nvPr/>
        </p:nvCxnSpPr>
        <p:spPr>
          <a:xfrm flipH="1" flipV="1">
            <a:off x="1353508" y="3934471"/>
            <a:ext cx="1" cy="14729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33" name="Gruppieren 132">
            <a:extLst>
              <a:ext uri="{FF2B5EF4-FFF2-40B4-BE49-F238E27FC236}">
                <a16:creationId xmlns:a16="http://schemas.microsoft.com/office/drawing/2014/main" id="{C04F75F9-1830-9806-D3F2-8FE9AC003147}"/>
              </a:ext>
            </a:extLst>
          </p:cNvPr>
          <p:cNvGrpSpPr/>
          <p:nvPr/>
        </p:nvGrpSpPr>
        <p:grpSpPr>
          <a:xfrm>
            <a:off x="102028" y="1033904"/>
            <a:ext cx="1608138" cy="412750"/>
            <a:chOff x="477989" y="1048316"/>
            <a:chExt cx="1608138" cy="412750"/>
          </a:xfrm>
        </p:grpSpPr>
        <p:sp>
          <p:nvSpPr>
            <p:cNvPr id="6" name="Text Box 141">
              <a:extLst>
                <a:ext uri="{FF2B5EF4-FFF2-40B4-BE49-F238E27FC236}">
                  <a16:creationId xmlns:a16="http://schemas.microsoft.com/office/drawing/2014/main" id="{738BCFEA-E1EA-99C7-CDB4-D0E4EC1236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5002" y="1086416"/>
              <a:ext cx="1152525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F:Function</a:t>
              </a:r>
            </a:p>
          </p:txBody>
        </p:sp>
        <p:sp>
          <p:nvSpPr>
            <p:cNvPr id="8" name="Rectangle 142">
              <a:extLst>
                <a:ext uri="{FF2B5EF4-FFF2-40B4-BE49-F238E27FC236}">
                  <a16:creationId xmlns:a16="http://schemas.microsoft.com/office/drawing/2014/main" id="{E86FB0F4-6437-C074-10A9-8AFE1DBA6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7989" y="1048316"/>
              <a:ext cx="1608138" cy="4127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567D4C3C-4663-9A63-6C73-9B9105A6B3D8}"/>
                </a:ext>
              </a:extLst>
            </p:cNvPr>
            <p:cNvSpPr/>
            <p:nvPr/>
          </p:nvSpPr>
          <p:spPr bwMode="auto">
            <a:xfrm>
              <a:off x="1849120" y="108204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C7521A57-45D7-3E12-56EF-0F4FE0DBC2AB}"/>
                </a:ext>
              </a:extLst>
            </p:cNvPr>
            <p:cNvSpPr/>
            <p:nvPr/>
          </p:nvSpPr>
          <p:spPr bwMode="auto">
            <a:xfrm>
              <a:off x="1849120" y="12945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B427BB2F-B4C3-3D4F-F295-496B8FCB9BF0}"/>
              </a:ext>
            </a:extLst>
          </p:cNvPr>
          <p:cNvGrpSpPr/>
          <p:nvPr/>
        </p:nvGrpSpPr>
        <p:grpSpPr>
          <a:xfrm>
            <a:off x="549439" y="4346643"/>
            <a:ext cx="1609433" cy="412750"/>
            <a:chOff x="925400" y="4041015"/>
            <a:chExt cx="1609433" cy="412750"/>
          </a:xfrm>
        </p:grpSpPr>
        <p:grpSp>
          <p:nvGrpSpPr>
            <p:cNvPr id="154" name="Group 140">
              <a:extLst>
                <a:ext uri="{FF2B5EF4-FFF2-40B4-BE49-F238E27FC236}">
                  <a16:creationId xmlns:a16="http://schemas.microsoft.com/office/drawing/2014/main" id="{A40F5A39-ADB9-E917-65CE-8946DF27BA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4041015"/>
              <a:ext cx="1608138" cy="412750"/>
              <a:chOff x="3381" y="2592"/>
              <a:chExt cx="1013" cy="260"/>
            </a:xfrm>
          </p:grpSpPr>
          <p:sp>
            <p:nvSpPr>
              <p:cNvPr id="155" name="Text Box 141">
                <a:extLst>
                  <a:ext uri="{FF2B5EF4-FFF2-40B4-BE49-F238E27FC236}">
                    <a16:creationId xmlns:a16="http://schemas.microsoft.com/office/drawing/2014/main" id="{FA30B2D9-6A14-7763-3F18-FD9714B6A17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2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H:Function</a:t>
                </a:r>
              </a:p>
            </p:txBody>
          </p:sp>
          <p:sp>
            <p:nvSpPr>
              <p:cNvPr id="156" name="Rectangle 142">
                <a:extLst>
                  <a:ext uri="{FF2B5EF4-FFF2-40B4-BE49-F238E27FC236}">
                    <a16:creationId xmlns:a16="http://schemas.microsoft.com/office/drawing/2014/main" id="{6E794CC0-2DBA-0CB3-57D7-CD48CE78FC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37" name="Rechteck 136">
              <a:extLst>
                <a:ext uri="{FF2B5EF4-FFF2-40B4-BE49-F238E27FC236}">
                  <a16:creationId xmlns:a16="http://schemas.microsoft.com/office/drawing/2014/main" id="{ABE49EFC-81D8-D982-F78E-7A018A7AB266}"/>
                </a:ext>
              </a:extLst>
            </p:cNvPr>
            <p:cNvSpPr/>
            <p:nvPr/>
          </p:nvSpPr>
          <p:spPr bwMode="auto">
            <a:xfrm>
              <a:off x="2298613" y="408137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8" name="Rechteck 137">
              <a:extLst>
                <a:ext uri="{FF2B5EF4-FFF2-40B4-BE49-F238E27FC236}">
                  <a16:creationId xmlns:a16="http://schemas.microsoft.com/office/drawing/2014/main" id="{D703DE3D-155E-9F5D-B5B7-3D60EB1E3CC3}"/>
                </a:ext>
              </a:extLst>
            </p:cNvPr>
            <p:cNvSpPr/>
            <p:nvPr/>
          </p:nvSpPr>
          <p:spPr bwMode="auto">
            <a:xfrm>
              <a:off x="2298613" y="429392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grpSp>
        <p:nvGrpSpPr>
          <p:cNvPr id="146" name="Gruppieren 145">
            <a:extLst>
              <a:ext uri="{FF2B5EF4-FFF2-40B4-BE49-F238E27FC236}">
                <a16:creationId xmlns:a16="http://schemas.microsoft.com/office/drawing/2014/main" id="{7672395A-D655-9F26-F25D-B2672DE864E6}"/>
              </a:ext>
            </a:extLst>
          </p:cNvPr>
          <p:cNvGrpSpPr/>
          <p:nvPr/>
        </p:nvGrpSpPr>
        <p:grpSpPr>
          <a:xfrm>
            <a:off x="549439" y="2013517"/>
            <a:ext cx="1608654" cy="412750"/>
            <a:chOff x="925400" y="2027929"/>
            <a:chExt cx="1608654" cy="412750"/>
          </a:xfrm>
        </p:grpSpPr>
        <p:grpSp>
          <p:nvGrpSpPr>
            <p:cNvPr id="150" name="Group 140">
              <a:extLst>
                <a:ext uri="{FF2B5EF4-FFF2-40B4-BE49-F238E27FC236}">
                  <a16:creationId xmlns:a16="http://schemas.microsoft.com/office/drawing/2014/main" id="{3CFE91B6-EA76-72C8-5749-831F67AA50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2027929"/>
              <a:ext cx="1608138" cy="412750"/>
              <a:chOff x="3381" y="2592"/>
              <a:chExt cx="1013" cy="260"/>
            </a:xfrm>
          </p:grpSpPr>
          <p:sp>
            <p:nvSpPr>
              <p:cNvPr id="151" name="Text Box 141">
                <a:extLst>
                  <a:ext uri="{FF2B5EF4-FFF2-40B4-BE49-F238E27FC236}">
                    <a16:creationId xmlns:a16="http://schemas.microsoft.com/office/drawing/2014/main" id="{41CBCD28-9704-B2C8-0EEA-357FD16FF48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2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G:Function</a:t>
                </a:r>
              </a:p>
            </p:txBody>
          </p:sp>
          <p:sp>
            <p:nvSpPr>
              <p:cNvPr id="152" name="Rectangle 142">
                <a:extLst>
                  <a:ext uri="{FF2B5EF4-FFF2-40B4-BE49-F238E27FC236}">
                    <a16:creationId xmlns:a16="http://schemas.microsoft.com/office/drawing/2014/main" id="{3DAD01A5-1056-AF5D-FF91-48E408E562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F7E17A83-0DDC-AC98-F18A-4D0CB306E2A1}"/>
                </a:ext>
              </a:extLst>
            </p:cNvPr>
            <p:cNvSpPr/>
            <p:nvPr/>
          </p:nvSpPr>
          <p:spPr bwMode="auto">
            <a:xfrm>
              <a:off x="2297834" y="2065433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AAE33E52-6855-0101-FC2A-09874165A4BA}"/>
                </a:ext>
              </a:extLst>
            </p:cNvPr>
            <p:cNvSpPr/>
            <p:nvPr/>
          </p:nvSpPr>
          <p:spPr bwMode="auto">
            <a:xfrm>
              <a:off x="2297834" y="2277974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cxnSp>
        <p:nvCxnSpPr>
          <p:cNvPr id="153" name="Verbinder: gewinkelt 126">
            <a:extLst>
              <a:ext uri="{FF2B5EF4-FFF2-40B4-BE49-F238E27FC236}">
                <a16:creationId xmlns:a16="http://schemas.microsoft.com/office/drawing/2014/main" id="{6C2A50D7-148C-8857-75D2-DC8CA3468173}"/>
              </a:ext>
            </a:extLst>
          </p:cNvPr>
          <p:cNvCxnSpPr>
            <a:cxnSpLocks/>
            <a:stCxn id="144" idx="3"/>
            <a:endCxn id="173" idx="1"/>
          </p:cNvCxnSpPr>
          <p:nvPr/>
        </p:nvCxnSpPr>
        <p:spPr>
          <a:xfrm>
            <a:off x="2158093" y="2114016"/>
            <a:ext cx="576264" cy="105876"/>
          </a:xfrm>
          <a:prstGeom prst="bentConnector3">
            <a:avLst>
              <a:gd name="adj1" fmla="val 6652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65" name="Group 140">
            <a:extLst>
              <a:ext uri="{FF2B5EF4-FFF2-40B4-BE49-F238E27FC236}">
                <a16:creationId xmlns:a16="http://schemas.microsoft.com/office/drawing/2014/main" id="{E15C76AD-A297-F991-7C01-A0C71E88D14A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3059714"/>
            <a:ext cx="1608138" cy="412750"/>
            <a:chOff x="3381" y="2592"/>
            <a:chExt cx="1013" cy="260"/>
          </a:xfrm>
        </p:grpSpPr>
        <p:sp>
          <p:nvSpPr>
            <p:cNvPr id="166" name="Text Box 141">
              <a:extLst>
                <a:ext uri="{FF2B5EF4-FFF2-40B4-BE49-F238E27FC236}">
                  <a16:creationId xmlns:a16="http://schemas.microsoft.com/office/drawing/2014/main" id="{6EC36D36-21D0-11C5-8EF1-B7AB6AEF89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31" y="2616"/>
              <a:ext cx="70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cg:Stream</a:t>
              </a:r>
            </a:p>
          </p:txBody>
        </p:sp>
        <p:sp>
          <p:nvSpPr>
            <p:cNvPr id="167" name="Rectangle 142">
              <a:extLst>
                <a:ext uri="{FF2B5EF4-FFF2-40B4-BE49-F238E27FC236}">
                  <a16:creationId xmlns:a16="http://schemas.microsoft.com/office/drawing/2014/main" id="{3BFF7DE9-47D5-59FA-7F0A-2953C4158B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169" name="Group 140">
            <a:extLst>
              <a:ext uri="{FF2B5EF4-FFF2-40B4-BE49-F238E27FC236}">
                <a16:creationId xmlns:a16="http://schemas.microsoft.com/office/drawing/2014/main" id="{75A64567-8CD5-3548-E28C-1F7EB0906069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5535299"/>
            <a:ext cx="1608138" cy="412750"/>
            <a:chOff x="3381" y="2592"/>
            <a:chExt cx="1013" cy="260"/>
          </a:xfrm>
        </p:grpSpPr>
        <p:sp>
          <p:nvSpPr>
            <p:cNvPr id="170" name="Text Box 141">
              <a:extLst>
                <a:ext uri="{FF2B5EF4-FFF2-40B4-BE49-F238E27FC236}">
                  <a16:creationId xmlns:a16="http://schemas.microsoft.com/office/drawing/2014/main" id="{68BC0225-279A-FFD3-7542-3B2FD70E2E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45" y="2616"/>
              <a:ext cx="678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fh:Stream</a:t>
              </a:r>
            </a:p>
          </p:txBody>
        </p:sp>
        <p:sp>
          <p:nvSpPr>
            <p:cNvPr id="171" name="Rectangle 142">
              <a:extLst>
                <a:ext uri="{FF2B5EF4-FFF2-40B4-BE49-F238E27FC236}">
                  <a16:creationId xmlns:a16="http://schemas.microsoft.com/office/drawing/2014/main" id="{F1BD2686-9B38-18D6-FAD2-A59FB71B82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cxnSp>
        <p:nvCxnSpPr>
          <p:cNvPr id="175" name="Verbinder: gewinkelt 126">
            <a:extLst>
              <a:ext uri="{FF2B5EF4-FFF2-40B4-BE49-F238E27FC236}">
                <a16:creationId xmlns:a16="http://schemas.microsoft.com/office/drawing/2014/main" id="{0574FB78-AC88-D296-3832-F421D924F09A}"/>
              </a:ext>
            </a:extLst>
          </p:cNvPr>
          <p:cNvCxnSpPr>
            <a:cxnSpLocks/>
            <a:stCxn id="179" idx="3"/>
            <a:endCxn id="86" idx="1"/>
          </p:cNvCxnSpPr>
          <p:nvPr/>
        </p:nvCxnSpPr>
        <p:spPr>
          <a:xfrm flipV="1">
            <a:off x="4340827" y="1506543"/>
            <a:ext cx="754520" cy="610279"/>
          </a:xfrm>
          <a:prstGeom prst="bentConnector3">
            <a:avLst>
              <a:gd name="adj1" fmla="val 13644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77188EAB-7A0C-9CC3-18FD-85E475FC7F3B}"/>
              </a:ext>
            </a:extLst>
          </p:cNvPr>
          <p:cNvGrpSpPr/>
          <p:nvPr/>
        </p:nvGrpSpPr>
        <p:grpSpPr>
          <a:xfrm>
            <a:off x="2734357" y="2013517"/>
            <a:ext cx="1608138" cy="412750"/>
            <a:chOff x="3110318" y="2027929"/>
            <a:chExt cx="1608138" cy="412750"/>
          </a:xfrm>
        </p:grpSpPr>
        <p:grpSp>
          <p:nvGrpSpPr>
            <p:cNvPr id="168" name="Group 140">
              <a:extLst>
                <a:ext uri="{FF2B5EF4-FFF2-40B4-BE49-F238E27FC236}">
                  <a16:creationId xmlns:a16="http://schemas.microsoft.com/office/drawing/2014/main" id="{CD864ACF-4CD5-A5A5-A44D-B4998944FD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027929"/>
              <a:ext cx="1608138" cy="412750"/>
              <a:chOff x="3381" y="2592"/>
              <a:chExt cx="1013" cy="260"/>
            </a:xfrm>
          </p:grpSpPr>
          <p:sp>
            <p:nvSpPr>
              <p:cNvPr id="172" name="Text Box 141">
                <a:extLst>
                  <a:ext uri="{FF2B5EF4-FFF2-40B4-BE49-F238E27FC236}">
                    <a16:creationId xmlns:a16="http://schemas.microsoft.com/office/drawing/2014/main" id="{AFF1DC53-6A21-34BE-6CCE-8570B2523C2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96" y="2616"/>
                <a:ext cx="77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 err="1"/>
                  <a:t>ab:Channel</a:t>
                </a:r>
                <a:endParaRPr lang="en-US" altLang="de-DE" sz="1600" u="sng" dirty="0"/>
              </a:p>
            </p:txBody>
          </p:sp>
          <p:sp>
            <p:nvSpPr>
              <p:cNvPr id="173" name="Rectangle 142">
                <a:extLst>
                  <a:ext uri="{FF2B5EF4-FFF2-40B4-BE49-F238E27FC236}">
                    <a16:creationId xmlns:a16="http://schemas.microsoft.com/office/drawing/2014/main" id="{C77D4CE4-CCA1-8600-9891-73464E2223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79" name="Rechteck 178">
              <a:extLst>
                <a:ext uri="{FF2B5EF4-FFF2-40B4-BE49-F238E27FC236}">
                  <a16:creationId xmlns:a16="http://schemas.microsoft.com/office/drawing/2014/main" id="{25EB1EB3-F1D2-3E21-7626-C77800D73D16}"/>
                </a:ext>
              </a:extLst>
            </p:cNvPr>
            <p:cNvSpPr/>
            <p:nvPr/>
          </p:nvSpPr>
          <p:spPr bwMode="auto">
            <a:xfrm>
              <a:off x="4480568" y="206823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0" name="Rechteck 179">
              <a:extLst>
                <a:ext uri="{FF2B5EF4-FFF2-40B4-BE49-F238E27FC236}">
                  <a16:creationId xmlns:a16="http://schemas.microsoft.com/office/drawing/2014/main" id="{F16A9641-F661-D760-32B9-3D76DAED6406}"/>
                </a:ext>
              </a:extLst>
            </p:cNvPr>
            <p:cNvSpPr/>
            <p:nvPr/>
          </p:nvSpPr>
          <p:spPr bwMode="auto">
            <a:xfrm>
              <a:off x="4480568" y="228078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4" name="Gruppieren 203">
            <a:extLst>
              <a:ext uri="{FF2B5EF4-FFF2-40B4-BE49-F238E27FC236}">
                <a16:creationId xmlns:a16="http://schemas.microsoft.com/office/drawing/2014/main" id="{0AA37C3A-E3E2-ECFA-615C-5F078E4CDDB5}"/>
              </a:ext>
            </a:extLst>
          </p:cNvPr>
          <p:cNvGrpSpPr/>
          <p:nvPr/>
        </p:nvGrpSpPr>
        <p:grpSpPr>
          <a:xfrm>
            <a:off x="2734357" y="2536615"/>
            <a:ext cx="1608138" cy="412750"/>
            <a:chOff x="3110318" y="2551027"/>
            <a:chExt cx="1608138" cy="412750"/>
          </a:xfrm>
        </p:grpSpPr>
        <p:grpSp>
          <p:nvGrpSpPr>
            <p:cNvPr id="174" name="Group 140">
              <a:extLst>
                <a:ext uri="{FF2B5EF4-FFF2-40B4-BE49-F238E27FC236}">
                  <a16:creationId xmlns:a16="http://schemas.microsoft.com/office/drawing/2014/main" id="{26AE5296-5C6B-3310-C8D8-9EF17A31E8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551027"/>
              <a:ext cx="1608138" cy="412750"/>
              <a:chOff x="3381" y="2592"/>
              <a:chExt cx="1013" cy="260"/>
            </a:xfrm>
          </p:grpSpPr>
          <p:sp>
            <p:nvSpPr>
              <p:cNvPr id="181" name="Text Box 141">
                <a:extLst>
                  <a:ext uri="{FF2B5EF4-FFF2-40B4-BE49-F238E27FC236}">
                    <a16:creationId xmlns:a16="http://schemas.microsoft.com/office/drawing/2014/main" id="{71C43ACA-479A-DEA0-4EF3-95ED94F2E7D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00" y="2616"/>
                <a:ext cx="769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 err="1"/>
                  <a:t>cg:Channel</a:t>
                </a:r>
                <a:endParaRPr lang="en-US" altLang="de-DE" sz="1600" u="sng" dirty="0"/>
              </a:p>
            </p:txBody>
          </p:sp>
          <p:sp>
            <p:nvSpPr>
              <p:cNvPr id="182" name="Rectangle 142">
                <a:extLst>
                  <a:ext uri="{FF2B5EF4-FFF2-40B4-BE49-F238E27FC236}">
                    <a16:creationId xmlns:a16="http://schemas.microsoft.com/office/drawing/2014/main" id="{7034A55D-8997-D387-BC75-82E836B16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8" name="Rechteck 187">
              <a:extLst>
                <a:ext uri="{FF2B5EF4-FFF2-40B4-BE49-F238E27FC236}">
                  <a16:creationId xmlns:a16="http://schemas.microsoft.com/office/drawing/2014/main" id="{751A8AF0-6D88-8AA2-9557-6F2C06181FD2}"/>
                </a:ext>
              </a:extLst>
            </p:cNvPr>
            <p:cNvSpPr/>
            <p:nvPr/>
          </p:nvSpPr>
          <p:spPr bwMode="auto">
            <a:xfrm>
              <a:off x="4475887" y="258565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9" name="Rechteck 188">
              <a:extLst>
                <a:ext uri="{FF2B5EF4-FFF2-40B4-BE49-F238E27FC236}">
                  <a16:creationId xmlns:a16="http://schemas.microsoft.com/office/drawing/2014/main" id="{C529B839-E1E6-86F3-72B1-725D09F1F701}"/>
                </a:ext>
              </a:extLst>
            </p:cNvPr>
            <p:cNvSpPr/>
            <p:nvPr/>
          </p:nvSpPr>
          <p:spPr bwMode="auto">
            <a:xfrm>
              <a:off x="4475887" y="279819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2" name="Gruppieren 201">
            <a:extLst>
              <a:ext uri="{FF2B5EF4-FFF2-40B4-BE49-F238E27FC236}">
                <a16:creationId xmlns:a16="http://schemas.microsoft.com/office/drawing/2014/main" id="{1CC90ACB-1B73-467F-E36C-C4EEF5C2848B}"/>
              </a:ext>
            </a:extLst>
          </p:cNvPr>
          <p:cNvGrpSpPr/>
          <p:nvPr/>
        </p:nvGrpSpPr>
        <p:grpSpPr>
          <a:xfrm>
            <a:off x="2734357" y="3059714"/>
            <a:ext cx="1608138" cy="412750"/>
            <a:chOff x="3110318" y="3074126"/>
            <a:chExt cx="1608138" cy="412750"/>
          </a:xfrm>
        </p:grpSpPr>
        <p:grpSp>
          <p:nvGrpSpPr>
            <p:cNvPr id="183" name="Group 140">
              <a:extLst>
                <a:ext uri="{FF2B5EF4-FFF2-40B4-BE49-F238E27FC236}">
                  <a16:creationId xmlns:a16="http://schemas.microsoft.com/office/drawing/2014/main" id="{C115E254-536E-A317-DF7B-710460E170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3074126"/>
              <a:ext cx="1608138" cy="412750"/>
              <a:chOff x="3381" y="2592"/>
              <a:chExt cx="1013" cy="260"/>
            </a:xfrm>
          </p:grpSpPr>
          <p:sp>
            <p:nvSpPr>
              <p:cNvPr id="184" name="Text Box 141">
                <a:extLst>
                  <a:ext uri="{FF2B5EF4-FFF2-40B4-BE49-F238E27FC236}">
                    <a16:creationId xmlns:a16="http://schemas.microsoft.com/office/drawing/2014/main" id="{DFD8B7F5-574F-FB23-CA5D-AE94DECC24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96" y="2616"/>
                <a:ext cx="77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 err="1"/>
                  <a:t>de:Channel</a:t>
                </a:r>
                <a:endParaRPr lang="en-US" altLang="de-DE" sz="1600" u="sng" dirty="0"/>
              </a:p>
            </p:txBody>
          </p:sp>
          <p:sp>
            <p:nvSpPr>
              <p:cNvPr id="185" name="Rectangle 142">
                <a:extLst>
                  <a:ext uri="{FF2B5EF4-FFF2-40B4-BE49-F238E27FC236}">
                    <a16:creationId xmlns:a16="http://schemas.microsoft.com/office/drawing/2014/main" id="{8D5E6C46-23DE-384E-17FB-1D923563E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0" name="Rechteck 189">
              <a:extLst>
                <a:ext uri="{FF2B5EF4-FFF2-40B4-BE49-F238E27FC236}">
                  <a16:creationId xmlns:a16="http://schemas.microsoft.com/office/drawing/2014/main" id="{F0841523-3F5E-499F-4D5E-3D69DD08FD1E}"/>
                </a:ext>
              </a:extLst>
            </p:cNvPr>
            <p:cNvSpPr/>
            <p:nvPr/>
          </p:nvSpPr>
          <p:spPr bwMode="auto">
            <a:xfrm>
              <a:off x="4475887" y="31111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1" name="Rechteck 190">
              <a:extLst>
                <a:ext uri="{FF2B5EF4-FFF2-40B4-BE49-F238E27FC236}">
                  <a16:creationId xmlns:a16="http://schemas.microsoft.com/office/drawing/2014/main" id="{42B68009-12D3-D64E-592C-B50D3D0D208D}"/>
                </a:ext>
              </a:extLst>
            </p:cNvPr>
            <p:cNvSpPr/>
            <p:nvPr/>
          </p:nvSpPr>
          <p:spPr bwMode="auto">
            <a:xfrm>
              <a:off x="4475887" y="332372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1" name="Gruppieren 200">
            <a:extLst>
              <a:ext uri="{FF2B5EF4-FFF2-40B4-BE49-F238E27FC236}">
                <a16:creationId xmlns:a16="http://schemas.microsoft.com/office/drawing/2014/main" id="{D0D77F38-EFBB-532F-8DA5-337C6E48536F}"/>
              </a:ext>
            </a:extLst>
          </p:cNvPr>
          <p:cNvGrpSpPr/>
          <p:nvPr/>
        </p:nvGrpSpPr>
        <p:grpSpPr>
          <a:xfrm>
            <a:off x="2734357" y="4865365"/>
            <a:ext cx="1608774" cy="412750"/>
            <a:chOff x="3110318" y="4879777"/>
            <a:chExt cx="1608774" cy="412750"/>
          </a:xfrm>
        </p:grpSpPr>
        <p:grpSp>
          <p:nvGrpSpPr>
            <p:cNvPr id="197" name="Group 140">
              <a:extLst>
                <a:ext uri="{FF2B5EF4-FFF2-40B4-BE49-F238E27FC236}">
                  <a16:creationId xmlns:a16="http://schemas.microsoft.com/office/drawing/2014/main" id="{8704B5A7-D5CA-62E6-5B0E-D875B760F7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879777"/>
              <a:ext cx="1608138" cy="412750"/>
              <a:chOff x="3381" y="2592"/>
              <a:chExt cx="1013" cy="260"/>
            </a:xfrm>
          </p:grpSpPr>
          <p:sp>
            <p:nvSpPr>
              <p:cNvPr id="198" name="Text Box 141">
                <a:extLst>
                  <a:ext uri="{FF2B5EF4-FFF2-40B4-BE49-F238E27FC236}">
                    <a16:creationId xmlns:a16="http://schemas.microsoft.com/office/drawing/2014/main" id="{02B483D5-F446-1B25-1CB3-41687BB2549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4" y="2616"/>
                <a:ext cx="740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 err="1"/>
                  <a:t>fh:Channel</a:t>
                </a:r>
                <a:endParaRPr lang="en-US" altLang="de-DE" sz="1600" u="sng" dirty="0"/>
              </a:p>
            </p:txBody>
          </p:sp>
          <p:sp>
            <p:nvSpPr>
              <p:cNvPr id="199" name="Rectangle 142">
                <a:extLst>
                  <a:ext uri="{FF2B5EF4-FFF2-40B4-BE49-F238E27FC236}">
                    <a16:creationId xmlns:a16="http://schemas.microsoft.com/office/drawing/2014/main" id="{8FFB8BC5-1BAC-B1ED-48B5-5E8D5296F4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3EA62541-70E6-FBD3-A233-888ACC989D22}"/>
                </a:ext>
              </a:extLst>
            </p:cNvPr>
            <p:cNvSpPr/>
            <p:nvPr/>
          </p:nvSpPr>
          <p:spPr bwMode="auto">
            <a:xfrm>
              <a:off x="4482872" y="491574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5F7735DC-C626-ECCC-5A51-82D68265E528}"/>
                </a:ext>
              </a:extLst>
            </p:cNvPr>
            <p:cNvSpPr/>
            <p:nvPr/>
          </p:nvSpPr>
          <p:spPr bwMode="auto">
            <a:xfrm>
              <a:off x="4482872" y="512828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cxnSp>
        <p:nvCxnSpPr>
          <p:cNvPr id="217" name="Gerade Verbindung mit Pfeil 216">
            <a:extLst>
              <a:ext uri="{FF2B5EF4-FFF2-40B4-BE49-F238E27FC236}">
                <a16:creationId xmlns:a16="http://schemas.microsoft.com/office/drawing/2014/main" id="{C64D4BA1-D8C3-944D-AF9F-EEDF889C3B05}"/>
              </a:ext>
            </a:extLst>
          </p:cNvPr>
          <p:cNvCxnSpPr>
            <a:cxnSpLocks/>
            <a:stCxn id="173" idx="3"/>
            <a:endCxn id="14" idx="1"/>
          </p:cNvCxnSpPr>
          <p:nvPr/>
        </p:nvCxnSpPr>
        <p:spPr>
          <a:xfrm>
            <a:off x="4342495" y="2219892"/>
            <a:ext cx="752852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27" name="Verbinder: gewinkelt 126">
            <a:extLst>
              <a:ext uri="{FF2B5EF4-FFF2-40B4-BE49-F238E27FC236}">
                <a16:creationId xmlns:a16="http://schemas.microsoft.com/office/drawing/2014/main" id="{CC2B0FC5-BB35-EB40-9441-B55DE829779D}"/>
              </a:ext>
            </a:extLst>
          </p:cNvPr>
          <p:cNvCxnSpPr>
            <a:cxnSpLocks/>
            <a:stCxn id="191" idx="3"/>
            <a:endCxn id="39" idx="1"/>
          </p:cNvCxnSpPr>
          <p:nvPr/>
        </p:nvCxnSpPr>
        <p:spPr>
          <a:xfrm>
            <a:off x="4336146" y="3372305"/>
            <a:ext cx="759201" cy="866433"/>
          </a:xfrm>
          <a:prstGeom prst="bentConnector3">
            <a:avLst>
              <a:gd name="adj1" fmla="val 13867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2" name="Verbinder: gewinkelt 126">
            <a:extLst>
              <a:ext uri="{FF2B5EF4-FFF2-40B4-BE49-F238E27FC236}">
                <a16:creationId xmlns:a16="http://schemas.microsoft.com/office/drawing/2014/main" id="{2EBB27BC-0809-D94D-C45A-9ABC2FD90021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4342495" y="4751700"/>
            <a:ext cx="752852" cy="187405"/>
          </a:xfrm>
          <a:prstGeom prst="bentConnector3">
            <a:avLst>
              <a:gd name="adj1" fmla="val 149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5" name="Verbinder: gewinkelt 126">
            <a:extLst>
              <a:ext uri="{FF2B5EF4-FFF2-40B4-BE49-F238E27FC236}">
                <a16:creationId xmlns:a16="http://schemas.microsoft.com/office/drawing/2014/main" id="{C6E4D753-952E-E8E7-0411-17C7954C6941}"/>
              </a:ext>
            </a:extLst>
          </p:cNvPr>
          <p:cNvCxnSpPr>
            <a:cxnSpLocks/>
            <a:stCxn id="193" idx="3"/>
            <a:endCxn id="171" idx="1"/>
          </p:cNvCxnSpPr>
          <p:nvPr/>
        </p:nvCxnSpPr>
        <p:spPr>
          <a:xfrm>
            <a:off x="4343131" y="5176865"/>
            <a:ext cx="752216" cy="564809"/>
          </a:xfrm>
          <a:prstGeom prst="bentConnector3">
            <a:avLst>
              <a:gd name="adj1" fmla="val 16233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8" name="Verbinder: gewinkelt 126">
            <a:extLst>
              <a:ext uri="{FF2B5EF4-FFF2-40B4-BE49-F238E27FC236}">
                <a16:creationId xmlns:a16="http://schemas.microsoft.com/office/drawing/2014/main" id="{1DC08D05-3EA1-530C-7CC9-7BEF4842A334}"/>
              </a:ext>
            </a:extLst>
          </p:cNvPr>
          <p:cNvCxnSpPr>
            <a:cxnSpLocks/>
            <a:stCxn id="171" idx="3"/>
            <a:endCxn id="42" idx="3"/>
          </p:cNvCxnSpPr>
          <p:nvPr/>
        </p:nvCxnSpPr>
        <p:spPr>
          <a:xfrm flipV="1">
            <a:off x="6703485" y="4751700"/>
            <a:ext cx="12700" cy="989974"/>
          </a:xfrm>
          <a:prstGeom prst="bentConnector3">
            <a:avLst>
              <a:gd name="adj1" fmla="val 360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268" name="Group 140">
            <a:extLst>
              <a:ext uri="{FF2B5EF4-FFF2-40B4-BE49-F238E27FC236}">
                <a16:creationId xmlns:a16="http://schemas.microsoft.com/office/drawing/2014/main" id="{77D5ED0E-3797-06D4-537A-C460468BC181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3548434"/>
            <a:ext cx="1608138" cy="412750"/>
            <a:chOff x="3381" y="2592"/>
            <a:chExt cx="1013" cy="260"/>
          </a:xfrm>
        </p:grpSpPr>
        <p:sp>
          <p:nvSpPr>
            <p:cNvPr id="269" name="Text Box 141">
              <a:extLst>
                <a:ext uri="{FF2B5EF4-FFF2-40B4-BE49-F238E27FC236}">
                  <a16:creationId xmlns:a16="http://schemas.microsoft.com/office/drawing/2014/main" id="{D8135184-B1EF-BB61-92DA-C6E68B8CD4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7" y="2616"/>
              <a:ext cx="71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de:Stream</a:t>
              </a:r>
            </a:p>
          </p:txBody>
        </p:sp>
        <p:sp>
          <p:nvSpPr>
            <p:cNvPr id="270" name="Rectangle 142">
              <a:extLst>
                <a:ext uri="{FF2B5EF4-FFF2-40B4-BE49-F238E27FC236}">
                  <a16:creationId xmlns:a16="http://schemas.microsoft.com/office/drawing/2014/main" id="{9C851DF3-1890-669C-5D53-B298525C7A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cxnSp>
        <p:nvCxnSpPr>
          <p:cNvPr id="272" name="Verbinder: gewinkelt 126">
            <a:extLst>
              <a:ext uri="{FF2B5EF4-FFF2-40B4-BE49-F238E27FC236}">
                <a16:creationId xmlns:a16="http://schemas.microsoft.com/office/drawing/2014/main" id="{FAD118F0-11A4-910D-C603-C97D0E067EC2}"/>
              </a:ext>
            </a:extLst>
          </p:cNvPr>
          <p:cNvCxnSpPr>
            <a:cxnSpLocks/>
            <a:stCxn id="182" idx="3"/>
            <a:endCxn id="167" idx="1"/>
          </p:cNvCxnSpPr>
          <p:nvPr/>
        </p:nvCxnSpPr>
        <p:spPr>
          <a:xfrm>
            <a:off x="4342495" y="2742990"/>
            <a:ext cx="752852" cy="523099"/>
          </a:xfrm>
          <a:prstGeom prst="bentConnector3">
            <a:avLst>
              <a:gd name="adj1" fmla="val 7294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75" name="Verbinder: gewinkelt 126">
            <a:extLst>
              <a:ext uri="{FF2B5EF4-FFF2-40B4-BE49-F238E27FC236}">
                <a16:creationId xmlns:a16="http://schemas.microsoft.com/office/drawing/2014/main" id="{096E876C-E96E-65E9-EC9A-206BD5AE2D3B}"/>
              </a:ext>
            </a:extLst>
          </p:cNvPr>
          <p:cNvCxnSpPr>
            <a:cxnSpLocks/>
            <a:stCxn id="185" idx="3"/>
            <a:endCxn id="270" idx="1"/>
          </p:cNvCxnSpPr>
          <p:nvPr/>
        </p:nvCxnSpPr>
        <p:spPr>
          <a:xfrm>
            <a:off x="4342495" y="3266089"/>
            <a:ext cx="752852" cy="488720"/>
          </a:xfrm>
          <a:prstGeom prst="bentConnector3">
            <a:avLst>
              <a:gd name="adj1" fmla="val 2166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280" name="Gruppieren 279">
            <a:extLst>
              <a:ext uri="{FF2B5EF4-FFF2-40B4-BE49-F238E27FC236}">
                <a16:creationId xmlns:a16="http://schemas.microsoft.com/office/drawing/2014/main" id="{B6985607-3D5F-A99E-C987-30805F8D432A}"/>
              </a:ext>
            </a:extLst>
          </p:cNvPr>
          <p:cNvGrpSpPr/>
          <p:nvPr/>
        </p:nvGrpSpPr>
        <p:grpSpPr>
          <a:xfrm>
            <a:off x="5095347" y="4032363"/>
            <a:ext cx="1608138" cy="412750"/>
            <a:chOff x="5471308" y="4046775"/>
            <a:chExt cx="1608138" cy="412750"/>
          </a:xfrm>
        </p:grpSpPr>
        <p:grpSp>
          <p:nvGrpSpPr>
            <p:cNvPr id="244" name="Gruppieren 243">
              <a:extLst>
                <a:ext uri="{FF2B5EF4-FFF2-40B4-BE49-F238E27FC236}">
                  <a16:creationId xmlns:a16="http://schemas.microsoft.com/office/drawing/2014/main" id="{7285ADCA-B4BC-12AF-3311-D33AFBC3C28D}"/>
                </a:ext>
              </a:extLst>
            </p:cNvPr>
            <p:cNvGrpSpPr/>
            <p:nvPr/>
          </p:nvGrpSpPr>
          <p:grpSpPr>
            <a:xfrm>
              <a:off x="5471308" y="4046775"/>
              <a:ext cx="1608138" cy="412750"/>
              <a:chOff x="5471308" y="3717591"/>
              <a:chExt cx="1608138" cy="412750"/>
            </a:xfrm>
          </p:grpSpPr>
          <p:grpSp>
            <p:nvGrpSpPr>
              <p:cNvPr id="36" name="Group 140">
                <a:extLst>
                  <a:ext uri="{FF2B5EF4-FFF2-40B4-BE49-F238E27FC236}">
                    <a16:creationId xmlns:a16="http://schemas.microsoft.com/office/drawing/2014/main" id="{A0858AE6-14AB-D271-E928-3B9CDE90CD6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1308" y="3717591"/>
                <a:ext cx="1608138" cy="412750"/>
                <a:chOff x="3381" y="2592"/>
                <a:chExt cx="1013" cy="260"/>
              </a:xfrm>
            </p:grpSpPr>
            <p:sp>
              <p:nvSpPr>
                <p:cNvPr id="37" name="Text Box 141">
                  <a:extLst>
                    <a:ext uri="{FF2B5EF4-FFF2-40B4-BE49-F238E27FC236}">
                      <a16:creationId xmlns:a16="http://schemas.microsoft.com/office/drawing/2014/main" id="{32B97C8F-AF10-E82F-0235-1197AC813D6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46" y="2616"/>
                  <a:ext cx="677" cy="21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pPr algn="ctr" eaLnBrk="0" hangingPunct="0"/>
                  <a:r>
                    <a:rPr lang="en-US" altLang="de-DE" sz="1600" u="sng" noProof="1"/>
                    <a:t>float:Type</a:t>
                  </a:r>
                </a:p>
              </p:txBody>
            </p:sp>
            <p:sp>
              <p:nvSpPr>
                <p:cNvPr id="39" name="Rectangle 142">
                  <a:extLst>
                    <a:ext uri="{FF2B5EF4-FFF2-40B4-BE49-F238E27FC236}">
                      <a16:creationId xmlns:a16="http://schemas.microsoft.com/office/drawing/2014/main" id="{44AA518A-7EAA-25DD-3B50-D97AD44FE8E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381" y="2592"/>
                  <a:ext cx="1013" cy="260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 noProof="1"/>
                </a:p>
              </p:txBody>
            </p:sp>
          </p:grpSp>
          <p:sp>
            <p:nvSpPr>
              <p:cNvPr id="231" name="Rechteck 230">
                <a:extLst>
                  <a:ext uri="{FF2B5EF4-FFF2-40B4-BE49-F238E27FC236}">
                    <a16:creationId xmlns:a16="http://schemas.microsoft.com/office/drawing/2014/main" id="{14760B5C-AEEC-E7B1-AAF3-55548731E975}"/>
                  </a:ext>
                </a:extLst>
              </p:cNvPr>
              <p:cNvSpPr/>
              <p:nvPr/>
            </p:nvSpPr>
            <p:spPr bwMode="auto">
              <a:xfrm>
                <a:off x="5471308" y="3751793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  <p:sp>
            <p:nvSpPr>
              <p:cNvPr id="232" name="Rechteck 231">
                <a:extLst>
                  <a:ext uri="{FF2B5EF4-FFF2-40B4-BE49-F238E27FC236}">
                    <a16:creationId xmlns:a16="http://schemas.microsoft.com/office/drawing/2014/main" id="{B0C4DCEA-5EC0-D7CF-928D-A4558A3B0168}"/>
                  </a:ext>
                </a:extLst>
              </p:cNvPr>
              <p:cNvSpPr/>
              <p:nvPr/>
            </p:nvSpPr>
            <p:spPr bwMode="auto">
              <a:xfrm>
                <a:off x="5471308" y="3964334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</p:grpSp>
        <p:sp>
          <p:nvSpPr>
            <p:cNvPr id="278" name="Rechteck 277">
              <a:extLst>
                <a:ext uri="{FF2B5EF4-FFF2-40B4-BE49-F238E27FC236}">
                  <a16:creationId xmlns:a16="http://schemas.microsoft.com/office/drawing/2014/main" id="{48751B37-653C-532D-E597-2341BA99247B}"/>
                </a:ext>
              </a:extLst>
            </p:cNvPr>
            <p:cNvSpPr/>
            <p:nvPr/>
          </p:nvSpPr>
          <p:spPr bwMode="auto">
            <a:xfrm>
              <a:off x="6841990" y="408197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  <p:sp>
          <p:nvSpPr>
            <p:cNvPr id="279" name="Rechteck 278">
              <a:extLst>
                <a:ext uri="{FF2B5EF4-FFF2-40B4-BE49-F238E27FC236}">
                  <a16:creationId xmlns:a16="http://schemas.microsoft.com/office/drawing/2014/main" id="{956ECA7D-935B-F24F-7BF4-CA813581378B}"/>
                </a:ext>
              </a:extLst>
            </p:cNvPr>
            <p:cNvSpPr/>
            <p:nvPr/>
          </p:nvSpPr>
          <p:spPr bwMode="auto">
            <a:xfrm>
              <a:off x="6841990" y="429451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</p:grpSp>
      <p:cxnSp>
        <p:nvCxnSpPr>
          <p:cNvPr id="282" name="Verbinder: gewinkelt 126">
            <a:extLst>
              <a:ext uri="{FF2B5EF4-FFF2-40B4-BE49-F238E27FC236}">
                <a16:creationId xmlns:a16="http://schemas.microsoft.com/office/drawing/2014/main" id="{97954924-5146-9277-2E84-35D1E747623F}"/>
              </a:ext>
            </a:extLst>
          </p:cNvPr>
          <p:cNvCxnSpPr>
            <a:cxnSpLocks/>
            <a:stCxn id="270" idx="3"/>
            <a:endCxn id="278" idx="3"/>
          </p:cNvCxnSpPr>
          <p:nvPr/>
        </p:nvCxnSpPr>
        <p:spPr>
          <a:xfrm flipH="1">
            <a:off x="6702249" y="3754809"/>
            <a:ext cx="1236" cy="375745"/>
          </a:xfrm>
          <a:prstGeom prst="bentConnector3">
            <a:avLst>
              <a:gd name="adj1" fmla="val -18495146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299" name="Rechteck 298">
            <a:extLst>
              <a:ext uri="{FF2B5EF4-FFF2-40B4-BE49-F238E27FC236}">
                <a16:creationId xmlns:a16="http://schemas.microsoft.com/office/drawing/2014/main" id="{FDDC1CE6-9E23-39E4-DC53-9F82DE9BAEB2}"/>
              </a:ext>
            </a:extLst>
          </p:cNvPr>
          <p:cNvSpPr/>
          <p:nvPr/>
        </p:nvSpPr>
        <p:spPr bwMode="auto">
          <a:xfrm>
            <a:off x="4537799" y="145958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0" name="Rechteck 299">
            <a:extLst>
              <a:ext uri="{FF2B5EF4-FFF2-40B4-BE49-F238E27FC236}">
                <a16:creationId xmlns:a16="http://schemas.microsoft.com/office/drawing/2014/main" id="{BBFF39DD-D21C-3045-137E-B0293DBD1DAE}"/>
              </a:ext>
            </a:extLst>
          </p:cNvPr>
          <p:cNvSpPr/>
          <p:nvPr/>
        </p:nvSpPr>
        <p:spPr bwMode="auto">
          <a:xfrm>
            <a:off x="4667385" y="1459581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2" name="Rechteck 301">
            <a:extLst>
              <a:ext uri="{FF2B5EF4-FFF2-40B4-BE49-F238E27FC236}">
                <a16:creationId xmlns:a16="http://schemas.microsoft.com/office/drawing/2014/main" id="{D6DE8885-C32F-9CF4-D060-C8F504BF8F78}"/>
              </a:ext>
            </a:extLst>
          </p:cNvPr>
          <p:cNvSpPr/>
          <p:nvPr/>
        </p:nvSpPr>
        <p:spPr bwMode="auto">
          <a:xfrm>
            <a:off x="4535309" y="217619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3" name="Rechteck 302">
            <a:extLst>
              <a:ext uri="{FF2B5EF4-FFF2-40B4-BE49-F238E27FC236}">
                <a16:creationId xmlns:a16="http://schemas.microsoft.com/office/drawing/2014/main" id="{E6F6AA86-1FE9-1E5F-7AE7-A5DE20818D43}"/>
              </a:ext>
            </a:extLst>
          </p:cNvPr>
          <p:cNvSpPr/>
          <p:nvPr/>
        </p:nvSpPr>
        <p:spPr bwMode="auto">
          <a:xfrm>
            <a:off x="4664895" y="217619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4" name="Rechteck 303">
            <a:extLst>
              <a:ext uri="{FF2B5EF4-FFF2-40B4-BE49-F238E27FC236}">
                <a16:creationId xmlns:a16="http://schemas.microsoft.com/office/drawing/2014/main" id="{5513AFFE-618F-4ED0-186D-25E3A3A7F5D4}"/>
              </a:ext>
            </a:extLst>
          </p:cNvPr>
          <p:cNvSpPr/>
          <p:nvPr/>
        </p:nvSpPr>
        <p:spPr bwMode="auto">
          <a:xfrm>
            <a:off x="4669088" y="3713539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E1275849-D489-F5DF-9F20-720136D1BB19}"/>
              </a:ext>
            </a:extLst>
          </p:cNvPr>
          <p:cNvSpPr/>
          <p:nvPr/>
        </p:nvSpPr>
        <p:spPr bwMode="auto">
          <a:xfrm>
            <a:off x="4667923" y="418952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8" name="Rechteck 307">
            <a:extLst>
              <a:ext uri="{FF2B5EF4-FFF2-40B4-BE49-F238E27FC236}">
                <a16:creationId xmlns:a16="http://schemas.microsoft.com/office/drawing/2014/main" id="{B55A44AE-2E9C-EF84-41FB-A7117A873C4F}"/>
              </a:ext>
            </a:extLst>
          </p:cNvPr>
          <p:cNvSpPr/>
          <p:nvPr/>
        </p:nvSpPr>
        <p:spPr bwMode="auto">
          <a:xfrm>
            <a:off x="4668267" y="269530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9" name="Rechteck 308">
            <a:extLst>
              <a:ext uri="{FF2B5EF4-FFF2-40B4-BE49-F238E27FC236}">
                <a16:creationId xmlns:a16="http://schemas.microsoft.com/office/drawing/2014/main" id="{8CB59345-4529-F52D-B40A-A9E50A4D97CD}"/>
              </a:ext>
            </a:extLst>
          </p:cNvPr>
          <p:cNvSpPr/>
          <p:nvPr/>
        </p:nvSpPr>
        <p:spPr bwMode="auto">
          <a:xfrm>
            <a:off x="4666206" y="280336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10" name="Rechteck 309">
            <a:extLst>
              <a:ext uri="{FF2B5EF4-FFF2-40B4-BE49-F238E27FC236}">
                <a16:creationId xmlns:a16="http://schemas.microsoft.com/office/drawing/2014/main" id="{F0BD019D-9ECF-AD65-0CD3-C7B1D024C655}"/>
              </a:ext>
            </a:extLst>
          </p:cNvPr>
          <p:cNvSpPr/>
          <p:nvPr/>
        </p:nvSpPr>
        <p:spPr bwMode="auto">
          <a:xfrm>
            <a:off x="4664895" y="470465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15" name="Verbinder: gewinkelt 126">
            <a:extLst>
              <a:ext uri="{FF2B5EF4-FFF2-40B4-BE49-F238E27FC236}">
                <a16:creationId xmlns:a16="http://schemas.microsoft.com/office/drawing/2014/main" id="{0D3A3CA0-75FB-DE18-D56E-2F8B2EB6E061}"/>
              </a:ext>
            </a:extLst>
          </p:cNvPr>
          <p:cNvCxnSpPr>
            <a:cxnSpLocks/>
            <a:stCxn id="8" idx="3"/>
            <a:endCxn id="188" idx="3"/>
          </p:cNvCxnSpPr>
          <p:nvPr/>
        </p:nvCxnSpPr>
        <p:spPr>
          <a:xfrm>
            <a:off x="1710166" y="1240279"/>
            <a:ext cx="2625980" cy="1393954"/>
          </a:xfrm>
          <a:prstGeom prst="bentConnector3">
            <a:avLst>
              <a:gd name="adj1" fmla="val 108705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8" name="Verbinder: gewinkelt 126">
            <a:extLst>
              <a:ext uri="{FF2B5EF4-FFF2-40B4-BE49-F238E27FC236}">
                <a16:creationId xmlns:a16="http://schemas.microsoft.com/office/drawing/2014/main" id="{DF8A46C7-E817-DE8D-3FEC-D99BD0D11905}"/>
              </a:ext>
            </a:extLst>
          </p:cNvPr>
          <p:cNvCxnSpPr>
            <a:cxnSpLocks/>
            <a:stCxn id="131" idx="3"/>
            <a:endCxn id="199" idx="3"/>
          </p:cNvCxnSpPr>
          <p:nvPr/>
        </p:nvCxnSpPr>
        <p:spPr>
          <a:xfrm>
            <a:off x="1709379" y="1130623"/>
            <a:ext cx="2633116" cy="3941117"/>
          </a:xfrm>
          <a:prstGeom prst="bentConnector3">
            <a:avLst>
              <a:gd name="adj1" fmla="val 1133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17" name="Textfeld 44">
            <a:extLst>
              <a:ext uri="{FF2B5EF4-FFF2-40B4-BE49-F238E27FC236}">
                <a16:creationId xmlns:a16="http://schemas.microsoft.com/office/drawing/2014/main" id="{18E34259-C1E8-5019-8BE8-EE4A39521DC3}"/>
              </a:ext>
            </a:extLst>
          </p:cNvPr>
          <p:cNvSpPr txBox="1"/>
          <p:nvPr/>
        </p:nvSpPr>
        <p:spPr>
          <a:xfrm>
            <a:off x="5264045" y="1661567"/>
            <a:ext cx="1402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same type</a:t>
            </a:r>
          </a:p>
        </p:txBody>
      </p:sp>
      <p:sp>
        <p:nvSpPr>
          <p:cNvPr id="320" name="Freihandform: Form 319">
            <a:extLst>
              <a:ext uri="{FF2B5EF4-FFF2-40B4-BE49-F238E27FC236}">
                <a16:creationId xmlns:a16="http://schemas.microsoft.com/office/drawing/2014/main" id="{DE5590E7-D97A-5180-2BA9-7B89EE2F4CB3}"/>
              </a:ext>
            </a:extLst>
          </p:cNvPr>
          <p:cNvSpPr/>
          <p:nvPr/>
        </p:nvSpPr>
        <p:spPr bwMode="auto">
          <a:xfrm>
            <a:off x="4901184" y="1789851"/>
            <a:ext cx="402336" cy="410805"/>
          </a:xfrm>
          <a:custGeom>
            <a:avLst/>
            <a:gdLst>
              <a:gd name="connsiteX0" fmla="*/ 402336 w 402336"/>
              <a:gd name="connsiteY0" fmla="*/ 63333 h 410805"/>
              <a:gd name="connsiteX1" fmla="*/ 97536 w 402336"/>
              <a:gd name="connsiteY1" fmla="*/ 26757 h 410805"/>
              <a:gd name="connsiteX2" fmla="*/ 0 w 402336"/>
              <a:gd name="connsiteY2" fmla="*/ 410805 h 410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02336" h="410805">
                <a:moveTo>
                  <a:pt x="402336" y="63333"/>
                </a:moveTo>
                <a:cubicBezTo>
                  <a:pt x="283464" y="16089"/>
                  <a:pt x="164592" y="-31155"/>
                  <a:pt x="97536" y="26757"/>
                </a:cubicBezTo>
                <a:cubicBezTo>
                  <a:pt x="30480" y="84669"/>
                  <a:pt x="15240" y="247737"/>
                  <a:pt x="0" y="410805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Freihandform: Form 320">
            <a:extLst>
              <a:ext uri="{FF2B5EF4-FFF2-40B4-BE49-F238E27FC236}">
                <a16:creationId xmlns:a16="http://schemas.microsoft.com/office/drawing/2014/main" id="{3415FE13-0269-EC2A-30FD-AEA4A37B40E0}"/>
              </a:ext>
            </a:extLst>
          </p:cNvPr>
          <p:cNvSpPr/>
          <p:nvPr/>
        </p:nvSpPr>
        <p:spPr bwMode="auto">
          <a:xfrm>
            <a:off x="6321552" y="1816363"/>
            <a:ext cx="591312" cy="67301"/>
          </a:xfrm>
          <a:custGeom>
            <a:avLst/>
            <a:gdLst>
              <a:gd name="connsiteX0" fmla="*/ 0 w 591312"/>
              <a:gd name="connsiteY0" fmla="*/ 49013 h 67301"/>
              <a:gd name="connsiteX1" fmla="*/ 243840 w 591312"/>
              <a:gd name="connsiteY1" fmla="*/ 245 h 67301"/>
              <a:gd name="connsiteX2" fmla="*/ 591312 w 591312"/>
              <a:gd name="connsiteY2" fmla="*/ 67301 h 67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1312" h="67301">
                <a:moveTo>
                  <a:pt x="0" y="49013"/>
                </a:moveTo>
                <a:cubicBezTo>
                  <a:pt x="72644" y="23105"/>
                  <a:pt x="145288" y="-2803"/>
                  <a:pt x="243840" y="245"/>
                </a:cubicBezTo>
                <a:cubicBezTo>
                  <a:pt x="342392" y="3293"/>
                  <a:pt x="466852" y="35297"/>
                  <a:pt x="591312" y="67301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2" name="Textfeld 169">
            <a:extLst>
              <a:ext uri="{FF2B5EF4-FFF2-40B4-BE49-F238E27FC236}">
                <a16:creationId xmlns:a16="http://schemas.microsoft.com/office/drawing/2014/main" id="{555D6EE3-49F1-B30F-8656-380310D0FD47}"/>
              </a:ext>
            </a:extLst>
          </p:cNvPr>
          <p:cNvSpPr txBox="1"/>
          <p:nvPr/>
        </p:nvSpPr>
        <p:spPr>
          <a:xfrm>
            <a:off x="449531" y="1647792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3" name="Textfeld 169">
            <a:extLst>
              <a:ext uri="{FF2B5EF4-FFF2-40B4-BE49-F238E27FC236}">
                <a16:creationId xmlns:a16="http://schemas.microsoft.com/office/drawing/2014/main" id="{567E4787-7F9D-8FEA-EB98-6E1CAECF6992}"/>
              </a:ext>
            </a:extLst>
          </p:cNvPr>
          <p:cNvSpPr txBox="1"/>
          <p:nvPr/>
        </p:nvSpPr>
        <p:spPr>
          <a:xfrm>
            <a:off x="1320774" y="2548708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4" name="Textfeld 169">
            <a:extLst>
              <a:ext uri="{FF2B5EF4-FFF2-40B4-BE49-F238E27FC236}">
                <a16:creationId xmlns:a16="http://schemas.microsoft.com/office/drawing/2014/main" id="{B0EAF131-699C-C36C-9861-D3F9AC7AE3CE}"/>
              </a:ext>
            </a:extLst>
          </p:cNvPr>
          <p:cNvSpPr txBox="1"/>
          <p:nvPr/>
        </p:nvSpPr>
        <p:spPr>
          <a:xfrm>
            <a:off x="1303179" y="3865489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7" name="Textfeld 44">
            <a:extLst>
              <a:ext uri="{FF2B5EF4-FFF2-40B4-BE49-F238E27FC236}">
                <a16:creationId xmlns:a16="http://schemas.microsoft.com/office/drawing/2014/main" id="{039F3778-3A6E-5584-1F15-71958FD66FFD}"/>
              </a:ext>
            </a:extLst>
          </p:cNvPr>
          <p:cNvSpPr txBox="1"/>
          <p:nvPr/>
        </p:nvSpPr>
        <p:spPr>
          <a:xfrm>
            <a:off x="6716185" y="4366103"/>
            <a:ext cx="9660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no kind</a:t>
            </a:r>
          </a:p>
        </p:txBody>
      </p:sp>
      <p:sp>
        <p:nvSpPr>
          <p:cNvPr id="329" name="Freihandform: Form 328">
            <a:extLst>
              <a:ext uri="{FF2B5EF4-FFF2-40B4-BE49-F238E27FC236}">
                <a16:creationId xmlns:a16="http://schemas.microsoft.com/office/drawing/2014/main" id="{164458B7-8E79-A65E-C549-D3D33B17ECA6}"/>
              </a:ext>
            </a:extLst>
          </p:cNvPr>
          <p:cNvSpPr/>
          <p:nvPr/>
        </p:nvSpPr>
        <p:spPr bwMode="auto">
          <a:xfrm>
            <a:off x="6713220" y="4233364"/>
            <a:ext cx="381340" cy="220526"/>
          </a:xfrm>
          <a:custGeom>
            <a:avLst/>
            <a:gdLst>
              <a:gd name="connsiteX0" fmla="*/ 350520 w 381340"/>
              <a:gd name="connsiteY0" fmla="*/ 220526 h 220526"/>
              <a:gd name="connsiteX1" fmla="*/ 346710 w 381340"/>
              <a:gd name="connsiteY1" fmla="*/ 26216 h 220526"/>
              <a:gd name="connsiteX2" fmla="*/ 0 w 381340"/>
              <a:gd name="connsiteY2" fmla="*/ 7166 h 220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1340" h="220526">
                <a:moveTo>
                  <a:pt x="350520" y="220526"/>
                </a:moveTo>
                <a:cubicBezTo>
                  <a:pt x="377825" y="141151"/>
                  <a:pt x="405130" y="61776"/>
                  <a:pt x="346710" y="26216"/>
                </a:cubicBezTo>
                <a:cubicBezTo>
                  <a:pt x="288290" y="-9344"/>
                  <a:pt x="144145" y="-1089"/>
                  <a:pt x="0" y="716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Rechteck 329">
            <a:extLst>
              <a:ext uri="{FF2B5EF4-FFF2-40B4-BE49-F238E27FC236}">
                <a16:creationId xmlns:a16="http://schemas.microsoft.com/office/drawing/2014/main" id="{3CFDAFFA-596F-A63F-5EA2-0635697F05C8}"/>
              </a:ext>
            </a:extLst>
          </p:cNvPr>
          <p:cNvSpPr/>
          <p:nvPr/>
        </p:nvSpPr>
        <p:spPr bwMode="auto">
          <a:xfrm rot="5400000">
            <a:off x="7049400" y="429523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62" name="Verbinder: gewinkelt 126">
            <a:extLst>
              <a:ext uri="{FF2B5EF4-FFF2-40B4-BE49-F238E27FC236}">
                <a16:creationId xmlns:a16="http://schemas.microsoft.com/office/drawing/2014/main" id="{25E6DBFB-E070-834D-4EBB-5497F5E82349}"/>
              </a:ext>
            </a:extLst>
          </p:cNvPr>
          <p:cNvCxnSpPr>
            <a:cxnSpLocks/>
            <a:stCxn id="167" idx="3"/>
            <a:endCxn id="279" idx="3"/>
          </p:cNvCxnSpPr>
          <p:nvPr/>
        </p:nvCxnSpPr>
        <p:spPr>
          <a:xfrm flipH="1">
            <a:off x="6702249" y="3266089"/>
            <a:ext cx="1236" cy="1077006"/>
          </a:xfrm>
          <a:prstGeom prst="bentConnector3">
            <a:avLst>
              <a:gd name="adj1" fmla="val -36250485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31" name="Textfeld 44">
            <a:extLst>
              <a:ext uri="{FF2B5EF4-FFF2-40B4-BE49-F238E27FC236}">
                <a16:creationId xmlns:a16="http://schemas.microsoft.com/office/drawing/2014/main" id="{BADCC2AD-DC97-FC13-2467-A7D2D38E3D38}"/>
              </a:ext>
            </a:extLst>
          </p:cNvPr>
          <p:cNvSpPr txBox="1"/>
          <p:nvPr/>
        </p:nvSpPr>
        <p:spPr>
          <a:xfrm>
            <a:off x="6739672" y="2200656"/>
            <a:ext cx="1117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l/s&lt;float&gt;</a:t>
            </a:r>
          </a:p>
        </p:txBody>
      </p:sp>
      <p:sp>
        <p:nvSpPr>
          <p:cNvPr id="332" name="Freihandform: Form 331">
            <a:extLst>
              <a:ext uri="{FF2B5EF4-FFF2-40B4-BE49-F238E27FC236}">
                <a16:creationId xmlns:a16="http://schemas.microsoft.com/office/drawing/2014/main" id="{D5841DFD-D663-6507-A92D-638CA9CF9017}"/>
              </a:ext>
            </a:extLst>
          </p:cNvPr>
          <p:cNvSpPr/>
          <p:nvPr/>
        </p:nvSpPr>
        <p:spPr bwMode="auto">
          <a:xfrm>
            <a:off x="6710770" y="2067957"/>
            <a:ext cx="381340" cy="220526"/>
          </a:xfrm>
          <a:custGeom>
            <a:avLst/>
            <a:gdLst>
              <a:gd name="connsiteX0" fmla="*/ 350520 w 381340"/>
              <a:gd name="connsiteY0" fmla="*/ 220526 h 220526"/>
              <a:gd name="connsiteX1" fmla="*/ 346710 w 381340"/>
              <a:gd name="connsiteY1" fmla="*/ 26216 h 220526"/>
              <a:gd name="connsiteX2" fmla="*/ 0 w 381340"/>
              <a:gd name="connsiteY2" fmla="*/ 7166 h 220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1340" h="220526">
                <a:moveTo>
                  <a:pt x="350520" y="220526"/>
                </a:moveTo>
                <a:cubicBezTo>
                  <a:pt x="377825" y="141151"/>
                  <a:pt x="405130" y="61776"/>
                  <a:pt x="346710" y="26216"/>
                </a:cubicBezTo>
                <a:cubicBezTo>
                  <a:pt x="288290" y="-9344"/>
                  <a:pt x="144145" y="-1089"/>
                  <a:pt x="0" y="716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3" name="Rechteck 332">
            <a:extLst>
              <a:ext uri="{FF2B5EF4-FFF2-40B4-BE49-F238E27FC236}">
                <a16:creationId xmlns:a16="http://schemas.microsoft.com/office/drawing/2014/main" id="{3BBDEF33-E5E0-751C-146A-171D00AA0886}"/>
              </a:ext>
            </a:extLst>
          </p:cNvPr>
          <p:cNvSpPr/>
          <p:nvPr/>
        </p:nvSpPr>
        <p:spPr bwMode="auto">
          <a:xfrm>
            <a:off x="6904909" y="201909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65" name="Verbinder: gewinkelt 126">
            <a:extLst>
              <a:ext uri="{FF2B5EF4-FFF2-40B4-BE49-F238E27FC236}">
                <a16:creationId xmlns:a16="http://schemas.microsoft.com/office/drawing/2014/main" id="{A829BCB9-F369-7C30-15A6-2CAFC3EE0E94}"/>
              </a:ext>
            </a:extLst>
          </p:cNvPr>
          <p:cNvCxnSpPr>
            <a:cxnSpLocks/>
            <a:stCxn id="86" idx="3"/>
            <a:endCxn id="14" idx="3"/>
          </p:cNvCxnSpPr>
          <p:nvPr/>
        </p:nvCxnSpPr>
        <p:spPr>
          <a:xfrm>
            <a:off x="6703485" y="1506543"/>
            <a:ext cx="12700" cy="713349"/>
          </a:xfrm>
          <a:prstGeom prst="bentConnector3">
            <a:avLst>
              <a:gd name="adj1" fmla="val 180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73" name="AutoShape 40">
            <a:extLst>
              <a:ext uri="{FF2B5EF4-FFF2-40B4-BE49-F238E27FC236}">
                <a16:creationId xmlns:a16="http://schemas.microsoft.com/office/drawing/2014/main" id="{585DBA82-9D87-B1EB-CA3E-35DA5E9D61F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614662" y="3351726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CD</a:t>
            </a:r>
          </a:p>
        </p:txBody>
      </p:sp>
      <p:cxnSp>
        <p:nvCxnSpPr>
          <p:cNvPr id="10" name="Verbinder: gewinkelt 126">
            <a:extLst>
              <a:ext uri="{FF2B5EF4-FFF2-40B4-BE49-F238E27FC236}">
                <a16:creationId xmlns:a16="http://schemas.microsoft.com/office/drawing/2014/main" id="{73756D09-A787-5CDE-924D-9E0DBFEED037}"/>
              </a:ext>
            </a:extLst>
          </p:cNvPr>
          <p:cNvCxnSpPr>
            <a:cxnSpLocks/>
            <a:stCxn id="137" idx="3"/>
            <a:endCxn id="185" idx="2"/>
          </p:cNvCxnSpPr>
          <p:nvPr/>
        </p:nvCxnSpPr>
        <p:spPr>
          <a:xfrm flipV="1">
            <a:off x="2158872" y="3472464"/>
            <a:ext cx="1379554" cy="977538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5" name="Textfeld 169">
            <a:extLst>
              <a:ext uri="{FF2B5EF4-FFF2-40B4-BE49-F238E27FC236}">
                <a16:creationId xmlns:a16="http://schemas.microsoft.com/office/drawing/2014/main" id="{510B4A26-8918-D1C9-69AA-8322458BA3B1}"/>
              </a:ext>
            </a:extLst>
          </p:cNvPr>
          <p:cNvSpPr txBox="1"/>
          <p:nvPr/>
        </p:nvSpPr>
        <p:spPr>
          <a:xfrm>
            <a:off x="3473790" y="1667383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46" name="Textfeld 169">
            <a:extLst>
              <a:ext uri="{FF2B5EF4-FFF2-40B4-BE49-F238E27FC236}">
                <a16:creationId xmlns:a16="http://schemas.microsoft.com/office/drawing/2014/main" id="{605E83CD-061A-881D-F464-31D0FD675161}"/>
              </a:ext>
            </a:extLst>
          </p:cNvPr>
          <p:cNvSpPr txBox="1"/>
          <p:nvPr/>
        </p:nvSpPr>
        <p:spPr>
          <a:xfrm>
            <a:off x="2477729" y="1952532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47" name="Textfeld 169">
            <a:extLst>
              <a:ext uri="{FF2B5EF4-FFF2-40B4-BE49-F238E27FC236}">
                <a16:creationId xmlns:a16="http://schemas.microsoft.com/office/drawing/2014/main" id="{D1C05C0E-4943-9773-D6FD-DC4EDFA2A64E}"/>
              </a:ext>
            </a:extLst>
          </p:cNvPr>
          <p:cNvSpPr txBox="1"/>
          <p:nvPr/>
        </p:nvSpPr>
        <p:spPr>
          <a:xfrm>
            <a:off x="2395672" y="2476002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48" name="Textfeld 169">
            <a:extLst>
              <a:ext uri="{FF2B5EF4-FFF2-40B4-BE49-F238E27FC236}">
                <a16:creationId xmlns:a16="http://schemas.microsoft.com/office/drawing/2014/main" id="{C1419BAE-5399-EE38-C641-5DEB31BCC51E}"/>
              </a:ext>
            </a:extLst>
          </p:cNvPr>
          <p:cNvSpPr txBox="1"/>
          <p:nvPr/>
        </p:nvSpPr>
        <p:spPr>
          <a:xfrm>
            <a:off x="4202763" y="2303410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49" name="Textfeld 169">
            <a:extLst>
              <a:ext uri="{FF2B5EF4-FFF2-40B4-BE49-F238E27FC236}">
                <a16:creationId xmlns:a16="http://schemas.microsoft.com/office/drawing/2014/main" id="{BAD63946-C403-D2CF-B4B2-1AE53D1BA5CD}"/>
              </a:ext>
            </a:extLst>
          </p:cNvPr>
          <p:cNvSpPr txBox="1"/>
          <p:nvPr/>
        </p:nvSpPr>
        <p:spPr>
          <a:xfrm>
            <a:off x="2398894" y="4795460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50" name="Textfeld 169">
            <a:extLst>
              <a:ext uri="{FF2B5EF4-FFF2-40B4-BE49-F238E27FC236}">
                <a16:creationId xmlns:a16="http://schemas.microsoft.com/office/drawing/2014/main" id="{D38FD031-AF00-EA2D-CA51-130829D38C53}"/>
              </a:ext>
            </a:extLst>
          </p:cNvPr>
          <p:cNvSpPr txBox="1"/>
          <p:nvPr/>
        </p:nvSpPr>
        <p:spPr>
          <a:xfrm>
            <a:off x="4362569" y="4829324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cxnSp>
        <p:nvCxnSpPr>
          <p:cNvPr id="511" name="Gerade Verbindung mit Pfeil 510">
            <a:extLst>
              <a:ext uri="{FF2B5EF4-FFF2-40B4-BE49-F238E27FC236}">
                <a16:creationId xmlns:a16="http://schemas.microsoft.com/office/drawing/2014/main" id="{BDC930B1-E58D-AA60-3EF4-F072C5D9FDF2}"/>
              </a:ext>
            </a:extLst>
          </p:cNvPr>
          <p:cNvCxnSpPr>
            <a:cxnSpLocks/>
            <a:stCxn id="147" idx="2"/>
            <a:endCxn id="125" idx="0"/>
          </p:cNvCxnSpPr>
          <p:nvPr/>
        </p:nvCxnSpPr>
        <p:spPr>
          <a:xfrm>
            <a:off x="11351230" y="4165837"/>
            <a:ext cx="1" cy="11122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65" name="Textfeld 169">
            <a:extLst>
              <a:ext uri="{FF2B5EF4-FFF2-40B4-BE49-F238E27FC236}">
                <a16:creationId xmlns:a16="http://schemas.microsoft.com/office/drawing/2014/main" id="{9E0E0F2B-0BC5-0AA5-8D75-70101429CC24}"/>
              </a:ext>
            </a:extLst>
          </p:cNvPr>
          <p:cNvSpPr txBox="1"/>
          <p:nvPr/>
        </p:nvSpPr>
        <p:spPr>
          <a:xfrm>
            <a:off x="8850638" y="351645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67" name="Textfeld 169">
            <a:extLst>
              <a:ext uri="{FF2B5EF4-FFF2-40B4-BE49-F238E27FC236}">
                <a16:creationId xmlns:a16="http://schemas.microsoft.com/office/drawing/2014/main" id="{B3A17DE9-8B4A-DF69-37FD-AF74BCE2BF5E}"/>
              </a:ext>
            </a:extLst>
          </p:cNvPr>
          <p:cNvSpPr txBox="1"/>
          <p:nvPr/>
        </p:nvSpPr>
        <p:spPr>
          <a:xfrm>
            <a:off x="10104656" y="3943701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68" name="Textfeld 169">
            <a:extLst>
              <a:ext uri="{FF2B5EF4-FFF2-40B4-BE49-F238E27FC236}">
                <a16:creationId xmlns:a16="http://schemas.microsoft.com/office/drawing/2014/main" id="{4B4D0157-965E-BABB-A3C8-2D390F77B09C}"/>
              </a:ext>
            </a:extLst>
          </p:cNvPr>
          <p:cNvSpPr txBox="1"/>
          <p:nvPr/>
        </p:nvSpPr>
        <p:spPr>
          <a:xfrm>
            <a:off x="10372273" y="368671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70" name="Textfeld 169">
            <a:extLst>
              <a:ext uri="{FF2B5EF4-FFF2-40B4-BE49-F238E27FC236}">
                <a16:creationId xmlns:a16="http://schemas.microsoft.com/office/drawing/2014/main" id="{7F405A8B-16A5-1250-40BA-D6EAA4F8ECA9}"/>
              </a:ext>
            </a:extLst>
          </p:cNvPr>
          <p:cNvSpPr txBox="1"/>
          <p:nvPr/>
        </p:nvSpPr>
        <p:spPr>
          <a:xfrm>
            <a:off x="9113658" y="4337243"/>
            <a:ext cx="519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71" name="Textfeld 169">
            <a:extLst>
              <a:ext uri="{FF2B5EF4-FFF2-40B4-BE49-F238E27FC236}">
                <a16:creationId xmlns:a16="http://schemas.microsoft.com/office/drawing/2014/main" id="{AB8D4E62-0987-B452-B884-6BADFFD44FBF}"/>
              </a:ext>
            </a:extLst>
          </p:cNvPr>
          <p:cNvSpPr txBox="1"/>
          <p:nvPr/>
        </p:nvSpPr>
        <p:spPr>
          <a:xfrm>
            <a:off x="8522268" y="4337243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0..2</a:t>
            </a:r>
          </a:p>
        </p:txBody>
      </p:sp>
      <p:sp>
        <p:nvSpPr>
          <p:cNvPr id="72" name="Textfeld 169">
            <a:extLst>
              <a:ext uri="{FF2B5EF4-FFF2-40B4-BE49-F238E27FC236}">
                <a16:creationId xmlns:a16="http://schemas.microsoft.com/office/drawing/2014/main" id="{973C0907-0E26-B428-5CED-F0041D3510DB}"/>
              </a:ext>
            </a:extLst>
          </p:cNvPr>
          <p:cNvSpPr txBox="1"/>
          <p:nvPr/>
        </p:nvSpPr>
        <p:spPr>
          <a:xfrm>
            <a:off x="9146070" y="498462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73" name="Textfeld 169">
            <a:extLst>
              <a:ext uri="{FF2B5EF4-FFF2-40B4-BE49-F238E27FC236}">
                <a16:creationId xmlns:a16="http://schemas.microsoft.com/office/drawing/2014/main" id="{5D090B02-09F5-79A1-B1D1-5300B5ADC6B1}"/>
              </a:ext>
            </a:extLst>
          </p:cNvPr>
          <p:cNvSpPr txBox="1"/>
          <p:nvPr/>
        </p:nvSpPr>
        <p:spPr>
          <a:xfrm>
            <a:off x="8517529" y="498462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74" name="Textfeld 169">
            <a:extLst>
              <a:ext uri="{FF2B5EF4-FFF2-40B4-BE49-F238E27FC236}">
                <a16:creationId xmlns:a16="http://schemas.microsoft.com/office/drawing/2014/main" id="{97530425-AA71-5F54-ABFD-BE6028A44E44}"/>
              </a:ext>
            </a:extLst>
          </p:cNvPr>
          <p:cNvSpPr txBox="1"/>
          <p:nvPr/>
        </p:nvSpPr>
        <p:spPr>
          <a:xfrm>
            <a:off x="10881815" y="4140984"/>
            <a:ext cx="328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75" name="Textfeld 169">
            <a:extLst>
              <a:ext uri="{FF2B5EF4-FFF2-40B4-BE49-F238E27FC236}">
                <a16:creationId xmlns:a16="http://schemas.microsoft.com/office/drawing/2014/main" id="{1C0978E9-B69C-A078-CB94-7A74654B66EF}"/>
              </a:ext>
            </a:extLst>
          </p:cNvPr>
          <p:cNvSpPr txBox="1"/>
          <p:nvPr/>
        </p:nvSpPr>
        <p:spPr>
          <a:xfrm>
            <a:off x="10365657" y="52278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76" name="Textfeld 169">
            <a:extLst>
              <a:ext uri="{FF2B5EF4-FFF2-40B4-BE49-F238E27FC236}">
                <a16:creationId xmlns:a16="http://schemas.microsoft.com/office/drawing/2014/main" id="{C0742461-F6B5-BE71-CF1E-387C69DC86B7}"/>
              </a:ext>
            </a:extLst>
          </p:cNvPr>
          <p:cNvSpPr txBox="1"/>
          <p:nvPr/>
        </p:nvSpPr>
        <p:spPr>
          <a:xfrm>
            <a:off x="11316540" y="499430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77" name="Textfeld 169">
            <a:extLst>
              <a:ext uri="{FF2B5EF4-FFF2-40B4-BE49-F238E27FC236}">
                <a16:creationId xmlns:a16="http://schemas.microsoft.com/office/drawing/2014/main" id="{E6B3F984-07D5-8662-FCD2-492CDD17D7BE}"/>
              </a:ext>
            </a:extLst>
          </p:cNvPr>
          <p:cNvSpPr txBox="1"/>
          <p:nvPr/>
        </p:nvSpPr>
        <p:spPr>
          <a:xfrm>
            <a:off x="11316539" y="417035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79" name="Textfeld 169">
            <a:extLst>
              <a:ext uri="{FF2B5EF4-FFF2-40B4-BE49-F238E27FC236}">
                <a16:creationId xmlns:a16="http://schemas.microsoft.com/office/drawing/2014/main" id="{5C82B351-C16E-20B6-0A2B-60CB41B2C588}"/>
              </a:ext>
            </a:extLst>
          </p:cNvPr>
          <p:cNvSpPr txBox="1"/>
          <p:nvPr/>
        </p:nvSpPr>
        <p:spPr>
          <a:xfrm>
            <a:off x="7742092" y="3457894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80" name="Textfeld 169">
            <a:extLst>
              <a:ext uri="{FF2B5EF4-FFF2-40B4-BE49-F238E27FC236}">
                <a16:creationId xmlns:a16="http://schemas.microsoft.com/office/drawing/2014/main" id="{284CC93A-4D76-C80C-38FE-CEAEBC0CAECA}"/>
              </a:ext>
            </a:extLst>
          </p:cNvPr>
          <p:cNvSpPr txBox="1"/>
          <p:nvPr/>
        </p:nvSpPr>
        <p:spPr>
          <a:xfrm>
            <a:off x="7398160" y="3935621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81" name="Textfeld 169">
            <a:extLst>
              <a:ext uri="{FF2B5EF4-FFF2-40B4-BE49-F238E27FC236}">
                <a16:creationId xmlns:a16="http://schemas.microsoft.com/office/drawing/2014/main" id="{44A89DC7-44CD-14DE-8DDC-F089E744B9E5}"/>
              </a:ext>
            </a:extLst>
          </p:cNvPr>
          <p:cNvSpPr txBox="1"/>
          <p:nvPr/>
        </p:nvSpPr>
        <p:spPr>
          <a:xfrm>
            <a:off x="9699688" y="368671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82" name="Textfeld 169">
            <a:extLst>
              <a:ext uri="{FF2B5EF4-FFF2-40B4-BE49-F238E27FC236}">
                <a16:creationId xmlns:a16="http://schemas.microsoft.com/office/drawing/2014/main" id="{E60ABA79-1F35-C3CA-703B-8B55838083CC}"/>
              </a:ext>
            </a:extLst>
          </p:cNvPr>
          <p:cNvSpPr txBox="1"/>
          <p:nvPr/>
        </p:nvSpPr>
        <p:spPr>
          <a:xfrm>
            <a:off x="7500943" y="3709102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B8C12262-EF37-2D34-E1D7-200D4F181216}"/>
              </a:ext>
            </a:extLst>
          </p:cNvPr>
          <p:cNvGrpSpPr/>
          <p:nvPr/>
        </p:nvGrpSpPr>
        <p:grpSpPr>
          <a:xfrm>
            <a:off x="7891829" y="3751596"/>
            <a:ext cx="1930787" cy="635024"/>
            <a:chOff x="4316210" y="1861556"/>
            <a:chExt cx="1930787" cy="635024"/>
          </a:xfrm>
        </p:grpSpPr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6D9B2261-152F-50E4-2C10-CA2E837E0098}"/>
                </a:ext>
              </a:extLst>
            </p:cNvPr>
            <p:cNvGrpSpPr/>
            <p:nvPr/>
          </p:nvGrpSpPr>
          <p:grpSpPr>
            <a:xfrm>
              <a:off x="4316210" y="1861556"/>
              <a:ext cx="1930787" cy="415732"/>
              <a:chOff x="5746196" y="1700350"/>
              <a:chExt cx="1930787" cy="415732"/>
            </a:xfrm>
          </p:grpSpPr>
          <p:cxnSp>
            <p:nvCxnSpPr>
              <p:cNvPr id="90" name="Verbinder: gewinkelt 87">
                <a:extLst>
                  <a:ext uri="{FF2B5EF4-FFF2-40B4-BE49-F238E27FC236}">
                    <a16:creationId xmlns:a16="http://schemas.microsoft.com/office/drawing/2014/main" id="{69B9D8A4-B695-0E5F-D10A-D22D4C93A55E}"/>
                  </a:ext>
                </a:extLst>
              </p:cNvPr>
              <p:cNvCxnSpPr>
                <a:cxnSpLocks/>
                <a:stCxn id="93" idx="2"/>
                <a:endCxn id="92" idx="0"/>
              </p:cNvCxnSpPr>
              <p:nvPr/>
            </p:nvCxnSpPr>
            <p:spPr>
              <a:xfrm rot="10800000" flipH="1">
                <a:off x="5746196" y="1700351"/>
                <a:ext cx="965428" cy="213027"/>
              </a:xfrm>
              <a:prstGeom prst="bentConnector4">
                <a:avLst>
                  <a:gd name="adj1" fmla="val -35107"/>
                  <a:gd name="adj2" fmla="val 207310"/>
                </a:avLst>
              </a:prstGeom>
              <a:noFill/>
              <a:ln w="9525">
                <a:solidFill>
                  <a:sysClr val="windowText" lastClr="000000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91" name="Text Box 82">
                <a:extLst>
                  <a:ext uri="{FF2B5EF4-FFF2-40B4-BE49-F238E27FC236}">
                    <a16:creationId xmlns:a16="http://schemas.microsoft.com/office/drawing/2014/main" id="{E82537E2-E0FC-19E8-DE82-6475756F4E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25055" y="1738450"/>
                <a:ext cx="969963" cy="33813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Function</a:t>
                </a:r>
              </a:p>
            </p:txBody>
          </p:sp>
          <p:sp>
            <p:nvSpPr>
              <p:cNvPr id="92" name="Rectangle 83">
                <a:extLst>
                  <a:ext uri="{FF2B5EF4-FFF2-40B4-BE49-F238E27FC236}">
                    <a16:creationId xmlns:a16="http://schemas.microsoft.com/office/drawing/2014/main" id="{481F0EF5-FE34-A92F-498F-E4F9E5B66A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04392" y="1700350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93" name="AutoShape 50">
                <a:extLst>
                  <a:ext uri="{FF2B5EF4-FFF2-40B4-BE49-F238E27FC236}">
                    <a16:creationId xmlns:a16="http://schemas.microsoft.com/office/drawing/2014/main" id="{6C24B8FB-EA0A-3ACF-A0AF-A8505B06F7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5788264" y="1787170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94" name="Textfeld 169">
                <a:extLst>
                  <a:ext uri="{FF2B5EF4-FFF2-40B4-BE49-F238E27FC236}">
                    <a16:creationId xmlns:a16="http://schemas.microsoft.com/office/drawing/2014/main" id="{A63BC59E-46B9-3893-40DF-AD251C1EEB64}"/>
                  </a:ext>
                </a:extLst>
              </p:cNvPr>
              <p:cNvSpPr txBox="1"/>
              <p:nvPr/>
            </p:nvSpPr>
            <p:spPr>
              <a:xfrm>
                <a:off x="6283785" y="1895925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96" name="Textfeld 169">
                <a:extLst>
                  <a:ext uri="{FF2B5EF4-FFF2-40B4-BE49-F238E27FC236}">
                    <a16:creationId xmlns:a16="http://schemas.microsoft.com/office/drawing/2014/main" id="{A22B3888-ED23-B320-36A7-0CE8C56712F9}"/>
                  </a:ext>
                </a:extLst>
              </p:cNvPr>
              <p:cNvSpPr txBox="1"/>
              <p:nvPr/>
            </p:nvSpPr>
            <p:spPr>
              <a:xfrm>
                <a:off x="6847764" y="1900638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97" name="AutoShape 50">
                <a:extLst>
                  <a:ext uri="{FF2B5EF4-FFF2-40B4-BE49-F238E27FC236}">
                    <a16:creationId xmlns:a16="http://schemas.microsoft.com/office/drawing/2014/main" id="{386311F9-BA1C-8096-E945-D5A751231D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7466639" y="1782011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7" name="Rectangle 83">
              <a:extLst>
                <a:ext uri="{FF2B5EF4-FFF2-40B4-BE49-F238E27FC236}">
                  <a16:creationId xmlns:a16="http://schemas.microsoft.com/office/drawing/2014/main" id="{26341F9F-53B7-5B3C-9A92-47BF20699B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4667" y="2277288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String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89" name="Rectangle 83">
              <a:extLst>
                <a:ext uri="{FF2B5EF4-FFF2-40B4-BE49-F238E27FC236}">
                  <a16:creationId xmlns:a16="http://schemas.microsoft.com/office/drawing/2014/main" id="{2CA085A4-B4D8-00D0-16A4-84A4B1E4FB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9323" y="2277289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String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98" name="Textfeld 169">
            <a:extLst>
              <a:ext uri="{FF2B5EF4-FFF2-40B4-BE49-F238E27FC236}">
                <a16:creationId xmlns:a16="http://schemas.microsoft.com/office/drawing/2014/main" id="{D62A4B01-0936-1E90-4AC0-0A7B1228B45A}"/>
              </a:ext>
            </a:extLst>
          </p:cNvPr>
          <p:cNvSpPr txBox="1"/>
          <p:nvPr/>
        </p:nvSpPr>
        <p:spPr>
          <a:xfrm>
            <a:off x="9578279" y="4984629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99" name="Textfeld 169">
            <a:extLst>
              <a:ext uri="{FF2B5EF4-FFF2-40B4-BE49-F238E27FC236}">
                <a16:creationId xmlns:a16="http://schemas.microsoft.com/office/drawing/2014/main" id="{190E9F67-BB39-F711-C3E7-4E4CAD4CE5E9}"/>
              </a:ext>
            </a:extLst>
          </p:cNvPr>
          <p:cNvSpPr txBox="1"/>
          <p:nvPr/>
        </p:nvSpPr>
        <p:spPr>
          <a:xfrm>
            <a:off x="9725408" y="527952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D32774A9-C535-BF1D-44D7-0012EBFDB752}"/>
              </a:ext>
            </a:extLst>
          </p:cNvPr>
          <p:cNvGrpSpPr/>
          <p:nvPr/>
        </p:nvGrpSpPr>
        <p:grpSpPr>
          <a:xfrm>
            <a:off x="8143678" y="5278115"/>
            <a:ext cx="1632590" cy="412750"/>
            <a:chOff x="5282178" y="3388075"/>
            <a:chExt cx="1632590" cy="412750"/>
          </a:xfrm>
        </p:grpSpPr>
        <p:grpSp>
          <p:nvGrpSpPr>
            <p:cNvPr id="101" name="Group 87">
              <a:extLst>
                <a:ext uri="{FF2B5EF4-FFF2-40B4-BE49-F238E27FC236}">
                  <a16:creationId xmlns:a16="http://schemas.microsoft.com/office/drawing/2014/main" id="{1D515246-65E2-F8E1-36F8-9BBF17AA34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82178" y="3388075"/>
              <a:ext cx="1631951" cy="412750"/>
              <a:chOff x="3304" y="2592"/>
              <a:chExt cx="1028" cy="260"/>
            </a:xfrm>
          </p:grpSpPr>
          <p:sp>
            <p:nvSpPr>
              <p:cNvPr id="118" name="Text Box 82">
                <a:extLst>
                  <a:ext uri="{FF2B5EF4-FFF2-40B4-BE49-F238E27FC236}">
                    <a16:creationId xmlns:a16="http://schemas.microsoft.com/office/drawing/2014/main" id="{84208D12-F448-0662-EAD0-49E146731BC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20" y="2616"/>
                <a:ext cx="59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Channel</a:t>
                </a:r>
              </a:p>
            </p:txBody>
          </p:sp>
          <p:sp>
            <p:nvSpPr>
              <p:cNvPr id="119" name="Rectangle 83">
                <a:extLst>
                  <a:ext uri="{FF2B5EF4-FFF2-40B4-BE49-F238E27FC236}">
                    <a16:creationId xmlns:a16="http://schemas.microsoft.com/office/drawing/2014/main" id="{441FC680-6F68-920F-C948-365E463FF3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04" y="2592"/>
                <a:ext cx="1028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02" name="Textfeld 169">
              <a:extLst>
                <a:ext uri="{FF2B5EF4-FFF2-40B4-BE49-F238E27FC236}">
                  <a16:creationId xmlns:a16="http://schemas.microsoft.com/office/drawing/2014/main" id="{F32571BE-8FAB-48A1-D075-EA8A9441D4F5}"/>
                </a:ext>
              </a:extLst>
            </p:cNvPr>
            <p:cNvSpPr txBox="1"/>
            <p:nvPr/>
          </p:nvSpPr>
          <p:spPr>
            <a:xfrm>
              <a:off x="6717276" y="3389696"/>
              <a:ext cx="9485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03" name="Textfeld 169">
              <a:extLst>
                <a:ext uri="{FF2B5EF4-FFF2-40B4-BE49-F238E27FC236}">
                  <a16:creationId xmlns:a16="http://schemas.microsoft.com/office/drawing/2014/main" id="{E947FD83-FDED-A8DB-03F2-9B668AA8C6D1}"/>
                </a:ext>
              </a:extLst>
            </p:cNvPr>
            <p:cNvSpPr txBox="1"/>
            <p:nvPr/>
          </p:nvSpPr>
          <p:spPr>
            <a:xfrm>
              <a:off x="6616410" y="363493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14" name="Textfeld 169">
              <a:extLst>
                <a:ext uri="{FF2B5EF4-FFF2-40B4-BE49-F238E27FC236}">
                  <a16:creationId xmlns:a16="http://schemas.microsoft.com/office/drawing/2014/main" id="{759C49F5-B599-F77C-D71F-2E34CD5A7309}"/>
                </a:ext>
              </a:extLst>
            </p:cNvPr>
            <p:cNvSpPr txBox="1"/>
            <p:nvPr/>
          </p:nvSpPr>
          <p:spPr>
            <a:xfrm>
              <a:off x="5576023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15" name="Textfeld 169">
              <a:extLst>
                <a:ext uri="{FF2B5EF4-FFF2-40B4-BE49-F238E27FC236}">
                  <a16:creationId xmlns:a16="http://schemas.microsoft.com/office/drawing/2014/main" id="{51256CEF-B827-9A8F-9C5F-DE9858D2C204}"/>
                </a:ext>
              </a:extLst>
            </p:cNvPr>
            <p:cNvSpPr txBox="1"/>
            <p:nvPr/>
          </p:nvSpPr>
          <p:spPr>
            <a:xfrm>
              <a:off x="6160679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20" name="Textfeld 169">
            <a:extLst>
              <a:ext uri="{FF2B5EF4-FFF2-40B4-BE49-F238E27FC236}">
                <a16:creationId xmlns:a16="http://schemas.microsoft.com/office/drawing/2014/main" id="{4316F4EF-93B7-9D86-6A77-1024F817C545}"/>
              </a:ext>
            </a:extLst>
          </p:cNvPr>
          <p:cNvSpPr txBox="1"/>
          <p:nvPr/>
        </p:nvSpPr>
        <p:spPr>
          <a:xfrm>
            <a:off x="8283106" y="4984629"/>
            <a:ext cx="357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21" name="Textfeld 169">
            <a:extLst>
              <a:ext uri="{FF2B5EF4-FFF2-40B4-BE49-F238E27FC236}">
                <a16:creationId xmlns:a16="http://schemas.microsoft.com/office/drawing/2014/main" id="{F16F3718-A647-BA67-0C1D-5D5C78658580}"/>
              </a:ext>
            </a:extLst>
          </p:cNvPr>
          <p:cNvSpPr txBox="1"/>
          <p:nvPr/>
        </p:nvSpPr>
        <p:spPr>
          <a:xfrm>
            <a:off x="8770996" y="4984629"/>
            <a:ext cx="452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grpSp>
        <p:nvGrpSpPr>
          <p:cNvPr id="123" name="Gruppieren 122">
            <a:extLst>
              <a:ext uri="{FF2B5EF4-FFF2-40B4-BE49-F238E27FC236}">
                <a16:creationId xmlns:a16="http://schemas.microsoft.com/office/drawing/2014/main" id="{7C2B9D9D-2C44-47F0-9F9A-1DBBD466E02A}"/>
              </a:ext>
            </a:extLst>
          </p:cNvPr>
          <p:cNvGrpSpPr/>
          <p:nvPr/>
        </p:nvGrpSpPr>
        <p:grpSpPr>
          <a:xfrm>
            <a:off x="10643999" y="5278115"/>
            <a:ext cx="1415042" cy="412750"/>
            <a:chOff x="7782499" y="3595251"/>
            <a:chExt cx="1415042" cy="412750"/>
          </a:xfrm>
        </p:grpSpPr>
        <p:sp>
          <p:nvSpPr>
            <p:cNvPr id="124" name="Text Box 82">
              <a:extLst>
                <a:ext uri="{FF2B5EF4-FFF2-40B4-BE49-F238E27FC236}">
                  <a16:creationId xmlns:a16="http://schemas.microsoft.com/office/drawing/2014/main" id="{C261ADDE-A71A-926E-13BE-E4589D34AE3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79041" y="3633351"/>
              <a:ext cx="101662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Category</a:t>
              </a:r>
            </a:p>
          </p:txBody>
        </p:sp>
        <p:sp>
          <p:nvSpPr>
            <p:cNvPr id="125" name="Rectangle 83">
              <a:extLst>
                <a:ext uri="{FF2B5EF4-FFF2-40B4-BE49-F238E27FC236}">
                  <a16:creationId xmlns:a16="http://schemas.microsoft.com/office/drawing/2014/main" id="{92EA41A7-3067-9C55-CA14-16F60D6734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82499" y="3595251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6" name="Textfeld 169">
              <a:extLst>
                <a:ext uri="{FF2B5EF4-FFF2-40B4-BE49-F238E27FC236}">
                  <a16:creationId xmlns:a16="http://schemas.microsoft.com/office/drawing/2014/main" id="{C9B6D02C-F79F-47A9-8165-075C4AAD839F}"/>
                </a:ext>
              </a:extLst>
            </p:cNvPr>
            <p:cNvSpPr txBox="1"/>
            <p:nvPr/>
          </p:nvSpPr>
          <p:spPr>
            <a:xfrm>
              <a:off x="8899183" y="3824640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7" name="Textfeld 169">
              <a:extLst>
                <a:ext uri="{FF2B5EF4-FFF2-40B4-BE49-F238E27FC236}">
                  <a16:creationId xmlns:a16="http://schemas.microsoft.com/office/drawing/2014/main" id="{8EC7715B-2D3F-A1AA-42E5-8DFFE722FA78}"/>
                </a:ext>
              </a:extLst>
            </p:cNvPr>
            <p:cNvSpPr txBox="1"/>
            <p:nvPr/>
          </p:nvSpPr>
          <p:spPr>
            <a:xfrm>
              <a:off x="8899183" y="361921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8FFC577A-C978-70B4-ACB4-7B87DD8CFFF0}"/>
                </a:ext>
              </a:extLst>
            </p:cNvPr>
            <p:cNvSpPr txBox="1"/>
            <p:nvPr/>
          </p:nvSpPr>
          <p:spPr>
            <a:xfrm>
              <a:off x="8632948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30" name="Textfeld 169">
              <a:extLst>
                <a:ext uri="{FF2B5EF4-FFF2-40B4-BE49-F238E27FC236}">
                  <a16:creationId xmlns:a16="http://schemas.microsoft.com/office/drawing/2014/main" id="{67C07F82-1334-59FF-53BB-7B6E109CFA5C}"/>
                </a:ext>
              </a:extLst>
            </p:cNvPr>
            <p:cNvSpPr txBox="1"/>
            <p:nvPr/>
          </p:nvSpPr>
          <p:spPr>
            <a:xfrm>
              <a:off x="8069479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134" name="Gerade Verbindung mit Pfeil 133">
            <a:extLst>
              <a:ext uri="{FF2B5EF4-FFF2-40B4-BE49-F238E27FC236}">
                <a16:creationId xmlns:a16="http://schemas.microsoft.com/office/drawing/2014/main" id="{6ED13281-4DBE-27CE-B0A4-95FCAC2FBA84}"/>
              </a:ext>
            </a:extLst>
          </p:cNvPr>
          <p:cNvCxnSpPr>
            <a:cxnSpLocks/>
            <a:stCxn id="89" idx="2"/>
            <a:endCxn id="115" idx="0"/>
          </p:cNvCxnSpPr>
          <p:nvPr/>
        </p:nvCxnSpPr>
        <p:spPr>
          <a:xfrm flipH="1">
            <a:off x="9171358" y="4386620"/>
            <a:ext cx="1" cy="89492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35" name="Gerade Verbindung mit Pfeil 134">
            <a:extLst>
              <a:ext uri="{FF2B5EF4-FFF2-40B4-BE49-F238E27FC236}">
                <a16:creationId xmlns:a16="http://schemas.microsoft.com/office/drawing/2014/main" id="{A3387760-B6B8-0D9B-27B3-51EFD92D771A}"/>
              </a:ext>
            </a:extLst>
          </p:cNvPr>
          <p:cNvCxnSpPr>
            <a:cxnSpLocks/>
            <a:stCxn id="87" idx="2"/>
            <a:endCxn id="114" idx="0"/>
          </p:cNvCxnSpPr>
          <p:nvPr/>
        </p:nvCxnSpPr>
        <p:spPr>
          <a:xfrm flipH="1">
            <a:off x="8586702" y="4386619"/>
            <a:ext cx="1" cy="89492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36" name="Gruppieren 135">
            <a:extLst>
              <a:ext uri="{FF2B5EF4-FFF2-40B4-BE49-F238E27FC236}">
                <a16:creationId xmlns:a16="http://schemas.microsoft.com/office/drawing/2014/main" id="{36831D24-E2F3-2B1A-CB75-C3F4B74EB2A2}"/>
              </a:ext>
            </a:extLst>
          </p:cNvPr>
          <p:cNvGrpSpPr/>
          <p:nvPr/>
        </p:nvGrpSpPr>
        <p:grpSpPr>
          <a:xfrm>
            <a:off x="10646382" y="3753087"/>
            <a:ext cx="1410052" cy="412750"/>
            <a:chOff x="7784882" y="1863047"/>
            <a:chExt cx="1410052" cy="412750"/>
          </a:xfrm>
        </p:grpSpPr>
        <p:grpSp>
          <p:nvGrpSpPr>
            <p:cNvPr id="140" name="Gruppieren 139">
              <a:extLst>
                <a:ext uri="{FF2B5EF4-FFF2-40B4-BE49-F238E27FC236}">
                  <a16:creationId xmlns:a16="http://schemas.microsoft.com/office/drawing/2014/main" id="{B5EDF774-126C-4809-E877-8BDC0E466A2F}"/>
                </a:ext>
              </a:extLst>
            </p:cNvPr>
            <p:cNvGrpSpPr/>
            <p:nvPr/>
          </p:nvGrpSpPr>
          <p:grpSpPr>
            <a:xfrm>
              <a:off x="7784882" y="1863047"/>
              <a:ext cx="1410052" cy="412750"/>
              <a:chOff x="6133049" y="1935065"/>
              <a:chExt cx="1410052" cy="412750"/>
            </a:xfrm>
          </p:grpSpPr>
          <p:sp>
            <p:nvSpPr>
              <p:cNvPr id="143" name="Text Box 82">
                <a:extLst>
                  <a:ext uri="{FF2B5EF4-FFF2-40B4-BE49-F238E27FC236}">
                    <a16:creationId xmlns:a16="http://schemas.microsoft.com/office/drawing/2014/main" id="{43D54330-553A-A8AD-AABA-2BB50FF3B5A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13753" y="1973165"/>
                <a:ext cx="846707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Stream</a:t>
                </a:r>
              </a:p>
            </p:txBody>
          </p:sp>
          <p:sp>
            <p:nvSpPr>
              <p:cNvPr id="147" name="Rectangle 83">
                <a:extLst>
                  <a:ext uri="{FF2B5EF4-FFF2-40B4-BE49-F238E27FC236}">
                    <a16:creationId xmlns:a16="http://schemas.microsoft.com/office/drawing/2014/main" id="{C122C83C-9DAF-F8E1-A63F-E3462A3699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3049" y="1935065"/>
                <a:ext cx="1409695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49" name="Textfeld 169">
                <a:extLst>
                  <a:ext uri="{FF2B5EF4-FFF2-40B4-BE49-F238E27FC236}">
                    <a16:creationId xmlns:a16="http://schemas.microsoft.com/office/drawing/2014/main" id="{2B256E44-C839-F1BF-D298-4C793DD8145F}"/>
                  </a:ext>
                </a:extLst>
              </p:cNvPr>
              <p:cNvSpPr txBox="1"/>
              <p:nvPr/>
            </p:nvSpPr>
            <p:spPr>
              <a:xfrm>
                <a:off x="6329512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57" name="Textfeld 169">
                <a:extLst>
                  <a:ext uri="{FF2B5EF4-FFF2-40B4-BE49-F238E27FC236}">
                    <a16:creationId xmlns:a16="http://schemas.microsoft.com/office/drawing/2014/main" id="{13CF68EA-0767-16C7-0A9D-B364BD863920}"/>
                  </a:ext>
                </a:extLst>
              </p:cNvPr>
              <p:cNvSpPr txBox="1"/>
              <p:nvPr/>
            </p:nvSpPr>
            <p:spPr>
              <a:xfrm>
                <a:off x="7035803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58" name="Textfeld 169">
                <a:extLst>
                  <a:ext uri="{FF2B5EF4-FFF2-40B4-BE49-F238E27FC236}">
                    <a16:creationId xmlns:a16="http://schemas.microsoft.com/office/drawing/2014/main" id="{995E8652-C926-5179-DBEC-76DEFD2EAA2D}"/>
                  </a:ext>
                </a:extLst>
              </p:cNvPr>
              <p:cNvSpPr txBox="1"/>
              <p:nvPr/>
            </p:nvSpPr>
            <p:spPr>
              <a:xfrm>
                <a:off x="6231404" y="2189581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60" name="Textfeld 169">
                <a:extLst>
                  <a:ext uri="{FF2B5EF4-FFF2-40B4-BE49-F238E27FC236}">
                    <a16:creationId xmlns:a16="http://schemas.microsoft.com/office/drawing/2014/main" id="{37D3AE99-F50A-63E2-CA86-6BB65E731046}"/>
                  </a:ext>
                </a:extLst>
              </p:cNvPr>
              <p:cNvSpPr txBox="1"/>
              <p:nvPr/>
            </p:nvSpPr>
            <p:spPr>
              <a:xfrm>
                <a:off x="7244743" y="1954273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61" name="Textfeld 169">
                <a:extLst>
                  <a:ext uri="{FF2B5EF4-FFF2-40B4-BE49-F238E27FC236}">
                    <a16:creationId xmlns:a16="http://schemas.microsoft.com/office/drawing/2014/main" id="{F3462837-4457-0A91-4C1E-E34886B4E612}"/>
                  </a:ext>
                </a:extLst>
              </p:cNvPr>
              <p:cNvSpPr txBox="1"/>
              <p:nvPr/>
            </p:nvSpPr>
            <p:spPr>
              <a:xfrm>
                <a:off x="7244743" y="2163318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</p:grpSp>
        <p:sp>
          <p:nvSpPr>
            <p:cNvPr id="141" name="Textfeld 169">
              <a:extLst>
                <a:ext uri="{FF2B5EF4-FFF2-40B4-BE49-F238E27FC236}">
                  <a16:creationId xmlns:a16="http://schemas.microsoft.com/office/drawing/2014/main" id="{22DB1AF5-0AEA-6731-581F-FA074E147A5E}"/>
                </a:ext>
              </a:extLst>
            </p:cNvPr>
            <p:cNvSpPr txBox="1"/>
            <p:nvPr/>
          </p:nvSpPr>
          <p:spPr>
            <a:xfrm>
              <a:off x="7786744" y="1864687"/>
              <a:ext cx="298358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3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42" name="Textfeld 169">
              <a:extLst>
                <a:ext uri="{FF2B5EF4-FFF2-40B4-BE49-F238E27FC236}">
                  <a16:creationId xmlns:a16="http://schemas.microsoft.com/office/drawing/2014/main" id="{DD4DCA6A-66B6-568F-494C-B64EC36E8B3D}"/>
                </a:ext>
              </a:extLst>
            </p:cNvPr>
            <p:cNvSpPr txBox="1"/>
            <p:nvPr/>
          </p:nvSpPr>
          <p:spPr>
            <a:xfrm>
              <a:off x="7907927" y="211995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40840327-B7C9-1FB7-23C1-049F988DCD1E}"/>
              </a:ext>
            </a:extLst>
          </p:cNvPr>
          <p:cNvCxnSpPr>
            <a:cxnSpLocks/>
            <a:stCxn id="97" idx="2"/>
            <a:endCxn id="147" idx="1"/>
          </p:cNvCxnSpPr>
          <p:nvPr/>
        </p:nvCxnSpPr>
        <p:spPr>
          <a:xfrm flipV="1">
            <a:off x="9822616" y="3959462"/>
            <a:ext cx="823766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63" name="Verbinder: gewinkelt 87">
            <a:extLst>
              <a:ext uri="{FF2B5EF4-FFF2-40B4-BE49-F238E27FC236}">
                <a16:creationId xmlns:a16="http://schemas.microsoft.com/office/drawing/2014/main" id="{171C78FE-BB38-130C-BCB0-36922650ADE2}"/>
              </a:ext>
            </a:extLst>
          </p:cNvPr>
          <p:cNvCxnSpPr>
            <a:cxnSpLocks/>
            <a:stCxn id="102" idx="0"/>
            <a:endCxn id="142" idx="2"/>
          </p:cNvCxnSpPr>
          <p:nvPr/>
        </p:nvCxnSpPr>
        <p:spPr>
          <a:xfrm rot="5400000" flipH="1" flipV="1">
            <a:off x="9714480" y="4075610"/>
            <a:ext cx="1115851" cy="12924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5056E084-AAAF-A327-753E-74DE74F0AA50}"/>
              </a:ext>
            </a:extLst>
          </p:cNvPr>
          <p:cNvCxnSpPr>
            <a:cxnSpLocks/>
            <a:stCxn id="119" idx="3"/>
            <a:endCxn id="125" idx="1"/>
          </p:cNvCxnSpPr>
          <p:nvPr/>
        </p:nvCxnSpPr>
        <p:spPr>
          <a:xfrm>
            <a:off x="9775629" y="5484490"/>
            <a:ext cx="868370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4202127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 </a:t>
            </a:r>
            <a:r>
              <a:rPr lang="de-DE" dirty="0" err="1"/>
              <a:t>with</a:t>
            </a:r>
            <a:r>
              <a:rPr lang="de-DE" dirty="0"/>
              <a:t> Port Definition + Monitoring</a:t>
            </a:r>
          </a:p>
        </p:txBody>
      </p:sp>
      <p:cxnSp>
        <p:nvCxnSpPr>
          <p:cNvPr id="59" name="Verbinder: gewinkelt 87">
            <a:extLst>
              <a:ext uri="{FF2B5EF4-FFF2-40B4-BE49-F238E27FC236}">
                <a16:creationId xmlns:a16="http://schemas.microsoft.com/office/drawing/2014/main" id="{14D3FCE0-9DA9-94DB-C4EF-31BB4B93727F}"/>
              </a:ext>
            </a:extLst>
          </p:cNvPr>
          <p:cNvCxnSpPr>
            <a:cxnSpLocks/>
            <a:stCxn id="64" idx="3"/>
            <a:endCxn id="42" idx="1"/>
          </p:cNvCxnSpPr>
          <p:nvPr/>
        </p:nvCxnSpPr>
        <p:spPr>
          <a:xfrm>
            <a:off x="9194934" y="2168244"/>
            <a:ext cx="1262584" cy="8430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36" name="Text Box 82">
            <a:extLst>
              <a:ext uri="{FF2B5EF4-FFF2-40B4-BE49-F238E27FC236}">
                <a16:creationId xmlns:a16="http://schemas.microsoft.com/office/drawing/2014/main" id="{A86E7FAC-D012-8643-A9DD-B84EE56CFC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17783" y="1871191"/>
            <a:ext cx="1290738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rPr>
              <a:t>Observation</a:t>
            </a:r>
          </a:p>
        </p:txBody>
      </p:sp>
      <p:sp>
        <p:nvSpPr>
          <p:cNvPr id="37" name="Rectangle 83">
            <a:extLst>
              <a:ext uri="{FF2B5EF4-FFF2-40B4-BE49-F238E27FC236}">
                <a16:creationId xmlns:a16="http://schemas.microsoft.com/office/drawing/2014/main" id="{14FFC7ED-4636-51E7-CD3A-25D6E51907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58306" y="1863047"/>
            <a:ext cx="1409694" cy="4127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82" name="Textfeld 169">
            <a:extLst>
              <a:ext uri="{FF2B5EF4-FFF2-40B4-BE49-F238E27FC236}">
                <a16:creationId xmlns:a16="http://schemas.microsoft.com/office/drawing/2014/main" id="{402B1547-CB5A-BCFE-048C-EA4238ED56D3}"/>
              </a:ext>
            </a:extLst>
          </p:cNvPr>
          <p:cNvSpPr txBox="1"/>
          <p:nvPr/>
        </p:nvSpPr>
        <p:spPr>
          <a:xfrm>
            <a:off x="10460376" y="1883735"/>
            <a:ext cx="298358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cxnSp>
        <p:nvCxnSpPr>
          <p:cNvPr id="97" name="Gerade Verbindung mit Pfeil 96">
            <a:extLst>
              <a:ext uri="{FF2B5EF4-FFF2-40B4-BE49-F238E27FC236}">
                <a16:creationId xmlns:a16="http://schemas.microsoft.com/office/drawing/2014/main" id="{506C418B-FA7C-40EA-9E50-8D50E310378A}"/>
              </a:ext>
            </a:extLst>
          </p:cNvPr>
          <p:cNvCxnSpPr>
            <a:cxnSpLocks/>
            <a:stCxn id="37" idx="2"/>
            <a:endCxn id="42" idx="0"/>
          </p:cNvCxnSpPr>
          <p:nvPr/>
        </p:nvCxnSpPr>
        <p:spPr>
          <a:xfrm flipH="1">
            <a:off x="11162365" y="2275797"/>
            <a:ext cx="788" cy="52914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5EF4C04C-2DA2-BCD2-61C1-FBD24E64E77E}"/>
              </a:ext>
            </a:extLst>
          </p:cNvPr>
          <p:cNvGrpSpPr/>
          <p:nvPr/>
        </p:nvGrpSpPr>
        <p:grpSpPr>
          <a:xfrm>
            <a:off x="10457518" y="2804941"/>
            <a:ext cx="1409694" cy="412750"/>
            <a:chOff x="8871299" y="3365841"/>
            <a:chExt cx="1409694" cy="412750"/>
          </a:xfrm>
        </p:grpSpPr>
        <p:sp>
          <p:nvSpPr>
            <p:cNvPr id="41" name="Text Box 82">
              <a:extLst>
                <a:ext uri="{FF2B5EF4-FFF2-40B4-BE49-F238E27FC236}">
                  <a16:creationId xmlns:a16="http://schemas.microsoft.com/office/drawing/2014/main" id="{986D3CE8-B027-93F3-3E49-60577780DD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42" name="Rectangle 83">
              <a:extLst>
                <a:ext uri="{FF2B5EF4-FFF2-40B4-BE49-F238E27FC236}">
                  <a16:creationId xmlns:a16="http://schemas.microsoft.com/office/drawing/2014/main" id="{52E5103E-6ECF-385B-6921-9D25C3AB74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46" name="Verbinder: gewinkelt 87">
            <a:extLst>
              <a:ext uri="{FF2B5EF4-FFF2-40B4-BE49-F238E27FC236}">
                <a16:creationId xmlns:a16="http://schemas.microsoft.com/office/drawing/2014/main" id="{CD886444-3BA8-7244-DC3A-085B2992340B}"/>
              </a:ext>
            </a:extLst>
          </p:cNvPr>
          <p:cNvCxnSpPr>
            <a:cxnSpLocks/>
            <a:stCxn id="42" idx="2"/>
            <a:endCxn id="119" idx="3"/>
          </p:cNvCxnSpPr>
          <p:nvPr/>
        </p:nvCxnSpPr>
        <p:spPr>
          <a:xfrm rot="5400000">
            <a:off x="9887697" y="2526957"/>
            <a:ext cx="583935" cy="19654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63" name="Textfeld 169">
            <a:extLst>
              <a:ext uri="{FF2B5EF4-FFF2-40B4-BE49-F238E27FC236}">
                <a16:creationId xmlns:a16="http://schemas.microsoft.com/office/drawing/2014/main" id="{E8B6B90A-C517-4F5A-54A1-22AC14079DD7}"/>
              </a:ext>
            </a:extLst>
          </p:cNvPr>
          <p:cNvSpPr txBox="1"/>
          <p:nvPr/>
        </p:nvSpPr>
        <p:spPr>
          <a:xfrm>
            <a:off x="9248227" y="2757490"/>
            <a:ext cx="1239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*</a:t>
            </a:r>
            <a:br>
              <a:rPr lang="en-US" sz="1400" dirty="0">
                <a:solidFill>
                  <a:prstClr val="black"/>
                </a:solidFill>
              </a:rPr>
            </a:br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sp>
        <p:nvSpPr>
          <p:cNvPr id="164" name="Textfeld 169">
            <a:extLst>
              <a:ext uri="{FF2B5EF4-FFF2-40B4-BE49-F238E27FC236}">
                <a16:creationId xmlns:a16="http://schemas.microsoft.com/office/drawing/2014/main" id="{72066C95-9C5C-01BC-E930-4BBFF5681059}"/>
              </a:ext>
            </a:extLst>
          </p:cNvPr>
          <p:cNvSpPr txBox="1"/>
          <p:nvPr/>
        </p:nvSpPr>
        <p:spPr>
          <a:xfrm>
            <a:off x="10213866" y="2503989"/>
            <a:ext cx="9695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B4A8BE56-5B97-FE39-1B1A-13D263F49C42}"/>
              </a:ext>
            </a:extLst>
          </p:cNvPr>
          <p:cNvCxnSpPr>
            <a:cxnSpLocks/>
            <a:stCxn id="82" idx="1"/>
            <a:endCxn id="62" idx="3"/>
          </p:cNvCxnSpPr>
          <p:nvPr/>
        </p:nvCxnSpPr>
        <p:spPr>
          <a:xfrm flipH="1" flipV="1">
            <a:off x="9194934" y="1959199"/>
            <a:ext cx="1265442" cy="148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sp>
        <p:nvSpPr>
          <p:cNvPr id="176" name="Textfeld 169">
            <a:extLst>
              <a:ext uri="{FF2B5EF4-FFF2-40B4-BE49-F238E27FC236}">
                <a16:creationId xmlns:a16="http://schemas.microsoft.com/office/drawing/2014/main" id="{F3C7BE52-08B6-F485-2061-9B1C41781DF5}"/>
              </a:ext>
            </a:extLst>
          </p:cNvPr>
          <p:cNvSpPr txBox="1"/>
          <p:nvPr/>
        </p:nvSpPr>
        <p:spPr>
          <a:xfrm>
            <a:off x="9154562" y="351862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80" name="Textfeld 169">
            <a:extLst>
              <a:ext uri="{FF2B5EF4-FFF2-40B4-BE49-F238E27FC236}">
                <a16:creationId xmlns:a16="http://schemas.microsoft.com/office/drawing/2014/main" id="{A02AF184-31F4-9AB8-16CF-AC7FB3BA549E}"/>
              </a:ext>
            </a:extLst>
          </p:cNvPr>
          <p:cNvSpPr txBox="1"/>
          <p:nvPr/>
        </p:nvSpPr>
        <p:spPr>
          <a:xfrm>
            <a:off x="11140452" y="316669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1" name="Textfeld 169">
            <a:extLst>
              <a:ext uri="{FF2B5EF4-FFF2-40B4-BE49-F238E27FC236}">
                <a16:creationId xmlns:a16="http://schemas.microsoft.com/office/drawing/2014/main" id="{B9DEA424-30B4-859A-89AB-467FC057E910}"/>
              </a:ext>
            </a:extLst>
          </p:cNvPr>
          <p:cNvSpPr txBox="1"/>
          <p:nvPr/>
        </p:nvSpPr>
        <p:spPr>
          <a:xfrm>
            <a:off x="11140451" y="220352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2" name="Textfeld 169">
            <a:extLst>
              <a:ext uri="{FF2B5EF4-FFF2-40B4-BE49-F238E27FC236}">
                <a16:creationId xmlns:a16="http://schemas.microsoft.com/office/drawing/2014/main" id="{4B1FB061-A8E4-4319-98AE-5B89E5E4A230}"/>
              </a:ext>
            </a:extLst>
          </p:cNvPr>
          <p:cNvSpPr txBox="1"/>
          <p:nvPr/>
        </p:nvSpPr>
        <p:spPr>
          <a:xfrm>
            <a:off x="11140452" y="255474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3" name="Textfeld 169">
            <a:extLst>
              <a:ext uri="{FF2B5EF4-FFF2-40B4-BE49-F238E27FC236}">
                <a16:creationId xmlns:a16="http://schemas.microsoft.com/office/drawing/2014/main" id="{9FAB837E-E081-EF2C-A092-3BE7A070A92E}"/>
              </a:ext>
            </a:extLst>
          </p:cNvPr>
          <p:cNvSpPr txBox="1"/>
          <p:nvPr/>
        </p:nvSpPr>
        <p:spPr>
          <a:xfrm>
            <a:off x="9218493" y="170930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84" name="Textfeld 169">
            <a:extLst>
              <a:ext uri="{FF2B5EF4-FFF2-40B4-BE49-F238E27FC236}">
                <a16:creationId xmlns:a16="http://schemas.microsoft.com/office/drawing/2014/main" id="{645FFC5F-EAB3-2698-8D5E-D20F99E41040}"/>
              </a:ext>
            </a:extLst>
          </p:cNvPr>
          <p:cNvSpPr txBox="1"/>
          <p:nvPr/>
        </p:nvSpPr>
        <p:spPr>
          <a:xfrm>
            <a:off x="10192702" y="178628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E8E9FBF4-7286-ADB3-F148-4A79C325FC14}"/>
              </a:ext>
            </a:extLst>
          </p:cNvPr>
          <p:cNvSpPr txBox="1"/>
          <p:nvPr/>
        </p:nvSpPr>
        <p:spPr>
          <a:xfrm>
            <a:off x="9875698" y="97010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09A8F5F4-9AD6-DA6B-C494-329D7F7FDE7A}"/>
              </a:ext>
            </a:extLst>
          </p:cNvPr>
          <p:cNvSpPr/>
          <p:nvPr/>
        </p:nvSpPr>
        <p:spPr bwMode="auto">
          <a:xfrm rot="21216338">
            <a:off x="9476163" y="1010886"/>
            <a:ext cx="2194361" cy="3291840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043706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4" name="Content Placeholder 131">
            <a:extLst>
              <a:ext uri="{FF2B5EF4-FFF2-40B4-BE49-F238E27FC236}">
                <a16:creationId xmlns:a16="http://schemas.microsoft.com/office/drawing/2014/main" id="{4849778A-8294-48E6-7184-A569295144E9}"/>
              </a:ext>
            </a:extLst>
          </p:cNvPr>
          <p:cNvSpPr txBox="1">
            <a:spLocks/>
          </p:cNvSpPr>
          <p:nvPr/>
        </p:nvSpPr>
        <p:spPr>
          <a:xfrm>
            <a:off x="384001" y="1236273"/>
            <a:ext cx="2884330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Trebuchet MS" panose="020B0603020202020204" pitchFamily="34" charset="0"/>
              </a:rPr>
              <a:t>Each stream can be observed</a:t>
            </a:r>
          </a:p>
          <a:p>
            <a:endParaRPr lang="en-US" dirty="0">
              <a:latin typeface="Trebuchet MS" panose="020B0603020202020204" pitchFamily="34" charset="0"/>
            </a:endParaRPr>
          </a:p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Trebuchet MS" panose="020B0603020202020204" pitchFamily="34" charset="0"/>
              </a:rPr>
              <a:t>An observation may be incomplete on a stream</a:t>
            </a:r>
          </a:p>
          <a:p>
            <a:pPr lvl="1"/>
            <a:r>
              <a:rPr lang="en-US" dirty="0">
                <a:latin typeface="Trebuchet MS" panose="020B0603020202020204" pitchFamily="34" charset="0"/>
              </a:rPr>
              <a:t>Stream may be continuous </a:t>
            </a:r>
          </a:p>
          <a:p>
            <a:pPr lvl="1"/>
            <a:r>
              <a:rPr lang="en-US" dirty="0">
                <a:latin typeface="+mj-lt"/>
              </a:rPr>
              <a:t>Constrained by a sampling rate</a:t>
            </a:r>
          </a:p>
          <a:p>
            <a:pPr lvl="1"/>
            <a:r>
              <a:rPr lang="en-US" dirty="0">
                <a:latin typeface="+mj-lt"/>
              </a:rPr>
              <a:t>With start and end time</a:t>
            </a:r>
          </a:p>
          <a:p>
            <a:endParaRPr lang="en-US" dirty="0">
              <a:latin typeface="+mj-lt"/>
            </a:endParaRP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Observations can be set on ports or inner states</a:t>
            </a:r>
          </a:p>
        </p:txBody>
      </p:sp>
      <p:sp>
        <p:nvSpPr>
          <p:cNvPr id="5" name="Textfeld 169">
            <a:extLst>
              <a:ext uri="{FF2B5EF4-FFF2-40B4-BE49-F238E27FC236}">
                <a16:creationId xmlns:a16="http://schemas.microsoft.com/office/drawing/2014/main" id="{DB0E97B5-14C1-9A24-FC44-BD692E88EF0F}"/>
              </a:ext>
            </a:extLst>
          </p:cNvPr>
          <p:cNvSpPr txBox="1"/>
          <p:nvPr/>
        </p:nvSpPr>
        <p:spPr>
          <a:xfrm>
            <a:off x="5293063" y="4275513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7" name="Textfeld 169">
            <a:extLst>
              <a:ext uri="{FF2B5EF4-FFF2-40B4-BE49-F238E27FC236}">
                <a16:creationId xmlns:a16="http://schemas.microsoft.com/office/drawing/2014/main" id="{C8EA6076-8AD1-8651-0CA9-3CD8DB93AA91}"/>
              </a:ext>
            </a:extLst>
          </p:cNvPr>
          <p:cNvSpPr txBox="1"/>
          <p:nvPr/>
        </p:nvSpPr>
        <p:spPr>
          <a:xfrm>
            <a:off x="5667366" y="4277775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055637FB-0EF3-2A39-3D95-759E50539EEA}"/>
              </a:ext>
            </a:extLst>
          </p:cNvPr>
          <p:cNvGrpSpPr/>
          <p:nvPr/>
        </p:nvGrpSpPr>
        <p:grpSpPr>
          <a:xfrm>
            <a:off x="4985363" y="3590206"/>
            <a:ext cx="1414463" cy="412750"/>
            <a:chOff x="7497215" y="4334214"/>
            <a:chExt cx="1414463" cy="412750"/>
          </a:xfrm>
        </p:grpSpPr>
        <p:grpSp>
          <p:nvGrpSpPr>
            <p:cNvPr id="9" name="Group 87">
              <a:extLst>
                <a:ext uri="{FF2B5EF4-FFF2-40B4-BE49-F238E27FC236}">
                  <a16:creationId xmlns:a16="http://schemas.microsoft.com/office/drawing/2014/main" id="{6049D24F-F454-4DA0-7C90-2DB3385D98B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14" name="Text Box 82">
                <a:extLst>
                  <a:ext uri="{FF2B5EF4-FFF2-40B4-BE49-F238E27FC236}">
                    <a16:creationId xmlns:a16="http://schemas.microsoft.com/office/drawing/2014/main" id="{D0F6257E-CABB-1030-47A4-18DCB43AA05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6" name="Rectangle 83">
                <a:extLst>
                  <a:ext uri="{FF2B5EF4-FFF2-40B4-BE49-F238E27FC236}">
                    <a16:creationId xmlns:a16="http://schemas.microsoft.com/office/drawing/2014/main" id="{281C2E80-78CB-DD5E-B162-9E3D673C9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3" name="Textfeld 169">
              <a:extLst>
                <a:ext uri="{FF2B5EF4-FFF2-40B4-BE49-F238E27FC236}">
                  <a16:creationId xmlns:a16="http://schemas.microsoft.com/office/drawing/2014/main" id="{9654C0C2-E10C-EA19-EA4B-16956A373D9E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7544C733-4131-503D-EC7D-6C4F9723F507}"/>
              </a:ext>
            </a:extLst>
          </p:cNvPr>
          <p:cNvGrpSpPr/>
          <p:nvPr/>
        </p:nvGrpSpPr>
        <p:grpSpPr>
          <a:xfrm>
            <a:off x="4986192" y="4537851"/>
            <a:ext cx="1414463" cy="412750"/>
            <a:chOff x="9978688" y="4334214"/>
            <a:chExt cx="1414463" cy="412750"/>
          </a:xfrm>
        </p:grpSpPr>
        <p:grpSp>
          <p:nvGrpSpPr>
            <p:cNvPr id="19" name="Group 87">
              <a:extLst>
                <a:ext uri="{FF2B5EF4-FFF2-40B4-BE49-F238E27FC236}">
                  <a16:creationId xmlns:a16="http://schemas.microsoft.com/office/drawing/2014/main" id="{DEB00EEA-6550-64BD-3E1A-ED06E92468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22" name="Text Box 82">
                <a:extLst>
                  <a:ext uri="{FF2B5EF4-FFF2-40B4-BE49-F238E27FC236}">
                    <a16:creationId xmlns:a16="http://schemas.microsoft.com/office/drawing/2014/main" id="{B939D808-5045-B7E8-DEB5-ECA51B6C6EC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3" name="Rectangle 83">
                <a:extLst>
                  <a:ext uri="{FF2B5EF4-FFF2-40B4-BE49-F238E27FC236}">
                    <a16:creationId xmlns:a16="http://schemas.microsoft.com/office/drawing/2014/main" id="{9C6CDE5B-F62E-8337-298B-B80B23B9DC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20" name="Textfeld 169">
              <a:extLst>
                <a:ext uri="{FF2B5EF4-FFF2-40B4-BE49-F238E27FC236}">
                  <a16:creationId xmlns:a16="http://schemas.microsoft.com/office/drawing/2014/main" id="{877E9C88-44CF-86CF-49B8-4557344A2FA0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24" name="Group 87">
            <a:extLst>
              <a:ext uri="{FF2B5EF4-FFF2-40B4-BE49-F238E27FC236}">
                <a16:creationId xmlns:a16="http://schemas.microsoft.com/office/drawing/2014/main" id="{68E28098-44C8-55B7-1845-68547CE48E91}"/>
              </a:ext>
            </a:extLst>
          </p:cNvPr>
          <p:cNvGrpSpPr>
            <a:grpSpLocks/>
          </p:cNvGrpSpPr>
          <p:nvPr/>
        </p:nvGrpSpPr>
        <p:grpSpPr bwMode="auto">
          <a:xfrm>
            <a:off x="7784882" y="4537851"/>
            <a:ext cx="1414463" cy="412750"/>
            <a:chOff x="3441" y="2592"/>
            <a:chExt cx="891" cy="260"/>
          </a:xfrm>
        </p:grpSpPr>
        <p:sp>
          <p:nvSpPr>
            <p:cNvPr id="25" name="Text Box 82">
              <a:extLst>
                <a:ext uri="{FF2B5EF4-FFF2-40B4-BE49-F238E27FC236}">
                  <a16:creationId xmlns:a16="http://schemas.microsoft.com/office/drawing/2014/main" id="{175F2F9C-7BBD-B7C7-FA30-60A3930292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27" name="Rectangle 83">
              <a:extLst>
                <a:ext uri="{FF2B5EF4-FFF2-40B4-BE49-F238E27FC236}">
                  <a16:creationId xmlns:a16="http://schemas.microsoft.com/office/drawing/2014/main" id="{0FBE417F-9027-70B3-B62E-D7642364DF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8" name="Verbinder: gewinkelt 87">
            <a:extLst>
              <a:ext uri="{FF2B5EF4-FFF2-40B4-BE49-F238E27FC236}">
                <a16:creationId xmlns:a16="http://schemas.microsoft.com/office/drawing/2014/main" id="{72432AE7-A6F7-8E60-96FB-CA157AFF17C2}"/>
              </a:ext>
            </a:extLst>
          </p:cNvPr>
          <p:cNvCxnSpPr>
            <a:cxnSpLocks/>
            <a:stCxn id="16" idx="3"/>
            <a:endCxn id="93" idx="3"/>
          </p:cNvCxnSpPr>
          <p:nvPr/>
        </p:nvCxnSpPr>
        <p:spPr>
          <a:xfrm flipV="1">
            <a:off x="6399826" y="3621456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30" name="Verbinder: gewinkelt 87">
            <a:extLst>
              <a:ext uri="{FF2B5EF4-FFF2-40B4-BE49-F238E27FC236}">
                <a16:creationId xmlns:a16="http://schemas.microsoft.com/office/drawing/2014/main" id="{A7214BA0-8D98-6633-A48F-CD46E48D5C5A}"/>
              </a:ext>
            </a:extLst>
          </p:cNvPr>
          <p:cNvCxnSpPr>
            <a:cxnSpLocks/>
            <a:stCxn id="23" idx="3"/>
            <a:endCxn id="93" idx="3"/>
          </p:cNvCxnSpPr>
          <p:nvPr/>
        </p:nvCxnSpPr>
        <p:spPr>
          <a:xfrm flipV="1">
            <a:off x="6400655" y="3621456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31" name="Verbinder: gewinkelt 87">
            <a:extLst>
              <a:ext uri="{FF2B5EF4-FFF2-40B4-BE49-F238E27FC236}">
                <a16:creationId xmlns:a16="http://schemas.microsoft.com/office/drawing/2014/main" id="{5EA2C2EA-1B7B-3C8D-EBE4-81B3B0E72AEC}"/>
              </a:ext>
            </a:extLst>
          </p:cNvPr>
          <p:cNvCxnSpPr>
            <a:cxnSpLocks/>
            <a:stCxn id="96" idx="2"/>
            <a:endCxn id="119" idx="1"/>
          </p:cNvCxnSpPr>
          <p:nvPr/>
        </p:nvCxnSpPr>
        <p:spPr>
          <a:xfrm rot="16200000" flipH="1">
            <a:off x="7254073" y="3273200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C1F6034E-8909-7343-6DEC-9E5D64D0A662}"/>
              </a:ext>
            </a:extLst>
          </p:cNvPr>
          <p:cNvCxnSpPr>
            <a:cxnSpLocks/>
            <a:stCxn id="56" idx="2"/>
            <a:endCxn id="119" idx="0"/>
          </p:cNvCxnSpPr>
          <p:nvPr/>
        </p:nvCxnSpPr>
        <p:spPr>
          <a:xfrm>
            <a:off x="8489730" y="2275797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94D0B6A7-8425-29B3-AD74-7BD910B3AD65}"/>
              </a:ext>
            </a:extLst>
          </p:cNvPr>
          <p:cNvCxnSpPr>
            <a:cxnSpLocks/>
            <a:stCxn id="126" idx="0"/>
            <a:endCxn id="27" idx="0"/>
          </p:cNvCxnSpPr>
          <p:nvPr/>
        </p:nvCxnSpPr>
        <p:spPr>
          <a:xfrm>
            <a:off x="8489731" y="4266998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8A77CD5-3051-816F-F356-9305A31F6F2E}"/>
              </a:ext>
            </a:extLst>
          </p:cNvPr>
          <p:cNvCxnSpPr>
            <a:cxnSpLocks/>
            <a:stCxn id="23" idx="0"/>
            <a:endCxn id="16" idx="2"/>
          </p:cNvCxnSpPr>
          <p:nvPr/>
        </p:nvCxnSpPr>
        <p:spPr>
          <a:xfrm flipH="1" flipV="1">
            <a:off x="5692595" y="4002956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F1748259-7664-02D7-42E6-3854F01CAF41}"/>
              </a:ext>
            </a:extLst>
          </p:cNvPr>
          <p:cNvGrpSpPr/>
          <p:nvPr/>
        </p:nvGrpSpPr>
        <p:grpSpPr>
          <a:xfrm>
            <a:off x="3485630" y="1861556"/>
            <a:ext cx="1930787" cy="415732"/>
            <a:chOff x="5746196" y="1700350"/>
            <a:chExt cx="1930787" cy="415732"/>
          </a:xfrm>
        </p:grpSpPr>
        <p:cxnSp>
          <p:nvCxnSpPr>
            <p:cNvPr id="39" name="Verbinder: gewinkelt 87">
              <a:extLst>
                <a:ext uri="{FF2B5EF4-FFF2-40B4-BE49-F238E27FC236}">
                  <a16:creationId xmlns:a16="http://schemas.microsoft.com/office/drawing/2014/main" id="{7368805F-E8DF-41E7-E660-F700F2718F83}"/>
                </a:ext>
              </a:extLst>
            </p:cNvPr>
            <p:cNvCxnSpPr>
              <a:cxnSpLocks/>
              <a:stCxn id="45" idx="2"/>
              <a:endCxn id="44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3" name="Text Box 82">
              <a:extLst>
                <a:ext uri="{FF2B5EF4-FFF2-40B4-BE49-F238E27FC236}">
                  <a16:creationId xmlns:a16="http://schemas.microsoft.com/office/drawing/2014/main" id="{0C533DF8-DBAB-43C5-308E-1DCCC80746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44" name="Rectangle 83">
              <a:extLst>
                <a:ext uri="{FF2B5EF4-FFF2-40B4-BE49-F238E27FC236}">
                  <a16:creationId xmlns:a16="http://schemas.microsoft.com/office/drawing/2014/main" id="{F420C451-9681-9006-FFCB-BE8AF473B5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5" name="AutoShape 50">
              <a:extLst>
                <a:ext uri="{FF2B5EF4-FFF2-40B4-BE49-F238E27FC236}">
                  <a16:creationId xmlns:a16="http://schemas.microsoft.com/office/drawing/2014/main" id="{B2A2236F-6475-B5E0-A6A9-52F82008BBC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6" name="Textfeld 169">
              <a:extLst>
                <a:ext uri="{FF2B5EF4-FFF2-40B4-BE49-F238E27FC236}">
                  <a16:creationId xmlns:a16="http://schemas.microsoft.com/office/drawing/2014/main" id="{AFDA5BD2-5B2F-032C-DDEB-704523080280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49" name="Textfeld 169">
              <a:extLst>
                <a:ext uri="{FF2B5EF4-FFF2-40B4-BE49-F238E27FC236}">
                  <a16:creationId xmlns:a16="http://schemas.microsoft.com/office/drawing/2014/main" id="{85ED3B47-E825-AF97-013E-B60ACF9735C7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50" name="AutoShape 50">
              <a:extLst>
                <a:ext uri="{FF2B5EF4-FFF2-40B4-BE49-F238E27FC236}">
                  <a16:creationId xmlns:a16="http://schemas.microsoft.com/office/drawing/2014/main" id="{29D1A0FE-0993-E4E8-82FF-B16FB166D16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51" name="Textfeld 169">
            <a:extLst>
              <a:ext uri="{FF2B5EF4-FFF2-40B4-BE49-F238E27FC236}">
                <a16:creationId xmlns:a16="http://schemas.microsoft.com/office/drawing/2014/main" id="{AFBCD20D-7524-EC56-2A71-2145EDBD4E12}"/>
              </a:ext>
            </a:extLst>
          </p:cNvPr>
          <p:cNvSpPr txBox="1"/>
          <p:nvPr/>
        </p:nvSpPr>
        <p:spPr>
          <a:xfrm>
            <a:off x="4444439" y="162641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52" name="Textfeld 169">
            <a:extLst>
              <a:ext uri="{FF2B5EF4-FFF2-40B4-BE49-F238E27FC236}">
                <a16:creationId xmlns:a16="http://schemas.microsoft.com/office/drawing/2014/main" id="{BF618432-0E60-4C72-51F7-91B59156AFA0}"/>
              </a:ext>
            </a:extLst>
          </p:cNvPr>
          <p:cNvSpPr txBox="1"/>
          <p:nvPr/>
        </p:nvSpPr>
        <p:spPr>
          <a:xfrm>
            <a:off x="7212325" y="2050339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53" name="Textfeld 169">
            <a:extLst>
              <a:ext uri="{FF2B5EF4-FFF2-40B4-BE49-F238E27FC236}">
                <a16:creationId xmlns:a16="http://schemas.microsoft.com/office/drawing/2014/main" id="{76233D61-9B9D-62F2-2CC0-0B8DC6F8CC5A}"/>
              </a:ext>
            </a:extLst>
          </p:cNvPr>
          <p:cNvSpPr txBox="1"/>
          <p:nvPr/>
        </p:nvSpPr>
        <p:spPr>
          <a:xfrm>
            <a:off x="7498992" y="179667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7AD3F749-19D5-1D44-DCD4-65720E86416B}"/>
              </a:ext>
            </a:extLst>
          </p:cNvPr>
          <p:cNvGrpSpPr/>
          <p:nvPr/>
        </p:nvGrpSpPr>
        <p:grpSpPr>
          <a:xfrm>
            <a:off x="7784882" y="1863047"/>
            <a:ext cx="1410052" cy="412750"/>
            <a:chOff x="6133049" y="1935065"/>
            <a:chExt cx="1410052" cy="412750"/>
          </a:xfrm>
        </p:grpSpPr>
        <p:sp>
          <p:nvSpPr>
            <p:cNvPr id="55" name="Text Box 82">
              <a:extLst>
                <a:ext uri="{FF2B5EF4-FFF2-40B4-BE49-F238E27FC236}">
                  <a16:creationId xmlns:a16="http://schemas.microsoft.com/office/drawing/2014/main" id="{A8129D00-6FE3-4D3F-38F7-FD2F0826D0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56" name="Rectangle 83">
              <a:extLst>
                <a:ext uri="{FF2B5EF4-FFF2-40B4-BE49-F238E27FC236}">
                  <a16:creationId xmlns:a16="http://schemas.microsoft.com/office/drawing/2014/main" id="{5633609B-9483-9CF3-BDEF-8C038A7595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58" name="Textfeld 169">
              <a:extLst>
                <a:ext uri="{FF2B5EF4-FFF2-40B4-BE49-F238E27FC236}">
                  <a16:creationId xmlns:a16="http://schemas.microsoft.com/office/drawing/2014/main" id="{6E91C04A-BC1F-C081-501B-80AFDFC7D08A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0" name="Textfeld 169">
              <a:extLst>
                <a:ext uri="{FF2B5EF4-FFF2-40B4-BE49-F238E27FC236}">
                  <a16:creationId xmlns:a16="http://schemas.microsoft.com/office/drawing/2014/main" id="{5B41272C-D895-66C8-8218-DE7B9AC25578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1" name="Textfeld 169">
              <a:extLst>
                <a:ext uri="{FF2B5EF4-FFF2-40B4-BE49-F238E27FC236}">
                  <a16:creationId xmlns:a16="http://schemas.microsoft.com/office/drawing/2014/main" id="{D4685A46-7ADC-3D7C-140B-DBDAE7CE5B31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2" name="Textfeld 169">
              <a:extLst>
                <a:ext uri="{FF2B5EF4-FFF2-40B4-BE49-F238E27FC236}">
                  <a16:creationId xmlns:a16="http://schemas.microsoft.com/office/drawing/2014/main" id="{689970C7-47E9-1F88-380A-491B97C2F0F4}"/>
                </a:ext>
              </a:extLst>
            </p:cNvPr>
            <p:cNvSpPr txBox="1"/>
            <p:nvPr/>
          </p:nvSpPr>
          <p:spPr>
            <a:xfrm>
              <a:off x="7244743" y="195427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4" name="Textfeld 169">
              <a:extLst>
                <a:ext uri="{FF2B5EF4-FFF2-40B4-BE49-F238E27FC236}">
                  <a16:creationId xmlns:a16="http://schemas.microsoft.com/office/drawing/2014/main" id="{498C4916-9CBC-32CB-6586-2CABC2BA2535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65" name="Textfeld 169">
            <a:extLst>
              <a:ext uri="{FF2B5EF4-FFF2-40B4-BE49-F238E27FC236}">
                <a16:creationId xmlns:a16="http://schemas.microsoft.com/office/drawing/2014/main" id="{23098CCB-72F8-AD0E-5A48-4D2C74BB74AC}"/>
              </a:ext>
            </a:extLst>
          </p:cNvPr>
          <p:cNvSpPr txBox="1"/>
          <p:nvPr/>
        </p:nvSpPr>
        <p:spPr>
          <a:xfrm>
            <a:off x="4711814" y="2234422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73" name="Textfeld 169">
            <a:extLst>
              <a:ext uri="{FF2B5EF4-FFF2-40B4-BE49-F238E27FC236}">
                <a16:creationId xmlns:a16="http://schemas.microsoft.com/office/drawing/2014/main" id="{FF04CE16-D2CB-F5E2-C36F-96E3D36FE7B0}"/>
              </a:ext>
            </a:extLst>
          </p:cNvPr>
          <p:cNvSpPr txBox="1"/>
          <p:nvPr/>
        </p:nvSpPr>
        <p:spPr>
          <a:xfrm>
            <a:off x="4122374" y="2232059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77" name="Textfeld 169">
            <a:extLst>
              <a:ext uri="{FF2B5EF4-FFF2-40B4-BE49-F238E27FC236}">
                <a16:creationId xmlns:a16="http://schemas.microsoft.com/office/drawing/2014/main" id="{4E8865A8-A5EB-AE1E-47B8-72EE77967872}"/>
              </a:ext>
            </a:extLst>
          </p:cNvPr>
          <p:cNvSpPr txBox="1"/>
          <p:nvPr/>
        </p:nvSpPr>
        <p:spPr>
          <a:xfrm>
            <a:off x="4763594" y="355828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78" name="Textfeld 169">
            <a:extLst>
              <a:ext uri="{FF2B5EF4-FFF2-40B4-BE49-F238E27FC236}">
                <a16:creationId xmlns:a16="http://schemas.microsoft.com/office/drawing/2014/main" id="{F16C2D88-5623-DB7C-A8CB-A52F427D4DAE}"/>
              </a:ext>
            </a:extLst>
          </p:cNvPr>
          <p:cNvSpPr txBox="1"/>
          <p:nvPr/>
        </p:nvSpPr>
        <p:spPr>
          <a:xfrm>
            <a:off x="4755197" y="451434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79" name="Textfeld 169">
            <a:extLst>
              <a:ext uri="{FF2B5EF4-FFF2-40B4-BE49-F238E27FC236}">
                <a16:creationId xmlns:a16="http://schemas.microsoft.com/office/drawing/2014/main" id="{655FCD6A-EB80-4FE3-3B06-A781CA86F871}"/>
              </a:ext>
            </a:extLst>
          </p:cNvPr>
          <p:cNvSpPr txBox="1"/>
          <p:nvPr/>
        </p:nvSpPr>
        <p:spPr>
          <a:xfrm>
            <a:off x="5402493" y="3958743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80" name="Textfeld 169">
            <a:extLst>
              <a:ext uri="{FF2B5EF4-FFF2-40B4-BE49-F238E27FC236}">
                <a16:creationId xmlns:a16="http://schemas.microsoft.com/office/drawing/2014/main" id="{5EBB1785-0A62-7347-D1D1-1B4EA9030A3D}"/>
              </a:ext>
            </a:extLst>
          </p:cNvPr>
          <p:cNvSpPr txBox="1"/>
          <p:nvPr/>
        </p:nvSpPr>
        <p:spPr>
          <a:xfrm>
            <a:off x="5683127" y="400891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60578F61-93AF-EEC8-2947-3ADE3B98E394}"/>
              </a:ext>
            </a:extLst>
          </p:cNvPr>
          <p:cNvGrpSpPr/>
          <p:nvPr/>
        </p:nvGrpSpPr>
        <p:grpSpPr>
          <a:xfrm>
            <a:off x="5974060" y="2908765"/>
            <a:ext cx="1415104" cy="712691"/>
            <a:chOff x="4164286" y="2980783"/>
            <a:chExt cx="1415104" cy="712691"/>
          </a:xfrm>
        </p:grpSpPr>
        <p:grpSp>
          <p:nvGrpSpPr>
            <p:cNvPr id="92" name="Group 87">
              <a:extLst>
                <a:ext uri="{FF2B5EF4-FFF2-40B4-BE49-F238E27FC236}">
                  <a16:creationId xmlns:a16="http://schemas.microsoft.com/office/drawing/2014/main" id="{AAF35CCA-0548-82CF-0A15-782BF73FBFC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99" name="Text Box 82">
                <a:extLst>
                  <a:ext uri="{FF2B5EF4-FFF2-40B4-BE49-F238E27FC236}">
                    <a16:creationId xmlns:a16="http://schemas.microsoft.com/office/drawing/2014/main" id="{4CEB775D-579D-5943-8179-5EB6BD549E7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00" name="Rectangle 83">
                <a:extLst>
                  <a:ext uri="{FF2B5EF4-FFF2-40B4-BE49-F238E27FC236}">
                    <a16:creationId xmlns:a16="http://schemas.microsoft.com/office/drawing/2014/main" id="{BAB7E7AC-6E2B-5DA5-6314-D1F8964B3D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3" name="AutoShape 37">
              <a:extLst>
                <a:ext uri="{FF2B5EF4-FFF2-40B4-BE49-F238E27FC236}">
                  <a16:creationId xmlns:a16="http://schemas.microsoft.com/office/drawing/2014/main" id="{730B014A-9A8B-5DBE-8547-EB8A2AA221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95" name="Textfeld 169">
              <a:extLst>
                <a:ext uri="{FF2B5EF4-FFF2-40B4-BE49-F238E27FC236}">
                  <a16:creationId xmlns:a16="http://schemas.microsoft.com/office/drawing/2014/main" id="{E69B6247-7F8D-16BE-A130-557C997BC6AA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6" name="Textfeld 169">
              <a:extLst>
                <a:ext uri="{FF2B5EF4-FFF2-40B4-BE49-F238E27FC236}">
                  <a16:creationId xmlns:a16="http://schemas.microsoft.com/office/drawing/2014/main" id="{7D820340-DC19-14EF-40C1-7A10944307D4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03" name="Textfeld 169">
            <a:extLst>
              <a:ext uri="{FF2B5EF4-FFF2-40B4-BE49-F238E27FC236}">
                <a16:creationId xmlns:a16="http://schemas.microsoft.com/office/drawing/2014/main" id="{4DBC862D-868F-41FA-EBAC-6AADAA347220}"/>
              </a:ext>
            </a:extLst>
          </p:cNvPr>
          <p:cNvSpPr txBox="1"/>
          <p:nvPr/>
        </p:nvSpPr>
        <p:spPr>
          <a:xfrm>
            <a:off x="7976915" y="2318677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12" name="Gruppieren 111">
            <a:extLst>
              <a:ext uri="{FF2B5EF4-FFF2-40B4-BE49-F238E27FC236}">
                <a16:creationId xmlns:a16="http://schemas.microsoft.com/office/drawing/2014/main" id="{B9C619DC-2C6E-ECE4-07C2-D83E7F612598}"/>
              </a:ext>
            </a:extLst>
          </p:cNvPr>
          <p:cNvGrpSpPr/>
          <p:nvPr/>
        </p:nvGrpSpPr>
        <p:grpSpPr>
          <a:xfrm>
            <a:off x="7782499" y="3595251"/>
            <a:ext cx="1414463" cy="671747"/>
            <a:chOff x="6130666" y="3341842"/>
            <a:chExt cx="1414463" cy="671747"/>
          </a:xfrm>
        </p:grpSpPr>
        <p:sp>
          <p:nvSpPr>
            <p:cNvPr id="114" name="Text Box 82">
              <a:extLst>
                <a:ext uri="{FF2B5EF4-FFF2-40B4-BE49-F238E27FC236}">
                  <a16:creationId xmlns:a16="http://schemas.microsoft.com/office/drawing/2014/main" id="{0F7C5B89-6A48-EDD8-38A7-146F9192A0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19" name="Rectangle 83">
              <a:extLst>
                <a:ext uri="{FF2B5EF4-FFF2-40B4-BE49-F238E27FC236}">
                  <a16:creationId xmlns:a16="http://schemas.microsoft.com/office/drawing/2014/main" id="{2869E856-1D96-3478-29F9-01674BB163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6" name="AutoShape 50">
              <a:extLst>
                <a:ext uri="{FF2B5EF4-FFF2-40B4-BE49-F238E27FC236}">
                  <a16:creationId xmlns:a16="http://schemas.microsoft.com/office/drawing/2014/main" id="{0041D9FD-9839-C8F6-863B-6E048D237BD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8" name="Textfeld 169">
              <a:extLst>
                <a:ext uri="{FF2B5EF4-FFF2-40B4-BE49-F238E27FC236}">
                  <a16:creationId xmlns:a16="http://schemas.microsoft.com/office/drawing/2014/main" id="{DAA876B9-CE33-6B87-F39A-8109C564A20A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3" name="Textfeld 169">
            <a:extLst>
              <a:ext uri="{FF2B5EF4-FFF2-40B4-BE49-F238E27FC236}">
                <a16:creationId xmlns:a16="http://schemas.microsoft.com/office/drawing/2014/main" id="{410712FD-24D1-D652-4CE6-D5E3A0DF5024}"/>
              </a:ext>
            </a:extLst>
          </p:cNvPr>
          <p:cNvSpPr txBox="1"/>
          <p:nvPr/>
        </p:nvSpPr>
        <p:spPr>
          <a:xfrm>
            <a:off x="7383761" y="2763480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34" name="Textfeld 169">
            <a:extLst>
              <a:ext uri="{FF2B5EF4-FFF2-40B4-BE49-F238E27FC236}">
                <a16:creationId xmlns:a16="http://schemas.microsoft.com/office/drawing/2014/main" id="{8439108A-CB0A-DEDE-D308-3E2E93A3327F}"/>
              </a:ext>
            </a:extLst>
          </p:cNvPr>
          <p:cNvSpPr txBox="1"/>
          <p:nvPr/>
        </p:nvSpPr>
        <p:spPr>
          <a:xfrm>
            <a:off x="7499924" y="353680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36" name="Textfeld 169">
            <a:extLst>
              <a:ext uri="{FF2B5EF4-FFF2-40B4-BE49-F238E27FC236}">
                <a16:creationId xmlns:a16="http://schemas.microsoft.com/office/drawing/2014/main" id="{A54053BD-013A-3268-EFD4-E4CC8D7B5F8E}"/>
              </a:ext>
            </a:extLst>
          </p:cNvPr>
          <p:cNvSpPr txBox="1"/>
          <p:nvPr/>
        </p:nvSpPr>
        <p:spPr>
          <a:xfrm>
            <a:off x="8436940" y="333828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37" name="Textfeld 169">
            <a:extLst>
              <a:ext uri="{FF2B5EF4-FFF2-40B4-BE49-F238E27FC236}">
                <a16:creationId xmlns:a16="http://schemas.microsoft.com/office/drawing/2014/main" id="{ED0757D6-C6B6-1A3B-71A2-DB27241CE72D}"/>
              </a:ext>
            </a:extLst>
          </p:cNvPr>
          <p:cNvSpPr txBox="1"/>
          <p:nvPr/>
        </p:nvSpPr>
        <p:spPr>
          <a:xfrm>
            <a:off x="8455424" y="4263011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38" name="Textfeld 169">
            <a:extLst>
              <a:ext uri="{FF2B5EF4-FFF2-40B4-BE49-F238E27FC236}">
                <a16:creationId xmlns:a16="http://schemas.microsoft.com/office/drawing/2014/main" id="{F64637CC-A584-931C-F08E-75B708CEEADD}"/>
              </a:ext>
            </a:extLst>
          </p:cNvPr>
          <p:cNvSpPr txBox="1"/>
          <p:nvPr/>
        </p:nvSpPr>
        <p:spPr>
          <a:xfrm>
            <a:off x="7162793" y="327560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39" name="Textfeld 169">
            <a:extLst>
              <a:ext uri="{FF2B5EF4-FFF2-40B4-BE49-F238E27FC236}">
                <a16:creationId xmlns:a16="http://schemas.microsoft.com/office/drawing/2014/main" id="{B919345D-8021-B6B8-A30D-81B4F590D65E}"/>
              </a:ext>
            </a:extLst>
          </p:cNvPr>
          <p:cNvSpPr txBox="1"/>
          <p:nvPr/>
        </p:nvSpPr>
        <p:spPr>
          <a:xfrm>
            <a:off x="8455990" y="234804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cxnSp>
        <p:nvCxnSpPr>
          <p:cNvPr id="154" name="Verbinder: gewinkelt 87">
            <a:extLst>
              <a:ext uri="{FF2B5EF4-FFF2-40B4-BE49-F238E27FC236}">
                <a16:creationId xmlns:a16="http://schemas.microsoft.com/office/drawing/2014/main" id="{0183BEA3-6598-36F9-EE01-8B735AEF2E9A}"/>
              </a:ext>
            </a:extLst>
          </p:cNvPr>
          <p:cNvCxnSpPr>
            <a:cxnSpLocks/>
            <a:stCxn id="49" idx="2"/>
            <a:endCxn id="16" idx="1"/>
          </p:cNvCxnSpPr>
          <p:nvPr/>
        </p:nvCxnSpPr>
        <p:spPr>
          <a:xfrm rot="16200000" flipH="1">
            <a:off x="4101224" y="2912441"/>
            <a:ext cx="1519293" cy="248986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59" name="Verbinder: gewinkelt 87">
            <a:extLst>
              <a:ext uri="{FF2B5EF4-FFF2-40B4-BE49-F238E27FC236}">
                <a16:creationId xmlns:a16="http://schemas.microsoft.com/office/drawing/2014/main" id="{B5445932-4899-F0CE-DACF-66C1CAEB99FA}"/>
              </a:ext>
            </a:extLst>
          </p:cNvPr>
          <p:cNvCxnSpPr>
            <a:cxnSpLocks/>
            <a:stCxn id="95" idx="3"/>
            <a:endCxn id="61" idx="2"/>
          </p:cNvCxnSpPr>
          <p:nvPr/>
        </p:nvCxnSpPr>
        <p:spPr>
          <a:xfrm flipV="1">
            <a:off x="7389164" y="2271451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1160A881-A1AA-546C-B8AA-855A11C76393}"/>
              </a:ext>
            </a:extLst>
          </p:cNvPr>
          <p:cNvCxnSpPr>
            <a:cxnSpLocks/>
            <a:stCxn id="50" idx="2"/>
            <a:endCxn id="56" idx="1"/>
          </p:cNvCxnSpPr>
          <p:nvPr/>
        </p:nvCxnSpPr>
        <p:spPr>
          <a:xfrm flipV="1">
            <a:off x="5416417" y="2069422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71" name="Verbinder: gewinkelt 87">
            <a:extLst>
              <a:ext uri="{FF2B5EF4-FFF2-40B4-BE49-F238E27FC236}">
                <a16:creationId xmlns:a16="http://schemas.microsoft.com/office/drawing/2014/main" id="{BCEA4818-DE4D-5555-6663-2309B54DCB28}"/>
              </a:ext>
            </a:extLst>
          </p:cNvPr>
          <p:cNvCxnSpPr>
            <a:cxnSpLocks/>
            <a:stCxn id="46" idx="2"/>
            <a:endCxn id="23" idx="1"/>
          </p:cNvCxnSpPr>
          <p:nvPr/>
        </p:nvCxnSpPr>
        <p:spPr>
          <a:xfrm rot="16200000" flipH="1">
            <a:off x="3343470" y="3101503"/>
            <a:ext cx="2471651" cy="8137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72" name="Textfeld 169">
            <a:extLst>
              <a:ext uri="{FF2B5EF4-FFF2-40B4-BE49-F238E27FC236}">
                <a16:creationId xmlns:a16="http://schemas.microsoft.com/office/drawing/2014/main" id="{8A3E073B-D6D4-21E6-3B80-A9826F640AE0}"/>
              </a:ext>
            </a:extLst>
          </p:cNvPr>
          <p:cNvSpPr txBox="1"/>
          <p:nvPr/>
        </p:nvSpPr>
        <p:spPr>
          <a:xfrm>
            <a:off x="3335893" y="1567854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85" name="Textfeld 169">
            <a:extLst>
              <a:ext uri="{FF2B5EF4-FFF2-40B4-BE49-F238E27FC236}">
                <a16:creationId xmlns:a16="http://schemas.microsoft.com/office/drawing/2014/main" id="{6243A130-45F9-418D-476B-BD590B0557BB}"/>
              </a:ext>
            </a:extLst>
          </p:cNvPr>
          <p:cNvSpPr txBox="1"/>
          <p:nvPr/>
        </p:nvSpPr>
        <p:spPr>
          <a:xfrm>
            <a:off x="2991961" y="2045581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2" name="Textfeld 169">
            <a:extLst>
              <a:ext uri="{FF2B5EF4-FFF2-40B4-BE49-F238E27FC236}">
                <a16:creationId xmlns:a16="http://schemas.microsoft.com/office/drawing/2014/main" id="{F6BDD172-8B17-7912-8F1B-2EB2E18A20B9}"/>
              </a:ext>
            </a:extLst>
          </p:cNvPr>
          <p:cNvSpPr txBox="1"/>
          <p:nvPr/>
        </p:nvSpPr>
        <p:spPr>
          <a:xfrm>
            <a:off x="5293489" y="17966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cxnSp>
        <p:nvCxnSpPr>
          <p:cNvPr id="6" name="Verbinder: gewinkelt 87">
            <a:extLst>
              <a:ext uri="{FF2B5EF4-FFF2-40B4-BE49-F238E27FC236}">
                <a16:creationId xmlns:a16="http://schemas.microsoft.com/office/drawing/2014/main" id="{13A289F0-3B6F-7736-A922-262DFDCFA917}"/>
              </a:ext>
            </a:extLst>
          </p:cNvPr>
          <p:cNvCxnSpPr>
            <a:cxnSpLocks/>
            <a:stCxn id="37" idx="3"/>
          </p:cNvCxnSpPr>
          <p:nvPr/>
        </p:nvCxnSpPr>
        <p:spPr>
          <a:xfrm flipH="1">
            <a:off x="9194577" y="2069422"/>
            <a:ext cx="2673423" cy="1889321"/>
          </a:xfrm>
          <a:prstGeom prst="bentConnector3">
            <a:avLst>
              <a:gd name="adj1" fmla="val -8551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8" name="Textfeld 169">
            <a:extLst>
              <a:ext uri="{FF2B5EF4-FFF2-40B4-BE49-F238E27FC236}">
                <a16:creationId xmlns:a16="http://schemas.microsoft.com/office/drawing/2014/main" id="{775A434C-B2DC-4F03-A9E5-83559E84A6E8}"/>
              </a:ext>
            </a:extLst>
          </p:cNvPr>
          <p:cNvSpPr txBox="1"/>
          <p:nvPr/>
        </p:nvSpPr>
        <p:spPr>
          <a:xfrm>
            <a:off x="3133849" y="1814181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</p:spTree>
    <p:extLst>
      <p:ext uri="{BB962C8B-B14F-4D97-AF65-F5344CB8AC3E}">
        <p14:creationId xmlns:p14="http://schemas.microsoft.com/office/powerpoint/2010/main" val="11022220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 </a:t>
            </a:r>
            <a:r>
              <a:rPr lang="de-DE" dirty="0" err="1"/>
              <a:t>without</a:t>
            </a:r>
            <a:r>
              <a:rPr lang="de-DE" dirty="0"/>
              <a:t> Port Definition + Monitoring</a:t>
            </a:r>
          </a:p>
        </p:txBody>
      </p:sp>
      <p:cxnSp>
        <p:nvCxnSpPr>
          <p:cNvPr id="59" name="Verbinder: gewinkelt 87">
            <a:extLst>
              <a:ext uri="{FF2B5EF4-FFF2-40B4-BE49-F238E27FC236}">
                <a16:creationId xmlns:a16="http://schemas.microsoft.com/office/drawing/2014/main" id="{14D3FCE0-9DA9-94DB-C4EF-31BB4B93727F}"/>
              </a:ext>
            </a:extLst>
          </p:cNvPr>
          <p:cNvCxnSpPr>
            <a:cxnSpLocks/>
            <a:stCxn id="64" idx="3"/>
            <a:endCxn id="42" idx="1"/>
          </p:cNvCxnSpPr>
          <p:nvPr/>
        </p:nvCxnSpPr>
        <p:spPr>
          <a:xfrm>
            <a:off x="9194934" y="2168244"/>
            <a:ext cx="1075770" cy="8430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33AC6EAA-953C-9F87-46B9-9C6F9BE5044E}"/>
              </a:ext>
            </a:extLst>
          </p:cNvPr>
          <p:cNvGrpSpPr/>
          <p:nvPr/>
        </p:nvGrpSpPr>
        <p:grpSpPr>
          <a:xfrm>
            <a:off x="10271492" y="1863047"/>
            <a:ext cx="1409694" cy="412750"/>
            <a:chOff x="10458306" y="1863047"/>
            <a:chExt cx="1409694" cy="412750"/>
          </a:xfrm>
        </p:grpSpPr>
        <p:sp>
          <p:nvSpPr>
            <p:cNvPr id="36" name="Text Box 82">
              <a:extLst>
                <a:ext uri="{FF2B5EF4-FFF2-40B4-BE49-F238E27FC236}">
                  <a16:creationId xmlns:a16="http://schemas.microsoft.com/office/drawing/2014/main" id="{A86E7FAC-D012-8643-A9DD-B84EE56CFC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517783" y="1900145"/>
              <a:ext cx="129073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Observation</a:t>
              </a:r>
            </a:p>
          </p:txBody>
        </p:sp>
        <p:sp>
          <p:nvSpPr>
            <p:cNvPr id="37" name="Rectangle 83">
              <a:extLst>
                <a:ext uri="{FF2B5EF4-FFF2-40B4-BE49-F238E27FC236}">
                  <a16:creationId xmlns:a16="http://schemas.microsoft.com/office/drawing/2014/main" id="{14FFC7ED-4636-51E7-CD3A-25D6E51907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458306" y="1863047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82" name="Textfeld 169">
              <a:extLst>
                <a:ext uri="{FF2B5EF4-FFF2-40B4-BE49-F238E27FC236}">
                  <a16:creationId xmlns:a16="http://schemas.microsoft.com/office/drawing/2014/main" id="{402B1547-CB5A-BCFE-048C-EA4238ED56D3}"/>
                </a:ext>
              </a:extLst>
            </p:cNvPr>
            <p:cNvSpPr txBox="1"/>
            <p:nvPr/>
          </p:nvSpPr>
          <p:spPr>
            <a:xfrm>
              <a:off x="10460376" y="188373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97" name="Gerade Verbindung mit Pfeil 96">
            <a:extLst>
              <a:ext uri="{FF2B5EF4-FFF2-40B4-BE49-F238E27FC236}">
                <a16:creationId xmlns:a16="http://schemas.microsoft.com/office/drawing/2014/main" id="{506C418B-FA7C-40EA-9E50-8D50E310378A}"/>
              </a:ext>
            </a:extLst>
          </p:cNvPr>
          <p:cNvCxnSpPr>
            <a:cxnSpLocks/>
            <a:stCxn id="37" idx="2"/>
            <a:endCxn id="42" idx="0"/>
          </p:cNvCxnSpPr>
          <p:nvPr/>
        </p:nvCxnSpPr>
        <p:spPr>
          <a:xfrm flipH="1">
            <a:off x="10975551" y="2275797"/>
            <a:ext cx="788" cy="52914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5EF4C04C-2DA2-BCD2-61C1-FBD24E64E77E}"/>
              </a:ext>
            </a:extLst>
          </p:cNvPr>
          <p:cNvGrpSpPr/>
          <p:nvPr/>
        </p:nvGrpSpPr>
        <p:grpSpPr>
          <a:xfrm>
            <a:off x="10270704" y="2804941"/>
            <a:ext cx="1409694" cy="412750"/>
            <a:chOff x="8871299" y="3365841"/>
            <a:chExt cx="1409694" cy="412750"/>
          </a:xfrm>
        </p:grpSpPr>
        <p:sp>
          <p:nvSpPr>
            <p:cNvPr id="41" name="Text Box 82">
              <a:extLst>
                <a:ext uri="{FF2B5EF4-FFF2-40B4-BE49-F238E27FC236}">
                  <a16:creationId xmlns:a16="http://schemas.microsoft.com/office/drawing/2014/main" id="{986D3CE8-B027-93F3-3E49-60577780DD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42" name="Rectangle 83">
              <a:extLst>
                <a:ext uri="{FF2B5EF4-FFF2-40B4-BE49-F238E27FC236}">
                  <a16:creationId xmlns:a16="http://schemas.microsoft.com/office/drawing/2014/main" id="{52E5103E-6ECF-385B-6921-9D25C3AB74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46" name="Verbinder: gewinkelt 87">
            <a:extLst>
              <a:ext uri="{FF2B5EF4-FFF2-40B4-BE49-F238E27FC236}">
                <a16:creationId xmlns:a16="http://schemas.microsoft.com/office/drawing/2014/main" id="{CD886444-3BA8-7244-DC3A-085B2992340B}"/>
              </a:ext>
            </a:extLst>
          </p:cNvPr>
          <p:cNvCxnSpPr>
            <a:cxnSpLocks/>
            <a:stCxn id="42" idx="2"/>
            <a:endCxn id="75" idx="3"/>
          </p:cNvCxnSpPr>
          <p:nvPr/>
        </p:nvCxnSpPr>
        <p:spPr>
          <a:xfrm rot="5400000">
            <a:off x="9950900" y="2464332"/>
            <a:ext cx="271292" cy="177801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63" name="Textfeld 169">
            <a:extLst>
              <a:ext uri="{FF2B5EF4-FFF2-40B4-BE49-F238E27FC236}">
                <a16:creationId xmlns:a16="http://schemas.microsoft.com/office/drawing/2014/main" id="{E8B6B90A-C517-4F5A-54A1-22AC14079DD7}"/>
              </a:ext>
            </a:extLst>
          </p:cNvPr>
          <p:cNvSpPr txBox="1"/>
          <p:nvPr/>
        </p:nvSpPr>
        <p:spPr>
          <a:xfrm>
            <a:off x="9061413" y="2757490"/>
            <a:ext cx="1239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*</a:t>
            </a:r>
            <a:br>
              <a:rPr lang="en-US" sz="1400" dirty="0">
                <a:solidFill>
                  <a:prstClr val="black"/>
                </a:solidFill>
              </a:rPr>
            </a:br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sp>
        <p:nvSpPr>
          <p:cNvPr id="164" name="Textfeld 169">
            <a:extLst>
              <a:ext uri="{FF2B5EF4-FFF2-40B4-BE49-F238E27FC236}">
                <a16:creationId xmlns:a16="http://schemas.microsoft.com/office/drawing/2014/main" id="{72066C95-9C5C-01BC-E930-4BBFF5681059}"/>
              </a:ext>
            </a:extLst>
          </p:cNvPr>
          <p:cNvSpPr txBox="1"/>
          <p:nvPr/>
        </p:nvSpPr>
        <p:spPr>
          <a:xfrm>
            <a:off x="10027052" y="2503989"/>
            <a:ext cx="9695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B4A8BE56-5B97-FE39-1B1A-13D263F49C42}"/>
              </a:ext>
            </a:extLst>
          </p:cNvPr>
          <p:cNvCxnSpPr>
            <a:cxnSpLocks/>
            <a:stCxn id="82" idx="1"/>
            <a:endCxn id="62" idx="3"/>
          </p:cNvCxnSpPr>
          <p:nvPr/>
        </p:nvCxnSpPr>
        <p:spPr>
          <a:xfrm flipH="1" flipV="1">
            <a:off x="9194934" y="1959199"/>
            <a:ext cx="1078628" cy="148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sp>
        <p:nvSpPr>
          <p:cNvPr id="176" name="Textfeld 169">
            <a:extLst>
              <a:ext uri="{FF2B5EF4-FFF2-40B4-BE49-F238E27FC236}">
                <a16:creationId xmlns:a16="http://schemas.microsoft.com/office/drawing/2014/main" id="{F3C7BE52-08B6-F485-2061-9B1C41781DF5}"/>
              </a:ext>
            </a:extLst>
          </p:cNvPr>
          <p:cNvSpPr txBox="1"/>
          <p:nvPr/>
        </p:nvSpPr>
        <p:spPr>
          <a:xfrm>
            <a:off x="9191279" y="322138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80" name="Textfeld 169">
            <a:extLst>
              <a:ext uri="{FF2B5EF4-FFF2-40B4-BE49-F238E27FC236}">
                <a16:creationId xmlns:a16="http://schemas.microsoft.com/office/drawing/2014/main" id="{A02AF184-31F4-9AB8-16CF-AC7FB3BA549E}"/>
              </a:ext>
            </a:extLst>
          </p:cNvPr>
          <p:cNvSpPr txBox="1"/>
          <p:nvPr/>
        </p:nvSpPr>
        <p:spPr>
          <a:xfrm>
            <a:off x="10951257" y="316669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1" name="Textfeld 169">
            <a:extLst>
              <a:ext uri="{FF2B5EF4-FFF2-40B4-BE49-F238E27FC236}">
                <a16:creationId xmlns:a16="http://schemas.microsoft.com/office/drawing/2014/main" id="{B9DEA424-30B4-859A-89AB-467FC057E910}"/>
              </a:ext>
            </a:extLst>
          </p:cNvPr>
          <p:cNvSpPr txBox="1"/>
          <p:nvPr/>
        </p:nvSpPr>
        <p:spPr>
          <a:xfrm>
            <a:off x="10951257" y="223886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2" name="Textfeld 169">
            <a:extLst>
              <a:ext uri="{FF2B5EF4-FFF2-40B4-BE49-F238E27FC236}">
                <a16:creationId xmlns:a16="http://schemas.microsoft.com/office/drawing/2014/main" id="{4B1FB061-A8E4-4319-98AE-5B89E5E4A230}"/>
              </a:ext>
            </a:extLst>
          </p:cNvPr>
          <p:cNvSpPr txBox="1"/>
          <p:nvPr/>
        </p:nvSpPr>
        <p:spPr>
          <a:xfrm>
            <a:off x="10951257" y="255915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3" name="Textfeld 169">
            <a:extLst>
              <a:ext uri="{FF2B5EF4-FFF2-40B4-BE49-F238E27FC236}">
                <a16:creationId xmlns:a16="http://schemas.microsoft.com/office/drawing/2014/main" id="{9FAB837E-E081-EF2C-A092-3BE7A070A92E}"/>
              </a:ext>
            </a:extLst>
          </p:cNvPr>
          <p:cNvSpPr txBox="1"/>
          <p:nvPr/>
        </p:nvSpPr>
        <p:spPr>
          <a:xfrm>
            <a:off x="9191279" y="170930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84" name="Textfeld 169">
            <a:extLst>
              <a:ext uri="{FF2B5EF4-FFF2-40B4-BE49-F238E27FC236}">
                <a16:creationId xmlns:a16="http://schemas.microsoft.com/office/drawing/2014/main" id="{645FFC5F-EAB3-2698-8D5E-D20F99E41040}"/>
              </a:ext>
            </a:extLst>
          </p:cNvPr>
          <p:cNvSpPr txBox="1"/>
          <p:nvPr/>
        </p:nvSpPr>
        <p:spPr>
          <a:xfrm>
            <a:off x="10005888" y="178628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E8E9FBF4-7286-ADB3-F148-4A79C325FC14}"/>
              </a:ext>
            </a:extLst>
          </p:cNvPr>
          <p:cNvSpPr txBox="1"/>
          <p:nvPr/>
        </p:nvSpPr>
        <p:spPr>
          <a:xfrm>
            <a:off x="9747876" y="97010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09A8F5F4-9AD6-DA6B-C494-329D7F7FDE7A}"/>
              </a:ext>
            </a:extLst>
          </p:cNvPr>
          <p:cNvSpPr/>
          <p:nvPr/>
        </p:nvSpPr>
        <p:spPr bwMode="auto">
          <a:xfrm rot="21216338">
            <a:off x="9348341" y="1010886"/>
            <a:ext cx="2194361" cy="3291840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043706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4" name="Content Placeholder 131">
            <a:extLst>
              <a:ext uri="{FF2B5EF4-FFF2-40B4-BE49-F238E27FC236}">
                <a16:creationId xmlns:a16="http://schemas.microsoft.com/office/drawing/2014/main" id="{4849778A-8294-48E6-7184-A569295144E9}"/>
              </a:ext>
            </a:extLst>
          </p:cNvPr>
          <p:cNvSpPr txBox="1">
            <a:spLocks/>
          </p:cNvSpPr>
          <p:nvPr/>
        </p:nvSpPr>
        <p:spPr>
          <a:xfrm>
            <a:off x="384001" y="1236273"/>
            <a:ext cx="3703506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Trebuchet MS" panose="020B0603020202020204" pitchFamily="34" charset="0"/>
              </a:rPr>
              <a:t>Each stream can be observed</a:t>
            </a:r>
          </a:p>
          <a:p>
            <a:endParaRPr lang="en-US" dirty="0">
              <a:latin typeface="Trebuchet MS" panose="020B0603020202020204" pitchFamily="34" charset="0"/>
            </a:endParaRPr>
          </a:p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Trebuchet MS" panose="020B0603020202020204" pitchFamily="34" charset="0"/>
              </a:rPr>
              <a:t>An observation may be incomplete on a stream</a:t>
            </a:r>
          </a:p>
          <a:p>
            <a:pPr lvl="1"/>
            <a:r>
              <a:rPr lang="en-US" dirty="0">
                <a:latin typeface="Trebuchet MS" panose="020B0603020202020204" pitchFamily="34" charset="0"/>
              </a:rPr>
              <a:t>Stream may be continuous </a:t>
            </a:r>
          </a:p>
          <a:p>
            <a:pPr lvl="1"/>
            <a:r>
              <a:rPr lang="en-US" dirty="0">
                <a:latin typeface="+mj-lt"/>
              </a:rPr>
              <a:t>Constrained by a sampling rate</a:t>
            </a:r>
          </a:p>
          <a:p>
            <a:pPr lvl="1"/>
            <a:r>
              <a:rPr lang="en-US" dirty="0">
                <a:latin typeface="+mj-lt"/>
              </a:rPr>
              <a:t>With start and end time</a:t>
            </a:r>
          </a:p>
          <a:p>
            <a:endParaRPr lang="en-US" dirty="0">
              <a:latin typeface="+mj-lt"/>
            </a:endParaRP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Observations can be set on ports or inner states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C1F6034E-8909-7343-6DEC-9E5D64D0A662}"/>
              </a:ext>
            </a:extLst>
          </p:cNvPr>
          <p:cNvCxnSpPr>
            <a:cxnSpLocks/>
            <a:stCxn id="56" idx="2"/>
            <a:endCxn id="119" idx="0"/>
          </p:cNvCxnSpPr>
          <p:nvPr/>
        </p:nvCxnSpPr>
        <p:spPr>
          <a:xfrm>
            <a:off x="8489730" y="2275797"/>
            <a:ext cx="1" cy="11122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51" name="Textfeld 169">
            <a:extLst>
              <a:ext uri="{FF2B5EF4-FFF2-40B4-BE49-F238E27FC236}">
                <a16:creationId xmlns:a16="http://schemas.microsoft.com/office/drawing/2014/main" id="{AFBCD20D-7524-EC56-2A71-2145EDBD4E12}"/>
              </a:ext>
            </a:extLst>
          </p:cNvPr>
          <p:cNvSpPr txBox="1"/>
          <p:nvPr/>
        </p:nvSpPr>
        <p:spPr>
          <a:xfrm>
            <a:off x="5989138" y="162641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52" name="Textfeld 169">
            <a:extLst>
              <a:ext uri="{FF2B5EF4-FFF2-40B4-BE49-F238E27FC236}">
                <a16:creationId xmlns:a16="http://schemas.microsoft.com/office/drawing/2014/main" id="{BF618432-0E60-4C72-51F7-91B59156AFA0}"/>
              </a:ext>
            </a:extLst>
          </p:cNvPr>
          <p:cNvSpPr txBox="1"/>
          <p:nvPr/>
        </p:nvSpPr>
        <p:spPr>
          <a:xfrm>
            <a:off x="7243156" y="2053661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53" name="Textfeld 169">
            <a:extLst>
              <a:ext uri="{FF2B5EF4-FFF2-40B4-BE49-F238E27FC236}">
                <a16:creationId xmlns:a16="http://schemas.microsoft.com/office/drawing/2014/main" id="{76233D61-9B9D-62F2-2CC0-0B8DC6F8CC5A}"/>
              </a:ext>
            </a:extLst>
          </p:cNvPr>
          <p:cNvSpPr txBox="1"/>
          <p:nvPr/>
        </p:nvSpPr>
        <p:spPr>
          <a:xfrm>
            <a:off x="7510773" y="179667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65" name="Textfeld 169">
            <a:extLst>
              <a:ext uri="{FF2B5EF4-FFF2-40B4-BE49-F238E27FC236}">
                <a16:creationId xmlns:a16="http://schemas.microsoft.com/office/drawing/2014/main" id="{23098CCB-72F8-AD0E-5A48-4D2C74BB74AC}"/>
              </a:ext>
            </a:extLst>
          </p:cNvPr>
          <p:cNvSpPr txBox="1"/>
          <p:nvPr/>
        </p:nvSpPr>
        <p:spPr>
          <a:xfrm>
            <a:off x="6252159" y="2447203"/>
            <a:ext cx="2633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73" name="Textfeld 169">
            <a:extLst>
              <a:ext uri="{FF2B5EF4-FFF2-40B4-BE49-F238E27FC236}">
                <a16:creationId xmlns:a16="http://schemas.microsoft.com/office/drawing/2014/main" id="{FF04CE16-D2CB-F5E2-C36F-96E3D36FE7B0}"/>
              </a:ext>
            </a:extLst>
          </p:cNvPr>
          <p:cNvSpPr txBox="1"/>
          <p:nvPr/>
        </p:nvSpPr>
        <p:spPr>
          <a:xfrm>
            <a:off x="5660768" y="2447203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77" name="Textfeld 169">
            <a:extLst>
              <a:ext uri="{FF2B5EF4-FFF2-40B4-BE49-F238E27FC236}">
                <a16:creationId xmlns:a16="http://schemas.microsoft.com/office/drawing/2014/main" id="{4E8865A8-A5EB-AE1E-47B8-72EE77967872}"/>
              </a:ext>
            </a:extLst>
          </p:cNvPr>
          <p:cNvSpPr txBox="1"/>
          <p:nvPr/>
        </p:nvSpPr>
        <p:spPr>
          <a:xfrm>
            <a:off x="6284570" y="309458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78" name="Textfeld 169">
            <a:extLst>
              <a:ext uri="{FF2B5EF4-FFF2-40B4-BE49-F238E27FC236}">
                <a16:creationId xmlns:a16="http://schemas.microsoft.com/office/drawing/2014/main" id="{F16C2D88-5623-DB7C-A8CB-A52F427D4DAE}"/>
              </a:ext>
            </a:extLst>
          </p:cNvPr>
          <p:cNvSpPr txBox="1"/>
          <p:nvPr/>
        </p:nvSpPr>
        <p:spPr>
          <a:xfrm>
            <a:off x="5656029" y="309458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03" name="Textfeld 169">
            <a:extLst>
              <a:ext uri="{FF2B5EF4-FFF2-40B4-BE49-F238E27FC236}">
                <a16:creationId xmlns:a16="http://schemas.microsoft.com/office/drawing/2014/main" id="{4DBC862D-868F-41FA-EBAC-6AADAA347220}"/>
              </a:ext>
            </a:extLst>
          </p:cNvPr>
          <p:cNvSpPr txBox="1"/>
          <p:nvPr/>
        </p:nvSpPr>
        <p:spPr>
          <a:xfrm>
            <a:off x="8020315" y="2250944"/>
            <a:ext cx="328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34" name="Textfeld 169">
            <a:extLst>
              <a:ext uri="{FF2B5EF4-FFF2-40B4-BE49-F238E27FC236}">
                <a16:creationId xmlns:a16="http://schemas.microsoft.com/office/drawing/2014/main" id="{8439108A-CB0A-DEDE-D308-3E2E93A3327F}"/>
              </a:ext>
            </a:extLst>
          </p:cNvPr>
          <p:cNvSpPr txBox="1"/>
          <p:nvPr/>
        </p:nvSpPr>
        <p:spPr>
          <a:xfrm>
            <a:off x="7504157" y="333784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36" name="Textfeld 169">
            <a:extLst>
              <a:ext uri="{FF2B5EF4-FFF2-40B4-BE49-F238E27FC236}">
                <a16:creationId xmlns:a16="http://schemas.microsoft.com/office/drawing/2014/main" id="{A54053BD-013A-3268-EFD4-E4CC8D7B5F8E}"/>
              </a:ext>
            </a:extLst>
          </p:cNvPr>
          <p:cNvSpPr txBox="1"/>
          <p:nvPr/>
        </p:nvSpPr>
        <p:spPr>
          <a:xfrm>
            <a:off x="8455040" y="310426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39" name="Textfeld 169">
            <a:extLst>
              <a:ext uri="{FF2B5EF4-FFF2-40B4-BE49-F238E27FC236}">
                <a16:creationId xmlns:a16="http://schemas.microsoft.com/office/drawing/2014/main" id="{B919345D-8021-B6B8-A30D-81B4F590D65E}"/>
              </a:ext>
            </a:extLst>
          </p:cNvPr>
          <p:cNvSpPr txBox="1"/>
          <p:nvPr/>
        </p:nvSpPr>
        <p:spPr>
          <a:xfrm>
            <a:off x="8455039" y="228031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72" name="Textfeld 169">
            <a:extLst>
              <a:ext uri="{FF2B5EF4-FFF2-40B4-BE49-F238E27FC236}">
                <a16:creationId xmlns:a16="http://schemas.microsoft.com/office/drawing/2014/main" id="{8A3E073B-D6D4-21E6-3B80-A9826F640AE0}"/>
              </a:ext>
            </a:extLst>
          </p:cNvPr>
          <p:cNvSpPr txBox="1"/>
          <p:nvPr/>
        </p:nvSpPr>
        <p:spPr>
          <a:xfrm>
            <a:off x="4880592" y="1567854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85" name="Textfeld 169">
            <a:extLst>
              <a:ext uri="{FF2B5EF4-FFF2-40B4-BE49-F238E27FC236}">
                <a16:creationId xmlns:a16="http://schemas.microsoft.com/office/drawing/2014/main" id="{6243A130-45F9-418D-476B-BD590B0557BB}"/>
              </a:ext>
            </a:extLst>
          </p:cNvPr>
          <p:cNvSpPr txBox="1"/>
          <p:nvPr/>
        </p:nvSpPr>
        <p:spPr>
          <a:xfrm>
            <a:off x="4536660" y="2045581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2" name="Textfeld 169">
            <a:extLst>
              <a:ext uri="{FF2B5EF4-FFF2-40B4-BE49-F238E27FC236}">
                <a16:creationId xmlns:a16="http://schemas.microsoft.com/office/drawing/2014/main" id="{F6BDD172-8B17-7912-8F1B-2EB2E18A20B9}"/>
              </a:ext>
            </a:extLst>
          </p:cNvPr>
          <p:cNvSpPr txBox="1"/>
          <p:nvPr/>
        </p:nvSpPr>
        <p:spPr>
          <a:xfrm>
            <a:off x="6838188" y="17966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cxnSp>
        <p:nvCxnSpPr>
          <p:cNvPr id="6" name="Verbinder: gewinkelt 87">
            <a:extLst>
              <a:ext uri="{FF2B5EF4-FFF2-40B4-BE49-F238E27FC236}">
                <a16:creationId xmlns:a16="http://schemas.microsoft.com/office/drawing/2014/main" id="{13A289F0-3B6F-7736-A922-262DFDCFA917}"/>
              </a:ext>
            </a:extLst>
          </p:cNvPr>
          <p:cNvCxnSpPr>
            <a:cxnSpLocks/>
            <a:stCxn id="37" idx="3"/>
            <a:endCxn id="128" idx="3"/>
          </p:cNvCxnSpPr>
          <p:nvPr/>
        </p:nvCxnSpPr>
        <p:spPr>
          <a:xfrm flipH="1">
            <a:off x="9197541" y="2069422"/>
            <a:ext cx="2483645" cy="1624986"/>
          </a:xfrm>
          <a:prstGeom prst="bentConnector3">
            <a:avLst>
              <a:gd name="adj1" fmla="val -9204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8" name="Textfeld 169">
            <a:extLst>
              <a:ext uri="{FF2B5EF4-FFF2-40B4-BE49-F238E27FC236}">
                <a16:creationId xmlns:a16="http://schemas.microsoft.com/office/drawing/2014/main" id="{775A434C-B2DC-4F03-A9E5-83559E84A6E8}"/>
              </a:ext>
            </a:extLst>
          </p:cNvPr>
          <p:cNvSpPr txBox="1"/>
          <p:nvPr/>
        </p:nvSpPr>
        <p:spPr>
          <a:xfrm>
            <a:off x="4639443" y="1819062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118" name="Gruppieren 117">
            <a:extLst>
              <a:ext uri="{FF2B5EF4-FFF2-40B4-BE49-F238E27FC236}">
                <a16:creationId xmlns:a16="http://schemas.microsoft.com/office/drawing/2014/main" id="{121612F6-64E8-987B-D20E-D40545270564}"/>
              </a:ext>
            </a:extLst>
          </p:cNvPr>
          <p:cNvGrpSpPr/>
          <p:nvPr/>
        </p:nvGrpSpPr>
        <p:grpSpPr>
          <a:xfrm>
            <a:off x="5030329" y="1861556"/>
            <a:ext cx="1930787" cy="635024"/>
            <a:chOff x="4316210" y="1861556"/>
            <a:chExt cx="1930787" cy="635024"/>
          </a:xfrm>
        </p:grpSpPr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F1748259-7664-02D7-42E6-3854F01CAF41}"/>
                </a:ext>
              </a:extLst>
            </p:cNvPr>
            <p:cNvGrpSpPr/>
            <p:nvPr/>
          </p:nvGrpSpPr>
          <p:grpSpPr>
            <a:xfrm>
              <a:off x="4316210" y="1861556"/>
              <a:ext cx="1930787" cy="415732"/>
              <a:chOff x="5746196" y="1700350"/>
              <a:chExt cx="1930787" cy="415732"/>
            </a:xfrm>
          </p:grpSpPr>
          <p:cxnSp>
            <p:nvCxnSpPr>
              <p:cNvPr id="39" name="Verbinder: gewinkelt 87">
                <a:extLst>
                  <a:ext uri="{FF2B5EF4-FFF2-40B4-BE49-F238E27FC236}">
                    <a16:creationId xmlns:a16="http://schemas.microsoft.com/office/drawing/2014/main" id="{7368805F-E8DF-41E7-E660-F700F2718F83}"/>
                  </a:ext>
                </a:extLst>
              </p:cNvPr>
              <p:cNvCxnSpPr>
                <a:cxnSpLocks/>
                <a:stCxn id="45" idx="2"/>
                <a:endCxn id="44" idx="0"/>
              </p:cNvCxnSpPr>
              <p:nvPr/>
            </p:nvCxnSpPr>
            <p:spPr>
              <a:xfrm rot="10800000" flipH="1">
                <a:off x="5746196" y="1700351"/>
                <a:ext cx="965428" cy="213027"/>
              </a:xfrm>
              <a:prstGeom prst="bentConnector4">
                <a:avLst>
                  <a:gd name="adj1" fmla="val -35107"/>
                  <a:gd name="adj2" fmla="val 207310"/>
                </a:avLst>
              </a:prstGeom>
              <a:noFill/>
              <a:ln w="9525">
                <a:solidFill>
                  <a:sysClr val="windowText" lastClr="000000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43" name="Text Box 82">
                <a:extLst>
                  <a:ext uri="{FF2B5EF4-FFF2-40B4-BE49-F238E27FC236}">
                    <a16:creationId xmlns:a16="http://schemas.microsoft.com/office/drawing/2014/main" id="{0C533DF8-DBAB-43C5-308E-1DCCC80746C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25055" y="1738450"/>
                <a:ext cx="969963" cy="33813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Function</a:t>
                </a:r>
              </a:p>
            </p:txBody>
          </p:sp>
          <p:sp>
            <p:nvSpPr>
              <p:cNvPr id="44" name="Rectangle 83">
                <a:extLst>
                  <a:ext uri="{FF2B5EF4-FFF2-40B4-BE49-F238E27FC236}">
                    <a16:creationId xmlns:a16="http://schemas.microsoft.com/office/drawing/2014/main" id="{F420C451-9681-9006-FFCB-BE8AF473B5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04392" y="1700350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45" name="AutoShape 50">
                <a:extLst>
                  <a:ext uri="{FF2B5EF4-FFF2-40B4-BE49-F238E27FC236}">
                    <a16:creationId xmlns:a16="http://schemas.microsoft.com/office/drawing/2014/main" id="{B2A2236F-6475-B5E0-A6A9-52F82008BB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5788264" y="1787170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46" name="Textfeld 169">
                <a:extLst>
                  <a:ext uri="{FF2B5EF4-FFF2-40B4-BE49-F238E27FC236}">
                    <a16:creationId xmlns:a16="http://schemas.microsoft.com/office/drawing/2014/main" id="{AFDA5BD2-5B2F-032C-DDEB-704523080280}"/>
                  </a:ext>
                </a:extLst>
              </p:cNvPr>
              <p:cNvSpPr txBox="1"/>
              <p:nvPr/>
            </p:nvSpPr>
            <p:spPr>
              <a:xfrm>
                <a:off x="6283785" y="1895925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49" name="Textfeld 169">
                <a:extLst>
                  <a:ext uri="{FF2B5EF4-FFF2-40B4-BE49-F238E27FC236}">
                    <a16:creationId xmlns:a16="http://schemas.microsoft.com/office/drawing/2014/main" id="{85ED3B47-E825-AF97-013E-B60ACF9735C7}"/>
                  </a:ext>
                </a:extLst>
              </p:cNvPr>
              <p:cNvSpPr txBox="1"/>
              <p:nvPr/>
            </p:nvSpPr>
            <p:spPr>
              <a:xfrm>
                <a:off x="6847764" y="1900638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50" name="AutoShape 50">
                <a:extLst>
                  <a:ext uri="{FF2B5EF4-FFF2-40B4-BE49-F238E27FC236}">
                    <a16:creationId xmlns:a16="http://schemas.microsoft.com/office/drawing/2014/main" id="{29D1A0FE-0993-E4E8-82FF-B16FB166D1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7466639" y="1782011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2" name="Rectangle 83">
              <a:extLst>
                <a:ext uri="{FF2B5EF4-FFF2-40B4-BE49-F238E27FC236}">
                  <a16:creationId xmlns:a16="http://schemas.microsoft.com/office/drawing/2014/main" id="{F35E53D7-3EB7-54C3-E3B0-F964633BA1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4667" y="2277288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String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6" name="Rectangle 83">
              <a:extLst>
                <a:ext uri="{FF2B5EF4-FFF2-40B4-BE49-F238E27FC236}">
                  <a16:creationId xmlns:a16="http://schemas.microsoft.com/office/drawing/2014/main" id="{D21334AF-956C-4983-93FD-0CAE7C37FF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9323" y="2277289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String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133" name="Textfeld 169">
            <a:extLst>
              <a:ext uri="{FF2B5EF4-FFF2-40B4-BE49-F238E27FC236}">
                <a16:creationId xmlns:a16="http://schemas.microsoft.com/office/drawing/2014/main" id="{410712FD-24D1-D652-4CE6-D5E3A0DF5024}"/>
              </a:ext>
            </a:extLst>
          </p:cNvPr>
          <p:cNvSpPr txBox="1"/>
          <p:nvPr/>
        </p:nvSpPr>
        <p:spPr>
          <a:xfrm>
            <a:off x="6716779" y="3094589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38" name="Textfeld 169">
            <a:extLst>
              <a:ext uri="{FF2B5EF4-FFF2-40B4-BE49-F238E27FC236}">
                <a16:creationId xmlns:a16="http://schemas.microsoft.com/office/drawing/2014/main" id="{F64637CC-A584-931C-F08E-75B708CEEADD}"/>
              </a:ext>
            </a:extLst>
          </p:cNvPr>
          <p:cNvSpPr txBox="1"/>
          <p:nvPr/>
        </p:nvSpPr>
        <p:spPr>
          <a:xfrm>
            <a:off x="6863908" y="338948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F38CDF4-BD1C-A766-9745-85932871F131}"/>
              </a:ext>
            </a:extLst>
          </p:cNvPr>
          <p:cNvGrpSpPr/>
          <p:nvPr/>
        </p:nvGrpSpPr>
        <p:grpSpPr>
          <a:xfrm>
            <a:off x="5282178" y="3388075"/>
            <a:ext cx="1632590" cy="412750"/>
            <a:chOff x="5282178" y="3388075"/>
            <a:chExt cx="1632590" cy="412750"/>
          </a:xfrm>
        </p:grpSpPr>
        <p:grpSp>
          <p:nvGrpSpPr>
            <p:cNvPr id="92" name="Group 87">
              <a:extLst>
                <a:ext uri="{FF2B5EF4-FFF2-40B4-BE49-F238E27FC236}">
                  <a16:creationId xmlns:a16="http://schemas.microsoft.com/office/drawing/2014/main" id="{AAF35CCA-0548-82CF-0A15-782BF73FBFC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82178" y="3388075"/>
              <a:ext cx="1631951" cy="412750"/>
              <a:chOff x="3304" y="2592"/>
              <a:chExt cx="1028" cy="260"/>
            </a:xfrm>
          </p:grpSpPr>
          <p:sp>
            <p:nvSpPr>
              <p:cNvPr id="99" name="Text Box 82">
                <a:extLst>
                  <a:ext uri="{FF2B5EF4-FFF2-40B4-BE49-F238E27FC236}">
                    <a16:creationId xmlns:a16="http://schemas.microsoft.com/office/drawing/2014/main" id="{4CEB775D-579D-5943-8179-5EB6BD549E7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20" y="2616"/>
                <a:ext cx="59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Channel</a:t>
                </a:r>
              </a:p>
            </p:txBody>
          </p:sp>
          <p:sp>
            <p:nvSpPr>
              <p:cNvPr id="100" name="Rectangle 83">
                <a:extLst>
                  <a:ext uri="{FF2B5EF4-FFF2-40B4-BE49-F238E27FC236}">
                    <a16:creationId xmlns:a16="http://schemas.microsoft.com/office/drawing/2014/main" id="{BAB7E7AC-6E2B-5DA5-6314-D1F8964B3D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04" y="2592"/>
                <a:ext cx="1028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5" name="Textfeld 169">
              <a:extLst>
                <a:ext uri="{FF2B5EF4-FFF2-40B4-BE49-F238E27FC236}">
                  <a16:creationId xmlns:a16="http://schemas.microsoft.com/office/drawing/2014/main" id="{E69B6247-7F8D-16BE-A130-557C997BC6AA}"/>
                </a:ext>
              </a:extLst>
            </p:cNvPr>
            <p:cNvSpPr txBox="1"/>
            <p:nvPr/>
          </p:nvSpPr>
          <p:spPr>
            <a:xfrm>
              <a:off x="6717276" y="3389696"/>
              <a:ext cx="9485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6" name="Textfeld 169">
              <a:extLst>
                <a:ext uri="{FF2B5EF4-FFF2-40B4-BE49-F238E27FC236}">
                  <a16:creationId xmlns:a16="http://schemas.microsoft.com/office/drawing/2014/main" id="{7D820340-DC19-14EF-40C1-7A10944307D4}"/>
                </a:ext>
              </a:extLst>
            </p:cNvPr>
            <p:cNvSpPr txBox="1"/>
            <p:nvPr/>
          </p:nvSpPr>
          <p:spPr>
            <a:xfrm>
              <a:off x="6616410" y="363493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47" name="Textfeld 169">
              <a:extLst>
                <a:ext uri="{FF2B5EF4-FFF2-40B4-BE49-F238E27FC236}">
                  <a16:creationId xmlns:a16="http://schemas.microsoft.com/office/drawing/2014/main" id="{A4ADAC5B-D4C1-DA5D-B863-DD0BE637BBF4}"/>
                </a:ext>
              </a:extLst>
            </p:cNvPr>
            <p:cNvSpPr txBox="1"/>
            <p:nvPr/>
          </p:nvSpPr>
          <p:spPr>
            <a:xfrm>
              <a:off x="5576023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48" name="Textfeld 169">
              <a:extLst>
                <a:ext uri="{FF2B5EF4-FFF2-40B4-BE49-F238E27FC236}">
                  <a16:creationId xmlns:a16="http://schemas.microsoft.com/office/drawing/2014/main" id="{95CCD2FA-C602-1C05-EAD3-2FF14ECFC45F}"/>
                </a:ext>
              </a:extLst>
            </p:cNvPr>
            <p:cNvSpPr txBox="1"/>
            <p:nvPr/>
          </p:nvSpPr>
          <p:spPr>
            <a:xfrm>
              <a:off x="6160679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67" name="Textfeld 169">
            <a:extLst>
              <a:ext uri="{FF2B5EF4-FFF2-40B4-BE49-F238E27FC236}">
                <a16:creationId xmlns:a16="http://schemas.microsoft.com/office/drawing/2014/main" id="{B764EFBF-8777-2F0E-5EB5-161002D5A8CD}"/>
              </a:ext>
            </a:extLst>
          </p:cNvPr>
          <p:cNvSpPr txBox="1"/>
          <p:nvPr/>
        </p:nvSpPr>
        <p:spPr>
          <a:xfrm>
            <a:off x="5421606" y="3094589"/>
            <a:ext cx="357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68" name="Textfeld 169">
            <a:extLst>
              <a:ext uri="{FF2B5EF4-FFF2-40B4-BE49-F238E27FC236}">
                <a16:creationId xmlns:a16="http://schemas.microsoft.com/office/drawing/2014/main" id="{849B0B56-D876-CA8F-6A03-9FC5CBD7E1F3}"/>
              </a:ext>
            </a:extLst>
          </p:cNvPr>
          <p:cNvSpPr txBox="1"/>
          <p:nvPr/>
        </p:nvSpPr>
        <p:spPr>
          <a:xfrm>
            <a:off x="5909496" y="3094589"/>
            <a:ext cx="452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DAECCBA9-7FD5-1541-F075-A8A8E7711A1B}"/>
              </a:ext>
            </a:extLst>
          </p:cNvPr>
          <p:cNvGrpSpPr/>
          <p:nvPr/>
        </p:nvGrpSpPr>
        <p:grpSpPr>
          <a:xfrm>
            <a:off x="7782499" y="3388075"/>
            <a:ext cx="1415042" cy="412750"/>
            <a:chOff x="7782499" y="3595251"/>
            <a:chExt cx="1415042" cy="412750"/>
          </a:xfrm>
        </p:grpSpPr>
        <p:sp>
          <p:nvSpPr>
            <p:cNvPr id="114" name="Text Box 82">
              <a:extLst>
                <a:ext uri="{FF2B5EF4-FFF2-40B4-BE49-F238E27FC236}">
                  <a16:creationId xmlns:a16="http://schemas.microsoft.com/office/drawing/2014/main" id="{0F7C5B89-6A48-EDD8-38A7-146F9192A0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79041" y="3633351"/>
              <a:ext cx="101662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Category</a:t>
              </a:r>
            </a:p>
          </p:txBody>
        </p:sp>
        <p:sp>
          <p:nvSpPr>
            <p:cNvPr id="119" name="Rectangle 83">
              <a:extLst>
                <a:ext uri="{FF2B5EF4-FFF2-40B4-BE49-F238E27FC236}">
                  <a16:creationId xmlns:a16="http://schemas.microsoft.com/office/drawing/2014/main" id="{2869E856-1D96-3478-29F9-01674BB163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82499" y="3595251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8" name="Textfeld 169">
              <a:extLst>
                <a:ext uri="{FF2B5EF4-FFF2-40B4-BE49-F238E27FC236}">
                  <a16:creationId xmlns:a16="http://schemas.microsoft.com/office/drawing/2014/main" id="{DAA876B9-CE33-6B87-F39A-8109C564A20A}"/>
                </a:ext>
              </a:extLst>
            </p:cNvPr>
            <p:cNvSpPr txBox="1"/>
            <p:nvPr/>
          </p:nvSpPr>
          <p:spPr>
            <a:xfrm>
              <a:off x="8899183" y="3824640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619429E3-E830-E700-2FAE-52B7A3664F79}"/>
                </a:ext>
              </a:extLst>
            </p:cNvPr>
            <p:cNvSpPr txBox="1"/>
            <p:nvPr/>
          </p:nvSpPr>
          <p:spPr>
            <a:xfrm>
              <a:off x="8899183" y="361921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FC6D494A-439C-040E-F48E-4FD9D0C7D23E}"/>
                </a:ext>
              </a:extLst>
            </p:cNvPr>
            <p:cNvSpPr txBox="1"/>
            <p:nvPr/>
          </p:nvSpPr>
          <p:spPr>
            <a:xfrm>
              <a:off x="8632948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1" name="Textfeld 169">
              <a:extLst>
                <a:ext uri="{FF2B5EF4-FFF2-40B4-BE49-F238E27FC236}">
                  <a16:creationId xmlns:a16="http://schemas.microsoft.com/office/drawing/2014/main" id="{6062919E-718D-6F00-52C6-763B9FF46EAA}"/>
                </a:ext>
              </a:extLst>
            </p:cNvPr>
            <p:cNvSpPr txBox="1"/>
            <p:nvPr/>
          </p:nvSpPr>
          <p:spPr>
            <a:xfrm>
              <a:off x="8069479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87" name="Textfeld 169">
            <a:extLst>
              <a:ext uri="{FF2B5EF4-FFF2-40B4-BE49-F238E27FC236}">
                <a16:creationId xmlns:a16="http://schemas.microsoft.com/office/drawing/2014/main" id="{C19EF26C-33D6-78E1-1A5C-F280AC5A8CB6}"/>
              </a:ext>
            </a:extLst>
          </p:cNvPr>
          <p:cNvSpPr txBox="1"/>
          <p:nvPr/>
        </p:nvSpPr>
        <p:spPr>
          <a:xfrm>
            <a:off x="9191279" y="345353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8CF93230-DEE6-0003-F29F-80FDCF6461A8}"/>
              </a:ext>
            </a:extLst>
          </p:cNvPr>
          <p:cNvCxnSpPr>
            <a:cxnSpLocks/>
            <a:stCxn id="26" idx="2"/>
            <a:endCxn id="48" idx="0"/>
          </p:cNvCxnSpPr>
          <p:nvPr/>
        </p:nvCxnSpPr>
        <p:spPr>
          <a:xfrm flipH="1">
            <a:off x="6309858" y="2496580"/>
            <a:ext cx="1" cy="89492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11" name="Gerade Verbindung mit Pfeil 110">
            <a:extLst>
              <a:ext uri="{FF2B5EF4-FFF2-40B4-BE49-F238E27FC236}">
                <a16:creationId xmlns:a16="http://schemas.microsoft.com/office/drawing/2014/main" id="{DA91FD1F-A543-1AFF-0177-4CFB1A43DEB3}"/>
              </a:ext>
            </a:extLst>
          </p:cNvPr>
          <p:cNvCxnSpPr>
            <a:cxnSpLocks/>
            <a:stCxn id="12" idx="2"/>
            <a:endCxn id="47" idx="0"/>
          </p:cNvCxnSpPr>
          <p:nvPr/>
        </p:nvCxnSpPr>
        <p:spPr>
          <a:xfrm flipH="1">
            <a:off x="5725202" y="2496579"/>
            <a:ext cx="1" cy="89492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27" name="Textfeld 126">
            <a:extLst>
              <a:ext uri="{FF2B5EF4-FFF2-40B4-BE49-F238E27FC236}">
                <a16:creationId xmlns:a16="http://schemas.microsoft.com/office/drawing/2014/main" id="{A88AD3DB-4126-4218-22DB-7506EEA4FEC9}"/>
              </a:ext>
            </a:extLst>
          </p:cNvPr>
          <p:cNvSpPr txBox="1"/>
          <p:nvPr/>
        </p:nvSpPr>
        <p:spPr>
          <a:xfrm>
            <a:off x="8018181" y="4353319"/>
            <a:ext cx="15726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e.g., Diesel in l/s &lt;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Int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&gt;</a:t>
            </a:r>
            <a:endParaRPr lang="de-DE" dirty="0"/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0B3FD00C-1B4E-1E31-6786-1B5337EDB321}"/>
              </a:ext>
            </a:extLst>
          </p:cNvPr>
          <p:cNvSpPr txBox="1"/>
          <p:nvPr/>
        </p:nvSpPr>
        <p:spPr>
          <a:xfrm>
            <a:off x="5326103" y="4245408"/>
            <a:ext cx="26508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Material, Data, Energy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in 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UnitType</a:t>
            </a:r>
            <a:endParaRPr lang="de-DE" i="1" dirty="0">
              <a:solidFill>
                <a:srgbClr val="00549F"/>
              </a:solidFill>
              <a:latin typeface="Trebuchet MS" panose="020B0603020202020204" pitchFamily="34" charset="0"/>
            </a:endParaRPr>
          </a:p>
        </p:txBody>
      </p:sp>
      <p:sp>
        <p:nvSpPr>
          <p:cNvPr id="130" name="Freihandform: Form 129">
            <a:extLst>
              <a:ext uri="{FF2B5EF4-FFF2-40B4-BE49-F238E27FC236}">
                <a16:creationId xmlns:a16="http://schemas.microsoft.com/office/drawing/2014/main" id="{E939C20A-8AFB-7C89-DFF1-94BBAAF803FF}"/>
              </a:ext>
            </a:extLst>
          </p:cNvPr>
          <p:cNvSpPr/>
          <p:nvPr/>
        </p:nvSpPr>
        <p:spPr bwMode="auto">
          <a:xfrm>
            <a:off x="9264711" y="3946842"/>
            <a:ext cx="374885" cy="383556"/>
          </a:xfrm>
          <a:custGeom>
            <a:avLst/>
            <a:gdLst>
              <a:gd name="connsiteX0" fmla="*/ 44450 w 374885"/>
              <a:gd name="connsiteY0" fmla="*/ 1225550 h 1225550"/>
              <a:gd name="connsiteX1" fmla="*/ 374650 w 374885"/>
              <a:gd name="connsiteY1" fmla="*/ 571500 h 1225550"/>
              <a:gd name="connsiteX2" fmla="*/ 0 w 374885"/>
              <a:gd name="connsiteY2" fmla="*/ 0 h 122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4885" h="1225550">
                <a:moveTo>
                  <a:pt x="44450" y="1225550"/>
                </a:moveTo>
                <a:cubicBezTo>
                  <a:pt x="213254" y="1000654"/>
                  <a:pt x="382058" y="775758"/>
                  <a:pt x="374650" y="571500"/>
                </a:cubicBezTo>
                <a:cubicBezTo>
                  <a:pt x="367242" y="367242"/>
                  <a:pt x="183621" y="183621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Freihandform: Form 130">
            <a:extLst>
              <a:ext uri="{FF2B5EF4-FFF2-40B4-BE49-F238E27FC236}">
                <a16:creationId xmlns:a16="http://schemas.microsoft.com/office/drawing/2014/main" id="{7449583E-5613-1508-DB50-3C4527B9E0AA}"/>
              </a:ext>
            </a:extLst>
          </p:cNvPr>
          <p:cNvSpPr/>
          <p:nvPr/>
        </p:nvSpPr>
        <p:spPr bwMode="auto">
          <a:xfrm>
            <a:off x="7008384" y="3866848"/>
            <a:ext cx="677331" cy="463550"/>
          </a:xfrm>
          <a:custGeom>
            <a:avLst/>
            <a:gdLst>
              <a:gd name="connsiteX0" fmla="*/ 55031 w 677331"/>
              <a:gd name="connsiteY0" fmla="*/ 463550 h 463550"/>
              <a:gd name="connsiteX1" fmla="*/ 61381 w 677331"/>
              <a:gd name="connsiteY1" fmla="*/ 133350 h 463550"/>
              <a:gd name="connsiteX2" fmla="*/ 677331 w 677331"/>
              <a:gd name="connsiteY2" fmla="*/ 0 h 46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331" h="463550">
                <a:moveTo>
                  <a:pt x="55031" y="463550"/>
                </a:moveTo>
                <a:cubicBezTo>
                  <a:pt x="6347" y="337079"/>
                  <a:pt x="-42336" y="210608"/>
                  <a:pt x="61381" y="133350"/>
                </a:cubicBezTo>
                <a:cubicBezTo>
                  <a:pt x="165098" y="56092"/>
                  <a:pt x="421214" y="28046"/>
                  <a:pt x="677331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3" name="Gruppieren 142">
            <a:extLst>
              <a:ext uri="{FF2B5EF4-FFF2-40B4-BE49-F238E27FC236}">
                <a16:creationId xmlns:a16="http://schemas.microsoft.com/office/drawing/2014/main" id="{4107ED23-B324-F685-FA22-F875101FE13B}"/>
              </a:ext>
            </a:extLst>
          </p:cNvPr>
          <p:cNvGrpSpPr/>
          <p:nvPr/>
        </p:nvGrpSpPr>
        <p:grpSpPr>
          <a:xfrm>
            <a:off x="7784882" y="1863047"/>
            <a:ext cx="1410052" cy="412750"/>
            <a:chOff x="7784882" y="1863047"/>
            <a:chExt cx="1410052" cy="412750"/>
          </a:xfrm>
        </p:grpSpPr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7AD3F749-19D5-1D44-DCD4-65720E86416B}"/>
                </a:ext>
              </a:extLst>
            </p:cNvPr>
            <p:cNvGrpSpPr/>
            <p:nvPr/>
          </p:nvGrpSpPr>
          <p:grpSpPr>
            <a:xfrm>
              <a:off x="7784882" y="1863047"/>
              <a:ext cx="1410052" cy="412750"/>
              <a:chOff x="6133049" y="1935065"/>
              <a:chExt cx="1410052" cy="412750"/>
            </a:xfrm>
          </p:grpSpPr>
          <p:sp>
            <p:nvSpPr>
              <p:cNvPr id="55" name="Text Box 82">
                <a:extLst>
                  <a:ext uri="{FF2B5EF4-FFF2-40B4-BE49-F238E27FC236}">
                    <a16:creationId xmlns:a16="http://schemas.microsoft.com/office/drawing/2014/main" id="{A8129D00-6FE3-4D3F-38F7-FD2F0826D04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13753" y="1973165"/>
                <a:ext cx="846707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Stream</a:t>
                </a:r>
              </a:p>
            </p:txBody>
          </p:sp>
          <p:sp>
            <p:nvSpPr>
              <p:cNvPr id="56" name="Rectangle 83">
                <a:extLst>
                  <a:ext uri="{FF2B5EF4-FFF2-40B4-BE49-F238E27FC236}">
                    <a16:creationId xmlns:a16="http://schemas.microsoft.com/office/drawing/2014/main" id="{5633609B-9483-9CF3-BDEF-8C038A7595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3049" y="1935065"/>
                <a:ext cx="1409695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58" name="Textfeld 169">
                <a:extLst>
                  <a:ext uri="{FF2B5EF4-FFF2-40B4-BE49-F238E27FC236}">
                    <a16:creationId xmlns:a16="http://schemas.microsoft.com/office/drawing/2014/main" id="{6E91C04A-BC1F-C081-501B-80AFDFC7D08A}"/>
                  </a:ext>
                </a:extLst>
              </p:cNvPr>
              <p:cNvSpPr txBox="1"/>
              <p:nvPr/>
            </p:nvSpPr>
            <p:spPr>
              <a:xfrm>
                <a:off x="6329512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60" name="Textfeld 169">
                <a:extLst>
                  <a:ext uri="{FF2B5EF4-FFF2-40B4-BE49-F238E27FC236}">
                    <a16:creationId xmlns:a16="http://schemas.microsoft.com/office/drawing/2014/main" id="{5B41272C-D895-66C8-8218-DE7B9AC25578}"/>
                  </a:ext>
                </a:extLst>
              </p:cNvPr>
              <p:cNvSpPr txBox="1"/>
              <p:nvPr/>
            </p:nvSpPr>
            <p:spPr>
              <a:xfrm>
                <a:off x="7035803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61" name="Textfeld 169">
                <a:extLst>
                  <a:ext uri="{FF2B5EF4-FFF2-40B4-BE49-F238E27FC236}">
                    <a16:creationId xmlns:a16="http://schemas.microsoft.com/office/drawing/2014/main" id="{D4685A46-7ADC-3D7C-140B-DBDAE7CE5B31}"/>
                  </a:ext>
                </a:extLst>
              </p:cNvPr>
              <p:cNvSpPr txBox="1"/>
              <p:nvPr/>
            </p:nvSpPr>
            <p:spPr>
              <a:xfrm>
                <a:off x="6231404" y="2189581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62" name="Textfeld 169">
                <a:extLst>
                  <a:ext uri="{FF2B5EF4-FFF2-40B4-BE49-F238E27FC236}">
                    <a16:creationId xmlns:a16="http://schemas.microsoft.com/office/drawing/2014/main" id="{689970C7-47E9-1F88-380A-491B97C2F0F4}"/>
                  </a:ext>
                </a:extLst>
              </p:cNvPr>
              <p:cNvSpPr txBox="1"/>
              <p:nvPr/>
            </p:nvSpPr>
            <p:spPr>
              <a:xfrm>
                <a:off x="7244743" y="1954273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64" name="Textfeld 169">
                <a:extLst>
                  <a:ext uri="{FF2B5EF4-FFF2-40B4-BE49-F238E27FC236}">
                    <a16:creationId xmlns:a16="http://schemas.microsoft.com/office/drawing/2014/main" id="{498C4916-9CBC-32CB-6586-2CABC2BA2535}"/>
                  </a:ext>
                </a:extLst>
              </p:cNvPr>
              <p:cNvSpPr txBox="1"/>
              <p:nvPr/>
            </p:nvSpPr>
            <p:spPr>
              <a:xfrm>
                <a:off x="7244743" y="2163318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</p:grpSp>
        <p:sp>
          <p:nvSpPr>
            <p:cNvPr id="141" name="Textfeld 169">
              <a:extLst>
                <a:ext uri="{FF2B5EF4-FFF2-40B4-BE49-F238E27FC236}">
                  <a16:creationId xmlns:a16="http://schemas.microsoft.com/office/drawing/2014/main" id="{0EE15FC0-A46B-FE1C-B23C-2CA1B34C96F3}"/>
                </a:ext>
              </a:extLst>
            </p:cNvPr>
            <p:cNvSpPr txBox="1"/>
            <p:nvPr/>
          </p:nvSpPr>
          <p:spPr>
            <a:xfrm>
              <a:off x="7786744" y="1864687"/>
              <a:ext cx="298358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3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42" name="Textfeld 169">
              <a:extLst>
                <a:ext uri="{FF2B5EF4-FFF2-40B4-BE49-F238E27FC236}">
                  <a16:creationId xmlns:a16="http://schemas.microsoft.com/office/drawing/2014/main" id="{D8452ACE-BF13-A1F2-11CC-E268562C622A}"/>
                </a:ext>
              </a:extLst>
            </p:cNvPr>
            <p:cNvSpPr txBox="1"/>
            <p:nvPr/>
          </p:nvSpPr>
          <p:spPr>
            <a:xfrm>
              <a:off x="7907927" y="211995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C84FB0E1-7181-4A24-44B3-53D256C4BE73}"/>
              </a:ext>
            </a:extLst>
          </p:cNvPr>
          <p:cNvCxnSpPr>
            <a:cxnSpLocks/>
            <a:stCxn id="50" idx="2"/>
            <a:endCxn id="56" idx="1"/>
          </p:cNvCxnSpPr>
          <p:nvPr/>
        </p:nvCxnSpPr>
        <p:spPr>
          <a:xfrm flipV="1">
            <a:off x="6961116" y="2069422"/>
            <a:ext cx="823766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62" name="Verbinder: gewinkelt 87">
            <a:extLst>
              <a:ext uri="{FF2B5EF4-FFF2-40B4-BE49-F238E27FC236}">
                <a16:creationId xmlns:a16="http://schemas.microsoft.com/office/drawing/2014/main" id="{2542A2D2-DCC9-87EC-A57F-8D72E2E0B377}"/>
              </a:ext>
            </a:extLst>
          </p:cNvPr>
          <p:cNvCxnSpPr>
            <a:cxnSpLocks/>
            <a:stCxn id="95" idx="0"/>
            <a:endCxn id="142" idx="2"/>
          </p:cNvCxnSpPr>
          <p:nvPr/>
        </p:nvCxnSpPr>
        <p:spPr>
          <a:xfrm rot="5400000" flipH="1" flipV="1">
            <a:off x="6852980" y="2185570"/>
            <a:ext cx="1115851" cy="12924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89" name="Gerade Verbindung mit Pfeil 188">
            <a:extLst>
              <a:ext uri="{FF2B5EF4-FFF2-40B4-BE49-F238E27FC236}">
                <a16:creationId xmlns:a16="http://schemas.microsoft.com/office/drawing/2014/main" id="{F5E4D958-64E3-EDD3-A26D-823604A4C10E}"/>
              </a:ext>
            </a:extLst>
          </p:cNvPr>
          <p:cNvCxnSpPr>
            <a:cxnSpLocks/>
            <a:stCxn id="100" idx="3"/>
            <a:endCxn id="119" idx="1"/>
          </p:cNvCxnSpPr>
          <p:nvPr/>
        </p:nvCxnSpPr>
        <p:spPr>
          <a:xfrm>
            <a:off x="6914129" y="3594450"/>
            <a:ext cx="868370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92" name="Textfeld 169">
            <a:extLst>
              <a:ext uri="{FF2B5EF4-FFF2-40B4-BE49-F238E27FC236}">
                <a16:creationId xmlns:a16="http://schemas.microsoft.com/office/drawing/2014/main" id="{C9F9C874-BDA0-FFE4-B162-CA63CBD07EBB}"/>
              </a:ext>
            </a:extLst>
          </p:cNvPr>
          <p:cNvSpPr txBox="1"/>
          <p:nvPr/>
        </p:nvSpPr>
        <p:spPr>
          <a:xfrm>
            <a:off x="11617719" y="182436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96" name="Textfeld 169">
            <a:extLst>
              <a:ext uri="{FF2B5EF4-FFF2-40B4-BE49-F238E27FC236}">
                <a16:creationId xmlns:a16="http://schemas.microsoft.com/office/drawing/2014/main" id="{957FA36C-C79A-8C6A-429C-26C4ED6DC4FB}"/>
              </a:ext>
            </a:extLst>
          </p:cNvPr>
          <p:cNvSpPr txBox="1"/>
          <p:nvPr/>
        </p:nvSpPr>
        <p:spPr>
          <a:xfrm>
            <a:off x="9191279" y="192702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2778347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feld 169">
            <a:extLst>
              <a:ext uri="{FF2B5EF4-FFF2-40B4-BE49-F238E27FC236}">
                <a16:creationId xmlns:a16="http://schemas.microsoft.com/office/drawing/2014/main" id="{544756ED-B840-C025-3A4C-68E29AE63FA0}"/>
              </a:ext>
            </a:extLst>
          </p:cNvPr>
          <p:cNvSpPr txBox="1"/>
          <p:nvPr/>
        </p:nvSpPr>
        <p:spPr>
          <a:xfrm>
            <a:off x="5398069" y="4168112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111" name="Textfeld 169">
            <a:extLst>
              <a:ext uri="{FF2B5EF4-FFF2-40B4-BE49-F238E27FC236}">
                <a16:creationId xmlns:a16="http://schemas.microsoft.com/office/drawing/2014/main" id="{45D6BDE6-289B-2D23-835E-AC7D0CA2EF04}"/>
              </a:ext>
            </a:extLst>
          </p:cNvPr>
          <p:cNvSpPr txBox="1"/>
          <p:nvPr/>
        </p:nvSpPr>
        <p:spPr>
          <a:xfrm>
            <a:off x="5819997" y="4170374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CD4Function2Fenix</a:t>
            </a:r>
          </a:p>
        </p:txBody>
      </p: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6D7175A-5FFA-CA72-4D0C-436B010B5E4D}"/>
              </a:ext>
            </a:extLst>
          </p:cNvPr>
          <p:cNvGrpSpPr/>
          <p:nvPr/>
        </p:nvGrpSpPr>
        <p:grpSpPr>
          <a:xfrm>
            <a:off x="5151175" y="3482805"/>
            <a:ext cx="1353657" cy="412750"/>
            <a:chOff x="7497215" y="4334214"/>
            <a:chExt cx="1414463" cy="412750"/>
          </a:xfrm>
        </p:grpSpPr>
        <p:grpSp>
          <p:nvGrpSpPr>
            <p:cNvPr id="85" name="Group 87">
              <a:extLst>
                <a:ext uri="{FF2B5EF4-FFF2-40B4-BE49-F238E27FC236}">
                  <a16:creationId xmlns:a16="http://schemas.microsoft.com/office/drawing/2014/main" id="{08879DE1-631C-B3E6-79A9-0BF722F6BA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87" name="Text Box 82">
                <a:extLst>
                  <a:ext uri="{FF2B5EF4-FFF2-40B4-BE49-F238E27FC236}">
                    <a16:creationId xmlns:a16="http://schemas.microsoft.com/office/drawing/2014/main" id="{CC66CF99-BB29-2EE8-6234-A661173090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88" name="Rectangle 83">
                <a:extLst>
                  <a:ext uri="{FF2B5EF4-FFF2-40B4-BE49-F238E27FC236}">
                    <a16:creationId xmlns:a16="http://schemas.microsoft.com/office/drawing/2014/main" id="{183A5675-C351-2D8D-7F51-457DE51C93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6" name="Textfeld 169">
              <a:extLst>
                <a:ext uri="{FF2B5EF4-FFF2-40B4-BE49-F238E27FC236}">
                  <a16:creationId xmlns:a16="http://schemas.microsoft.com/office/drawing/2014/main" id="{B71A5076-E84E-8975-93B3-6862861D1C53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20E5E315-5EC4-A924-2F47-D8E0B1C571D1}"/>
              </a:ext>
            </a:extLst>
          </p:cNvPr>
          <p:cNvGrpSpPr/>
          <p:nvPr/>
        </p:nvGrpSpPr>
        <p:grpSpPr>
          <a:xfrm>
            <a:off x="5147741" y="4430450"/>
            <a:ext cx="1357920" cy="412750"/>
            <a:chOff x="9978688" y="4334214"/>
            <a:chExt cx="1414463" cy="412750"/>
          </a:xfrm>
        </p:grpSpPr>
        <p:grpSp>
          <p:nvGrpSpPr>
            <p:cNvPr id="90" name="Group 87">
              <a:extLst>
                <a:ext uri="{FF2B5EF4-FFF2-40B4-BE49-F238E27FC236}">
                  <a16:creationId xmlns:a16="http://schemas.microsoft.com/office/drawing/2014/main" id="{E78A8A73-5FBD-78F1-1CD7-72D7C40187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94" name="Text Box 82">
                <a:extLst>
                  <a:ext uri="{FF2B5EF4-FFF2-40B4-BE49-F238E27FC236}">
                    <a16:creationId xmlns:a16="http://schemas.microsoft.com/office/drawing/2014/main" id="{A0D32A82-610F-BB3D-5A3C-F59093EC15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98" name="Rectangle 83">
                <a:extLst>
                  <a:ext uri="{FF2B5EF4-FFF2-40B4-BE49-F238E27FC236}">
                    <a16:creationId xmlns:a16="http://schemas.microsoft.com/office/drawing/2014/main" id="{B68FA06F-4BE7-D52C-F927-B0BB2C0E3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1" name="Textfeld 169">
              <a:extLst>
                <a:ext uri="{FF2B5EF4-FFF2-40B4-BE49-F238E27FC236}">
                  <a16:creationId xmlns:a16="http://schemas.microsoft.com/office/drawing/2014/main" id="{FAE0DB3F-D9C9-DCD8-50E4-7F7ACFA3E93D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30" name="Group 87">
            <a:extLst>
              <a:ext uri="{FF2B5EF4-FFF2-40B4-BE49-F238E27FC236}">
                <a16:creationId xmlns:a16="http://schemas.microsoft.com/office/drawing/2014/main" id="{C2C111F6-8533-1094-3AE6-5B4B711A78AA}"/>
              </a:ext>
            </a:extLst>
          </p:cNvPr>
          <p:cNvGrpSpPr>
            <a:grpSpLocks/>
          </p:cNvGrpSpPr>
          <p:nvPr/>
        </p:nvGrpSpPr>
        <p:grpSpPr bwMode="auto">
          <a:xfrm>
            <a:off x="7889888" y="4430450"/>
            <a:ext cx="1414463" cy="412750"/>
            <a:chOff x="3441" y="2592"/>
            <a:chExt cx="891" cy="260"/>
          </a:xfrm>
        </p:grpSpPr>
        <p:sp>
          <p:nvSpPr>
            <p:cNvPr id="131" name="Text Box 82">
              <a:extLst>
                <a:ext uri="{FF2B5EF4-FFF2-40B4-BE49-F238E27FC236}">
                  <a16:creationId xmlns:a16="http://schemas.microsoft.com/office/drawing/2014/main" id="{3BEE62D8-0955-E8FE-34F9-2559A39081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132" name="Rectangle 83">
              <a:extLst>
                <a:ext uri="{FF2B5EF4-FFF2-40B4-BE49-F238E27FC236}">
                  <a16:creationId xmlns:a16="http://schemas.microsoft.com/office/drawing/2014/main" id="{BDC23866-7E6E-7F91-9386-140010FC1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" name="Verbinder: gewinkelt 87">
            <a:extLst>
              <a:ext uri="{FF2B5EF4-FFF2-40B4-BE49-F238E27FC236}">
                <a16:creationId xmlns:a16="http://schemas.microsoft.com/office/drawing/2014/main" id="{E78214E8-980F-73A0-1988-80B2005C57C1}"/>
              </a:ext>
            </a:extLst>
          </p:cNvPr>
          <p:cNvCxnSpPr>
            <a:cxnSpLocks/>
            <a:stCxn id="88" idx="3"/>
            <a:endCxn id="116" idx="3"/>
          </p:cNvCxnSpPr>
          <p:nvPr/>
        </p:nvCxnSpPr>
        <p:spPr>
          <a:xfrm flipV="1">
            <a:off x="6504832" y="3514055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" name="Verbinder: gewinkelt 87">
            <a:extLst>
              <a:ext uri="{FF2B5EF4-FFF2-40B4-BE49-F238E27FC236}">
                <a16:creationId xmlns:a16="http://schemas.microsoft.com/office/drawing/2014/main" id="{510E37C7-F6E9-F32D-26D2-97D83A40CB66}"/>
              </a:ext>
            </a:extLst>
          </p:cNvPr>
          <p:cNvCxnSpPr>
            <a:cxnSpLocks/>
            <a:stCxn id="98" idx="3"/>
            <a:endCxn id="116" idx="3"/>
          </p:cNvCxnSpPr>
          <p:nvPr/>
        </p:nvCxnSpPr>
        <p:spPr>
          <a:xfrm flipV="1">
            <a:off x="6505661" y="3514055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21" name="Verbinder: gewinkelt 87">
            <a:extLst>
              <a:ext uri="{FF2B5EF4-FFF2-40B4-BE49-F238E27FC236}">
                <a16:creationId xmlns:a16="http://schemas.microsoft.com/office/drawing/2014/main" id="{ACF79AE6-0C37-92CA-3E62-D662C3D6344B}"/>
              </a:ext>
            </a:extLst>
          </p:cNvPr>
          <p:cNvCxnSpPr>
            <a:cxnSpLocks/>
            <a:stCxn id="120" idx="2"/>
            <a:endCxn id="108" idx="1"/>
          </p:cNvCxnSpPr>
          <p:nvPr/>
        </p:nvCxnSpPr>
        <p:spPr>
          <a:xfrm rot="16200000" flipH="1">
            <a:off x="7359079" y="3165799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F4C1D47-193E-F9D7-05CA-EB6617727CC6}"/>
              </a:ext>
            </a:extLst>
          </p:cNvPr>
          <p:cNvCxnSpPr>
            <a:cxnSpLocks/>
            <a:stCxn id="123" idx="2"/>
            <a:endCxn id="108" idx="0"/>
          </p:cNvCxnSpPr>
          <p:nvPr/>
        </p:nvCxnSpPr>
        <p:spPr>
          <a:xfrm>
            <a:off x="8594736" y="2168396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8FD7B3C0-AE8C-95A0-8A04-F26B9239DD1B}"/>
              </a:ext>
            </a:extLst>
          </p:cNvPr>
          <p:cNvCxnSpPr>
            <a:cxnSpLocks/>
            <a:stCxn id="63" idx="0"/>
            <a:endCxn id="132" idx="0"/>
          </p:cNvCxnSpPr>
          <p:nvPr/>
        </p:nvCxnSpPr>
        <p:spPr>
          <a:xfrm>
            <a:off x="8594737" y="4159597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BF91FA5-D920-0099-1F3D-665E88A4BD7A}"/>
              </a:ext>
            </a:extLst>
          </p:cNvPr>
          <p:cNvCxnSpPr>
            <a:cxnSpLocks/>
            <a:stCxn id="98" idx="0"/>
            <a:endCxn id="88" idx="2"/>
          </p:cNvCxnSpPr>
          <p:nvPr/>
        </p:nvCxnSpPr>
        <p:spPr>
          <a:xfrm flipV="1">
            <a:off x="5826701" y="3895555"/>
            <a:ext cx="1303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D06CF1CF-F314-C363-F4CB-09387A4773FB}"/>
              </a:ext>
            </a:extLst>
          </p:cNvPr>
          <p:cNvGrpSpPr/>
          <p:nvPr/>
        </p:nvGrpSpPr>
        <p:grpSpPr>
          <a:xfrm>
            <a:off x="3590636" y="1754155"/>
            <a:ext cx="1930787" cy="415732"/>
            <a:chOff x="5746196" y="1700350"/>
            <a:chExt cx="1930787" cy="415732"/>
          </a:xfrm>
        </p:grpSpPr>
        <p:cxnSp>
          <p:nvCxnSpPr>
            <p:cNvPr id="47" name="Verbinder: gewinkelt 87">
              <a:extLst>
                <a:ext uri="{FF2B5EF4-FFF2-40B4-BE49-F238E27FC236}">
                  <a16:creationId xmlns:a16="http://schemas.microsoft.com/office/drawing/2014/main" id="{9BD66F53-02F8-0245-5342-5DB7E16F73E5}"/>
                </a:ext>
              </a:extLst>
            </p:cNvPr>
            <p:cNvCxnSpPr>
              <a:cxnSpLocks/>
              <a:stCxn id="74" idx="2"/>
              <a:endCxn id="57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8" name="Text Box 82">
              <a:extLst>
                <a:ext uri="{FF2B5EF4-FFF2-40B4-BE49-F238E27FC236}">
                  <a16:creationId xmlns:a16="http://schemas.microsoft.com/office/drawing/2014/main" id="{2E6CCE68-4D26-3E46-3B4B-C83A7CA526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57" name="Rectangle 83">
              <a:extLst>
                <a:ext uri="{FF2B5EF4-FFF2-40B4-BE49-F238E27FC236}">
                  <a16:creationId xmlns:a16="http://schemas.microsoft.com/office/drawing/2014/main" id="{6C69CBA5-6820-2D85-A9E6-F0D687810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4" name="AutoShape 50">
              <a:extLst>
                <a:ext uri="{FF2B5EF4-FFF2-40B4-BE49-F238E27FC236}">
                  <a16:creationId xmlns:a16="http://schemas.microsoft.com/office/drawing/2014/main" id="{4BCB37B3-246C-B80E-0B3B-27CE4BD5E8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A742F8FD-B8DE-99D1-3A56-9FF3B4EC2CF2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AA661F45-9377-AAD5-8921-3D60F173FBBC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1" name="AutoShape 50">
              <a:extLst>
                <a:ext uri="{FF2B5EF4-FFF2-40B4-BE49-F238E27FC236}">
                  <a16:creationId xmlns:a16="http://schemas.microsoft.com/office/drawing/2014/main" id="{7FBB79BE-5472-26D3-14BB-4674C5C0A19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66" name="Textfeld 169">
            <a:extLst>
              <a:ext uri="{FF2B5EF4-FFF2-40B4-BE49-F238E27FC236}">
                <a16:creationId xmlns:a16="http://schemas.microsoft.com/office/drawing/2014/main" id="{7A66C475-C575-3B52-6A3D-CB34A715C6E5}"/>
              </a:ext>
            </a:extLst>
          </p:cNvPr>
          <p:cNvSpPr txBox="1"/>
          <p:nvPr/>
        </p:nvSpPr>
        <p:spPr>
          <a:xfrm>
            <a:off x="4549445" y="151901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68" name="Textfeld 169">
            <a:extLst>
              <a:ext uri="{FF2B5EF4-FFF2-40B4-BE49-F238E27FC236}">
                <a16:creationId xmlns:a16="http://schemas.microsoft.com/office/drawing/2014/main" id="{9282EF4C-19BB-40F8-96CB-B9980AB3981C}"/>
              </a:ext>
            </a:extLst>
          </p:cNvPr>
          <p:cNvSpPr txBox="1"/>
          <p:nvPr/>
        </p:nvSpPr>
        <p:spPr>
          <a:xfrm>
            <a:off x="7317331" y="1942938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69" name="Textfeld 169">
            <a:extLst>
              <a:ext uri="{FF2B5EF4-FFF2-40B4-BE49-F238E27FC236}">
                <a16:creationId xmlns:a16="http://schemas.microsoft.com/office/drawing/2014/main" id="{C360610D-FC9F-4055-0CFF-58ECA127EB77}"/>
              </a:ext>
            </a:extLst>
          </p:cNvPr>
          <p:cNvSpPr txBox="1"/>
          <p:nvPr/>
        </p:nvSpPr>
        <p:spPr>
          <a:xfrm>
            <a:off x="7603998" y="168770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15B3519F-5A9B-181D-818C-0019A1D6B38B}"/>
              </a:ext>
            </a:extLst>
          </p:cNvPr>
          <p:cNvGrpSpPr/>
          <p:nvPr/>
        </p:nvGrpSpPr>
        <p:grpSpPr>
          <a:xfrm>
            <a:off x="7889888" y="1755646"/>
            <a:ext cx="1410052" cy="412750"/>
            <a:chOff x="6133049" y="1935065"/>
            <a:chExt cx="1410052" cy="412750"/>
          </a:xfrm>
        </p:grpSpPr>
        <p:sp>
          <p:nvSpPr>
            <p:cNvPr id="121" name="Text Box 82">
              <a:extLst>
                <a:ext uri="{FF2B5EF4-FFF2-40B4-BE49-F238E27FC236}">
                  <a16:creationId xmlns:a16="http://schemas.microsoft.com/office/drawing/2014/main" id="{DB97B62D-7852-1951-5753-9C8B3D4A7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23" name="Rectangle 83">
              <a:extLst>
                <a:ext uri="{FF2B5EF4-FFF2-40B4-BE49-F238E27FC236}">
                  <a16:creationId xmlns:a16="http://schemas.microsoft.com/office/drawing/2014/main" id="{BF5759FB-D2C0-3651-529A-95B580D842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4" name="Textfeld 169">
              <a:extLst>
                <a:ext uri="{FF2B5EF4-FFF2-40B4-BE49-F238E27FC236}">
                  <a16:creationId xmlns:a16="http://schemas.microsoft.com/office/drawing/2014/main" id="{67432E70-327C-5769-D573-FF8AA74DAFF9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5" name="Textfeld 169">
              <a:extLst>
                <a:ext uri="{FF2B5EF4-FFF2-40B4-BE49-F238E27FC236}">
                  <a16:creationId xmlns:a16="http://schemas.microsoft.com/office/drawing/2014/main" id="{C8B76388-0F8E-C1DE-3B10-A902B3179C02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5C9F63D6-6797-9E22-329B-792FA6544F76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0" name="Textfeld 169">
              <a:extLst>
                <a:ext uri="{FF2B5EF4-FFF2-40B4-BE49-F238E27FC236}">
                  <a16:creationId xmlns:a16="http://schemas.microsoft.com/office/drawing/2014/main" id="{95D28428-8C6A-10F6-4129-8E98A8E7D605}"/>
                </a:ext>
              </a:extLst>
            </p:cNvPr>
            <p:cNvSpPr txBox="1"/>
            <p:nvPr/>
          </p:nvSpPr>
          <p:spPr>
            <a:xfrm>
              <a:off x="7244743" y="198475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1" name="Textfeld 169">
              <a:extLst>
                <a:ext uri="{FF2B5EF4-FFF2-40B4-BE49-F238E27FC236}">
                  <a16:creationId xmlns:a16="http://schemas.microsoft.com/office/drawing/2014/main" id="{70AB998D-93B2-4237-B4A2-12065D6F97BE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04" name="Textfeld 169">
            <a:extLst>
              <a:ext uri="{FF2B5EF4-FFF2-40B4-BE49-F238E27FC236}">
                <a16:creationId xmlns:a16="http://schemas.microsoft.com/office/drawing/2014/main" id="{5BC84E8F-A35F-A352-1E52-E02675B7D1FB}"/>
              </a:ext>
            </a:extLst>
          </p:cNvPr>
          <p:cNvSpPr txBox="1"/>
          <p:nvPr/>
        </p:nvSpPr>
        <p:spPr>
          <a:xfrm>
            <a:off x="4880582" y="370287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05" name="Textfeld 169">
            <a:extLst>
              <a:ext uri="{FF2B5EF4-FFF2-40B4-BE49-F238E27FC236}">
                <a16:creationId xmlns:a16="http://schemas.microsoft.com/office/drawing/2014/main" id="{702B0F8E-D738-AD6F-1862-AD36BE633553}"/>
              </a:ext>
            </a:extLst>
          </p:cNvPr>
          <p:cNvSpPr txBox="1"/>
          <p:nvPr/>
        </p:nvSpPr>
        <p:spPr>
          <a:xfrm>
            <a:off x="4823936" y="431017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09" name="Textfeld 169">
            <a:extLst>
              <a:ext uri="{FF2B5EF4-FFF2-40B4-BE49-F238E27FC236}">
                <a16:creationId xmlns:a16="http://schemas.microsoft.com/office/drawing/2014/main" id="{76D7673B-AF82-00F2-8198-406F547CA2EA}"/>
              </a:ext>
            </a:extLst>
          </p:cNvPr>
          <p:cNvSpPr txBox="1"/>
          <p:nvPr/>
        </p:nvSpPr>
        <p:spPr>
          <a:xfrm>
            <a:off x="5507499" y="3851342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10" name="Textfeld 169">
            <a:extLst>
              <a:ext uri="{FF2B5EF4-FFF2-40B4-BE49-F238E27FC236}">
                <a16:creationId xmlns:a16="http://schemas.microsoft.com/office/drawing/2014/main" id="{DB071100-D853-40E9-1BD9-36E255024260}"/>
              </a:ext>
            </a:extLst>
          </p:cNvPr>
          <p:cNvSpPr txBox="1"/>
          <p:nvPr/>
        </p:nvSpPr>
        <p:spPr>
          <a:xfrm>
            <a:off x="5788133" y="390150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375561C5-77E1-02C4-9FE4-EDB9F8608322}"/>
              </a:ext>
            </a:extLst>
          </p:cNvPr>
          <p:cNvGrpSpPr/>
          <p:nvPr/>
        </p:nvGrpSpPr>
        <p:grpSpPr>
          <a:xfrm>
            <a:off x="6079066" y="2801364"/>
            <a:ext cx="1415104" cy="712691"/>
            <a:chOff x="4164286" y="2980783"/>
            <a:chExt cx="1415104" cy="712691"/>
          </a:xfrm>
        </p:grpSpPr>
        <p:grpSp>
          <p:nvGrpSpPr>
            <p:cNvPr id="115" name="Group 87">
              <a:extLst>
                <a:ext uri="{FF2B5EF4-FFF2-40B4-BE49-F238E27FC236}">
                  <a16:creationId xmlns:a16="http://schemas.microsoft.com/office/drawing/2014/main" id="{9235F5D3-5A12-B93E-A970-0DFF852505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117" name="Text Box 82">
                <a:extLst>
                  <a:ext uri="{FF2B5EF4-FFF2-40B4-BE49-F238E27FC236}">
                    <a16:creationId xmlns:a16="http://schemas.microsoft.com/office/drawing/2014/main" id="{6364B172-4927-CA14-8041-03FD85DB24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18" name="Rectangle 83">
                <a:extLst>
                  <a:ext uri="{FF2B5EF4-FFF2-40B4-BE49-F238E27FC236}">
                    <a16:creationId xmlns:a16="http://schemas.microsoft.com/office/drawing/2014/main" id="{ABA119B7-07A6-01C7-76FA-824327710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16" name="AutoShape 37">
              <a:extLst>
                <a:ext uri="{FF2B5EF4-FFF2-40B4-BE49-F238E27FC236}">
                  <a16:creationId xmlns:a16="http://schemas.microsoft.com/office/drawing/2014/main" id="{5708A57A-2241-BE1F-2238-61CC96523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113" name="Textfeld 169">
              <a:extLst>
                <a:ext uri="{FF2B5EF4-FFF2-40B4-BE49-F238E27FC236}">
                  <a16:creationId xmlns:a16="http://schemas.microsoft.com/office/drawing/2014/main" id="{3FDBF117-AC16-0CE1-E857-A2C897DBAF22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0" name="Textfeld 169">
              <a:extLst>
                <a:ext uri="{FF2B5EF4-FFF2-40B4-BE49-F238E27FC236}">
                  <a16:creationId xmlns:a16="http://schemas.microsoft.com/office/drawing/2014/main" id="{62505F43-22F5-C76F-72BD-A546837054CE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5" name="Textfeld 169">
            <a:extLst>
              <a:ext uri="{FF2B5EF4-FFF2-40B4-BE49-F238E27FC236}">
                <a16:creationId xmlns:a16="http://schemas.microsoft.com/office/drawing/2014/main" id="{7F28EFBB-45F7-626C-3B51-7E592B2F483A}"/>
              </a:ext>
            </a:extLst>
          </p:cNvPr>
          <p:cNvSpPr txBox="1"/>
          <p:nvPr/>
        </p:nvSpPr>
        <p:spPr>
          <a:xfrm>
            <a:off x="8081921" y="2211276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0..1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67" name="Gruppieren 166">
            <a:extLst>
              <a:ext uri="{FF2B5EF4-FFF2-40B4-BE49-F238E27FC236}">
                <a16:creationId xmlns:a16="http://schemas.microsoft.com/office/drawing/2014/main" id="{B7C03D2D-AC68-2259-7EE6-C3530266FFF7}"/>
              </a:ext>
            </a:extLst>
          </p:cNvPr>
          <p:cNvGrpSpPr/>
          <p:nvPr/>
        </p:nvGrpSpPr>
        <p:grpSpPr>
          <a:xfrm>
            <a:off x="7887505" y="3487850"/>
            <a:ext cx="1414463" cy="671747"/>
            <a:chOff x="6130666" y="3341842"/>
            <a:chExt cx="1414463" cy="671747"/>
          </a:xfrm>
        </p:grpSpPr>
        <p:sp>
          <p:nvSpPr>
            <p:cNvPr id="107" name="Text Box 82">
              <a:extLst>
                <a:ext uri="{FF2B5EF4-FFF2-40B4-BE49-F238E27FC236}">
                  <a16:creationId xmlns:a16="http://schemas.microsoft.com/office/drawing/2014/main" id="{89B7DD98-5465-6A8B-D0B9-3D67263988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08" name="Rectangle 83">
              <a:extLst>
                <a:ext uri="{FF2B5EF4-FFF2-40B4-BE49-F238E27FC236}">
                  <a16:creationId xmlns:a16="http://schemas.microsoft.com/office/drawing/2014/main" id="{6344571D-9725-529C-61F1-398BAB5C6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3" name="AutoShape 50">
              <a:extLst>
                <a:ext uri="{FF2B5EF4-FFF2-40B4-BE49-F238E27FC236}">
                  <a16:creationId xmlns:a16="http://schemas.microsoft.com/office/drawing/2014/main" id="{66FEB1FD-044A-6BAA-171B-172122658BE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6" name="Textfeld 169">
              <a:extLst>
                <a:ext uri="{FF2B5EF4-FFF2-40B4-BE49-F238E27FC236}">
                  <a16:creationId xmlns:a16="http://schemas.microsoft.com/office/drawing/2014/main" id="{3B1220EA-3474-1410-3E4B-D09C4774D7C4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74" name="Textfeld 169">
            <a:extLst>
              <a:ext uri="{FF2B5EF4-FFF2-40B4-BE49-F238E27FC236}">
                <a16:creationId xmlns:a16="http://schemas.microsoft.com/office/drawing/2014/main" id="{F8379769-3C79-2C5E-AD2F-30A7EAEB5323}"/>
              </a:ext>
            </a:extLst>
          </p:cNvPr>
          <p:cNvSpPr txBox="1"/>
          <p:nvPr/>
        </p:nvSpPr>
        <p:spPr>
          <a:xfrm>
            <a:off x="7604930" y="342940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5" name="Textfeld 169">
            <a:extLst>
              <a:ext uri="{FF2B5EF4-FFF2-40B4-BE49-F238E27FC236}">
                <a16:creationId xmlns:a16="http://schemas.microsoft.com/office/drawing/2014/main" id="{86C41B41-D4C4-E842-32F0-98AD32F355D9}"/>
              </a:ext>
            </a:extLst>
          </p:cNvPr>
          <p:cNvSpPr txBox="1"/>
          <p:nvPr/>
        </p:nvSpPr>
        <p:spPr>
          <a:xfrm>
            <a:off x="8541946" y="323088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7" name="Textfeld 169">
            <a:extLst>
              <a:ext uri="{FF2B5EF4-FFF2-40B4-BE49-F238E27FC236}">
                <a16:creationId xmlns:a16="http://schemas.microsoft.com/office/drawing/2014/main" id="{EFE19DE9-0B1E-4076-A166-58225CAFF176}"/>
              </a:ext>
            </a:extLst>
          </p:cNvPr>
          <p:cNvSpPr txBox="1"/>
          <p:nvPr/>
        </p:nvSpPr>
        <p:spPr>
          <a:xfrm>
            <a:off x="8589005" y="4155610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78" name="Textfeld 169">
            <a:extLst>
              <a:ext uri="{FF2B5EF4-FFF2-40B4-BE49-F238E27FC236}">
                <a16:creationId xmlns:a16="http://schemas.microsoft.com/office/drawing/2014/main" id="{7B494332-8610-3D5B-6FB4-4DBD6CABC7E6}"/>
              </a:ext>
            </a:extLst>
          </p:cNvPr>
          <p:cNvSpPr txBox="1"/>
          <p:nvPr/>
        </p:nvSpPr>
        <p:spPr>
          <a:xfrm>
            <a:off x="7267799" y="316820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79" name="Textfeld 169">
            <a:extLst>
              <a:ext uri="{FF2B5EF4-FFF2-40B4-BE49-F238E27FC236}">
                <a16:creationId xmlns:a16="http://schemas.microsoft.com/office/drawing/2014/main" id="{48661ED5-BA68-EBF3-8607-19C54C044862}"/>
              </a:ext>
            </a:extLst>
          </p:cNvPr>
          <p:cNvSpPr txBox="1"/>
          <p:nvPr/>
        </p:nvSpPr>
        <p:spPr>
          <a:xfrm>
            <a:off x="8560996" y="224064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5" name="Content Placeholder 131">
            <a:extLst>
              <a:ext uri="{FF2B5EF4-FFF2-40B4-BE49-F238E27FC236}">
                <a16:creationId xmlns:a16="http://schemas.microsoft.com/office/drawing/2014/main" id="{89ECDBD6-824D-5B6E-472C-B1A0051378B3}"/>
              </a:ext>
            </a:extLst>
          </p:cNvPr>
          <p:cNvSpPr txBox="1">
            <a:spLocks/>
          </p:cNvSpPr>
          <p:nvPr/>
        </p:nvSpPr>
        <p:spPr>
          <a:xfrm>
            <a:off x="384000" y="1236273"/>
            <a:ext cx="5957577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+mj-lt"/>
              </a:rPr>
              <a:t>Each port is known by 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	its </a:t>
            </a:r>
            <a:r>
              <a:rPr lang="en-US" dirty="0">
                <a:solidFill>
                  <a:schemeClr val="tx2"/>
                </a:solidFill>
                <a:latin typeface="+mj-lt"/>
              </a:rPr>
              <a:t>name</a:t>
            </a:r>
            <a:r>
              <a:rPr lang="en-US" dirty="0">
                <a:latin typeface="+mj-lt"/>
              </a:rPr>
              <a:t> attribute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Problem: shared ports 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	lead to loss of port names</a:t>
            </a:r>
          </a:p>
          <a:p>
            <a:pPr marL="0" indent="0">
              <a:buNone/>
            </a:pPr>
            <a:endParaRPr lang="en-US" dirty="0">
              <a:solidFill>
                <a:srgbClr val="00549F"/>
              </a:solidFill>
              <a:latin typeface="Trebuchet MS" panose="020B0603020202020204" pitchFamily="34" charset="0"/>
            </a:endParaRPr>
          </a:p>
          <a:p>
            <a:r>
              <a:rPr lang="en-US" dirty="0">
                <a:latin typeface="+mj-lt"/>
              </a:rPr>
              <a:t>Solution: use </a:t>
            </a:r>
            <a:r>
              <a:rPr lang="en-US" dirty="0">
                <a:solidFill>
                  <a:schemeClr val="tx2"/>
                </a:solidFill>
                <a:latin typeface="+mj-lt"/>
              </a:rPr>
              <a:t>qualified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  <a:latin typeface="+mj-lt"/>
              </a:rPr>
              <a:t>	association </a:t>
            </a:r>
            <a:r>
              <a:rPr lang="en-US" dirty="0">
                <a:latin typeface="+mj-lt"/>
              </a:rPr>
              <a:t>of type 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	</a:t>
            </a:r>
            <a:r>
              <a:rPr lang="en-US" dirty="0">
                <a:solidFill>
                  <a:schemeClr val="tx2"/>
                </a:solidFill>
                <a:latin typeface="+mj-lt"/>
              </a:rPr>
              <a:t>String </a:t>
            </a:r>
            <a:r>
              <a:rPr lang="en-US" dirty="0">
                <a:latin typeface="+mj-lt"/>
              </a:rPr>
              <a:t>to encode port 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	name	in its respective 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	function</a:t>
            </a:r>
          </a:p>
          <a:p>
            <a:endParaRPr lang="en-US" dirty="0">
              <a:latin typeface="+mj-lt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6140065-CE66-A407-2068-6AF03E2AE1F4}"/>
              </a:ext>
            </a:extLst>
          </p:cNvPr>
          <p:cNvSpPr/>
          <p:nvPr/>
        </p:nvSpPr>
        <p:spPr bwMode="auto">
          <a:xfrm>
            <a:off x="4254449" y="274502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A5F2A3F-B659-2B1D-A0DA-98B6129E794F}"/>
              </a:ext>
            </a:extLst>
          </p:cNvPr>
          <p:cNvSpPr/>
          <p:nvPr/>
        </p:nvSpPr>
        <p:spPr bwMode="auto">
          <a:xfrm>
            <a:off x="4814260" y="267090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5" name="Verbinder: gewinkelt 87">
            <a:extLst>
              <a:ext uri="{FF2B5EF4-FFF2-40B4-BE49-F238E27FC236}">
                <a16:creationId xmlns:a16="http://schemas.microsoft.com/office/drawing/2014/main" id="{7B30A56A-863D-F485-DE66-7EE3C1D1DBB8}"/>
              </a:ext>
            </a:extLst>
          </p:cNvPr>
          <p:cNvCxnSpPr>
            <a:cxnSpLocks/>
            <a:stCxn id="46" idx="2"/>
            <a:endCxn id="88" idx="1"/>
          </p:cNvCxnSpPr>
          <p:nvPr/>
        </p:nvCxnSpPr>
        <p:spPr>
          <a:xfrm rot="16200000" flipH="1">
            <a:off x="4445665" y="2983670"/>
            <a:ext cx="1229718" cy="181302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406CA2DA-F89E-2944-77D8-AE0C78C3EFEA}"/>
              </a:ext>
            </a:extLst>
          </p:cNvPr>
          <p:cNvSpPr/>
          <p:nvPr/>
        </p:nvSpPr>
        <p:spPr bwMode="auto">
          <a:xfrm>
            <a:off x="8109794" y="263724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27" name="Verbinder: gewinkelt 87">
            <a:extLst>
              <a:ext uri="{FF2B5EF4-FFF2-40B4-BE49-F238E27FC236}">
                <a16:creationId xmlns:a16="http://schemas.microsoft.com/office/drawing/2014/main" id="{86D099F0-2225-F6F5-AF06-B3681D86A972}"/>
              </a:ext>
            </a:extLst>
          </p:cNvPr>
          <p:cNvCxnSpPr>
            <a:cxnSpLocks/>
            <a:stCxn id="113" idx="3"/>
            <a:endCxn id="129" idx="2"/>
          </p:cNvCxnSpPr>
          <p:nvPr/>
        </p:nvCxnSpPr>
        <p:spPr>
          <a:xfrm flipV="1">
            <a:off x="7494170" y="2164050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CE70D65-9980-87B3-AB46-055BC15D88BF}"/>
              </a:ext>
            </a:extLst>
          </p:cNvPr>
          <p:cNvCxnSpPr>
            <a:cxnSpLocks/>
            <a:stCxn id="81" idx="2"/>
            <a:endCxn id="123" idx="1"/>
          </p:cNvCxnSpPr>
          <p:nvPr/>
        </p:nvCxnSpPr>
        <p:spPr>
          <a:xfrm flipV="1">
            <a:off x="5521423" y="1962021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50" name="Rechteck 49">
            <a:extLst>
              <a:ext uri="{FF2B5EF4-FFF2-40B4-BE49-F238E27FC236}">
                <a16:creationId xmlns:a16="http://schemas.microsoft.com/office/drawing/2014/main" id="{61E045BE-5F3A-DD85-9FFA-838FC1BD1095}"/>
              </a:ext>
            </a:extLst>
          </p:cNvPr>
          <p:cNvSpPr/>
          <p:nvPr/>
        </p:nvSpPr>
        <p:spPr bwMode="auto">
          <a:xfrm>
            <a:off x="4467960" y="4614109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8" name="Verbinder: gewinkelt 87">
            <a:extLst>
              <a:ext uri="{FF2B5EF4-FFF2-40B4-BE49-F238E27FC236}">
                <a16:creationId xmlns:a16="http://schemas.microsoft.com/office/drawing/2014/main" id="{FB09C0AE-45B7-FED5-8D63-694C9B96404C}"/>
              </a:ext>
            </a:extLst>
          </p:cNvPr>
          <p:cNvCxnSpPr>
            <a:cxnSpLocks/>
            <a:stCxn id="51" idx="2"/>
            <a:endCxn id="98" idx="1"/>
          </p:cNvCxnSpPr>
          <p:nvPr/>
        </p:nvCxnSpPr>
        <p:spPr>
          <a:xfrm rot="16200000" flipH="1">
            <a:off x="3558509" y="3047592"/>
            <a:ext cx="2177363" cy="1001102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7" name="Textfeld 169">
            <a:extLst>
              <a:ext uri="{FF2B5EF4-FFF2-40B4-BE49-F238E27FC236}">
                <a16:creationId xmlns:a16="http://schemas.microsoft.com/office/drawing/2014/main" id="{9A197C56-2A62-BFEA-3D56-7E227E92CF2D}"/>
              </a:ext>
            </a:extLst>
          </p:cNvPr>
          <p:cNvSpPr txBox="1"/>
          <p:nvPr/>
        </p:nvSpPr>
        <p:spPr>
          <a:xfrm>
            <a:off x="3440899" y="1498553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76358726-B9EA-2259-A6EA-ECE926CA7162}"/>
              </a:ext>
            </a:extLst>
          </p:cNvPr>
          <p:cNvSpPr txBox="1"/>
          <p:nvPr/>
        </p:nvSpPr>
        <p:spPr>
          <a:xfrm>
            <a:off x="7488767" y="2656079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20" name="Textfeld 169">
            <a:extLst>
              <a:ext uri="{FF2B5EF4-FFF2-40B4-BE49-F238E27FC236}">
                <a16:creationId xmlns:a16="http://schemas.microsoft.com/office/drawing/2014/main" id="{D1BDEFD5-3A84-A1D5-7DC7-E0A2C95F40C3}"/>
              </a:ext>
            </a:extLst>
          </p:cNvPr>
          <p:cNvSpPr txBox="1"/>
          <p:nvPr/>
        </p:nvSpPr>
        <p:spPr>
          <a:xfrm>
            <a:off x="3096967" y="1938180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9" name="Textfeld 169">
            <a:extLst>
              <a:ext uri="{FF2B5EF4-FFF2-40B4-BE49-F238E27FC236}">
                <a16:creationId xmlns:a16="http://schemas.microsoft.com/office/drawing/2014/main" id="{78DB2BED-590F-B354-6578-B31F72EA8760}"/>
              </a:ext>
            </a:extLst>
          </p:cNvPr>
          <p:cNvSpPr txBox="1"/>
          <p:nvPr/>
        </p:nvSpPr>
        <p:spPr>
          <a:xfrm>
            <a:off x="5408700" y="1687700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45" name="Textfeld 169">
            <a:extLst>
              <a:ext uri="{FF2B5EF4-FFF2-40B4-BE49-F238E27FC236}">
                <a16:creationId xmlns:a16="http://schemas.microsoft.com/office/drawing/2014/main" id="{A40781D8-17F1-A6E8-DE28-CDDA763B4BAD}"/>
              </a:ext>
            </a:extLst>
          </p:cNvPr>
          <p:cNvSpPr txBox="1"/>
          <p:nvPr/>
        </p:nvSpPr>
        <p:spPr>
          <a:xfrm>
            <a:off x="9153982" y="2136299"/>
            <a:ext cx="298358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sp>
        <p:nvSpPr>
          <p:cNvPr id="46" name="Rectangle 83">
            <a:extLst>
              <a:ext uri="{FF2B5EF4-FFF2-40B4-BE49-F238E27FC236}">
                <a16:creationId xmlns:a16="http://schemas.microsoft.com/office/drawing/2014/main" id="{A524E138-AA0D-71C4-B9DA-AE3E0F752F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1709" y="2160810"/>
            <a:ext cx="596328" cy="298652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kern="0" dirty="0">
                <a:solidFill>
                  <a:prstClr val="black"/>
                </a:solidFill>
              </a:rPr>
              <a:t>String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51" name="Rectangle 83">
            <a:extLst>
              <a:ext uri="{FF2B5EF4-FFF2-40B4-BE49-F238E27FC236}">
                <a16:creationId xmlns:a16="http://schemas.microsoft.com/office/drawing/2014/main" id="{7F1569AF-F28B-2C2C-3EA1-0FD2CB4C9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8475" y="2160810"/>
            <a:ext cx="596328" cy="298652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kern="0" dirty="0">
                <a:solidFill>
                  <a:prstClr val="black"/>
                </a:solidFill>
              </a:rPr>
              <a:t>String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C4ABB525-A3B1-1B8B-8CEF-87B13EDEEF0A}"/>
              </a:ext>
            </a:extLst>
          </p:cNvPr>
          <p:cNvSpPr/>
          <p:nvPr/>
        </p:nvSpPr>
        <p:spPr bwMode="auto">
          <a:xfrm rot="2413287">
            <a:off x="4110454" y="3248964"/>
            <a:ext cx="67646" cy="129702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54" name="Freihandform: Form 53">
            <a:extLst>
              <a:ext uri="{FF2B5EF4-FFF2-40B4-BE49-F238E27FC236}">
                <a16:creationId xmlns:a16="http://schemas.microsoft.com/office/drawing/2014/main" id="{40AB19D5-0A93-C547-6D9D-F240CDE7D1F2}"/>
              </a:ext>
            </a:extLst>
          </p:cNvPr>
          <p:cNvSpPr/>
          <p:nvPr/>
        </p:nvSpPr>
        <p:spPr bwMode="auto">
          <a:xfrm rot="18440148">
            <a:off x="3526452" y="2859213"/>
            <a:ext cx="1118109" cy="407308"/>
          </a:xfrm>
          <a:custGeom>
            <a:avLst/>
            <a:gdLst>
              <a:gd name="connsiteX0" fmla="*/ 0 w 1089660"/>
              <a:gd name="connsiteY0" fmla="*/ 369570 h 391125"/>
              <a:gd name="connsiteX1" fmla="*/ 864870 w 1089660"/>
              <a:gd name="connsiteY1" fmla="*/ 350520 h 391125"/>
              <a:gd name="connsiteX2" fmla="*/ 1089660 w 1089660"/>
              <a:gd name="connsiteY2" fmla="*/ 0 h 391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9660" h="391125">
                <a:moveTo>
                  <a:pt x="0" y="369570"/>
                </a:moveTo>
                <a:cubicBezTo>
                  <a:pt x="341630" y="390842"/>
                  <a:pt x="683260" y="412115"/>
                  <a:pt x="864870" y="350520"/>
                </a:cubicBezTo>
                <a:cubicBezTo>
                  <a:pt x="1046480" y="288925"/>
                  <a:pt x="1068070" y="144462"/>
                  <a:pt x="10896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ihandform: Form 58">
            <a:extLst>
              <a:ext uri="{FF2B5EF4-FFF2-40B4-BE49-F238E27FC236}">
                <a16:creationId xmlns:a16="http://schemas.microsoft.com/office/drawing/2014/main" id="{AAEA8621-0527-04F7-B986-F2F04BF1C8E7}"/>
              </a:ext>
            </a:extLst>
          </p:cNvPr>
          <p:cNvSpPr/>
          <p:nvPr/>
        </p:nvSpPr>
        <p:spPr bwMode="auto">
          <a:xfrm rot="19695704">
            <a:off x="4036317" y="2713396"/>
            <a:ext cx="940636" cy="348319"/>
          </a:xfrm>
          <a:custGeom>
            <a:avLst/>
            <a:gdLst>
              <a:gd name="connsiteX0" fmla="*/ 0 w 1089660"/>
              <a:gd name="connsiteY0" fmla="*/ 369570 h 391125"/>
              <a:gd name="connsiteX1" fmla="*/ 864870 w 1089660"/>
              <a:gd name="connsiteY1" fmla="*/ 350520 h 391125"/>
              <a:gd name="connsiteX2" fmla="*/ 1089660 w 1089660"/>
              <a:gd name="connsiteY2" fmla="*/ 0 h 391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9660" h="391125">
                <a:moveTo>
                  <a:pt x="0" y="369570"/>
                </a:moveTo>
                <a:cubicBezTo>
                  <a:pt x="341630" y="390842"/>
                  <a:pt x="683260" y="412115"/>
                  <a:pt x="864870" y="350520"/>
                </a:cubicBezTo>
                <a:cubicBezTo>
                  <a:pt x="1046480" y="288925"/>
                  <a:pt x="1068070" y="144462"/>
                  <a:pt x="10896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feld 44">
            <a:extLst>
              <a:ext uri="{FF2B5EF4-FFF2-40B4-BE49-F238E27FC236}">
                <a16:creationId xmlns:a16="http://schemas.microsoft.com/office/drawing/2014/main" id="{298C50EF-6325-2BF4-042B-6B0A084A2631}"/>
              </a:ext>
            </a:extLst>
          </p:cNvPr>
          <p:cNvSpPr txBox="1"/>
          <p:nvPr/>
        </p:nvSpPr>
        <p:spPr>
          <a:xfrm>
            <a:off x="2954289" y="3609752"/>
            <a:ext cx="13059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q</a:t>
            </a:r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ualifier encodes port name</a:t>
            </a:r>
          </a:p>
        </p:txBody>
      </p:sp>
      <p:cxnSp>
        <p:nvCxnSpPr>
          <p:cNvPr id="61" name="Verbinder: gewinkelt 87">
            <a:extLst>
              <a:ext uri="{FF2B5EF4-FFF2-40B4-BE49-F238E27FC236}">
                <a16:creationId xmlns:a16="http://schemas.microsoft.com/office/drawing/2014/main" id="{82973707-50A3-5B70-0362-C91ABC693C3B}"/>
              </a:ext>
            </a:extLst>
          </p:cNvPr>
          <p:cNvCxnSpPr>
            <a:cxnSpLocks/>
            <a:endCxn id="78" idx="1"/>
          </p:cNvCxnSpPr>
          <p:nvPr/>
        </p:nvCxnSpPr>
        <p:spPr>
          <a:xfrm>
            <a:off x="9295391" y="2155889"/>
            <a:ext cx="1262584" cy="8430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62" name="Text Box 82">
            <a:extLst>
              <a:ext uri="{FF2B5EF4-FFF2-40B4-BE49-F238E27FC236}">
                <a16:creationId xmlns:a16="http://schemas.microsoft.com/office/drawing/2014/main" id="{2B53F16C-C804-513C-C13F-3DB7C1A09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18240" y="1858836"/>
            <a:ext cx="1290738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rPr>
              <a:t>Observation</a:t>
            </a:r>
          </a:p>
        </p:txBody>
      </p:sp>
      <p:sp>
        <p:nvSpPr>
          <p:cNvPr id="64" name="Rectangle 83">
            <a:extLst>
              <a:ext uri="{FF2B5EF4-FFF2-40B4-BE49-F238E27FC236}">
                <a16:creationId xmlns:a16="http://schemas.microsoft.com/office/drawing/2014/main" id="{3333FD24-1CD9-C4D3-3CA8-5444B4E178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58763" y="1850692"/>
            <a:ext cx="1409694" cy="4127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65" name="Textfeld 169">
            <a:extLst>
              <a:ext uri="{FF2B5EF4-FFF2-40B4-BE49-F238E27FC236}">
                <a16:creationId xmlns:a16="http://schemas.microsoft.com/office/drawing/2014/main" id="{5C484641-2722-D4C5-E5EA-D24199F27C4A}"/>
              </a:ext>
            </a:extLst>
          </p:cNvPr>
          <p:cNvSpPr txBox="1"/>
          <p:nvPr/>
        </p:nvSpPr>
        <p:spPr>
          <a:xfrm>
            <a:off x="10560833" y="1871380"/>
            <a:ext cx="298358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661E010D-59EF-CD02-8B9D-316CA3CE8E13}"/>
              </a:ext>
            </a:extLst>
          </p:cNvPr>
          <p:cNvCxnSpPr>
            <a:cxnSpLocks/>
            <a:stCxn id="64" idx="2"/>
            <a:endCxn id="78" idx="0"/>
          </p:cNvCxnSpPr>
          <p:nvPr/>
        </p:nvCxnSpPr>
        <p:spPr>
          <a:xfrm flipH="1">
            <a:off x="11262822" y="2263442"/>
            <a:ext cx="788" cy="52914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29AE6982-3B59-0860-EB4A-0FFCA576C478}"/>
              </a:ext>
            </a:extLst>
          </p:cNvPr>
          <p:cNvGrpSpPr/>
          <p:nvPr/>
        </p:nvGrpSpPr>
        <p:grpSpPr>
          <a:xfrm>
            <a:off x="10557975" y="2792586"/>
            <a:ext cx="1409694" cy="412750"/>
            <a:chOff x="8871299" y="3365841"/>
            <a:chExt cx="1409694" cy="412750"/>
          </a:xfrm>
        </p:grpSpPr>
        <p:sp>
          <p:nvSpPr>
            <p:cNvPr id="77" name="Text Box 82">
              <a:extLst>
                <a:ext uri="{FF2B5EF4-FFF2-40B4-BE49-F238E27FC236}">
                  <a16:creationId xmlns:a16="http://schemas.microsoft.com/office/drawing/2014/main" id="{1CCC913B-0F6F-A4DF-F64D-F80DB22B52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78" name="Rectangle 83">
              <a:extLst>
                <a:ext uri="{FF2B5EF4-FFF2-40B4-BE49-F238E27FC236}">
                  <a16:creationId xmlns:a16="http://schemas.microsoft.com/office/drawing/2014/main" id="{B519FEE9-F188-8BCC-7418-74F1BCA0D3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79" name="Verbinder: gewinkelt 87">
            <a:extLst>
              <a:ext uri="{FF2B5EF4-FFF2-40B4-BE49-F238E27FC236}">
                <a16:creationId xmlns:a16="http://schemas.microsoft.com/office/drawing/2014/main" id="{E9AA8F2A-9D0C-DAA9-4770-436463188B26}"/>
              </a:ext>
            </a:extLst>
          </p:cNvPr>
          <p:cNvCxnSpPr>
            <a:cxnSpLocks/>
            <a:stCxn id="78" idx="2"/>
          </p:cNvCxnSpPr>
          <p:nvPr/>
        </p:nvCxnSpPr>
        <p:spPr>
          <a:xfrm rot="5400000">
            <a:off x="9988154" y="2514602"/>
            <a:ext cx="583935" cy="19654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80" name="Textfeld 169">
            <a:extLst>
              <a:ext uri="{FF2B5EF4-FFF2-40B4-BE49-F238E27FC236}">
                <a16:creationId xmlns:a16="http://schemas.microsoft.com/office/drawing/2014/main" id="{2424910E-D3F2-7AD3-6224-236EE5F346BD}"/>
              </a:ext>
            </a:extLst>
          </p:cNvPr>
          <p:cNvSpPr txBox="1"/>
          <p:nvPr/>
        </p:nvSpPr>
        <p:spPr>
          <a:xfrm>
            <a:off x="9348684" y="2745135"/>
            <a:ext cx="1239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*</a:t>
            </a:r>
            <a:br>
              <a:rPr lang="en-US" sz="1400" dirty="0">
                <a:solidFill>
                  <a:prstClr val="black"/>
                </a:solidFill>
              </a:rPr>
            </a:br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sp>
        <p:nvSpPr>
          <p:cNvPr id="82" name="Textfeld 169">
            <a:extLst>
              <a:ext uri="{FF2B5EF4-FFF2-40B4-BE49-F238E27FC236}">
                <a16:creationId xmlns:a16="http://schemas.microsoft.com/office/drawing/2014/main" id="{C16B7F89-94CC-85B1-1FD7-E84805F8B423}"/>
              </a:ext>
            </a:extLst>
          </p:cNvPr>
          <p:cNvSpPr txBox="1"/>
          <p:nvPr/>
        </p:nvSpPr>
        <p:spPr>
          <a:xfrm>
            <a:off x="10314323" y="2491634"/>
            <a:ext cx="9695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9A03C5DA-3FCA-7A85-A0D9-698D9C08585F}"/>
              </a:ext>
            </a:extLst>
          </p:cNvPr>
          <p:cNvCxnSpPr>
            <a:cxnSpLocks/>
            <a:stCxn id="65" idx="1"/>
          </p:cNvCxnSpPr>
          <p:nvPr/>
        </p:nvCxnSpPr>
        <p:spPr>
          <a:xfrm flipH="1" flipV="1">
            <a:off x="9295391" y="1946844"/>
            <a:ext cx="1265442" cy="148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sp>
        <p:nvSpPr>
          <p:cNvPr id="92" name="Textfeld 169">
            <a:extLst>
              <a:ext uri="{FF2B5EF4-FFF2-40B4-BE49-F238E27FC236}">
                <a16:creationId xmlns:a16="http://schemas.microsoft.com/office/drawing/2014/main" id="{F1E3A670-2B3E-7AED-D381-15D1D075CAA3}"/>
              </a:ext>
            </a:extLst>
          </p:cNvPr>
          <p:cNvSpPr txBox="1"/>
          <p:nvPr/>
        </p:nvSpPr>
        <p:spPr>
          <a:xfrm>
            <a:off x="9255019" y="350627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93" name="Textfeld 169">
            <a:extLst>
              <a:ext uri="{FF2B5EF4-FFF2-40B4-BE49-F238E27FC236}">
                <a16:creationId xmlns:a16="http://schemas.microsoft.com/office/drawing/2014/main" id="{0F685555-4A11-F2FF-6F9B-A282A4BF60D1}"/>
              </a:ext>
            </a:extLst>
          </p:cNvPr>
          <p:cNvSpPr txBox="1"/>
          <p:nvPr/>
        </p:nvSpPr>
        <p:spPr>
          <a:xfrm>
            <a:off x="11240909" y="315434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5" name="Textfeld 169">
            <a:extLst>
              <a:ext uri="{FF2B5EF4-FFF2-40B4-BE49-F238E27FC236}">
                <a16:creationId xmlns:a16="http://schemas.microsoft.com/office/drawing/2014/main" id="{7CDF5D1B-A4AE-BED6-59E0-DB83A802485D}"/>
              </a:ext>
            </a:extLst>
          </p:cNvPr>
          <p:cNvSpPr txBox="1"/>
          <p:nvPr/>
        </p:nvSpPr>
        <p:spPr>
          <a:xfrm>
            <a:off x="11240908" y="219116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6" name="Textfeld 169">
            <a:extLst>
              <a:ext uri="{FF2B5EF4-FFF2-40B4-BE49-F238E27FC236}">
                <a16:creationId xmlns:a16="http://schemas.microsoft.com/office/drawing/2014/main" id="{B656FC3A-4CE3-B2A8-3942-C7A44DCF226F}"/>
              </a:ext>
            </a:extLst>
          </p:cNvPr>
          <p:cNvSpPr txBox="1"/>
          <p:nvPr/>
        </p:nvSpPr>
        <p:spPr>
          <a:xfrm>
            <a:off x="11240909" y="254238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7" name="Textfeld 169">
            <a:extLst>
              <a:ext uri="{FF2B5EF4-FFF2-40B4-BE49-F238E27FC236}">
                <a16:creationId xmlns:a16="http://schemas.microsoft.com/office/drawing/2014/main" id="{99A74C94-3D9E-81DF-E9E7-119EBF24868D}"/>
              </a:ext>
            </a:extLst>
          </p:cNvPr>
          <p:cNvSpPr txBox="1"/>
          <p:nvPr/>
        </p:nvSpPr>
        <p:spPr>
          <a:xfrm>
            <a:off x="9318950" y="169695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99" name="Textfeld 169">
            <a:extLst>
              <a:ext uri="{FF2B5EF4-FFF2-40B4-BE49-F238E27FC236}">
                <a16:creationId xmlns:a16="http://schemas.microsoft.com/office/drawing/2014/main" id="{DBE5F7AE-C8C7-7FF7-4709-22B061B2BB92}"/>
              </a:ext>
            </a:extLst>
          </p:cNvPr>
          <p:cNvSpPr txBox="1"/>
          <p:nvPr/>
        </p:nvSpPr>
        <p:spPr>
          <a:xfrm>
            <a:off x="10293159" y="177392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EB953870-5EEB-C70D-C0A4-E563E9FFB683}"/>
              </a:ext>
            </a:extLst>
          </p:cNvPr>
          <p:cNvSpPr txBox="1"/>
          <p:nvPr/>
        </p:nvSpPr>
        <p:spPr>
          <a:xfrm>
            <a:off x="9976155" y="957753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103" name="AutoShape 40">
            <a:extLst>
              <a:ext uri="{FF2B5EF4-FFF2-40B4-BE49-F238E27FC236}">
                <a16:creationId xmlns:a16="http://schemas.microsoft.com/office/drawing/2014/main" id="{7AA34319-669B-2D17-EA88-4345BB74258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50971" y="1024695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112" name="Freihandform: Form 111">
            <a:extLst>
              <a:ext uri="{FF2B5EF4-FFF2-40B4-BE49-F238E27FC236}">
                <a16:creationId xmlns:a16="http://schemas.microsoft.com/office/drawing/2014/main" id="{CF1A6057-759E-B040-49CD-24A5F3394E14}"/>
              </a:ext>
            </a:extLst>
          </p:cNvPr>
          <p:cNvSpPr/>
          <p:nvPr/>
        </p:nvSpPr>
        <p:spPr bwMode="auto">
          <a:xfrm rot="21216338">
            <a:off x="9584124" y="962752"/>
            <a:ext cx="2194361" cy="3291840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2876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7" name="Verbinder: gewinkelt 126">
            <a:extLst>
              <a:ext uri="{FF2B5EF4-FFF2-40B4-BE49-F238E27FC236}">
                <a16:creationId xmlns:a16="http://schemas.microsoft.com/office/drawing/2014/main" id="{CC2B0FC5-BB35-EB40-9441-B55DE829779D}"/>
              </a:ext>
            </a:extLst>
          </p:cNvPr>
          <p:cNvCxnSpPr>
            <a:cxnSpLocks/>
            <a:stCxn id="191" idx="3"/>
            <a:endCxn id="39" idx="1"/>
          </p:cNvCxnSpPr>
          <p:nvPr/>
        </p:nvCxnSpPr>
        <p:spPr>
          <a:xfrm flipV="1">
            <a:off x="4336146" y="3210563"/>
            <a:ext cx="759201" cy="228417"/>
          </a:xfrm>
          <a:prstGeom prst="bentConnector3">
            <a:avLst>
              <a:gd name="adj1" fmla="val 57528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84" name="Rechteck 483">
            <a:extLst>
              <a:ext uri="{FF2B5EF4-FFF2-40B4-BE49-F238E27FC236}">
                <a16:creationId xmlns:a16="http://schemas.microsoft.com/office/drawing/2014/main" id="{1F4B6CBF-D6F7-160A-C7FB-19D9E2648B9D}"/>
              </a:ext>
            </a:extLst>
          </p:cNvPr>
          <p:cNvSpPr/>
          <p:nvPr/>
        </p:nvSpPr>
        <p:spPr bwMode="auto">
          <a:xfrm>
            <a:off x="4654113" y="338934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48" name="Verbinder: gewinkelt 126">
            <a:extLst>
              <a:ext uri="{FF2B5EF4-FFF2-40B4-BE49-F238E27FC236}">
                <a16:creationId xmlns:a16="http://schemas.microsoft.com/office/drawing/2014/main" id="{A76335E0-06A8-39E5-2493-1913685F2289}"/>
              </a:ext>
            </a:extLst>
          </p:cNvPr>
          <p:cNvCxnSpPr>
            <a:cxnSpLocks/>
            <a:stCxn id="196" idx="3"/>
            <a:endCxn id="232" idx="1"/>
          </p:cNvCxnSpPr>
          <p:nvPr/>
        </p:nvCxnSpPr>
        <p:spPr>
          <a:xfrm flipV="1">
            <a:off x="4342495" y="3313926"/>
            <a:ext cx="752852" cy="1305767"/>
          </a:xfrm>
          <a:prstGeom prst="bentConnector3">
            <a:avLst>
              <a:gd name="adj1" fmla="val 71507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83" name="Rechteck 482">
            <a:extLst>
              <a:ext uri="{FF2B5EF4-FFF2-40B4-BE49-F238E27FC236}">
                <a16:creationId xmlns:a16="http://schemas.microsoft.com/office/drawing/2014/main" id="{93F97076-E814-8A16-5C7A-9F0E95D5A397}"/>
              </a:ext>
            </a:extLst>
          </p:cNvPr>
          <p:cNvSpPr/>
          <p:nvPr/>
        </p:nvSpPr>
        <p:spPr bwMode="auto">
          <a:xfrm>
            <a:off x="4653961" y="456664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45" name="Verbinder: gewinkelt 126">
            <a:extLst>
              <a:ext uri="{FF2B5EF4-FFF2-40B4-BE49-F238E27FC236}">
                <a16:creationId xmlns:a16="http://schemas.microsoft.com/office/drawing/2014/main" id="{9B3BB713-CDC6-34C4-338E-34D340C080EC}"/>
              </a:ext>
            </a:extLst>
          </p:cNvPr>
          <p:cNvCxnSpPr>
            <a:cxnSpLocks/>
            <a:stCxn id="189" idx="3"/>
            <a:endCxn id="231" idx="1"/>
          </p:cNvCxnSpPr>
          <p:nvPr/>
        </p:nvCxnSpPr>
        <p:spPr>
          <a:xfrm>
            <a:off x="4336146" y="2913449"/>
            <a:ext cx="759201" cy="187936"/>
          </a:xfrm>
          <a:prstGeom prst="bentConnector3">
            <a:avLst>
              <a:gd name="adj1" fmla="val 72583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B121B567-3942-9004-3D40-41BBA67F92D6}"/>
              </a:ext>
            </a:extLst>
          </p:cNvPr>
          <p:cNvSpPr/>
          <p:nvPr/>
        </p:nvSpPr>
        <p:spPr bwMode="auto">
          <a:xfrm rot="5400000">
            <a:off x="4802484" y="377640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224" name="Textfeld 169">
            <a:extLst>
              <a:ext uri="{FF2B5EF4-FFF2-40B4-BE49-F238E27FC236}">
                <a16:creationId xmlns:a16="http://schemas.microsoft.com/office/drawing/2014/main" id="{FBE7F8F2-3CDB-F794-90D3-C3115C22EF53}"/>
              </a:ext>
            </a:extLst>
          </p:cNvPr>
          <p:cNvSpPr txBox="1"/>
          <p:nvPr/>
        </p:nvSpPr>
        <p:spPr>
          <a:xfrm>
            <a:off x="3488956" y="4132070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225" name="Textfeld 169">
            <a:extLst>
              <a:ext uri="{FF2B5EF4-FFF2-40B4-BE49-F238E27FC236}">
                <a16:creationId xmlns:a16="http://schemas.microsoft.com/office/drawing/2014/main" id="{BD408BDA-0891-B4A7-5E61-FF58BBA96045}"/>
              </a:ext>
            </a:extLst>
          </p:cNvPr>
          <p:cNvSpPr txBox="1"/>
          <p:nvPr/>
        </p:nvSpPr>
        <p:spPr>
          <a:xfrm>
            <a:off x="3488957" y="3520604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66F73B-7FFD-AA6B-520B-D7CE68965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CD4Function2Fenix </a:t>
            </a:r>
            <a:r>
              <a:rPr lang="de-DE" dirty="0" err="1"/>
              <a:t>Example</a:t>
            </a:r>
            <a:endParaRPr lang="de-DE" dirty="0"/>
          </a:p>
        </p:txBody>
      </p:sp>
      <p:sp>
        <p:nvSpPr>
          <p:cNvPr id="52" name="AutoShape 50">
            <a:extLst>
              <a:ext uri="{FF2B5EF4-FFF2-40B4-BE49-F238E27FC236}">
                <a16:creationId xmlns:a16="http://schemas.microsoft.com/office/drawing/2014/main" id="{2689F7A2-0FDA-A390-6393-280C7A521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515" y="1521538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07" name="Verbinder: gewinkelt 126">
            <a:extLst>
              <a:ext uri="{FF2B5EF4-FFF2-40B4-BE49-F238E27FC236}">
                <a16:creationId xmlns:a16="http://schemas.microsoft.com/office/drawing/2014/main" id="{2B330A06-71BC-C704-DB37-9DBF68EE666D}"/>
              </a:ext>
            </a:extLst>
          </p:cNvPr>
          <p:cNvCxnSpPr>
            <a:cxnSpLocks/>
            <a:stCxn id="52" idx="2"/>
            <a:endCxn id="152" idx="1"/>
          </p:cNvCxnSpPr>
          <p:nvPr/>
        </p:nvCxnSpPr>
        <p:spPr>
          <a:xfrm rot="16200000" flipH="1">
            <a:off x="197238" y="1934365"/>
            <a:ext cx="512617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D5E0A6EF-69DC-4E33-D654-A4FF0EA65638}"/>
              </a:ext>
            </a:extLst>
          </p:cNvPr>
          <p:cNvGrpSpPr/>
          <p:nvPr/>
        </p:nvGrpSpPr>
        <p:grpSpPr>
          <a:xfrm>
            <a:off x="7652688" y="1031563"/>
            <a:ext cx="4245198" cy="1942009"/>
            <a:chOff x="7780197" y="3118762"/>
            <a:chExt cx="4245198" cy="1942009"/>
          </a:xfrm>
        </p:grpSpPr>
        <p:sp>
          <p:nvSpPr>
            <p:cNvPr id="31" name="Rectangle 27">
              <a:extLst>
                <a:ext uri="{FF2B5EF4-FFF2-40B4-BE49-F238E27FC236}">
                  <a16:creationId xmlns:a16="http://schemas.microsoft.com/office/drawing/2014/main" id="{E35D8789-056C-0CCF-15AC-A784F9DB5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7499" y="3118762"/>
              <a:ext cx="4029362" cy="1942009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anchor="t"/>
            <a:lstStyle/>
            <a:p>
              <a:pPr lvl="0"/>
              <a:r>
                <a:rPr lang="en-US" sz="1600" dirty="0">
                  <a:solidFill>
                    <a:srgbClr val="000000"/>
                  </a:solidFill>
                </a:rPr>
                <a:t>F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0C1CDB0-A162-9852-4D54-89C73D316DBA}"/>
                </a:ext>
              </a:extLst>
            </p:cNvPr>
            <p:cNvGrpSpPr/>
            <p:nvPr/>
          </p:nvGrpSpPr>
          <p:grpSpPr>
            <a:xfrm>
              <a:off x="8815914" y="3367363"/>
              <a:ext cx="1071989" cy="919048"/>
              <a:chOff x="5433573" y="2209305"/>
              <a:chExt cx="1071989" cy="919048"/>
            </a:xfrm>
          </p:grpSpPr>
          <p:sp>
            <p:nvSpPr>
              <p:cNvPr id="5" name="Rectangle 27">
                <a:extLst>
                  <a:ext uri="{FF2B5EF4-FFF2-40B4-BE49-F238E27FC236}">
                    <a16:creationId xmlns:a16="http://schemas.microsoft.com/office/drawing/2014/main" id="{6C5577BA-1A28-656A-A16A-861C732AAE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2384" y="2209305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G</a:t>
                </a:r>
              </a:p>
            </p:txBody>
          </p:sp>
          <p:sp>
            <p:nvSpPr>
              <p:cNvPr id="7" name="Rechteck 64">
                <a:extLst>
                  <a:ext uri="{FF2B5EF4-FFF2-40B4-BE49-F238E27FC236}">
                    <a16:creationId xmlns:a16="http://schemas.microsoft.com/office/drawing/2014/main" id="{7CAD9612-7189-9619-D770-AAC86C3B9F22}"/>
                  </a:ext>
                </a:extLst>
              </p:cNvPr>
              <p:cNvSpPr/>
              <p:nvPr/>
            </p:nvSpPr>
            <p:spPr>
              <a:xfrm>
                <a:off x="5433573" y="256082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9" name="Rechteck 66">
                <a:extLst>
                  <a:ext uri="{FF2B5EF4-FFF2-40B4-BE49-F238E27FC236}">
                    <a16:creationId xmlns:a16="http://schemas.microsoft.com/office/drawing/2014/main" id="{BD7D162F-1017-8255-B5C5-2C7520B9E36E}"/>
                  </a:ext>
                </a:extLst>
              </p:cNvPr>
              <p:cNvSpPr/>
              <p:nvPr/>
            </p:nvSpPr>
            <p:spPr>
              <a:xfrm>
                <a:off x="6289562" y="237747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12" name="Rechteck 71">
                <a:extLst>
                  <a:ext uri="{FF2B5EF4-FFF2-40B4-BE49-F238E27FC236}">
                    <a16:creationId xmlns:a16="http://schemas.microsoft.com/office/drawing/2014/main" id="{F36A44C2-EEC8-80F7-52A6-6B3D502238DD}"/>
                  </a:ext>
                </a:extLst>
              </p:cNvPr>
              <p:cNvSpPr/>
              <p:nvPr/>
            </p:nvSpPr>
            <p:spPr>
              <a:xfrm>
                <a:off x="6289562" y="2758461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</p:grpSp>
        <p:cxnSp>
          <p:nvCxnSpPr>
            <p:cNvPr id="22" name="Gerade Verbindung mit Pfeil 63">
              <a:extLst>
                <a:ext uri="{FF2B5EF4-FFF2-40B4-BE49-F238E27FC236}">
                  <a16:creationId xmlns:a16="http://schemas.microsoft.com/office/drawing/2014/main" id="{D39678FC-62FB-4B8A-1960-511240C95AA6}"/>
                </a:ext>
              </a:extLst>
            </p:cNvPr>
            <p:cNvCxnSpPr>
              <a:cxnSpLocks/>
              <a:stCxn id="24" idx="3"/>
              <a:endCxn id="35" idx="1"/>
            </p:cNvCxnSpPr>
            <p:nvPr/>
          </p:nvCxnSpPr>
          <p:spPr>
            <a:xfrm>
              <a:off x="11612003" y="4484043"/>
              <a:ext cx="1973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5AB752EF-A7E6-D54D-FE84-FA9FF3869AEC}"/>
                </a:ext>
              </a:extLst>
            </p:cNvPr>
            <p:cNvGrpSpPr/>
            <p:nvPr/>
          </p:nvGrpSpPr>
          <p:grpSpPr>
            <a:xfrm>
              <a:off x="10537587" y="4024519"/>
              <a:ext cx="1074416" cy="919048"/>
              <a:chOff x="7591431" y="2820281"/>
              <a:chExt cx="1074416" cy="919048"/>
            </a:xfrm>
          </p:grpSpPr>
          <p:sp>
            <p:nvSpPr>
              <p:cNvPr id="21" name="Rectangle 27">
                <a:extLst>
                  <a:ext uri="{FF2B5EF4-FFF2-40B4-BE49-F238E27FC236}">
                    <a16:creationId xmlns:a16="http://schemas.microsoft.com/office/drawing/2014/main" id="{4560859C-94D1-C1A6-6D08-FFC5CEF4C0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9431" y="2820281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H</a:t>
                </a:r>
              </a:p>
            </p:txBody>
          </p:sp>
          <p:sp>
            <p:nvSpPr>
              <p:cNvPr id="23" name="Rechteck 64">
                <a:extLst>
                  <a:ext uri="{FF2B5EF4-FFF2-40B4-BE49-F238E27FC236}">
                    <a16:creationId xmlns:a16="http://schemas.microsoft.com/office/drawing/2014/main" id="{AA6335BC-55C3-26BE-FCDB-EAE62E647F7B}"/>
                  </a:ext>
                </a:extLst>
              </p:cNvPr>
              <p:cNvSpPr/>
              <p:nvPr/>
            </p:nvSpPr>
            <p:spPr>
              <a:xfrm>
                <a:off x="7591431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e</a:t>
                </a:r>
              </a:p>
            </p:txBody>
          </p:sp>
          <p:sp>
            <p:nvSpPr>
              <p:cNvPr id="24" name="Rechteck 66">
                <a:extLst>
                  <a:ext uri="{FF2B5EF4-FFF2-40B4-BE49-F238E27FC236}">
                    <a16:creationId xmlns:a16="http://schemas.microsoft.com/office/drawing/2014/main" id="{09FBF61C-7369-2045-13E3-CF481DE31A28}"/>
                  </a:ext>
                </a:extLst>
              </p:cNvPr>
              <p:cNvSpPr/>
              <p:nvPr/>
            </p:nvSpPr>
            <p:spPr>
              <a:xfrm>
                <a:off x="8449847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</p:grpSp>
        <p:sp>
          <p:nvSpPr>
            <p:cNvPr id="32" name="Rechteck 64">
              <a:extLst>
                <a:ext uri="{FF2B5EF4-FFF2-40B4-BE49-F238E27FC236}">
                  <a16:creationId xmlns:a16="http://schemas.microsoft.com/office/drawing/2014/main" id="{6C711B4E-B4DE-5C84-0EA9-5F579AAF9C44}"/>
                </a:ext>
              </a:extLst>
            </p:cNvPr>
            <p:cNvSpPr/>
            <p:nvPr/>
          </p:nvSpPr>
          <p:spPr>
            <a:xfrm>
              <a:off x="7780197" y="3818198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35" name="Rechteck 64">
              <a:extLst>
                <a:ext uri="{FF2B5EF4-FFF2-40B4-BE49-F238E27FC236}">
                  <a16:creationId xmlns:a16="http://schemas.microsoft.com/office/drawing/2014/main" id="{13C68ECD-C8EF-264A-CB42-325003CBEA80}"/>
                </a:ext>
              </a:extLst>
            </p:cNvPr>
            <p:cNvSpPr/>
            <p:nvPr/>
          </p:nvSpPr>
          <p:spPr>
            <a:xfrm>
              <a:off x="11809394" y="4376043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49403DEB-F64C-9D87-AC65-7D0152B9C313}"/>
                </a:ext>
              </a:extLst>
            </p:cNvPr>
            <p:cNvCxnSpPr>
              <a:stCxn id="32" idx="3"/>
              <a:endCxn id="7" idx="1"/>
            </p:cNvCxnSpPr>
            <p:nvPr/>
          </p:nvCxnSpPr>
          <p:spPr>
            <a:xfrm flipV="1">
              <a:off x="7996197" y="3826887"/>
              <a:ext cx="819717" cy="99311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7ECC7113-487B-52F5-BC32-DCC0BB80E283}"/>
                </a:ext>
              </a:extLst>
            </p:cNvPr>
            <p:cNvCxnSpPr>
              <a:cxnSpLocks/>
              <a:stCxn id="12" idx="3"/>
              <a:endCxn id="23" idx="1"/>
            </p:cNvCxnSpPr>
            <p:nvPr/>
          </p:nvCxnSpPr>
          <p:spPr>
            <a:xfrm>
              <a:off x="9887903" y="4024519"/>
              <a:ext cx="649684" cy="45952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9" name="Rechteck 64">
              <a:extLst>
                <a:ext uri="{FF2B5EF4-FFF2-40B4-BE49-F238E27FC236}">
                  <a16:creationId xmlns:a16="http://schemas.microsoft.com/office/drawing/2014/main" id="{9828DAB6-939D-31E6-2238-D96A2C4DFCD0}"/>
                </a:ext>
              </a:extLst>
            </p:cNvPr>
            <p:cNvSpPr/>
            <p:nvPr/>
          </p:nvSpPr>
          <p:spPr>
            <a:xfrm>
              <a:off x="11809395" y="3535537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cxnSp>
          <p:nvCxnSpPr>
            <p:cNvPr id="60" name="Gerade Verbindung mit Pfeil 63">
              <a:extLst>
                <a:ext uri="{FF2B5EF4-FFF2-40B4-BE49-F238E27FC236}">
                  <a16:creationId xmlns:a16="http://schemas.microsoft.com/office/drawing/2014/main" id="{6EE080D8-F8C2-5F70-56F6-A1B3E3408AB7}"/>
                </a:ext>
              </a:extLst>
            </p:cNvPr>
            <p:cNvCxnSpPr>
              <a:cxnSpLocks/>
              <a:stCxn id="9" idx="3"/>
              <a:endCxn id="59" idx="1"/>
            </p:cNvCxnSpPr>
            <p:nvPr/>
          </p:nvCxnSpPr>
          <p:spPr>
            <a:xfrm>
              <a:off x="9887903" y="3643537"/>
              <a:ext cx="19214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8" name="AutoShape 40">
            <a:extLst>
              <a:ext uri="{FF2B5EF4-FFF2-40B4-BE49-F238E27FC236}">
                <a16:creationId xmlns:a16="http://schemas.microsoft.com/office/drawing/2014/main" id="{62AA2151-551F-78E9-2306-9F1DA2667EE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528094" y="1132593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OD</a:t>
            </a:r>
          </a:p>
        </p:txBody>
      </p:sp>
      <p:cxnSp>
        <p:nvCxnSpPr>
          <p:cNvPr id="159" name="Verbinder: gewinkelt 126">
            <a:extLst>
              <a:ext uri="{FF2B5EF4-FFF2-40B4-BE49-F238E27FC236}">
                <a16:creationId xmlns:a16="http://schemas.microsoft.com/office/drawing/2014/main" id="{030D9945-9019-551D-A4FE-41A4CEB027E5}"/>
              </a:ext>
            </a:extLst>
          </p:cNvPr>
          <p:cNvCxnSpPr>
            <a:cxnSpLocks/>
            <a:stCxn id="52" idx="2"/>
            <a:endCxn id="156" idx="1"/>
          </p:cNvCxnSpPr>
          <p:nvPr/>
        </p:nvCxnSpPr>
        <p:spPr>
          <a:xfrm rot="16200000" flipH="1">
            <a:off x="-969325" y="3100928"/>
            <a:ext cx="2845743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86" name="Verbinder: gewinkelt 126">
            <a:extLst>
              <a:ext uri="{FF2B5EF4-FFF2-40B4-BE49-F238E27FC236}">
                <a16:creationId xmlns:a16="http://schemas.microsoft.com/office/drawing/2014/main" id="{E2566A95-82D2-F965-D04D-290B087347F7}"/>
              </a:ext>
            </a:extLst>
          </p:cNvPr>
          <p:cNvCxnSpPr>
            <a:cxnSpLocks/>
            <a:stCxn id="15" idx="3"/>
            <a:endCxn id="173" idx="0"/>
          </p:cNvCxnSpPr>
          <p:nvPr/>
        </p:nvCxnSpPr>
        <p:spPr>
          <a:xfrm>
            <a:off x="1940884" y="1438170"/>
            <a:ext cx="1597542" cy="642022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3" name="Verbinder: gewinkelt 126">
            <a:extLst>
              <a:ext uri="{FF2B5EF4-FFF2-40B4-BE49-F238E27FC236}">
                <a16:creationId xmlns:a16="http://schemas.microsoft.com/office/drawing/2014/main" id="{4DF13B7E-4514-8D41-9DA8-0E4C0E478315}"/>
              </a:ext>
            </a:extLst>
          </p:cNvPr>
          <p:cNvCxnSpPr>
            <a:cxnSpLocks/>
            <a:stCxn id="470" idx="3"/>
            <a:endCxn id="182" idx="1"/>
          </p:cNvCxnSpPr>
          <p:nvPr/>
        </p:nvCxnSpPr>
        <p:spPr>
          <a:xfrm>
            <a:off x="2393730" y="2419802"/>
            <a:ext cx="340627" cy="389863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6" name="Verbinder: gewinkelt 126">
            <a:extLst>
              <a:ext uri="{FF2B5EF4-FFF2-40B4-BE49-F238E27FC236}">
                <a16:creationId xmlns:a16="http://schemas.microsoft.com/office/drawing/2014/main" id="{6947B75E-65FC-6B59-2E5E-5444ADBE4623}"/>
              </a:ext>
            </a:extLst>
          </p:cNvPr>
          <p:cNvCxnSpPr>
            <a:cxnSpLocks/>
            <a:stCxn id="467" idx="3"/>
            <a:endCxn id="185" idx="1"/>
          </p:cNvCxnSpPr>
          <p:nvPr/>
        </p:nvCxnSpPr>
        <p:spPr>
          <a:xfrm>
            <a:off x="2166222" y="2571211"/>
            <a:ext cx="568135" cy="761553"/>
          </a:xfrm>
          <a:prstGeom prst="bentConnector3">
            <a:avLst>
              <a:gd name="adj1" fmla="val 2652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9" name="Gerade Verbindung mit Pfeil 208">
            <a:extLst>
              <a:ext uri="{FF2B5EF4-FFF2-40B4-BE49-F238E27FC236}">
                <a16:creationId xmlns:a16="http://schemas.microsoft.com/office/drawing/2014/main" id="{D249D6FD-E908-5FD4-5540-CD465918A1A9}"/>
              </a:ext>
            </a:extLst>
          </p:cNvPr>
          <p:cNvCxnSpPr>
            <a:cxnSpLocks/>
            <a:stCxn id="460" idx="3"/>
          </p:cNvCxnSpPr>
          <p:nvPr/>
        </p:nvCxnSpPr>
        <p:spPr>
          <a:xfrm>
            <a:off x="2390062" y="4492165"/>
            <a:ext cx="349593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2" name="Verbinder: gewinkelt 126">
            <a:extLst>
              <a:ext uri="{FF2B5EF4-FFF2-40B4-BE49-F238E27FC236}">
                <a16:creationId xmlns:a16="http://schemas.microsoft.com/office/drawing/2014/main" id="{CBAC3719-C914-7B30-F071-E2C362759D40}"/>
              </a:ext>
            </a:extLst>
          </p:cNvPr>
          <p:cNvCxnSpPr>
            <a:cxnSpLocks/>
            <a:stCxn id="461" idx="3"/>
            <a:endCxn id="199" idx="1"/>
          </p:cNvCxnSpPr>
          <p:nvPr/>
        </p:nvCxnSpPr>
        <p:spPr>
          <a:xfrm>
            <a:off x="2392028" y="4752773"/>
            <a:ext cx="342329" cy="3856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E8B8C5DB-9C17-FDC3-1B1F-671C5B66F4AE}"/>
              </a:ext>
            </a:extLst>
          </p:cNvPr>
          <p:cNvCxnSpPr>
            <a:cxnSpLocks/>
            <a:stCxn id="196" idx="0"/>
            <a:endCxn id="185" idx="2"/>
          </p:cNvCxnSpPr>
          <p:nvPr/>
        </p:nvCxnSpPr>
        <p:spPr>
          <a:xfrm flipV="1">
            <a:off x="3538426" y="3539139"/>
            <a:ext cx="0" cy="874179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/>
            <a:tailEnd type="triangle" w="med" len="med"/>
          </a:ln>
        </p:spPr>
      </p:cxnSp>
      <p:sp>
        <p:nvSpPr>
          <p:cNvPr id="2" name="AutoShape 40">
            <a:extLst>
              <a:ext uri="{FF2B5EF4-FFF2-40B4-BE49-F238E27FC236}">
                <a16:creationId xmlns:a16="http://schemas.microsoft.com/office/drawing/2014/main" id="{613EB7B1-7430-36AF-4E6F-3B631DF293A9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72916" y="1090866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MA</a:t>
            </a:r>
          </a:p>
        </p:txBody>
      </p:sp>
      <p:grpSp>
        <p:nvGrpSpPr>
          <p:cNvPr id="11" name="Group 140">
            <a:extLst>
              <a:ext uri="{FF2B5EF4-FFF2-40B4-BE49-F238E27FC236}">
                <a16:creationId xmlns:a16="http://schemas.microsoft.com/office/drawing/2014/main" id="{30F46719-0869-216D-93CB-A6AC12BAD1D3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2080192"/>
            <a:ext cx="1608138" cy="412750"/>
            <a:chOff x="3381" y="2592"/>
            <a:chExt cx="1013" cy="260"/>
          </a:xfrm>
        </p:grpSpPr>
        <p:sp>
          <p:nvSpPr>
            <p:cNvPr id="13" name="Text Box 141">
              <a:extLst>
                <a:ext uri="{FF2B5EF4-FFF2-40B4-BE49-F238E27FC236}">
                  <a16:creationId xmlns:a16="http://schemas.microsoft.com/office/drawing/2014/main" id="{71909902-00E5-B8BB-8C30-F391C162C6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00" y="2616"/>
              <a:ext cx="56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int:Type</a:t>
              </a:r>
            </a:p>
          </p:txBody>
        </p:sp>
        <p:sp>
          <p:nvSpPr>
            <p:cNvPr id="14" name="Rectangle 142">
              <a:extLst>
                <a:ext uri="{FF2B5EF4-FFF2-40B4-BE49-F238E27FC236}">
                  <a16:creationId xmlns:a16="http://schemas.microsoft.com/office/drawing/2014/main" id="{49935D48-C897-1EEC-0787-020268F518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sp>
        <p:nvSpPr>
          <p:cNvPr id="16" name="Textfeld 44">
            <a:extLst>
              <a:ext uri="{FF2B5EF4-FFF2-40B4-BE49-F238E27FC236}">
                <a16:creationId xmlns:a16="http://schemas.microsoft.com/office/drawing/2014/main" id="{A528B237-6005-6A10-C164-A5EE806104D5}"/>
              </a:ext>
            </a:extLst>
          </p:cNvPr>
          <p:cNvSpPr txBox="1"/>
          <p:nvPr/>
        </p:nvSpPr>
        <p:spPr>
          <a:xfrm>
            <a:off x="10947286" y="3028664"/>
            <a:ext cx="10086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double</a:t>
            </a:r>
          </a:p>
        </p:txBody>
      </p:sp>
      <p:sp>
        <p:nvSpPr>
          <p:cNvPr id="17" name="Textfeld 44">
            <a:extLst>
              <a:ext uri="{FF2B5EF4-FFF2-40B4-BE49-F238E27FC236}">
                <a16:creationId xmlns:a16="http://schemas.microsoft.com/office/drawing/2014/main" id="{6A28862B-ACF8-2857-881E-13AB96E76909}"/>
              </a:ext>
            </a:extLst>
          </p:cNvPr>
          <p:cNvSpPr txBox="1"/>
          <p:nvPr/>
        </p:nvSpPr>
        <p:spPr>
          <a:xfrm>
            <a:off x="7924006" y="1239134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int</a:t>
            </a:r>
          </a:p>
        </p:txBody>
      </p:sp>
      <p:sp>
        <p:nvSpPr>
          <p:cNvPr id="18" name="Textfeld 44">
            <a:extLst>
              <a:ext uri="{FF2B5EF4-FFF2-40B4-BE49-F238E27FC236}">
                <a16:creationId xmlns:a16="http://schemas.microsoft.com/office/drawing/2014/main" id="{5BBCA4C7-F3BD-F883-8F54-7E45D9884471}"/>
              </a:ext>
            </a:extLst>
          </p:cNvPr>
          <p:cNvSpPr txBox="1"/>
          <p:nvPr/>
        </p:nvSpPr>
        <p:spPr>
          <a:xfrm>
            <a:off x="9291238" y="2494543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19" name="Textfeld 44">
            <a:extLst>
              <a:ext uri="{FF2B5EF4-FFF2-40B4-BE49-F238E27FC236}">
                <a16:creationId xmlns:a16="http://schemas.microsoft.com/office/drawing/2014/main" id="{CC8DECB8-3E7F-8AB8-9596-BDBDB73CAF75}"/>
              </a:ext>
            </a:extLst>
          </p:cNvPr>
          <p:cNvSpPr txBox="1"/>
          <p:nvPr/>
        </p:nvSpPr>
        <p:spPr>
          <a:xfrm>
            <a:off x="10280497" y="1130036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AC91D182-D705-2398-CB97-7ACF6725003F}"/>
              </a:ext>
            </a:extLst>
          </p:cNvPr>
          <p:cNvSpPr/>
          <p:nvPr/>
        </p:nvSpPr>
        <p:spPr bwMode="auto">
          <a:xfrm>
            <a:off x="7907974" y="1544519"/>
            <a:ext cx="198120" cy="22860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7BE0ECD7-9DEE-CF8A-E096-7A24D1AAB12C}"/>
              </a:ext>
            </a:extLst>
          </p:cNvPr>
          <p:cNvSpPr/>
          <p:nvPr/>
        </p:nvSpPr>
        <p:spPr bwMode="auto">
          <a:xfrm>
            <a:off x="8395654" y="1529279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FDF91A8C-7E54-4456-9113-DB007F7DEA1C}"/>
              </a:ext>
            </a:extLst>
          </p:cNvPr>
          <p:cNvSpPr/>
          <p:nvPr/>
        </p:nvSpPr>
        <p:spPr bwMode="auto">
          <a:xfrm>
            <a:off x="9782494" y="1354019"/>
            <a:ext cx="541020" cy="114300"/>
          </a:xfrm>
          <a:custGeom>
            <a:avLst/>
            <a:gdLst>
              <a:gd name="connsiteX0" fmla="*/ 541020 w 541020"/>
              <a:gd name="connsiteY0" fmla="*/ 0 h 114300"/>
              <a:gd name="connsiteX1" fmla="*/ 236220 w 541020"/>
              <a:gd name="connsiteY1" fmla="*/ 22860 h 114300"/>
              <a:gd name="connsiteX2" fmla="*/ 0 w 541020"/>
              <a:gd name="connsiteY2" fmla="*/ 11430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1020" h="114300">
                <a:moveTo>
                  <a:pt x="541020" y="0"/>
                </a:moveTo>
                <a:cubicBezTo>
                  <a:pt x="433705" y="1905"/>
                  <a:pt x="326390" y="3810"/>
                  <a:pt x="236220" y="22860"/>
                </a:cubicBezTo>
                <a:cubicBezTo>
                  <a:pt x="146050" y="41910"/>
                  <a:pt x="73025" y="78105"/>
                  <a:pt x="0" y="1143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744F670-239B-4317-A1BA-871A080B0B4A}"/>
              </a:ext>
            </a:extLst>
          </p:cNvPr>
          <p:cNvSpPr/>
          <p:nvPr/>
        </p:nvSpPr>
        <p:spPr bwMode="auto">
          <a:xfrm>
            <a:off x="10864534" y="1315919"/>
            <a:ext cx="815340" cy="129540"/>
          </a:xfrm>
          <a:custGeom>
            <a:avLst/>
            <a:gdLst>
              <a:gd name="connsiteX0" fmla="*/ 0 w 815340"/>
              <a:gd name="connsiteY0" fmla="*/ 0 h 129540"/>
              <a:gd name="connsiteX1" fmla="*/ 533400 w 815340"/>
              <a:gd name="connsiteY1" fmla="*/ 38100 h 129540"/>
              <a:gd name="connsiteX2" fmla="*/ 815340 w 815340"/>
              <a:gd name="connsiteY2" fmla="*/ 129540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5340" h="129540">
                <a:moveTo>
                  <a:pt x="0" y="0"/>
                </a:moveTo>
                <a:cubicBezTo>
                  <a:pt x="198755" y="8255"/>
                  <a:pt x="397510" y="16510"/>
                  <a:pt x="533400" y="38100"/>
                </a:cubicBezTo>
                <a:cubicBezTo>
                  <a:pt x="669290" y="59690"/>
                  <a:pt x="742315" y="94615"/>
                  <a:pt x="815340" y="12954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94A6E433-0ACF-1CA4-86C4-23B4B8F58029}"/>
              </a:ext>
            </a:extLst>
          </p:cNvPr>
          <p:cNvSpPr/>
          <p:nvPr/>
        </p:nvSpPr>
        <p:spPr bwMode="auto">
          <a:xfrm>
            <a:off x="9683434" y="2039819"/>
            <a:ext cx="215116" cy="533400"/>
          </a:xfrm>
          <a:custGeom>
            <a:avLst/>
            <a:gdLst>
              <a:gd name="connsiteX0" fmla="*/ 0 w 215116"/>
              <a:gd name="connsiteY0" fmla="*/ 533400 h 533400"/>
              <a:gd name="connsiteX1" fmla="*/ 213360 w 215116"/>
              <a:gd name="connsiteY1" fmla="*/ 297180 h 533400"/>
              <a:gd name="connsiteX2" fmla="*/ 83820 w 215116"/>
              <a:gd name="connsiteY2" fmla="*/ 0 h 53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116" h="533400">
                <a:moveTo>
                  <a:pt x="0" y="533400"/>
                </a:moveTo>
                <a:cubicBezTo>
                  <a:pt x="99695" y="459740"/>
                  <a:pt x="199390" y="386080"/>
                  <a:pt x="213360" y="297180"/>
                </a:cubicBezTo>
                <a:cubicBezTo>
                  <a:pt x="227330" y="208280"/>
                  <a:pt x="155575" y="104140"/>
                  <a:pt x="838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2C6D928F-AFBC-277E-E31B-70DC50179272}"/>
              </a:ext>
            </a:extLst>
          </p:cNvPr>
          <p:cNvSpPr/>
          <p:nvPr/>
        </p:nvSpPr>
        <p:spPr bwMode="auto">
          <a:xfrm>
            <a:off x="9904414" y="2535119"/>
            <a:ext cx="518160" cy="144780"/>
          </a:xfrm>
          <a:custGeom>
            <a:avLst/>
            <a:gdLst>
              <a:gd name="connsiteX0" fmla="*/ 0 w 518160"/>
              <a:gd name="connsiteY0" fmla="*/ 144780 h 144780"/>
              <a:gd name="connsiteX1" fmla="*/ 396240 w 518160"/>
              <a:gd name="connsiteY1" fmla="*/ 106680 h 144780"/>
              <a:gd name="connsiteX2" fmla="*/ 518160 w 518160"/>
              <a:gd name="connsiteY2" fmla="*/ 0 h 144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8160" h="144780">
                <a:moveTo>
                  <a:pt x="0" y="144780"/>
                </a:moveTo>
                <a:cubicBezTo>
                  <a:pt x="154940" y="137795"/>
                  <a:pt x="309880" y="130810"/>
                  <a:pt x="396240" y="106680"/>
                </a:cubicBezTo>
                <a:cubicBezTo>
                  <a:pt x="482600" y="82550"/>
                  <a:pt x="500380" y="41275"/>
                  <a:pt x="5181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02F10A9B-800D-1858-FBE6-FE560D65E860}"/>
              </a:ext>
            </a:extLst>
          </p:cNvPr>
          <p:cNvSpPr/>
          <p:nvPr/>
        </p:nvSpPr>
        <p:spPr bwMode="auto">
          <a:xfrm>
            <a:off x="11481754" y="2519879"/>
            <a:ext cx="70606" cy="548640"/>
          </a:xfrm>
          <a:custGeom>
            <a:avLst/>
            <a:gdLst>
              <a:gd name="connsiteX0" fmla="*/ 45720 w 70606"/>
              <a:gd name="connsiteY0" fmla="*/ 548640 h 548640"/>
              <a:gd name="connsiteX1" fmla="*/ 68580 w 70606"/>
              <a:gd name="connsiteY1" fmla="*/ 144780 h 548640"/>
              <a:gd name="connsiteX2" fmla="*/ 0 w 70606"/>
              <a:gd name="connsiteY2" fmla="*/ 0 h 54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606" h="548640">
                <a:moveTo>
                  <a:pt x="45720" y="548640"/>
                </a:moveTo>
                <a:cubicBezTo>
                  <a:pt x="60960" y="392430"/>
                  <a:pt x="76200" y="236220"/>
                  <a:pt x="68580" y="144780"/>
                </a:cubicBezTo>
                <a:cubicBezTo>
                  <a:pt x="60960" y="53340"/>
                  <a:pt x="30480" y="26670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FAD98A37-9C0D-3C88-BF02-A20E1C1DEB42}"/>
              </a:ext>
            </a:extLst>
          </p:cNvPr>
          <p:cNvSpPr/>
          <p:nvPr/>
        </p:nvSpPr>
        <p:spPr bwMode="auto">
          <a:xfrm>
            <a:off x="11634154" y="2512259"/>
            <a:ext cx="106680" cy="563880"/>
          </a:xfrm>
          <a:custGeom>
            <a:avLst/>
            <a:gdLst>
              <a:gd name="connsiteX0" fmla="*/ 0 w 106680"/>
              <a:gd name="connsiteY0" fmla="*/ 563880 h 563880"/>
              <a:gd name="connsiteX1" fmla="*/ 83820 w 106680"/>
              <a:gd name="connsiteY1" fmla="*/ 205740 h 563880"/>
              <a:gd name="connsiteX2" fmla="*/ 106680 w 106680"/>
              <a:gd name="connsiteY2" fmla="*/ 0 h 563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" h="563880">
                <a:moveTo>
                  <a:pt x="0" y="563880"/>
                </a:moveTo>
                <a:cubicBezTo>
                  <a:pt x="33020" y="431800"/>
                  <a:pt x="66040" y="299720"/>
                  <a:pt x="83820" y="205740"/>
                </a:cubicBezTo>
                <a:cubicBezTo>
                  <a:pt x="101600" y="111760"/>
                  <a:pt x="104140" y="55880"/>
                  <a:pt x="10668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140">
            <a:extLst>
              <a:ext uri="{FF2B5EF4-FFF2-40B4-BE49-F238E27FC236}">
                <a16:creationId xmlns:a16="http://schemas.microsoft.com/office/drawing/2014/main" id="{42FBC61F-90A4-809F-B9B3-A12B3970DB7B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4612000"/>
            <a:ext cx="1608138" cy="412750"/>
            <a:chOff x="3381" y="2592"/>
            <a:chExt cx="1013" cy="260"/>
          </a:xfrm>
        </p:grpSpPr>
        <p:sp>
          <p:nvSpPr>
            <p:cNvPr id="41" name="Text Box 141">
              <a:extLst>
                <a:ext uri="{FF2B5EF4-FFF2-40B4-BE49-F238E27FC236}">
                  <a16:creationId xmlns:a16="http://schemas.microsoft.com/office/drawing/2014/main" id="{988FC40F-5956-E8A9-0D32-C0A7A977A3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6" y="2616"/>
              <a:ext cx="81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double:Type</a:t>
              </a:r>
            </a:p>
          </p:txBody>
        </p:sp>
        <p:sp>
          <p:nvSpPr>
            <p:cNvPr id="42" name="Rectangle 142">
              <a:extLst>
                <a:ext uri="{FF2B5EF4-FFF2-40B4-BE49-F238E27FC236}">
                  <a16:creationId xmlns:a16="http://schemas.microsoft.com/office/drawing/2014/main" id="{8EE2197B-7E09-E980-2DE6-D1C3F732D7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88" name="Group 140">
            <a:extLst>
              <a:ext uri="{FF2B5EF4-FFF2-40B4-BE49-F238E27FC236}">
                <a16:creationId xmlns:a16="http://schemas.microsoft.com/office/drawing/2014/main" id="{50B82128-B2F7-B075-8A4C-C95C4CEBEB6B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3588396"/>
            <a:ext cx="1608138" cy="412750"/>
            <a:chOff x="3381" y="2592"/>
            <a:chExt cx="1013" cy="260"/>
          </a:xfrm>
        </p:grpSpPr>
        <p:sp>
          <p:nvSpPr>
            <p:cNvPr id="95" name="Text Box 141">
              <a:extLst>
                <a:ext uri="{FF2B5EF4-FFF2-40B4-BE49-F238E27FC236}">
                  <a16:creationId xmlns:a16="http://schemas.microsoft.com/office/drawing/2014/main" id="{67A08043-01D8-CE78-D4EE-6C734A9EBF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4" name="Rectangle 142">
              <a:extLst>
                <a:ext uri="{FF2B5EF4-FFF2-40B4-BE49-F238E27FC236}">
                  <a16:creationId xmlns:a16="http://schemas.microsoft.com/office/drawing/2014/main" id="{350E6068-0B2C-364A-FC59-074AF1E59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5" name="Group 140">
            <a:extLst>
              <a:ext uri="{FF2B5EF4-FFF2-40B4-BE49-F238E27FC236}">
                <a16:creationId xmlns:a16="http://schemas.microsoft.com/office/drawing/2014/main" id="{5426F574-C5EC-399F-1BB1-D3EA22544C5F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2902046"/>
            <a:ext cx="1608138" cy="412750"/>
            <a:chOff x="3381" y="2592"/>
            <a:chExt cx="1013" cy="260"/>
          </a:xfrm>
        </p:grpSpPr>
        <p:sp>
          <p:nvSpPr>
            <p:cNvPr id="106" name="Text Box 141">
              <a:extLst>
                <a:ext uri="{FF2B5EF4-FFF2-40B4-BE49-F238E27FC236}">
                  <a16:creationId xmlns:a16="http://schemas.microsoft.com/office/drawing/2014/main" id="{F06B9CB9-CE3D-EC08-8F1F-D534F92C2E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8" name="Rectangle 142">
              <a:extLst>
                <a:ext uri="{FF2B5EF4-FFF2-40B4-BE49-F238E27FC236}">
                  <a16:creationId xmlns:a16="http://schemas.microsoft.com/office/drawing/2014/main" id="{55E2C20F-E0C2-C967-1C85-5465ECFEA7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9" name="Group 140">
            <a:extLst>
              <a:ext uri="{FF2B5EF4-FFF2-40B4-BE49-F238E27FC236}">
                <a16:creationId xmlns:a16="http://schemas.microsoft.com/office/drawing/2014/main" id="{7F7E0B3D-3AEF-9A18-DD7B-6329E577AB6B}"/>
              </a:ext>
            </a:extLst>
          </p:cNvPr>
          <p:cNvGrpSpPr>
            <a:grpSpLocks/>
          </p:cNvGrpSpPr>
          <p:nvPr/>
        </p:nvGrpSpPr>
        <p:grpSpPr bwMode="auto">
          <a:xfrm>
            <a:off x="949871" y="1580400"/>
            <a:ext cx="1608138" cy="412750"/>
            <a:chOff x="3381" y="2592"/>
            <a:chExt cx="1013" cy="260"/>
          </a:xfrm>
        </p:grpSpPr>
        <p:sp>
          <p:nvSpPr>
            <p:cNvPr id="110" name="Text Box 141">
              <a:extLst>
                <a:ext uri="{FF2B5EF4-FFF2-40B4-BE49-F238E27FC236}">
                  <a16:creationId xmlns:a16="http://schemas.microsoft.com/office/drawing/2014/main" id="{D44B1439-C48A-C16D-AA39-09DE0718B1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11" name="Rectangle 142">
              <a:extLst>
                <a:ext uri="{FF2B5EF4-FFF2-40B4-BE49-F238E27FC236}">
                  <a16:creationId xmlns:a16="http://schemas.microsoft.com/office/drawing/2014/main" id="{40E03B1D-5C20-3925-18F9-8B49C4F17C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12" name="AutoShape 50">
            <a:extLst>
              <a:ext uri="{FF2B5EF4-FFF2-40B4-BE49-F238E27FC236}">
                <a16:creationId xmlns:a16="http://schemas.microsoft.com/office/drawing/2014/main" id="{79557560-8DDB-52F3-B01C-D7D167F6D7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2506912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3" name="AutoShape 50">
            <a:extLst>
              <a:ext uri="{FF2B5EF4-FFF2-40B4-BE49-F238E27FC236}">
                <a16:creationId xmlns:a16="http://schemas.microsoft.com/office/drawing/2014/main" id="{8525D9EE-F364-38BC-B2EA-04EE8EAC1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4148444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6" name="AutoShape 50">
            <a:extLst>
              <a:ext uri="{FF2B5EF4-FFF2-40B4-BE49-F238E27FC236}">
                <a16:creationId xmlns:a16="http://schemas.microsoft.com/office/drawing/2014/main" id="{975D31BD-C6D4-9144-2659-384C39F3C7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183" y="1521538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17" name="Verbinder: gewinkelt 126">
            <a:extLst>
              <a:ext uri="{FF2B5EF4-FFF2-40B4-BE49-F238E27FC236}">
                <a16:creationId xmlns:a16="http://schemas.microsoft.com/office/drawing/2014/main" id="{6013BC41-6BD4-1FCA-6B52-E1C1C4B8DAD8}"/>
              </a:ext>
            </a:extLst>
          </p:cNvPr>
          <p:cNvCxnSpPr>
            <a:cxnSpLocks/>
            <a:stCxn id="116" idx="2"/>
            <a:endCxn id="111" idx="1"/>
          </p:cNvCxnSpPr>
          <p:nvPr/>
        </p:nvCxnSpPr>
        <p:spPr>
          <a:xfrm rot="16200000" flipH="1">
            <a:off x="804684" y="1641587"/>
            <a:ext cx="12825" cy="277550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955D9AEC-52C5-BA09-C2E6-5711C806EFFA}"/>
              </a:ext>
            </a:extLst>
          </p:cNvPr>
          <p:cNvCxnSpPr>
            <a:cxnSpLocks/>
            <a:stCxn id="112" idx="2"/>
            <a:endCxn id="108" idx="0"/>
          </p:cNvCxnSpPr>
          <p:nvPr/>
        </p:nvCxnSpPr>
        <p:spPr>
          <a:xfrm flipH="1">
            <a:off x="1353508" y="2759324"/>
            <a:ext cx="1" cy="14272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7520DF90-E7C6-87EA-B505-0BB6C01AF8BE}"/>
              </a:ext>
            </a:extLst>
          </p:cNvPr>
          <p:cNvCxnSpPr>
            <a:cxnSpLocks/>
            <a:stCxn id="113" idx="0"/>
            <a:endCxn id="104" idx="2"/>
          </p:cNvCxnSpPr>
          <p:nvPr/>
        </p:nvCxnSpPr>
        <p:spPr>
          <a:xfrm flipH="1" flipV="1">
            <a:off x="1353508" y="4001146"/>
            <a:ext cx="1" cy="14729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33" name="Gruppieren 132">
            <a:extLst>
              <a:ext uri="{FF2B5EF4-FFF2-40B4-BE49-F238E27FC236}">
                <a16:creationId xmlns:a16="http://schemas.microsoft.com/office/drawing/2014/main" id="{C04F75F9-1830-9806-D3F2-8FE9AC003147}"/>
              </a:ext>
            </a:extLst>
          </p:cNvPr>
          <p:cNvGrpSpPr/>
          <p:nvPr/>
        </p:nvGrpSpPr>
        <p:grpSpPr>
          <a:xfrm>
            <a:off x="102028" y="1100579"/>
            <a:ext cx="1608138" cy="412750"/>
            <a:chOff x="477989" y="1048316"/>
            <a:chExt cx="1608138" cy="412750"/>
          </a:xfrm>
        </p:grpSpPr>
        <p:sp>
          <p:nvSpPr>
            <p:cNvPr id="6" name="Text Box 141">
              <a:extLst>
                <a:ext uri="{FF2B5EF4-FFF2-40B4-BE49-F238E27FC236}">
                  <a16:creationId xmlns:a16="http://schemas.microsoft.com/office/drawing/2014/main" id="{738BCFEA-E1EA-99C7-CDB4-D0E4EC1236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4825" y="1086416"/>
              <a:ext cx="1152880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F:Function</a:t>
              </a:r>
            </a:p>
          </p:txBody>
        </p:sp>
        <p:sp>
          <p:nvSpPr>
            <p:cNvPr id="8" name="Rectangle 142">
              <a:extLst>
                <a:ext uri="{FF2B5EF4-FFF2-40B4-BE49-F238E27FC236}">
                  <a16:creationId xmlns:a16="http://schemas.microsoft.com/office/drawing/2014/main" id="{E86FB0F4-6437-C074-10A9-8AFE1DBA6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7989" y="1048316"/>
              <a:ext cx="1608138" cy="4127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567D4C3C-4663-9A63-6C73-9B9105A6B3D8}"/>
                </a:ext>
              </a:extLst>
            </p:cNvPr>
            <p:cNvSpPr/>
            <p:nvPr/>
          </p:nvSpPr>
          <p:spPr bwMode="auto">
            <a:xfrm>
              <a:off x="1849120" y="108204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C7521A57-45D7-3E12-56EF-0F4FE0DBC2AB}"/>
                </a:ext>
              </a:extLst>
            </p:cNvPr>
            <p:cNvSpPr/>
            <p:nvPr/>
          </p:nvSpPr>
          <p:spPr bwMode="auto">
            <a:xfrm>
              <a:off x="1849120" y="12945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B427BB2F-B4C3-3D4F-F295-496B8FCB9BF0}"/>
              </a:ext>
            </a:extLst>
          </p:cNvPr>
          <p:cNvGrpSpPr/>
          <p:nvPr/>
        </p:nvGrpSpPr>
        <p:grpSpPr>
          <a:xfrm>
            <a:off x="549439" y="4413318"/>
            <a:ext cx="1609433" cy="412750"/>
            <a:chOff x="925400" y="4041015"/>
            <a:chExt cx="1609433" cy="412750"/>
          </a:xfrm>
        </p:grpSpPr>
        <p:grpSp>
          <p:nvGrpSpPr>
            <p:cNvPr id="154" name="Group 140">
              <a:extLst>
                <a:ext uri="{FF2B5EF4-FFF2-40B4-BE49-F238E27FC236}">
                  <a16:creationId xmlns:a16="http://schemas.microsoft.com/office/drawing/2014/main" id="{A40F5A39-ADB9-E917-65CE-8946DF27BA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4041015"/>
              <a:ext cx="1608138" cy="412750"/>
              <a:chOff x="3381" y="2592"/>
              <a:chExt cx="1013" cy="260"/>
            </a:xfrm>
          </p:grpSpPr>
          <p:sp>
            <p:nvSpPr>
              <p:cNvPr id="155" name="Text Box 141">
                <a:extLst>
                  <a:ext uri="{FF2B5EF4-FFF2-40B4-BE49-F238E27FC236}">
                    <a16:creationId xmlns:a16="http://schemas.microsoft.com/office/drawing/2014/main" id="{FA30B2D9-6A14-7763-3F18-FD9714B6A17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2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H:Function</a:t>
                </a:r>
              </a:p>
            </p:txBody>
          </p:sp>
          <p:sp>
            <p:nvSpPr>
              <p:cNvPr id="156" name="Rectangle 142">
                <a:extLst>
                  <a:ext uri="{FF2B5EF4-FFF2-40B4-BE49-F238E27FC236}">
                    <a16:creationId xmlns:a16="http://schemas.microsoft.com/office/drawing/2014/main" id="{6E794CC0-2DBA-0CB3-57D7-CD48CE78FC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37" name="Rechteck 136">
              <a:extLst>
                <a:ext uri="{FF2B5EF4-FFF2-40B4-BE49-F238E27FC236}">
                  <a16:creationId xmlns:a16="http://schemas.microsoft.com/office/drawing/2014/main" id="{ABE49EFC-81D8-D982-F78E-7A018A7AB266}"/>
                </a:ext>
              </a:extLst>
            </p:cNvPr>
            <p:cNvSpPr/>
            <p:nvPr/>
          </p:nvSpPr>
          <p:spPr bwMode="auto">
            <a:xfrm>
              <a:off x="2298613" y="408137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8" name="Rechteck 137">
              <a:extLst>
                <a:ext uri="{FF2B5EF4-FFF2-40B4-BE49-F238E27FC236}">
                  <a16:creationId xmlns:a16="http://schemas.microsoft.com/office/drawing/2014/main" id="{D703DE3D-155E-9F5D-B5B7-3D60EB1E3CC3}"/>
                </a:ext>
              </a:extLst>
            </p:cNvPr>
            <p:cNvSpPr/>
            <p:nvPr/>
          </p:nvSpPr>
          <p:spPr bwMode="auto">
            <a:xfrm>
              <a:off x="2298613" y="429392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grpSp>
        <p:nvGrpSpPr>
          <p:cNvPr id="146" name="Gruppieren 145">
            <a:extLst>
              <a:ext uri="{FF2B5EF4-FFF2-40B4-BE49-F238E27FC236}">
                <a16:creationId xmlns:a16="http://schemas.microsoft.com/office/drawing/2014/main" id="{7672395A-D655-9F26-F25D-B2672DE864E6}"/>
              </a:ext>
            </a:extLst>
          </p:cNvPr>
          <p:cNvGrpSpPr/>
          <p:nvPr/>
        </p:nvGrpSpPr>
        <p:grpSpPr>
          <a:xfrm>
            <a:off x="549439" y="2080192"/>
            <a:ext cx="1608654" cy="412750"/>
            <a:chOff x="925400" y="2027929"/>
            <a:chExt cx="1608654" cy="412750"/>
          </a:xfrm>
        </p:grpSpPr>
        <p:grpSp>
          <p:nvGrpSpPr>
            <p:cNvPr id="150" name="Group 140">
              <a:extLst>
                <a:ext uri="{FF2B5EF4-FFF2-40B4-BE49-F238E27FC236}">
                  <a16:creationId xmlns:a16="http://schemas.microsoft.com/office/drawing/2014/main" id="{3CFE91B6-EA76-72C8-5749-831F67AA50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2027929"/>
              <a:ext cx="1608138" cy="412750"/>
              <a:chOff x="3381" y="2592"/>
              <a:chExt cx="1013" cy="260"/>
            </a:xfrm>
          </p:grpSpPr>
          <p:sp>
            <p:nvSpPr>
              <p:cNvPr id="151" name="Text Box 141">
                <a:extLst>
                  <a:ext uri="{FF2B5EF4-FFF2-40B4-BE49-F238E27FC236}">
                    <a16:creationId xmlns:a16="http://schemas.microsoft.com/office/drawing/2014/main" id="{41CBCD28-9704-B2C8-0EEA-357FD16FF48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0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G:Function</a:t>
                </a:r>
              </a:p>
            </p:txBody>
          </p:sp>
          <p:sp>
            <p:nvSpPr>
              <p:cNvPr id="152" name="Rectangle 142">
                <a:extLst>
                  <a:ext uri="{FF2B5EF4-FFF2-40B4-BE49-F238E27FC236}">
                    <a16:creationId xmlns:a16="http://schemas.microsoft.com/office/drawing/2014/main" id="{3DAD01A5-1056-AF5D-FF91-48E408E562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F7E17A83-0DDC-AC98-F18A-4D0CB306E2A1}"/>
                </a:ext>
              </a:extLst>
            </p:cNvPr>
            <p:cNvSpPr/>
            <p:nvPr/>
          </p:nvSpPr>
          <p:spPr bwMode="auto">
            <a:xfrm>
              <a:off x="2297834" y="2065433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AAE33E52-6855-0101-FC2A-09874165A4BA}"/>
                </a:ext>
              </a:extLst>
            </p:cNvPr>
            <p:cNvSpPr/>
            <p:nvPr/>
          </p:nvSpPr>
          <p:spPr bwMode="auto">
            <a:xfrm>
              <a:off x="2297834" y="2277974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cxnSp>
        <p:nvCxnSpPr>
          <p:cNvPr id="153" name="Verbinder: gewinkelt 126">
            <a:extLst>
              <a:ext uri="{FF2B5EF4-FFF2-40B4-BE49-F238E27FC236}">
                <a16:creationId xmlns:a16="http://schemas.microsoft.com/office/drawing/2014/main" id="{6C2A50D7-148C-8857-75D2-DC8CA3468173}"/>
              </a:ext>
            </a:extLst>
          </p:cNvPr>
          <p:cNvCxnSpPr>
            <a:cxnSpLocks/>
            <a:stCxn id="465" idx="3"/>
            <a:endCxn id="173" idx="1"/>
          </p:cNvCxnSpPr>
          <p:nvPr/>
        </p:nvCxnSpPr>
        <p:spPr>
          <a:xfrm>
            <a:off x="2394366" y="2152629"/>
            <a:ext cx="339991" cy="13393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77188EAB-7A0C-9CC3-18FD-85E475FC7F3B}"/>
              </a:ext>
            </a:extLst>
          </p:cNvPr>
          <p:cNvGrpSpPr/>
          <p:nvPr/>
        </p:nvGrpSpPr>
        <p:grpSpPr>
          <a:xfrm>
            <a:off x="2734357" y="2080192"/>
            <a:ext cx="1608138" cy="412750"/>
            <a:chOff x="3110318" y="2027929"/>
            <a:chExt cx="1608138" cy="412750"/>
          </a:xfrm>
        </p:grpSpPr>
        <p:grpSp>
          <p:nvGrpSpPr>
            <p:cNvPr id="168" name="Group 140">
              <a:extLst>
                <a:ext uri="{FF2B5EF4-FFF2-40B4-BE49-F238E27FC236}">
                  <a16:creationId xmlns:a16="http://schemas.microsoft.com/office/drawing/2014/main" id="{CD864ACF-4CD5-A5A5-A44D-B4998944FD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027929"/>
              <a:ext cx="1608138" cy="412750"/>
              <a:chOff x="3381" y="2592"/>
              <a:chExt cx="1013" cy="260"/>
            </a:xfrm>
          </p:grpSpPr>
          <p:sp>
            <p:nvSpPr>
              <p:cNvPr id="172" name="Text Box 141">
                <a:extLst>
                  <a:ext uri="{FF2B5EF4-FFF2-40B4-BE49-F238E27FC236}">
                    <a16:creationId xmlns:a16="http://schemas.microsoft.com/office/drawing/2014/main" id="{AFF1DC53-6A21-34BE-6CCE-8570B2523C2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7" y="2616"/>
                <a:ext cx="55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a:Inport</a:t>
                </a:r>
              </a:p>
            </p:txBody>
          </p:sp>
          <p:sp>
            <p:nvSpPr>
              <p:cNvPr id="173" name="Rectangle 142">
                <a:extLst>
                  <a:ext uri="{FF2B5EF4-FFF2-40B4-BE49-F238E27FC236}">
                    <a16:creationId xmlns:a16="http://schemas.microsoft.com/office/drawing/2014/main" id="{C77D4CE4-CCA1-8600-9891-73464E2223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79" name="Rechteck 178">
              <a:extLst>
                <a:ext uri="{FF2B5EF4-FFF2-40B4-BE49-F238E27FC236}">
                  <a16:creationId xmlns:a16="http://schemas.microsoft.com/office/drawing/2014/main" id="{25EB1EB3-F1D2-3E21-7626-C77800D73D16}"/>
                </a:ext>
              </a:extLst>
            </p:cNvPr>
            <p:cNvSpPr/>
            <p:nvPr/>
          </p:nvSpPr>
          <p:spPr bwMode="auto">
            <a:xfrm>
              <a:off x="4480568" y="206823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0" name="Rechteck 179">
              <a:extLst>
                <a:ext uri="{FF2B5EF4-FFF2-40B4-BE49-F238E27FC236}">
                  <a16:creationId xmlns:a16="http://schemas.microsoft.com/office/drawing/2014/main" id="{F16A9641-F661-D760-32B9-3D76DAED6406}"/>
                </a:ext>
              </a:extLst>
            </p:cNvPr>
            <p:cNvSpPr/>
            <p:nvPr/>
          </p:nvSpPr>
          <p:spPr bwMode="auto">
            <a:xfrm>
              <a:off x="4480568" y="228078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4" name="Gruppieren 203">
            <a:extLst>
              <a:ext uri="{FF2B5EF4-FFF2-40B4-BE49-F238E27FC236}">
                <a16:creationId xmlns:a16="http://schemas.microsoft.com/office/drawing/2014/main" id="{0AA37C3A-E3E2-ECFA-615C-5F078E4CDDB5}"/>
              </a:ext>
            </a:extLst>
          </p:cNvPr>
          <p:cNvGrpSpPr/>
          <p:nvPr/>
        </p:nvGrpSpPr>
        <p:grpSpPr>
          <a:xfrm>
            <a:off x="2734357" y="2603290"/>
            <a:ext cx="1608138" cy="412750"/>
            <a:chOff x="3110318" y="2551027"/>
            <a:chExt cx="1608138" cy="412750"/>
          </a:xfrm>
        </p:grpSpPr>
        <p:grpSp>
          <p:nvGrpSpPr>
            <p:cNvPr id="174" name="Group 140">
              <a:extLst>
                <a:ext uri="{FF2B5EF4-FFF2-40B4-BE49-F238E27FC236}">
                  <a16:creationId xmlns:a16="http://schemas.microsoft.com/office/drawing/2014/main" id="{26AE5296-5C6B-3310-C8D8-9EF17A31E8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551027"/>
              <a:ext cx="1608138" cy="412750"/>
              <a:chOff x="3381" y="2592"/>
              <a:chExt cx="1013" cy="260"/>
            </a:xfrm>
          </p:grpSpPr>
          <p:sp>
            <p:nvSpPr>
              <p:cNvPr id="181" name="Text Box 141">
                <a:extLst>
                  <a:ext uri="{FF2B5EF4-FFF2-40B4-BE49-F238E27FC236}">
                    <a16:creationId xmlns:a16="http://schemas.microsoft.com/office/drawing/2014/main" id="{71C43ACA-479A-DEA0-4EF3-95ED94F2E7D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0" y="2616"/>
                <a:ext cx="649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c:Outport</a:t>
                </a:r>
              </a:p>
            </p:txBody>
          </p:sp>
          <p:sp>
            <p:nvSpPr>
              <p:cNvPr id="182" name="Rectangle 142">
                <a:extLst>
                  <a:ext uri="{FF2B5EF4-FFF2-40B4-BE49-F238E27FC236}">
                    <a16:creationId xmlns:a16="http://schemas.microsoft.com/office/drawing/2014/main" id="{7034A55D-8997-D387-BC75-82E836B16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8" name="Rechteck 187">
              <a:extLst>
                <a:ext uri="{FF2B5EF4-FFF2-40B4-BE49-F238E27FC236}">
                  <a16:creationId xmlns:a16="http://schemas.microsoft.com/office/drawing/2014/main" id="{751A8AF0-6D88-8AA2-9557-6F2C06181FD2}"/>
                </a:ext>
              </a:extLst>
            </p:cNvPr>
            <p:cNvSpPr/>
            <p:nvPr/>
          </p:nvSpPr>
          <p:spPr bwMode="auto">
            <a:xfrm>
              <a:off x="4475887" y="258565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9" name="Rechteck 188">
              <a:extLst>
                <a:ext uri="{FF2B5EF4-FFF2-40B4-BE49-F238E27FC236}">
                  <a16:creationId xmlns:a16="http://schemas.microsoft.com/office/drawing/2014/main" id="{C529B839-E1E6-86F3-72B1-725D09F1F701}"/>
                </a:ext>
              </a:extLst>
            </p:cNvPr>
            <p:cNvSpPr/>
            <p:nvPr/>
          </p:nvSpPr>
          <p:spPr bwMode="auto">
            <a:xfrm>
              <a:off x="4475887" y="279819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2" name="Gruppieren 201">
            <a:extLst>
              <a:ext uri="{FF2B5EF4-FFF2-40B4-BE49-F238E27FC236}">
                <a16:creationId xmlns:a16="http://schemas.microsoft.com/office/drawing/2014/main" id="{1CC90ACB-1B73-467F-E36C-C4EEF5C2848B}"/>
              </a:ext>
            </a:extLst>
          </p:cNvPr>
          <p:cNvGrpSpPr/>
          <p:nvPr/>
        </p:nvGrpSpPr>
        <p:grpSpPr>
          <a:xfrm>
            <a:off x="2734357" y="3126389"/>
            <a:ext cx="1608138" cy="412750"/>
            <a:chOff x="3110318" y="3074126"/>
            <a:chExt cx="1608138" cy="412750"/>
          </a:xfrm>
        </p:grpSpPr>
        <p:grpSp>
          <p:nvGrpSpPr>
            <p:cNvPr id="183" name="Group 140">
              <a:extLst>
                <a:ext uri="{FF2B5EF4-FFF2-40B4-BE49-F238E27FC236}">
                  <a16:creationId xmlns:a16="http://schemas.microsoft.com/office/drawing/2014/main" id="{C115E254-536E-A317-DF7B-710460E170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3074126"/>
              <a:ext cx="1608138" cy="412750"/>
              <a:chOff x="3381" y="2592"/>
              <a:chExt cx="1013" cy="260"/>
            </a:xfrm>
          </p:grpSpPr>
          <p:sp>
            <p:nvSpPr>
              <p:cNvPr id="184" name="Text Box 141">
                <a:extLst>
                  <a:ext uri="{FF2B5EF4-FFF2-40B4-BE49-F238E27FC236}">
                    <a16:creationId xmlns:a16="http://schemas.microsoft.com/office/drawing/2014/main" id="{DFD8B7F5-574F-FB23-CA5D-AE94DECC24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56" y="2616"/>
                <a:ext cx="657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d:Outport</a:t>
                </a:r>
              </a:p>
            </p:txBody>
          </p:sp>
          <p:sp>
            <p:nvSpPr>
              <p:cNvPr id="185" name="Rectangle 142">
                <a:extLst>
                  <a:ext uri="{FF2B5EF4-FFF2-40B4-BE49-F238E27FC236}">
                    <a16:creationId xmlns:a16="http://schemas.microsoft.com/office/drawing/2014/main" id="{8D5E6C46-23DE-384E-17FB-1D923563E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0" name="Rechteck 189">
              <a:extLst>
                <a:ext uri="{FF2B5EF4-FFF2-40B4-BE49-F238E27FC236}">
                  <a16:creationId xmlns:a16="http://schemas.microsoft.com/office/drawing/2014/main" id="{F0841523-3F5E-499F-4D5E-3D69DD08FD1E}"/>
                </a:ext>
              </a:extLst>
            </p:cNvPr>
            <p:cNvSpPr/>
            <p:nvPr/>
          </p:nvSpPr>
          <p:spPr bwMode="auto">
            <a:xfrm>
              <a:off x="4475887" y="31111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1" name="Rechteck 190">
              <a:extLst>
                <a:ext uri="{FF2B5EF4-FFF2-40B4-BE49-F238E27FC236}">
                  <a16:creationId xmlns:a16="http://schemas.microsoft.com/office/drawing/2014/main" id="{42B68009-12D3-D64E-592C-B50D3D0D208D}"/>
                </a:ext>
              </a:extLst>
            </p:cNvPr>
            <p:cNvSpPr/>
            <p:nvPr/>
          </p:nvSpPr>
          <p:spPr bwMode="auto">
            <a:xfrm>
              <a:off x="4475887" y="332372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1" name="Gruppieren 200">
            <a:extLst>
              <a:ext uri="{FF2B5EF4-FFF2-40B4-BE49-F238E27FC236}">
                <a16:creationId xmlns:a16="http://schemas.microsoft.com/office/drawing/2014/main" id="{D0D77F38-EFBB-532F-8DA5-337C6E48536F}"/>
              </a:ext>
            </a:extLst>
          </p:cNvPr>
          <p:cNvGrpSpPr/>
          <p:nvPr/>
        </p:nvGrpSpPr>
        <p:grpSpPr>
          <a:xfrm>
            <a:off x="2734357" y="4932040"/>
            <a:ext cx="1608774" cy="412750"/>
            <a:chOff x="3110318" y="4879777"/>
            <a:chExt cx="1608774" cy="412750"/>
          </a:xfrm>
        </p:grpSpPr>
        <p:grpSp>
          <p:nvGrpSpPr>
            <p:cNvPr id="197" name="Group 140">
              <a:extLst>
                <a:ext uri="{FF2B5EF4-FFF2-40B4-BE49-F238E27FC236}">
                  <a16:creationId xmlns:a16="http://schemas.microsoft.com/office/drawing/2014/main" id="{8704B5A7-D5CA-62E6-5B0E-D875B760F7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879777"/>
              <a:ext cx="1608138" cy="412750"/>
              <a:chOff x="3381" y="2592"/>
              <a:chExt cx="1013" cy="260"/>
            </a:xfrm>
          </p:grpSpPr>
          <p:sp>
            <p:nvSpPr>
              <p:cNvPr id="198" name="Text Box 141">
                <a:extLst>
                  <a:ext uri="{FF2B5EF4-FFF2-40B4-BE49-F238E27FC236}">
                    <a16:creationId xmlns:a16="http://schemas.microsoft.com/office/drawing/2014/main" id="{02B483D5-F446-1B25-1CB3-41687BB2549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74" y="2616"/>
                <a:ext cx="621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f:Outport</a:t>
                </a:r>
              </a:p>
            </p:txBody>
          </p:sp>
          <p:sp>
            <p:nvSpPr>
              <p:cNvPr id="199" name="Rectangle 142">
                <a:extLst>
                  <a:ext uri="{FF2B5EF4-FFF2-40B4-BE49-F238E27FC236}">
                    <a16:creationId xmlns:a16="http://schemas.microsoft.com/office/drawing/2014/main" id="{8FFB8BC5-1BAC-B1ED-48B5-5E8D5296F4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3EA62541-70E6-FBD3-A233-888ACC989D22}"/>
                </a:ext>
              </a:extLst>
            </p:cNvPr>
            <p:cNvSpPr/>
            <p:nvPr/>
          </p:nvSpPr>
          <p:spPr bwMode="auto">
            <a:xfrm>
              <a:off x="4482872" y="491574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5F7735DC-C626-ECCC-5A51-82D68265E528}"/>
                </a:ext>
              </a:extLst>
            </p:cNvPr>
            <p:cNvSpPr/>
            <p:nvPr/>
          </p:nvSpPr>
          <p:spPr bwMode="auto">
            <a:xfrm>
              <a:off x="4482872" y="512828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8" name="Gruppieren 207">
            <a:extLst>
              <a:ext uri="{FF2B5EF4-FFF2-40B4-BE49-F238E27FC236}">
                <a16:creationId xmlns:a16="http://schemas.microsoft.com/office/drawing/2014/main" id="{B1B2AD24-5534-13A3-374E-B8ED4674E9FB}"/>
              </a:ext>
            </a:extLst>
          </p:cNvPr>
          <p:cNvGrpSpPr/>
          <p:nvPr/>
        </p:nvGrpSpPr>
        <p:grpSpPr>
          <a:xfrm>
            <a:off x="2734357" y="4413318"/>
            <a:ext cx="1608138" cy="412750"/>
            <a:chOff x="3110318" y="4361055"/>
            <a:chExt cx="1608138" cy="412750"/>
          </a:xfrm>
        </p:grpSpPr>
        <p:grpSp>
          <p:nvGrpSpPr>
            <p:cNvPr id="194" name="Group 140">
              <a:extLst>
                <a:ext uri="{FF2B5EF4-FFF2-40B4-BE49-F238E27FC236}">
                  <a16:creationId xmlns:a16="http://schemas.microsoft.com/office/drawing/2014/main" id="{5F7E4DDA-2D49-72CE-B6F5-9FD65CE77D8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361055"/>
              <a:ext cx="1608138" cy="412750"/>
              <a:chOff x="3381" y="2592"/>
              <a:chExt cx="1013" cy="260"/>
            </a:xfrm>
          </p:grpSpPr>
          <p:sp>
            <p:nvSpPr>
              <p:cNvPr id="195" name="Text Box 141">
                <a:extLst>
                  <a:ext uri="{FF2B5EF4-FFF2-40B4-BE49-F238E27FC236}">
                    <a16:creationId xmlns:a16="http://schemas.microsoft.com/office/drawing/2014/main" id="{75C647DB-D611-1CA1-1650-EB36E177E4C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7" y="2616"/>
                <a:ext cx="55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e:Inport</a:t>
                </a:r>
              </a:p>
            </p:txBody>
          </p:sp>
          <p:sp>
            <p:nvSpPr>
              <p:cNvPr id="196" name="Rectangle 142">
                <a:extLst>
                  <a:ext uri="{FF2B5EF4-FFF2-40B4-BE49-F238E27FC236}">
                    <a16:creationId xmlns:a16="http://schemas.microsoft.com/office/drawing/2014/main" id="{2B192D8A-FBFD-6710-128B-EF6D679D08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05" name="Rechteck 204">
              <a:extLst>
                <a:ext uri="{FF2B5EF4-FFF2-40B4-BE49-F238E27FC236}">
                  <a16:creationId xmlns:a16="http://schemas.microsoft.com/office/drawing/2014/main" id="{61CE9758-D116-2D87-7BF9-6B5ECD0DCE74}"/>
                </a:ext>
              </a:extLst>
            </p:cNvPr>
            <p:cNvSpPr/>
            <p:nvPr/>
          </p:nvSpPr>
          <p:spPr bwMode="auto">
            <a:xfrm>
              <a:off x="4479697" y="4397866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207" name="Rechteck 206">
              <a:extLst>
                <a:ext uri="{FF2B5EF4-FFF2-40B4-BE49-F238E27FC236}">
                  <a16:creationId xmlns:a16="http://schemas.microsoft.com/office/drawing/2014/main" id="{B71CFD19-390F-B74C-FE16-71557AFA19DC}"/>
                </a:ext>
              </a:extLst>
            </p:cNvPr>
            <p:cNvSpPr/>
            <p:nvPr/>
          </p:nvSpPr>
          <p:spPr bwMode="auto">
            <a:xfrm>
              <a:off x="4479697" y="4610407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cxnSp>
        <p:nvCxnSpPr>
          <p:cNvPr id="217" name="Gerade Verbindung mit Pfeil 216">
            <a:extLst>
              <a:ext uri="{FF2B5EF4-FFF2-40B4-BE49-F238E27FC236}">
                <a16:creationId xmlns:a16="http://schemas.microsoft.com/office/drawing/2014/main" id="{C64D4BA1-D8C3-944D-AF9F-EEDF889C3B05}"/>
              </a:ext>
            </a:extLst>
          </p:cNvPr>
          <p:cNvCxnSpPr>
            <a:cxnSpLocks/>
            <a:stCxn id="173" idx="3"/>
            <a:endCxn id="14" idx="1"/>
          </p:cNvCxnSpPr>
          <p:nvPr/>
        </p:nvCxnSpPr>
        <p:spPr>
          <a:xfrm>
            <a:off x="4342495" y="2286567"/>
            <a:ext cx="752852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2" name="Verbinder: gewinkelt 126">
            <a:extLst>
              <a:ext uri="{FF2B5EF4-FFF2-40B4-BE49-F238E27FC236}">
                <a16:creationId xmlns:a16="http://schemas.microsoft.com/office/drawing/2014/main" id="{2EBB27BC-0809-D94D-C45A-9ABC2FD90021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4342495" y="4818375"/>
            <a:ext cx="752852" cy="187405"/>
          </a:xfrm>
          <a:prstGeom prst="bentConnector3">
            <a:avLst>
              <a:gd name="adj1" fmla="val 149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280" name="Gruppieren 279">
            <a:extLst>
              <a:ext uri="{FF2B5EF4-FFF2-40B4-BE49-F238E27FC236}">
                <a16:creationId xmlns:a16="http://schemas.microsoft.com/office/drawing/2014/main" id="{B6985607-3D5F-A99E-C987-30805F8D432A}"/>
              </a:ext>
            </a:extLst>
          </p:cNvPr>
          <p:cNvGrpSpPr/>
          <p:nvPr/>
        </p:nvGrpSpPr>
        <p:grpSpPr>
          <a:xfrm>
            <a:off x="5095347" y="3004188"/>
            <a:ext cx="1608138" cy="412750"/>
            <a:chOff x="5471308" y="4046775"/>
            <a:chExt cx="1608138" cy="412750"/>
          </a:xfrm>
        </p:grpSpPr>
        <p:grpSp>
          <p:nvGrpSpPr>
            <p:cNvPr id="244" name="Gruppieren 243">
              <a:extLst>
                <a:ext uri="{FF2B5EF4-FFF2-40B4-BE49-F238E27FC236}">
                  <a16:creationId xmlns:a16="http://schemas.microsoft.com/office/drawing/2014/main" id="{7285ADCA-B4BC-12AF-3311-D33AFBC3C28D}"/>
                </a:ext>
              </a:extLst>
            </p:cNvPr>
            <p:cNvGrpSpPr/>
            <p:nvPr/>
          </p:nvGrpSpPr>
          <p:grpSpPr>
            <a:xfrm>
              <a:off x="5471308" y="4046775"/>
              <a:ext cx="1608138" cy="412750"/>
              <a:chOff x="5471308" y="3717591"/>
              <a:chExt cx="1608138" cy="412750"/>
            </a:xfrm>
          </p:grpSpPr>
          <p:grpSp>
            <p:nvGrpSpPr>
              <p:cNvPr id="36" name="Group 140">
                <a:extLst>
                  <a:ext uri="{FF2B5EF4-FFF2-40B4-BE49-F238E27FC236}">
                    <a16:creationId xmlns:a16="http://schemas.microsoft.com/office/drawing/2014/main" id="{A0858AE6-14AB-D271-E928-3B9CDE90CD6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1308" y="3717591"/>
                <a:ext cx="1608138" cy="412750"/>
                <a:chOff x="3381" y="2592"/>
                <a:chExt cx="1013" cy="260"/>
              </a:xfrm>
            </p:grpSpPr>
            <p:sp>
              <p:nvSpPr>
                <p:cNvPr id="37" name="Text Box 141">
                  <a:extLst>
                    <a:ext uri="{FF2B5EF4-FFF2-40B4-BE49-F238E27FC236}">
                      <a16:creationId xmlns:a16="http://schemas.microsoft.com/office/drawing/2014/main" id="{32B97C8F-AF10-E82F-0235-1197AC813D6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46" y="2616"/>
                  <a:ext cx="677" cy="21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pPr algn="ctr" eaLnBrk="0" hangingPunct="0"/>
                  <a:r>
                    <a:rPr lang="en-US" altLang="de-DE" sz="1600" u="sng" noProof="1"/>
                    <a:t>float:Type</a:t>
                  </a:r>
                </a:p>
              </p:txBody>
            </p:sp>
            <p:sp>
              <p:nvSpPr>
                <p:cNvPr id="39" name="Rectangle 142">
                  <a:extLst>
                    <a:ext uri="{FF2B5EF4-FFF2-40B4-BE49-F238E27FC236}">
                      <a16:creationId xmlns:a16="http://schemas.microsoft.com/office/drawing/2014/main" id="{44AA518A-7EAA-25DD-3B50-D97AD44FE8E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381" y="2592"/>
                  <a:ext cx="1013" cy="260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 noProof="1"/>
                </a:p>
              </p:txBody>
            </p:sp>
          </p:grpSp>
          <p:sp>
            <p:nvSpPr>
              <p:cNvPr id="231" name="Rechteck 230">
                <a:extLst>
                  <a:ext uri="{FF2B5EF4-FFF2-40B4-BE49-F238E27FC236}">
                    <a16:creationId xmlns:a16="http://schemas.microsoft.com/office/drawing/2014/main" id="{14760B5C-AEEC-E7B1-AAF3-55548731E975}"/>
                  </a:ext>
                </a:extLst>
              </p:cNvPr>
              <p:cNvSpPr/>
              <p:nvPr/>
            </p:nvSpPr>
            <p:spPr bwMode="auto">
              <a:xfrm>
                <a:off x="5471308" y="3751793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  <p:sp>
            <p:nvSpPr>
              <p:cNvPr id="232" name="Rechteck 231">
                <a:extLst>
                  <a:ext uri="{FF2B5EF4-FFF2-40B4-BE49-F238E27FC236}">
                    <a16:creationId xmlns:a16="http://schemas.microsoft.com/office/drawing/2014/main" id="{B0C4DCEA-5EC0-D7CF-928D-A4558A3B0168}"/>
                  </a:ext>
                </a:extLst>
              </p:cNvPr>
              <p:cNvSpPr/>
              <p:nvPr/>
            </p:nvSpPr>
            <p:spPr bwMode="auto">
              <a:xfrm>
                <a:off x="5471308" y="3964334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</p:grpSp>
        <p:sp>
          <p:nvSpPr>
            <p:cNvPr id="278" name="Rechteck 277">
              <a:extLst>
                <a:ext uri="{FF2B5EF4-FFF2-40B4-BE49-F238E27FC236}">
                  <a16:creationId xmlns:a16="http://schemas.microsoft.com/office/drawing/2014/main" id="{48751B37-653C-532D-E597-2341BA99247B}"/>
                </a:ext>
              </a:extLst>
            </p:cNvPr>
            <p:cNvSpPr/>
            <p:nvPr/>
          </p:nvSpPr>
          <p:spPr bwMode="auto">
            <a:xfrm>
              <a:off x="6841990" y="408197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  <p:sp>
          <p:nvSpPr>
            <p:cNvPr id="279" name="Rechteck 278">
              <a:extLst>
                <a:ext uri="{FF2B5EF4-FFF2-40B4-BE49-F238E27FC236}">
                  <a16:creationId xmlns:a16="http://schemas.microsoft.com/office/drawing/2014/main" id="{956ECA7D-935B-F24F-7BF4-CA813581378B}"/>
                </a:ext>
              </a:extLst>
            </p:cNvPr>
            <p:cNvSpPr/>
            <p:nvPr/>
          </p:nvSpPr>
          <p:spPr bwMode="auto">
            <a:xfrm>
              <a:off x="6841990" y="429451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</p:grpSp>
      <p:sp>
        <p:nvSpPr>
          <p:cNvPr id="299" name="Rechteck 298">
            <a:extLst>
              <a:ext uri="{FF2B5EF4-FFF2-40B4-BE49-F238E27FC236}">
                <a16:creationId xmlns:a16="http://schemas.microsoft.com/office/drawing/2014/main" id="{FDDC1CE6-9E23-39E4-DC53-9F82DE9BAEB2}"/>
              </a:ext>
            </a:extLst>
          </p:cNvPr>
          <p:cNvSpPr/>
          <p:nvPr/>
        </p:nvSpPr>
        <p:spPr bwMode="auto">
          <a:xfrm>
            <a:off x="4537799" y="152625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0" name="Rechteck 299">
            <a:extLst>
              <a:ext uri="{FF2B5EF4-FFF2-40B4-BE49-F238E27FC236}">
                <a16:creationId xmlns:a16="http://schemas.microsoft.com/office/drawing/2014/main" id="{BBFF39DD-D21C-3045-137E-B0293DBD1DAE}"/>
              </a:ext>
            </a:extLst>
          </p:cNvPr>
          <p:cNvSpPr/>
          <p:nvPr/>
        </p:nvSpPr>
        <p:spPr bwMode="auto">
          <a:xfrm>
            <a:off x="4667385" y="152625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2" name="Rechteck 301">
            <a:extLst>
              <a:ext uri="{FF2B5EF4-FFF2-40B4-BE49-F238E27FC236}">
                <a16:creationId xmlns:a16="http://schemas.microsoft.com/office/drawing/2014/main" id="{D6DE8885-C32F-9CF4-D060-C8F504BF8F78}"/>
              </a:ext>
            </a:extLst>
          </p:cNvPr>
          <p:cNvSpPr/>
          <p:nvPr/>
        </p:nvSpPr>
        <p:spPr bwMode="auto">
          <a:xfrm>
            <a:off x="4535309" y="2242871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3" name="Rechteck 302">
            <a:extLst>
              <a:ext uri="{FF2B5EF4-FFF2-40B4-BE49-F238E27FC236}">
                <a16:creationId xmlns:a16="http://schemas.microsoft.com/office/drawing/2014/main" id="{E6F6AA86-1FE9-1E5F-7AE7-A5DE20818D43}"/>
              </a:ext>
            </a:extLst>
          </p:cNvPr>
          <p:cNvSpPr/>
          <p:nvPr/>
        </p:nvSpPr>
        <p:spPr bwMode="auto">
          <a:xfrm>
            <a:off x="4664895" y="224287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4" name="Rechteck 303">
            <a:extLst>
              <a:ext uri="{FF2B5EF4-FFF2-40B4-BE49-F238E27FC236}">
                <a16:creationId xmlns:a16="http://schemas.microsoft.com/office/drawing/2014/main" id="{5513AFFE-618F-4ED0-186D-25E3A3A7F5D4}"/>
              </a:ext>
            </a:extLst>
          </p:cNvPr>
          <p:cNvSpPr/>
          <p:nvPr/>
        </p:nvSpPr>
        <p:spPr bwMode="auto">
          <a:xfrm>
            <a:off x="4669088" y="3780214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E1275849-D489-F5DF-9F20-720136D1BB19}"/>
              </a:ext>
            </a:extLst>
          </p:cNvPr>
          <p:cNvSpPr/>
          <p:nvPr/>
        </p:nvSpPr>
        <p:spPr bwMode="auto">
          <a:xfrm>
            <a:off x="4667923" y="425619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7" name="Rechteck 306">
            <a:extLst>
              <a:ext uri="{FF2B5EF4-FFF2-40B4-BE49-F238E27FC236}">
                <a16:creationId xmlns:a16="http://schemas.microsoft.com/office/drawing/2014/main" id="{007DCCC4-872C-6DBE-A585-3AEA18E767C8}"/>
              </a:ext>
            </a:extLst>
          </p:cNvPr>
          <p:cNvSpPr/>
          <p:nvPr/>
        </p:nvSpPr>
        <p:spPr bwMode="auto">
          <a:xfrm>
            <a:off x="4665862" y="436425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8" name="Rechteck 307">
            <a:extLst>
              <a:ext uri="{FF2B5EF4-FFF2-40B4-BE49-F238E27FC236}">
                <a16:creationId xmlns:a16="http://schemas.microsoft.com/office/drawing/2014/main" id="{B55A44AE-2E9C-EF84-41FB-A7117A873C4F}"/>
              </a:ext>
            </a:extLst>
          </p:cNvPr>
          <p:cNvSpPr/>
          <p:nvPr/>
        </p:nvSpPr>
        <p:spPr bwMode="auto">
          <a:xfrm>
            <a:off x="4668267" y="276198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9" name="Rechteck 308">
            <a:extLst>
              <a:ext uri="{FF2B5EF4-FFF2-40B4-BE49-F238E27FC236}">
                <a16:creationId xmlns:a16="http://schemas.microsoft.com/office/drawing/2014/main" id="{8CB59345-4529-F52D-B40A-A9E50A4D97CD}"/>
              </a:ext>
            </a:extLst>
          </p:cNvPr>
          <p:cNvSpPr/>
          <p:nvPr/>
        </p:nvSpPr>
        <p:spPr bwMode="auto">
          <a:xfrm>
            <a:off x="4666206" y="287004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10" name="Rechteck 309">
            <a:extLst>
              <a:ext uri="{FF2B5EF4-FFF2-40B4-BE49-F238E27FC236}">
                <a16:creationId xmlns:a16="http://schemas.microsoft.com/office/drawing/2014/main" id="{F0BD019D-9ECF-AD65-0CD3-C7B1D024C655}"/>
              </a:ext>
            </a:extLst>
          </p:cNvPr>
          <p:cNvSpPr/>
          <p:nvPr/>
        </p:nvSpPr>
        <p:spPr bwMode="auto">
          <a:xfrm>
            <a:off x="4664895" y="477133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15" name="Verbinder: gewinkelt 126">
            <a:extLst>
              <a:ext uri="{FF2B5EF4-FFF2-40B4-BE49-F238E27FC236}">
                <a16:creationId xmlns:a16="http://schemas.microsoft.com/office/drawing/2014/main" id="{0D3A3CA0-75FB-DE18-D56E-2F8B2EB6E061}"/>
              </a:ext>
            </a:extLst>
          </p:cNvPr>
          <p:cNvCxnSpPr>
            <a:cxnSpLocks/>
            <a:stCxn id="50" idx="3"/>
            <a:endCxn id="188" idx="3"/>
          </p:cNvCxnSpPr>
          <p:nvPr/>
        </p:nvCxnSpPr>
        <p:spPr>
          <a:xfrm>
            <a:off x="1949495" y="1186015"/>
            <a:ext cx="2386651" cy="1514893"/>
          </a:xfrm>
          <a:prstGeom prst="bentConnector3">
            <a:avLst>
              <a:gd name="adj1" fmla="val 109578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8" name="Verbinder: gewinkelt 126">
            <a:extLst>
              <a:ext uri="{FF2B5EF4-FFF2-40B4-BE49-F238E27FC236}">
                <a16:creationId xmlns:a16="http://schemas.microsoft.com/office/drawing/2014/main" id="{DF8A46C7-E817-DE8D-3FEC-D99BD0D11905}"/>
              </a:ext>
            </a:extLst>
          </p:cNvPr>
          <p:cNvCxnSpPr>
            <a:cxnSpLocks/>
            <a:stCxn id="450" idx="3"/>
            <a:endCxn id="199" idx="3"/>
          </p:cNvCxnSpPr>
          <p:nvPr/>
        </p:nvCxnSpPr>
        <p:spPr>
          <a:xfrm>
            <a:off x="1718284" y="1031563"/>
            <a:ext cx="2624211" cy="4106852"/>
          </a:xfrm>
          <a:prstGeom prst="bentConnector3">
            <a:avLst>
              <a:gd name="adj1" fmla="val 113067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11" name="Textfeld 44">
            <a:extLst>
              <a:ext uri="{FF2B5EF4-FFF2-40B4-BE49-F238E27FC236}">
                <a16:creationId xmlns:a16="http://schemas.microsoft.com/office/drawing/2014/main" id="{7C401DF7-8664-926C-7134-97BE48620A4E}"/>
              </a:ext>
            </a:extLst>
          </p:cNvPr>
          <p:cNvSpPr txBox="1"/>
          <p:nvPr/>
        </p:nvSpPr>
        <p:spPr>
          <a:xfrm>
            <a:off x="2658715" y="1454183"/>
            <a:ext cx="8619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</a:t>
            </a:r>
            <a:b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</a:br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port</a:t>
            </a:r>
          </a:p>
        </p:txBody>
      </p:sp>
      <p:sp>
        <p:nvSpPr>
          <p:cNvPr id="313" name="Freihandform: Form 312">
            <a:extLst>
              <a:ext uri="{FF2B5EF4-FFF2-40B4-BE49-F238E27FC236}">
                <a16:creationId xmlns:a16="http://schemas.microsoft.com/office/drawing/2014/main" id="{7D406555-B2A3-16DD-E3F3-724111FF0EA2}"/>
              </a:ext>
            </a:extLst>
          </p:cNvPr>
          <p:cNvSpPr/>
          <p:nvPr/>
        </p:nvSpPr>
        <p:spPr bwMode="auto">
          <a:xfrm>
            <a:off x="2543103" y="1995972"/>
            <a:ext cx="198120" cy="15956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4" name="Freihandform: Form 313">
            <a:extLst>
              <a:ext uri="{FF2B5EF4-FFF2-40B4-BE49-F238E27FC236}">
                <a16:creationId xmlns:a16="http://schemas.microsoft.com/office/drawing/2014/main" id="{9951C5D9-8D44-26E1-C210-8589D160E590}"/>
              </a:ext>
            </a:extLst>
          </p:cNvPr>
          <p:cNvSpPr/>
          <p:nvPr/>
        </p:nvSpPr>
        <p:spPr bwMode="auto">
          <a:xfrm>
            <a:off x="3242334" y="1770010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Textfeld 44">
            <a:extLst>
              <a:ext uri="{FF2B5EF4-FFF2-40B4-BE49-F238E27FC236}">
                <a16:creationId xmlns:a16="http://schemas.microsoft.com/office/drawing/2014/main" id="{DF971B77-3DBC-3AB3-D82C-F0A260980D8F}"/>
              </a:ext>
            </a:extLst>
          </p:cNvPr>
          <p:cNvSpPr txBox="1"/>
          <p:nvPr/>
        </p:nvSpPr>
        <p:spPr>
          <a:xfrm>
            <a:off x="2404028" y="3611460"/>
            <a:ext cx="11377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“normal” channel</a:t>
            </a:r>
            <a:endParaRPr lang="en-US" sz="1600" i="1" dirty="0">
              <a:solidFill>
                <a:srgbClr val="00549F"/>
              </a:solidFill>
              <a:latin typeface="Trebuchet MS" panose="020B0603020202020204" pitchFamily="34" charset="0"/>
              <a:ea typeface="ＭＳ Ｐゴシック" panose="020B0600070205080204" pitchFamily="34" charset="-128"/>
              <a:cs typeface="Times New Roman" panose="02020603050405020304" pitchFamily="18" charset="0"/>
            </a:endParaRPr>
          </a:p>
        </p:txBody>
      </p:sp>
      <p:sp>
        <p:nvSpPr>
          <p:cNvPr id="316" name="Freihandform: Form 315">
            <a:extLst>
              <a:ext uri="{FF2B5EF4-FFF2-40B4-BE49-F238E27FC236}">
                <a16:creationId xmlns:a16="http://schemas.microsoft.com/office/drawing/2014/main" id="{4F819656-9CCF-7961-EA85-60640FA200E1}"/>
              </a:ext>
            </a:extLst>
          </p:cNvPr>
          <p:cNvSpPr/>
          <p:nvPr/>
        </p:nvSpPr>
        <p:spPr bwMode="auto">
          <a:xfrm>
            <a:off x="3243312" y="3892187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2" name="Textfeld 169">
            <a:extLst>
              <a:ext uri="{FF2B5EF4-FFF2-40B4-BE49-F238E27FC236}">
                <a16:creationId xmlns:a16="http://schemas.microsoft.com/office/drawing/2014/main" id="{555D6EE3-49F1-B30F-8656-380310D0FD47}"/>
              </a:ext>
            </a:extLst>
          </p:cNvPr>
          <p:cNvSpPr txBox="1"/>
          <p:nvPr/>
        </p:nvSpPr>
        <p:spPr>
          <a:xfrm>
            <a:off x="449531" y="171446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3" name="Textfeld 169">
            <a:extLst>
              <a:ext uri="{FF2B5EF4-FFF2-40B4-BE49-F238E27FC236}">
                <a16:creationId xmlns:a16="http://schemas.microsoft.com/office/drawing/2014/main" id="{567E4787-7F9D-8FEA-EB98-6E1CAECF6992}"/>
              </a:ext>
            </a:extLst>
          </p:cNvPr>
          <p:cNvSpPr txBox="1"/>
          <p:nvPr/>
        </p:nvSpPr>
        <p:spPr>
          <a:xfrm>
            <a:off x="1320774" y="2615383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4" name="Textfeld 169">
            <a:extLst>
              <a:ext uri="{FF2B5EF4-FFF2-40B4-BE49-F238E27FC236}">
                <a16:creationId xmlns:a16="http://schemas.microsoft.com/office/drawing/2014/main" id="{B0EAF131-699C-C36C-9861-D3F9AC7AE3CE}"/>
              </a:ext>
            </a:extLst>
          </p:cNvPr>
          <p:cNvSpPr txBox="1"/>
          <p:nvPr/>
        </p:nvSpPr>
        <p:spPr>
          <a:xfrm>
            <a:off x="1303179" y="3932164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30" name="Rechteck 329">
            <a:extLst>
              <a:ext uri="{FF2B5EF4-FFF2-40B4-BE49-F238E27FC236}">
                <a16:creationId xmlns:a16="http://schemas.microsoft.com/office/drawing/2014/main" id="{3CFDAFFA-596F-A63F-5EA2-0635697F05C8}"/>
              </a:ext>
            </a:extLst>
          </p:cNvPr>
          <p:cNvSpPr/>
          <p:nvPr/>
        </p:nvSpPr>
        <p:spPr bwMode="auto">
          <a:xfrm rot="5400000">
            <a:off x="7049399" y="326705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33" name="Rechteck 332">
            <a:extLst>
              <a:ext uri="{FF2B5EF4-FFF2-40B4-BE49-F238E27FC236}">
                <a16:creationId xmlns:a16="http://schemas.microsoft.com/office/drawing/2014/main" id="{3BBDEF33-E5E0-751C-146A-171D00AA0886}"/>
              </a:ext>
            </a:extLst>
          </p:cNvPr>
          <p:cNvSpPr/>
          <p:nvPr/>
        </p:nvSpPr>
        <p:spPr bwMode="auto">
          <a:xfrm>
            <a:off x="6904909" y="2085771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473" name="AutoShape 40">
            <a:extLst>
              <a:ext uri="{FF2B5EF4-FFF2-40B4-BE49-F238E27FC236}">
                <a16:creationId xmlns:a16="http://schemas.microsoft.com/office/drawing/2014/main" id="{585DBA82-9D87-B1EB-CA3E-35DA5E9D61F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408922" y="3342201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CD</a:t>
            </a:r>
          </a:p>
        </p:txBody>
      </p:sp>
      <p:sp>
        <p:nvSpPr>
          <p:cNvPr id="15" name="Rectangle 142">
            <a:extLst>
              <a:ext uri="{FF2B5EF4-FFF2-40B4-BE49-F238E27FC236}">
                <a16:creationId xmlns:a16="http://schemas.microsoft.com/office/drawing/2014/main" id="{9D605BB2-79E9-C21C-177E-1BD41EC63A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0287" y="1361130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“a”</a:t>
            </a:r>
          </a:p>
        </p:txBody>
      </p:sp>
      <p:sp>
        <p:nvSpPr>
          <p:cNvPr id="50" name="Rectangle 142">
            <a:extLst>
              <a:ext uri="{FF2B5EF4-FFF2-40B4-BE49-F238E27FC236}">
                <a16:creationId xmlns:a16="http://schemas.microsoft.com/office/drawing/2014/main" id="{DD82B9F8-1592-9B56-7B18-3EB0C8D23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8898" y="1108975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“g”</a:t>
            </a:r>
          </a:p>
        </p:txBody>
      </p:sp>
      <p:sp>
        <p:nvSpPr>
          <p:cNvPr id="450" name="Rectangle 142">
            <a:extLst>
              <a:ext uri="{FF2B5EF4-FFF2-40B4-BE49-F238E27FC236}">
                <a16:creationId xmlns:a16="http://schemas.microsoft.com/office/drawing/2014/main" id="{1311E489-EE16-E616-4ECD-81D4BDAA2D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7687" y="954523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“h”</a:t>
            </a:r>
          </a:p>
        </p:txBody>
      </p:sp>
      <p:sp>
        <p:nvSpPr>
          <p:cNvPr id="460" name="Rectangle 142">
            <a:extLst>
              <a:ext uri="{FF2B5EF4-FFF2-40B4-BE49-F238E27FC236}">
                <a16:creationId xmlns:a16="http://schemas.microsoft.com/office/drawing/2014/main" id="{81D18EC8-435B-5FDD-3EC2-45FCFBA3DC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9465" y="4415125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“e”</a:t>
            </a:r>
          </a:p>
        </p:txBody>
      </p:sp>
      <p:sp>
        <p:nvSpPr>
          <p:cNvPr id="461" name="Rectangle 142">
            <a:extLst>
              <a:ext uri="{FF2B5EF4-FFF2-40B4-BE49-F238E27FC236}">
                <a16:creationId xmlns:a16="http://schemas.microsoft.com/office/drawing/2014/main" id="{6126BB0B-BCFD-09B6-8AC7-5C4574C39A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1431" y="4675733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“f”</a:t>
            </a:r>
          </a:p>
        </p:txBody>
      </p:sp>
      <p:sp>
        <p:nvSpPr>
          <p:cNvPr id="465" name="Rectangle 142">
            <a:extLst>
              <a:ext uri="{FF2B5EF4-FFF2-40B4-BE49-F238E27FC236}">
                <a16:creationId xmlns:a16="http://schemas.microsoft.com/office/drawing/2014/main" id="{89FC98B5-2ECB-22A2-70CB-BDD42D4559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3769" y="2075589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“b”</a:t>
            </a:r>
          </a:p>
        </p:txBody>
      </p:sp>
      <p:sp>
        <p:nvSpPr>
          <p:cNvPr id="467" name="Rectangle 142">
            <a:extLst>
              <a:ext uri="{FF2B5EF4-FFF2-40B4-BE49-F238E27FC236}">
                <a16:creationId xmlns:a16="http://schemas.microsoft.com/office/drawing/2014/main" id="{1399E681-C516-6BC8-D2F0-A54EE24D4B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5625" y="2494171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“d”</a:t>
            </a:r>
          </a:p>
        </p:txBody>
      </p:sp>
      <p:sp>
        <p:nvSpPr>
          <p:cNvPr id="470" name="Rectangle 142">
            <a:extLst>
              <a:ext uri="{FF2B5EF4-FFF2-40B4-BE49-F238E27FC236}">
                <a16:creationId xmlns:a16="http://schemas.microsoft.com/office/drawing/2014/main" id="{BFCD676C-ED2A-7EBD-27F8-5A7F6C91C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3133" y="2342762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“c”</a:t>
            </a:r>
          </a:p>
        </p:txBody>
      </p:sp>
      <p:pic>
        <p:nvPicPr>
          <p:cNvPr id="77" name="Grafik 76">
            <a:extLst>
              <a:ext uri="{FF2B5EF4-FFF2-40B4-BE49-F238E27FC236}">
                <a16:creationId xmlns:a16="http://schemas.microsoft.com/office/drawing/2014/main" id="{28EE4C8B-9003-1096-37C9-8E3137E729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6495" y="3438980"/>
            <a:ext cx="4942016" cy="250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660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3EA557A-0EA3-6E85-D25D-A81E3504B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possible Layouts</a:t>
            </a:r>
          </a:p>
        </p:txBody>
      </p:sp>
      <p:pic>
        <p:nvPicPr>
          <p:cNvPr id="155" name="Grafik 154">
            <a:extLst>
              <a:ext uri="{FF2B5EF4-FFF2-40B4-BE49-F238E27FC236}">
                <a16:creationId xmlns:a16="http://schemas.microsoft.com/office/drawing/2014/main" id="{227937C6-D8D2-36CA-B88A-9FAFF71BFC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4386" y="3009900"/>
            <a:ext cx="6078798" cy="2733713"/>
          </a:xfrm>
          <a:prstGeom prst="rect">
            <a:avLst/>
          </a:prstGeom>
        </p:spPr>
      </p:pic>
      <p:sp>
        <p:nvSpPr>
          <p:cNvPr id="156" name="Textfeld 155">
            <a:extLst>
              <a:ext uri="{FF2B5EF4-FFF2-40B4-BE49-F238E27FC236}">
                <a16:creationId xmlns:a16="http://schemas.microsoft.com/office/drawing/2014/main" id="{098778D4-66AB-34F3-6925-DC85CFF8C6C9}"/>
              </a:ext>
            </a:extLst>
          </p:cNvPr>
          <p:cNvSpPr txBox="1"/>
          <p:nvPr/>
        </p:nvSpPr>
        <p:spPr>
          <a:xfrm>
            <a:off x="6451778" y="101074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Layout 1</a:t>
            </a:r>
            <a:endParaRPr lang="de-DE" dirty="0"/>
          </a:p>
        </p:txBody>
      </p:sp>
      <p:sp>
        <p:nvSpPr>
          <p:cNvPr id="157" name="Textfeld 156">
            <a:extLst>
              <a:ext uri="{FF2B5EF4-FFF2-40B4-BE49-F238E27FC236}">
                <a16:creationId xmlns:a16="http://schemas.microsoft.com/office/drawing/2014/main" id="{0B8DF94B-03AC-E1C5-0CAD-281204D96791}"/>
              </a:ext>
            </a:extLst>
          </p:cNvPr>
          <p:cNvSpPr txBox="1"/>
          <p:nvPr/>
        </p:nvSpPr>
        <p:spPr>
          <a:xfrm>
            <a:off x="4359276" y="520682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Layout 2</a:t>
            </a:r>
            <a:endParaRPr lang="de-DE" dirty="0"/>
          </a:p>
        </p:txBody>
      </p:sp>
      <p:sp>
        <p:nvSpPr>
          <p:cNvPr id="158" name="Freihandform: Form 157">
            <a:extLst>
              <a:ext uri="{FF2B5EF4-FFF2-40B4-BE49-F238E27FC236}">
                <a16:creationId xmlns:a16="http://schemas.microsoft.com/office/drawing/2014/main" id="{69DD1F5D-72B6-C2A3-A09F-FCD373C8D31A}"/>
              </a:ext>
            </a:extLst>
          </p:cNvPr>
          <p:cNvSpPr/>
          <p:nvPr/>
        </p:nvSpPr>
        <p:spPr bwMode="auto">
          <a:xfrm>
            <a:off x="4897075" y="4560190"/>
            <a:ext cx="703625" cy="631570"/>
          </a:xfrm>
          <a:custGeom>
            <a:avLst/>
            <a:gdLst>
              <a:gd name="connsiteX0" fmla="*/ 83865 w 703625"/>
              <a:gd name="connsiteY0" fmla="*/ 631570 h 631570"/>
              <a:gd name="connsiteX1" fmla="*/ 53385 w 703625"/>
              <a:gd name="connsiteY1" fmla="*/ 82930 h 631570"/>
              <a:gd name="connsiteX2" fmla="*/ 703625 w 703625"/>
              <a:gd name="connsiteY2" fmla="*/ 11810 h 631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3625" h="631570">
                <a:moveTo>
                  <a:pt x="83865" y="631570"/>
                </a:moveTo>
                <a:cubicBezTo>
                  <a:pt x="16978" y="408896"/>
                  <a:pt x="-49908" y="186223"/>
                  <a:pt x="53385" y="82930"/>
                </a:cubicBezTo>
                <a:cubicBezTo>
                  <a:pt x="156678" y="-20363"/>
                  <a:pt x="430151" y="-4277"/>
                  <a:pt x="703625" y="1181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Freihandform: Form 158">
            <a:extLst>
              <a:ext uri="{FF2B5EF4-FFF2-40B4-BE49-F238E27FC236}">
                <a16:creationId xmlns:a16="http://schemas.microsoft.com/office/drawing/2014/main" id="{00BA6058-8C6F-2B4C-FE08-C646D8711372}"/>
              </a:ext>
            </a:extLst>
          </p:cNvPr>
          <p:cNvSpPr/>
          <p:nvPr/>
        </p:nvSpPr>
        <p:spPr bwMode="auto">
          <a:xfrm>
            <a:off x="6136640" y="1381760"/>
            <a:ext cx="829260" cy="477520"/>
          </a:xfrm>
          <a:custGeom>
            <a:avLst/>
            <a:gdLst>
              <a:gd name="connsiteX0" fmla="*/ 812800 w 829260"/>
              <a:gd name="connsiteY0" fmla="*/ 0 h 477520"/>
              <a:gd name="connsiteX1" fmla="*/ 721360 w 829260"/>
              <a:gd name="connsiteY1" fmla="*/ 386080 h 477520"/>
              <a:gd name="connsiteX2" fmla="*/ 0 w 829260"/>
              <a:gd name="connsiteY2" fmla="*/ 477520 h 477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29260" h="477520">
                <a:moveTo>
                  <a:pt x="812800" y="0"/>
                </a:moveTo>
                <a:cubicBezTo>
                  <a:pt x="834813" y="153246"/>
                  <a:pt x="856827" y="306493"/>
                  <a:pt x="721360" y="386080"/>
                </a:cubicBezTo>
                <a:cubicBezTo>
                  <a:pt x="585893" y="465667"/>
                  <a:pt x="292946" y="471593"/>
                  <a:pt x="0" y="47752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6" name="Grafik 95">
            <a:extLst>
              <a:ext uri="{FF2B5EF4-FFF2-40B4-BE49-F238E27FC236}">
                <a16:creationId xmlns:a16="http://schemas.microsoft.com/office/drawing/2014/main" id="{4D8FF472-4BD4-2EA3-76A5-138C6CBC07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35423"/>
            <a:ext cx="5890260" cy="2665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908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</a:t>
            </a:r>
          </a:p>
        </p:txBody>
      </p:sp>
      <p:cxnSp>
        <p:nvCxnSpPr>
          <p:cNvPr id="4" name="Verbinder: gewinkelt 87">
            <a:extLst>
              <a:ext uri="{FF2B5EF4-FFF2-40B4-BE49-F238E27FC236}">
                <a16:creationId xmlns:a16="http://schemas.microsoft.com/office/drawing/2014/main" id="{C8B2BF38-9F53-9A15-3875-B2C92B87578B}"/>
              </a:ext>
            </a:extLst>
          </p:cNvPr>
          <p:cNvCxnSpPr>
            <a:cxnSpLocks/>
            <a:stCxn id="133" idx="3"/>
            <a:endCxn id="16" idx="1"/>
          </p:cNvCxnSpPr>
          <p:nvPr/>
        </p:nvCxnSpPr>
        <p:spPr>
          <a:xfrm>
            <a:off x="9194934" y="2168244"/>
            <a:ext cx="1262584" cy="8430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5" name="Text Box 82">
            <a:extLst>
              <a:ext uri="{FF2B5EF4-FFF2-40B4-BE49-F238E27FC236}">
                <a16:creationId xmlns:a16="http://schemas.microsoft.com/office/drawing/2014/main" id="{0C0F1F38-3E07-E801-5A3C-466C861335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17783" y="1871191"/>
            <a:ext cx="1290738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rPr>
              <a:t>Observation</a:t>
            </a:r>
          </a:p>
        </p:txBody>
      </p:sp>
      <p:sp>
        <p:nvSpPr>
          <p:cNvPr id="7" name="Rectangle 83">
            <a:extLst>
              <a:ext uri="{FF2B5EF4-FFF2-40B4-BE49-F238E27FC236}">
                <a16:creationId xmlns:a16="http://schemas.microsoft.com/office/drawing/2014/main" id="{2914F297-FA74-B078-5704-7716610DEE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58306" y="1863047"/>
            <a:ext cx="1409694" cy="4127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8" name="Textfeld 169">
            <a:extLst>
              <a:ext uri="{FF2B5EF4-FFF2-40B4-BE49-F238E27FC236}">
                <a16:creationId xmlns:a16="http://schemas.microsoft.com/office/drawing/2014/main" id="{A6EC98BD-9EC7-A9FD-2244-542A00DDF1E8}"/>
              </a:ext>
            </a:extLst>
          </p:cNvPr>
          <p:cNvSpPr txBox="1"/>
          <p:nvPr/>
        </p:nvSpPr>
        <p:spPr>
          <a:xfrm>
            <a:off x="10460376" y="1883735"/>
            <a:ext cx="298358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744C91F-CB12-743E-ABA6-8A9FC88155C1}"/>
              </a:ext>
            </a:extLst>
          </p:cNvPr>
          <p:cNvCxnSpPr>
            <a:cxnSpLocks/>
            <a:stCxn id="7" idx="2"/>
            <a:endCxn id="16" idx="0"/>
          </p:cNvCxnSpPr>
          <p:nvPr/>
        </p:nvCxnSpPr>
        <p:spPr>
          <a:xfrm flipH="1">
            <a:off x="11162365" y="2275797"/>
            <a:ext cx="788" cy="52914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1FADF115-7C9A-028B-4496-8B3F4570975A}"/>
              </a:ext>
            </a:extLst>
          </p:cNvPr>
          <p:cNvGrpSpPr/>
          <p:nvPr/>
        </p:nvGrpSpPr>
        <p:grpSpPr>
          <a:xfrm>
            <a:off x="10457518" y="2804941"/>
            <a:ext cx="1409694" cy="412750"/>
            <a:chOff x="8871299" y="3365841"/>
            <a:chExt cx="1409694" cy="412750"/>
          </a:xfrm>
        </p:grpSpPr>
        <p:sp>
          <p:nvSpPr>
            <p:cNvPr id="14" name="Text Box 82">
              <a:extLst>
                <a:ext uri="{FF2B5EF4-FFF2-40B4-BE49-F238E27FC236}">
                  <a16:creationId xmlns:a16="http://schemas.microsoft.com/office/drawing/2014/main" id="{6FD6C5B0-97A1-486E-6302-D0399AFF39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16" name="Rectangle 83">
              <a:extLst>
                <a:ext uri="{FF2B5EF4-FFF2-40B4-BE49-F238E27FC236}">
                  <a16:creationId xmlns:a16="http://schemas.microsoft.com/office/drawing/2014/main" id="{0DADB2FC-69FB-86E2-EE01-DF6D18AA17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7" name="Verbinder: gewinkelt 87">
            <a:extLst>
              <a:ext uri="{FF2B5EF4-FFF2-40B4-BE49-F238E27FC236}">
                <a16:creationId xmlns:a16="http://schemas.microsoft.com/office/drawing/2014/main" id="{695351F1-F213-4E71-428D-37FA4414FC04}"/>
              </a:ext>
            </a:extLst>
          </p:cNvPr>
          <p:cNvCxnSpPr>
            <a:cxnSpLocks/>
            <a:stCxn id="16" idx="2"/>
            <a:endCxn id="152" idx="3"/>
          </p:cNvCxnSpPr>
          <p:nvPr/>
        </p:nvCxnSpPr>
        <p:spPr>
          <a:xfrm rot="5400000">
            <a:off x="9887697" y="2526957"/>
            <a:ext cx="583935" cy="19654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9" name="Textfeld 169">
            <a:extLst>
              <a:ext uri="{FF2B5EF4-FFF2-40B4-BE49-F238E27FC236}">
                <a16:creationId xmlns:a16="http://schemas.microsoft.com/office/drawing/2014/main" id="{60F5237D-EB07-F0F6-9390-378DA1213B6A}"/>
              </a:ext>
            </a:extLst>
          </p:cNvPr>
          <p:cNvSpPr txBox="1"/>
          <p:nvPr/>
        </p:nvSpPr>
        <p:spPr>
          <a:xfrm>
            <a:off x="9248227" y="2757490"/>
            <a:ext cx="1239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*</a:t>
            </a:r>
            <a:br>
              <a:rPr lang="en-US" sz="1400" dirty="0">
                <a:solidFill>
                  <a:prstClr val="black"/>
                </a:solidFill>
              </a:rPr>
            </a:br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sp>
        <p:nvSpPr>
          <p:cNvPr id="20" name="Textfeld 169">
            <a:extLst>
              <a:ext uri="{FF2B5EF4-FFF2-40B4-BE49-F238E27FC236}">
                <a16:creationId xmlns:a16="http://schemas.microsoft.com/office/drawing/2014/main" id="{56C048C2-4E1D-E524-C35F-4BB7A1105E1C}"/>
              </a:ext>
            </a:extLst>
          </p:cNvPr>
          <p:cNvSpPr txBox="1"/>
          <p:nvPr/>
        </p:nvSpPr>
        <p:spPr>
          <a:xfrm>
            <a:off x="10213866" y="2503989"/>
            <a:ext cx="9695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378051-84AC-35E3-6B91-5B6B0AA69421}"/>
              </a:ext>
            </a:extLst>
          </p:cNvPr>
          <p:cNvCxnSpPr>
            <a:cxnSpLocks/>
            <a:stCxn id="8" idx="1"/>
            <a:endCxn id="128" idx="3"/>
          </p:cNvCxnSpPr>
          <p:nvPr/>
        </p:nvCxnSpPr>
        <p:spPr>
          <a:xfrm flipH="1" flipV="1">
            <a:off x="9194934" y="1959199"/>
            <a:ext cx="1265442" cy="148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sp>
        <p:nvSpPr>
          <p:cNvPr id="23" name="Textfeld 169">
            <a:extLst>
              <a:ext uri="{FF2B5EF4-FFF2-40B4-BE49-F238E27FC236}">
                <a16:creationId xmlns:a16="http://schemas.microsoft.com/office/drawing/2014/main" id="{F4399C4A-619C-6EB5-411B-AD5C8B1BF92B}"/>
              </a:ext>
            </a:extLst>
          </p:cNvPr>
          <p:cNvSpPr txBox="1"/>
          <p:nvPr/>
        </p:nvSpPr>
        <p:spPr>
          <a:xfrm>
            <a:off x="9154562" y="351862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24" name="Textfeld 169">
            <a:extLst>
              <a:ext uri="{FF2B5EF4-FFF2-40B4-BE49-F238E27FC236}">
                <a16:creationId xmlns:a16="http://schemas.microsoft.com/office/drawing/2014/main" id="{981B6948-F734-D50B-C6E4-F37463D84EDC}"/>
              </a:ext>
            </a:extLst>
          </p:cNvPr>
          <p:cNvSpPr txBox="1"/>
          <p:nvPr/>
        </p:nvSpPr>
        <p:spPr>
          <a:xfrm>
            <a:off x="11140452" y="316669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25" name="Textfeld 169">
            <a:extLst>
              <a:ext uri="{FF2B5EF4-FFF2-40B4-BE49-F238E27FC236}">
                <a16:creationId xmlns:a16="http://schemas.microsoft.com/office/drawing/2014/main" id="{051F4BC8-5A17-EEB3-CBF3-AFD11B3DAA9F}"/>
              </a:ext>
            </a:extLst>
          </p:cNvPr>
          <p:cNvSpPr txBox="1"/>
          <p:nvPr/>
        </p:nvSpPr>
        <p:spPr>
          <a:xfrm>
            <a:off x="11140451" y="220352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27" name="Textfeld 169">
            <a:extLst>
              <a:ext uri="{FF2B5EF4-FFF2-40B4-BE49-F238E27FC236}">
                <a16:creationId xmlns:a16="http://schemas.microsoft.com/office/drawing/2014/main" id="{68F054EB-C3FD-7524-DE3D-F4159251FC90}"/>
              </a:ext>
            </a:extLst>
          </p:cNvPr>
          <p:cNvSpPr txBox="1"/>
          <p:nvPr/>
        </p:nvSpPr>
        <p:spPr>
          <a:xfrm>
            <a:off x="11140452" y="255474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28" name="Textfeld 169">
            <a:extLst>
              <a:ext uri="{FF2B5EF4-FFF2-40B4-BE49-F238E27FC236}">
                <a16:creationId xmlns:a16="http://schemas.microsoft.com/office/drawing/2014/main" id="{A41AA67A-C4B2-75FE-2236-A3288E2799AA}"/>
              </a:ext>
            </a:extLst>
          </p:cNvPr>
          <p:cNvSpPr txBox="1"/>
          <p:nvPr/>
        </p:nvSpPr>
        <p:spPr>
          <a:xfrm>
            <a:off x="9218493" y="170930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30" name="Textfeld 169">
            <a:extLst>
              <a:ext uri="{FF2B5EF4-FFF2-40B4-BE49-F238E27FC236}">
                <a16:creationId xmlns:a16="http://schemas.microsoft.com/office/drawing/2014/main" id="{CF788487-8143-899F-A2A1-EBD4835986C2}"/>
              </a:ext>
            </a:extLst>
          </p:cNvPr>
          <p:cNvSpPr txBox="1"/>
          <p:nvPr/>
        </p:nvSpPr>
        <p:spPr>
          <a:xfrm>
            <a:off x="10192702" y="178628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360AC9F4-574E-98E7-5FBD-9BA07C08FB73}"/>
              </a:ext>
            </a:extLst>
          </p:cNvPr>
          <p:cNvSpPr txBox="1"/>
          <p:nvPr/>
        </p:nvSpPr>
        <p:spPr>
          <a:xfrm>
            <a:off x="9875698" y="97010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997F41E9-121F-0D03-CEBA-E538EF637364}"/>
              </a:ext>
            </a:extLst>
          </p:cNvPr>
          <p:cNvSpPr/>
          <p:nvPr/>
        </p:nvSpPr>
        <p:spPr bwMode="auto">
          <a:xfrm rot="21216338">
            <a:off x="9476163" y="1010886"/>
            <a:ext cx="2194361" cy="3291840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AutoShape 40">
            <a:extLst>
              <a:ext uri="{FF2B5EF4-FFF2-40B4-BE49-F238E27FC236}">
                <a16:creationId xmlns:a16="http://schemas.microsoft.com/office/drawing/2014/main" id="{23C5AB06-60D7-F309-99B2-E3024B87F6C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043706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35" name="Textfeld 169">
            <a:extLst>
              <a:ext uri="{FF2B5EF4-FFF2-40B4-BE49-F238E27FC236}">
                <a16:creationId xmlns:a16="http://schemas.microsoft.com/office/drawing/2014/main" id="{AAB737F6-6C18-B5A6-CBE5-6DC25DDB1B2C}"/>
              </a:ext>
            </a:extLst>
          </p:cNvPr>
          <p:cNvSpPr txBox="1"/>
          <p:nvPr/>
        </p:nvSpPr>
        <p:spPr>
          <a:xfrm>
            <a:off x="5293063" y="4275513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38" name="Textfeld 169">
            <a:extLst>
              <a:ext uri="{FF2B5EF4-FFF2-40B4-BE49-F238E27FC236}">
                <a16:creationId xmlns:a16="http://schemas.microsoft.com/office/drawing/2014/main" id="{F89569D8-A16D-FAD8-E9EA-63EEB1251F80}"/>
              </a:ext>
            </a:extLst>
          </p:cNvPr>
          <p:cNvSpPr txBox="1"/>
          <p:nvPr/>
        </p:nvSpPr>
        <p:spPr>
          <a:xfrm>
            <a:off x="5667366" y="4277775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FB59A4C8-5F64-F708-4A78-0471CD1160D3}"/>
              </a:ext>
            </a:extLst>
          </p:cNvPr>
          <p:cNvGrpSpPr/>
          <p:nvPr/>
        </p:nvGrpSpPr>
        <p:grpSpPr>
          <a:xfrm>
            <a:off x="4985363" y="3590206"/>
            <a:ext cx="1414463" cy="412750"/>
            <a:chOff x="7497215" y="4334214"/>
            <a:chExt cx="1414463" cy="412750"/>
          </a:xfrm>
        </p:grpSpPr>
        <p:grpSp>
          <p:nvGrpSpPr>
            <p:cNvPr id="43" name="Group 87">
              <a:extLst>
                <a:ext uri="{FF2B5EF4-FFF2-40B4-BE49-F238E27FC236}">
                  <a16:creationId xmlns:a16="http://schemas.microsoft.com/office/drawing/2014/main" id="{181C51B9-3056-8D89-EBD8-C6EE30839F2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45" name="Text Box 82">
                <a:extLst>
                  <a:ext uri="{FF2B5EF4-FFF2-40B4-BE49-F238E27FC236}">
                    <a16:creationId xmlns:a16="http://schemas.microsoft.com/office/drawing/2014/main" id="{717CABBD-8661-3BCD-6DD7-59B3C95EA7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46" name="Rectangle 83">
                <a:extLst>
                  <a:ext uri="{FF2B5EF4-FFF2-40B4-BE49-F238E27FC236}">
                    <a16:creationId xmlns:a16="http://schemas.microsoft.com/office/drawing/2014/main" id="{29C5FBF8-5390-8C78-CF91-596F7186A8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44" name="Textfeld 169">
              <a:extLst>
                <a:ext uri="{FF2B5EF4-FFF2-40B4-BE49-F238E27FC236}">
                  <a16:creationId xmlns:a16="http://schemas.microsoft.com/office/drawing/2014/main" id="{CFB522DB-6E70-20DC-4652-38F0AF05CB32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79CD9903-24AB-FA42-9B29-BF2E6D7C2611}"/>
              </a:ext>
            </a:extLst>
          </p:cNvPr>
          <p:cNvGrpSpPr/>
          <p:nvPr/>
        </p:nvGrpSpPr>
        <p:grpSpPr>
          <a:xfrm>
            <a:off x="4986192" y="4537851"/>
            <a:ext cx="1414463" cy="412750"/>
            <a:chOff x="9978688" y="4334214"/>
            <a:chExt cx="1414463" cy="412750"/>
          </a:xfrm>
        </p:grpSpPr>
        <p:grpSp>
          <p:nvGrpSpPr>
            <p:cNvPr id="50" name="Group 87">
              <a:extLst>
                <a:ext uri="{FF2B5EF4-FFF2-40B4-BE49-F238E27FC236}">
                  <a16:creationId xmlns:a16="http://schemas.microsoft.com/office/drawing/2014/main" id="{7D2879AC-D01D-DABD-20B6-67E1613A8C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52" name="Text Box 82">
                <a:extLst>
                  <a:ext uri="{FF2B5EF4-FFF2-40B4-BE49-F238E27FC236}">
                    <a16:creationId xmlns:a16="http://schemas.microsoft.com/office/drawing/2014/main" id="{8E9A31F6-2A24-3993-EC64-B0F519E8D75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53" name="Rectangle 83">
                <a:extLst>
                  <a:ext uri="{FF2B5EF4-FFF2-40B4-BE49-F238E27FC236}">
                    <a16:creationId xmlns:a16="http://schemas.microsoft.com/office/drawing/2014/main" id="{156D3059-CE5F-C70E-4C1F-88716D7852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51" name="Textfeld 169">
              <a:extLst>
                <a:ext uri="{FF2B5EF4-FFF2-40B4-BE49-F238E27FC236}">
                  <a16:creationId xmlns:a16="http://schemas.microsoft.com/office/drawing/2014/main" id="{2C490A1D-75BC-F416-2CCE-CCE3CA657AA4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54" name="Group 87">
            <a:extLst>
              <a:ext uri="{FF2B5EF4-FFF2-40B4-BE49-F238E27FC236}">
                <a16:creationId xmlns:a16="http://schemas.microsoft.com/office/drawing/2014/main" id="{FF00F6B6-F7D8-1F8C-E3CB-9DAD4043851C}"/>
              </a:ext>
            </a:extLst>
          </p:cNvPr>
          <p:cNvGrpSpPr>
            <a:grpSpLocks/>
          </p:cNvGrpSpPr>
          <p:nvPr/>
        </p:nvGrpSpPr>
        <p:grpSpPr bwMode="auto">
          <a:xfrm>
            <a:off x="7784882" y="4537851"/>
            <a:ext cx="1414463" cy="412750"/>
            <a:chOff x="3441" y="2592"/>
            <a:chExt cx="891" cy="260"/>
          </a:xfrm>
        </p:grpSpPr>
        <p:sp>
          <p:nvSpPr>
            <p:cNvPr id="55" name="Text Box 82">
              <a:extLst>
                <a:ext uri="{FF2B5EF4-FFF2-40B4-BE49-F238E27FC236}">
                  <a16:creationId xmlns:a16="http://schemas.microsoft.com/office/drawing/2014/main" id="{C9A0C3D9-E7F9-D6B2-86B3-8791C4C323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56" name="Rectangle 83">
              <a:extLst>
                <a:ext uri="{FF2B5EF4-FFF2-40B4-BE49-F238E27FC236}">
                  <a16:creationId xmlns:a16="http://schemas.microsoft.com/office/drawing/2014/main" id="{35FCB814-7D7F-58ED-8E02-2978A9D8E2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58" name="Verbinder: gewinkelt 87">
            <a:extLst>
              <a:ext uri="{FF2B5EF4-FFF2-40B4-BE49-F238E27FC236}">
                <a16:creationId xmlns:a16="http://schemas.microsoft.com/office/drawing/2014/main" id="{B71537C5-CEEC-8D58-228E-4591F220CDD3}"/>
              </a:ext>
            </a:extLst>
          </p:cNvPr>
          <p:cNvCxnSpPr>
            <a:cxnSpLocks/>
            <a:stCxn id="46" idx="3"/>
            <a:endCxn id="143" idx="3"/>
          </p:cNvCxnSpPr>
          <p:nvPr/>
        </p:nvCxnSpPr>
        <p:spPr>
          <a:xfrm flipV="1">
            <a:off x="6399826" y="3621456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0" name="Verbinder: gewinkelt 87">
            <a:extLst>
              <a:ext uri="{FF2B5EF4-FFF2-40B4-BE49-F238E27FC236}">
                <a16:creationId xmlns:a16="http://schemas.microsoft.com/office/drawing/2014/main" id="{CFF4F8FA-DFC1-4643-8DFC-0BB5E2ECEE53}"/>
              </a:ext>
            </a:extLst>
          </p:cNvPr>
          <p:cNvCxnSpPr>
            <a:cxnSpLocks/>
            <a:stCxn id="53" idx="3"/>
            <a:endCxn id="143" idx="3"/>
          </p:cNvCxnSpPr>
          <p:nvPr/>
        </p:nvCxnSpPr>
        <p:spPr>
          <a:xfrm flipV="1">
            <a:off x="6400655" y="3621456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1" name="Verbinder: gewinkelt 87">
            <a:extLst>
              <a:ext uri="{FF2B5EF4-FFF2-40B4-BE49-F238E27FC236}">
                <a16:creationId xmlns:a16="http://schemas.microsoft.com/office/drawing/2014/main" id="{42D0E7E1-D4D0-D783-9F4B-97C2D443797A}"/>
              </a:ext>
            </a:extLst>
          </p:cNvPr>
          <p:cNvCxnSpPr>
            <a:cxnSpLocks/>
            <a:stCxn id="145" idx="2"/>
            <a:endCxn id="152" idx="1"/>
          </p:cNvCxnSpPr>
          <p:nvPr/>
        </p:nvCxnSpPr>
        <p:spPr>
          <a:xfrm rot="16200000" flipH="1">
            <a:off x="7254073" y="3273200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1FD0ED6B-0D16-A883-A0F2-186465C818B4}"/>
              </a:ext>
            </a:extLst>
          </p:cNvPr>
          <p:cNvCxnSpPr>
            <a:cxnSpLocks/>
            <a:stCxn id="112" idx="2"/>
            <a:endCxn id="152" idx="0"/>
          </p:cNvCxnSpPr>
          <p:nvPr/>
        </p:nvCxnSpPr>
        <p:spPr>
          <a:xfrm>
            <a:off x="8489730" y="2275797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EC435591-0322-2F0B-6ED6-7C50124A2E5D}"/>
              </a:ext>
            </a:extLst>
          </p:cNvPr>
          <p:cNvCxnSpPr>
            <a:cxnSpLocks/>
            <a:stCxn id="153" idx="0"/>
            <a:endCxn id="56" idx="0"/>
          </p:cNvCxnSpPr>
          <p:nvPr/>
        </p:nvCxnSpPr>
        <p:spPr>
          <a:xfrm>
            <a:off x="8489731" y="4266998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D9C3B07-58A5-BE47-72AA-E574FB964430}"/>
              </a:ext>
            </a:extLst>
          </p:cNvPr>
          <p:cNvCxnSpPr>
            <a:cxnSpLocks/>
            <a:stCxn id="53" idx="0"/>
            <a:endCxn id="46" idx="2"/>
          </p:cNvCxnSpPr>
          <p:nvPr/>
        </p:nvCxnSpPr>
        <p:spPr>
          <a:xfrm flipH="1" flipV="1">
            <a:off x="5692595" y="4002956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E0FE2177-ECAE-4598-B29A-ABC16D78FDA6}"/>
              </a:ext>
            </a:extLst>
          </p:cNvPr>
          <p:cNvGrpSpPr/>
          <p:nvPr/>
        </p:nvGrpSpPr>
        <p:grpSpPr>
          <a:xfrm>
            <a:off x="3485630" y="1861556"/>
            <a:ext cx="1930787" cy="415732"/>
            <a:chOff x="5746196" y="1700350"/>
            <a:chExt cx="1930787" cy="415732"/>
          </a:xfrm>
        </p:grpSpPr>
        <p:cxnSp>
          <p:nvCxnSpPr>
            <p:cNvPr id="77" name="Verbinder: gewinkelt 87">
              <a:extLst>
                <a:ext uri="{FF2B5EF4-FFF2-40B4-BE49-F238E27FC236}">
                  <a16:creationId xmlns:a16="http://schemas.microsoft.com/office/drawing/2014/main" id="{C43857F2-2446-984C-085B-024D76E0B5F3}"/>
                </a:ext>
              </a:extLst>
            </p:cNvPr>
            <p:cNvCxnSpPr>
              <a:cxnSpLocks/>
              <a:stCxn id="80" idx="2"/>
              <a:endCxn id="79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78" name="Text Box 82">
              <a:extLst>
                <a:ext uri="{FF2B5EF4-FFF2-40B4-BE49-F238E27FC236}">
                  <a16:creationId xmlns:a16="http://schemas.microsoft.com/office/drawing/2014/main" id="{883C2918-040E-63C0-79AC-87D099CD92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79" name="Rectangle 83">
              <a:extLst>
                <a:ext uri="{FF2B5EF4-FFF2-40B4-BE49-F238E27FC236}">
                  <a16:creationId xmlns:a16="http://schemas.microsoft.com/office/drawing/2014/main" id="{7F0C99A3-A993-C891-D11F-500BF215A7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80" name="AutoShape 50">
              <a:extLst>
                <a:ext uri="{FF2B5EF4-FFF2-40B4-BE49-F238E27FC236}">
                  <a16:creationId xmlns:a16="http://schemas.microsoft.com/office/drawing/2014/main" id="{E6DC1D16-E20F-9E3C-AF66-C2A4EAFD684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83" name="Textfeld 169">
              <a:extLst>
                <a:ext uri="{FF2B5EF4-FFF2-40B4-BE49-F238E27FC236}">
                  <a16:creationId xmlns:a16="http://schemas.microsoft.com/office/drawing/2014/main" id="{CD1225D7-AD57-EBE2-0049-9609C9C806AF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2" name="Textfeld 169">
              <a:extLst>
                <a:ext uri="{FF2B5EF4-FFF2-40B4-BE49-F238E27FC236}">
                  <a16:creationId xmlns:a16="http://schemas.microsoft.com/office/drawing/2014/main" id="{931983D6-1AA4-FBC6-A748-0C6711E80885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3" name="AutoShape 50">
              <a:extLst>
                <a:ext uri="{FF2B5EF4-FFF2-40B4-BE49-F238E27FC236}">
                  <a16:creationId xmlns:a16="http://schemas.microsoft.com/office/drawing/2014/main" id="{246ACC24-1515-121A-DCC2-EF15FEAF864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95" name="Textfeld 169">
            <a:extLst>
              <a:ext uri="{FF2B5EF4-FFF2-40B4-BE49-F238E27FC236}">
                <a16:creationId xmlns:a16="http://schemas.microsoft.com/office/drawing/2014/main" id="{FDA98303-E009-1599-08B6-CBBD297109E8}"/>
              </a:ext>
            </a:extLst>
          </p:cNvPr>
          <p:cNvSpPr txBox="1"/>
          <p:nvPr/>
        </p:nvSpPr>
        <p:spPr>
          <a:xfrm>
            <a:off x="4444439" y="162641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6" name="Textfeld 169">
            <a:extLst>
              <a:ext uri="{FF2B5EF4-FFF2-40B4-BE49-F238E27FC236}">
                <a16:creationId xmlns:a16="http://schemas.microsoft.com/office/drawing/2014/main" id="{88A1421D-4EA2-A55F-3FA0-9D7355FF38EE}"/>
              </a:ext>
            </a:extLst>
          </p:cNvPr>
          <p:cNvSpPr txBox="1"/>
          <p:nvPr/>
        </p:nvSpPr>
        <p:spPr>
          <a:xfrm>
            <a:off x="7212325" y="2050339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99" name="Textfeld 169">
            <a:extLst>
              <a:ext uri="{FF2B5EF4-FFF2-40B4-BE49-F238E27FC236}">
                <a16:creationId xmlns:a16="http://schemas.microsoft.com/office/drawing/2014/main" id="{CC27CDEC-E9CA-81AF-C827-43905990465A}"/>
              </a:ext>
            </a:extLst>
          </p:cNvPr>
          <p:cNvSpPr txBox="1"/>
          <p:nvPr/>
        </p:nvSpPr>
        <p:spPr>
          <a:xfrm>
            <a:off x="7498992" y="179667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0923A189-8648-21D5-2AC6-CA357E7110AC}"/>
              </a:ext>
            </a:extLst>
          </p:cNvPr>
          <p:cNvGrpSpPr/>
          <p:nvPr/>
        </p:nvGrpSpPr>
        <p:grpSpPr>
          <a:xfrm>
            <a:off x="7784882" y="1863047"/>
            <a:ext cx="1410052" cy="412750"/>
            <a:chOff x="6133049" y="1935065"/>
            <a:chExt cx="1410052" cy="412750"/>
          </a:xfrm>
        </p:grpSpPr>
        <p:sp>
          <p:nvSpPr>
            <p:cNvPr id="103" name="Text Box 82">
              <a:extLst>
                <a:ext uri="{FF2B5EF4-FFF2-40B4-BE49-F238E27FC236}">
                  <a16:creationId xmlns:a16="http://schemas.microsoft.com/office/drawing/2014/main" id="{361B0411-78F9-9CD5-34DD-38D58FEA58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12" name="Rectangle 83">
              <a:extLst>
                <a:ext uri="{FF2B5EF4-FFF2-40B4-BE49-F238E27FC236}">
                  <a16:creationId xmlns:a16="http://schemas.microsoft.com/office/drawing/2014/main" id="{79C48E7C-6415-B3FD-06F0-8B90AEF92B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14" name="Textfeld 169">
              <a:extLst>
                <a:ext uri="{FF2B5EF4-FFF2-40B4-BE49-F238E27FC236}">
                  <a16:creationId xmlns:a16="http://schemas.microsoft.com/office/drawing/2014/main" id="{ED56FD53-FADE-EE14-A49E-2F68ECE2B871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19" name="Textfeld 169">
              <a:extLst>
                <a:ext uri="{FF2B5EF4-FFF2-40B4-BE49-F238E27FC236}">
                  <a16:creationId xmlns:a16="http://schemas.microsoft.com/office/drawing/2014/main" id="{12C2F559-C03D-41B7-930B-AC234463F3D8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6" name="Textfeld 169">
              <a:extLst>
                <a:ext uri="{FF2B5EF4-FFF2-40B4-BE49-F238E27FC236}">
                  <a16:creationId xmlns:a16="http://schemas.microsoft.com/office/drawing/2014/main" id="{07FD3B45-C561-57CA-D582-C783F0A9A524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8" name="Textfeld 169">
              <a:extLst>
                <a:ext uri="{FF2B5EF4-FFF2-40B4-BE49-F238E27FC236}">
                  <a16:creationId xmlns:a16="http://schemas.microsoft.com/office/drawing/2014/main" id="{8730FEDE-D74E-0F11-62A8-55D700379C6C}"/>
                </a:ext>
              </a:extLst>
            </p:cNvPr>
            <p:cNvSpPr txBox="1"/>
            <p:nvPr/>
          </p:nvSpPr>
          <p:spPr>
            <a:xfrm>
              <a:off x="7244743" y="195427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33" name="Textfeld 169">
              <a:extLst>
                <a:ext uri="{FF2B5EF4-FFF2-40B4-BE49-F238E27FC236}">
                  <a16:creationId xmlns:a16="http://schemas.microsoft.com/office/drawing/2014/main" id="{3BF3E2FB-ABD3-4177-7178-E5531BE70DED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4" name="Textfeld 169">
            <a:extLst>
              <a:ext uri="{FF2B5EF4-FFF2-40B4-BE49-F238E27FC236}">
                <a16:creationId xmlns:a16="http://schemas.microsoft.com/office/drawing/2014/main" id="{16A079D5-1FAF-F83A-B025-2984D5818389}"/>
              </a:ext>
            </a:extLst>
          </p:cNvPr>
          <p:cNvSpPr txBox="1"/>
          <p:nvPr/>
        </p:nvSpPr>
        <p:spPr>
          <a:xfrm>
            <a:off x="4711814" y="2234422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36" name="Textfeld 169">
            <a:extLst>
              <a:ext uri="{FF2B5EF4-FFF2-40B4-BE49-F238E27FC236}">
                <a16:creationId xmlns:a16="http://schemas.microsoft.com/office/drawing/2014/main" id="{81BFEBF3-DF15-5763-C8BB-164A5F6646E5}"/>
              </a:ext>
            </a:extLst>
          </p:cNvPr>
          <p:cNvSpPr txBox="1"/>
          <p:nvPr/>
        </p:nvSpPr>
        <p:spPr>
          <a:xfrm>
            <a:off x="4122374" y="2232059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37" name="Textfeld 169">
            <a:extLst>
              <a:ext uri="{FF2B5EF4-FFF2-40B4-BE49-F238E27FC236}">
                <a16:creationId xmlns:a16="http://schemas.microsoft.com/office/drawing/2014/main" id="{E767B844-9ACA-3987-25E0-5BC45CD3C081}"/>
              </a:ext>
            </a:extLst>
          </p:cNvPr>
          <p:cNvSpPr txBox="1"/>
          <p:nvPr/>
        </p:nvSpPr>
        <p:spPr>
          <a:xfrm>
            <a:off x="4763594" y="355828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38" name="Textfeld 169">
            <a:extLst>
              <a:ext uri="{FF2B5EF4-FFF2-40B4-BE49-F238E27FC236}">
                <a16:creationId xmlns:a16="http://schemas.microsoft.com/office/drawing/2014/main" id="{19AAFBB3-F1F6-B4EB-233B-E389898AB8A9}"/>
              </a:ext>
            </a:extLst>
          </p:cNvPr>
          <p:cNvSpPr txBox="1"/>
          <p:nvPr/>
        </p:nvSpPr>
        <p:spPr>
          <a:xfrm>
            <a:off x="4755197" y="451434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39" name="Textfeld 169">
            <a:extLst>
              <a:ext uri="{FF2B5EF4-FFF2-40B4-BE49-F238E27FC236}">
                <a16:creationId xmlns:a16="http://schemas.microsoft.com/office/drawing/2014/main" id="{CF9A323E-9FD3-B685-F86C-611D7B0C0E1E}"/>
              </a:ext>
            </a:extLst>
          </p:cNvPr>
          <p:cNvSpPr txBox="1"/>
          <p:nvPr/>
        </p:nvSpPr>
        <p:spPr>
          <a:xfrm>
            <a:off x="5402493" y="3958743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40" name="Textfeld 169">
            <a:extLst>
              <a:ext uri="{FF2B5EF4-FFF2-40B4-BE49-F238E27FC236}">
                <a16:creationId xmlns:a16="http://schemas.microsoft.com/office/drawing/2014/main" id="{32F36D0D-6D97-5598-D35A-2517395A176B}"/>
              </a:ext>
            </a:extLst>
          </p:cNvPr>
          <p:cNvSpPr txBox="1"/>
          <p:nvPr/>
        </p:nvSpPr>
        <p:spPr>
          <a:xfrm>
            <a:off x="5683127" y="400891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41" name="Gruppieren 140">
            <a:extLst>
              <a:ext uri="{FF2B5EF4-FFF2-40B4-BE49-F238E27FC236}">
                <a16:creationId xmlns:a16="http://schemas.microsoft.com/office/drawing/2014/main" id="{730481A8-93F3-0056-7B82-CE01BBE0CA86}"/>
              </a:ext>
            </a:extLst>
          </p:cNvPr>
          <p:cNvGrpSpPr/>
          <p:nvPr/>
        </p:nvGrpSpPr>
        <p:grpSpPr>
          <a:xfrm>
            <a:off x="5974060" y="2908765"/>
            <a:ext cx="1415104" cy="712691"/>
            <a:chOff x="4164286" y="2980783"/>
            <a:chExt cx="1415104" cy="712691"/>
          </a:xfrm>
        </p:grpSpPr>
        <p:grpSp>
          <p:nvGrpSpPr>
            <p:cNvPr id="142" name="Group 87">
              <a:extLst>
                <a:ext uri="{FF2B5EF4-FFF2-40B4-BE49-F238E27FC236}">
                  <a16:creationId xmlns:a16="http://schemas.microsoft.com/office/drawing/2014/main" id="{CA350FEE-835C-291F-FC02-37E752430B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147" name="Text Box 82">
                <a:extLst>
                  <a:ext uri="{FF2B5EF4-FFF2-40B4-BE49-F238E27FC236}">
                    <a16:creationId xmlns:a16="http://schemas.microsoft.com/office/drawing/2014/main" id="{72B6999E-0A05-C049-46A8-1FD88E41483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48" name="Rectangle 83">
                <a:extLst>
                  <a:ext uri="{FF2B5EF4-FFF2-40B4-BE49-F238E27FC236}">
                    <a16:creationId xmlns:a16="http://schemas.microsoft.com/office/drawing/2014/main" id="{3EFBD0A8-1CF0-85CE-4BAB-0473F60FE2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43" name="AutoShape 37">
              <a:extLst>
                <a:ext uri="{FF2B5EF4-FFF2-40B4-BE49-F238E27FC236}">
                  <a16:creationId xmlns:a16="http://schemas.microsoft.com/office/drawing/2014/main" id="{F2F63F73-A34F-BA09-F704-A99E2A0103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144" name="Textfeld 169">
              <a:extLst>
                <a:ext uri="{FF2B5EF4-FFF2-40B4-BE49-F238E27FC236}">
                  <a16:creationId xmlns:a16="http://schemas.microsoft.com/office/drawing/2014/main" id="{2084800B-5C2A-8537-AE86-16D6B0CD1001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45" name="Textfeld 169">
              <a:extLst>
                <a:ext uri="{FF2B5EF4-FFF2-40B4-BE49-F238E27FC236}">
                  <a16:creationId xmlns:a16="http://schemas.microsoft.com/office/drawing/2014/main" id="{C7D26942-971B-E595-3D40-01631CF42155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49" name="Textfeld 169">
            <a:extLst>
              <a:ext uri="{FF2B5EF4-FFF2-40B4-BE49-F238E27FC236}">
                <a16:creationId xmlns:a16="http://schemas.microsoft.com/office/drawing/2014/main" id="{56084792-CFCC-59E4-F1C6-DD92618F0C63}"/>
              </a:ext>
            </a:extLst>
          </p:cNvPr>
          <p:cNvSpPr txBox="1"/>
          <p:nvPr/>
        </p:nvSpPr>
        <p:spPr>
          <a:xfrm>
            <a:off x="7976915" y="2318677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0..1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50" name="Gruppieren 149">
            <a:extLst>
              <a:ext uri="{FF2B5EF4-FFF2-40B4-BE49-F238E27FC236}">
                <a16:creationId xmlns:a16="http://schemas.microsoft.com/office/drawing/2014/main" id="{F83F90C5-7F64-630E-337C-2C1FFF9AC4AC}"/>
              </a:ext>
            </a:extLst>
          </p:cNvPr>
          <p:cNvGrpSpPr/>
          <p:nvPr/>
        </p:nvGrpSpPr>
        <p:grpSpPr>
          <a:xfrm>
            <a:off x="7782499" y="3595251"/>
            <a:ext cx="1414463" cy="671747"/>
            <a:chOff x="6130666" y="3341842"/>
            <a:chExt cx="1414463" cy="671747"/>
          </a:xfrm>
        </p:grpSpPr>
        <p:sp>
          <p:nvSpPr>
            <p:cNvPr id="151" name="Text Box 82">
              <a:extLst>
                <a:ext uri="{FF2B5EF4-FFF2-40B4-BE49-F238E27FC236}">
                  <a16:creationId xmlns:a16="http://schemas.microsoft.com/office/drawing/2014/main" id="{693B4ADC-8F7D-B9E2-B73F-FEC283CC96E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52" name="Rectangle 83">
              <a:extLst>
                <a:ext uri="{FF2B5EF4-FFF2-40B4-BE49-F238E27FC236}">
                  <a16:creationId xmlns:a16="http://schemas.microsoft.com/office/drawing/2014/main" id="{B133F03A-EB9E-9CCE-839F-50AFF16E6F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3" name="AutoShape 50">
              <a:extLst>
                <a:ext uri="{FF2B5EF4-FFF2-40B4-BE49-F238E27FC236}">
                  <a16:creationId xmlns:a16="http://schemas.microsoft.com/office/drawing/2014/main" id="{4FD78DC9-B71A-50EA-A007-253FEEF5D26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4" name="Textfeld 169">
              <a:extLst>
                <a:ext uri="{FF2B5EF4-FFF2-40B4-BE49-F238E27FC236}">
                  <a16:creationId xmlns:a16="http://schemas.microsoft.com/office/drawing/2014/main" id="{AD46AC7F-C929-F2E8-CC6B-319BDE797A8F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55" name="Textfeld 169">
            <a:extLst>
              <a:ext uri="{FF2B5EF4-FFF2-40B4-BE49-F238E27FC236}">
                <a16:creationId xmlns:a16="http://schemas.microsoft.com/office/drawing/2014/main" id="{025D971B-A332-B8B6-6820-6B84C9592046}"/>
              </a:ext>
            </a:extLst>
          </p:cNvPr>
          <p:cNvSpPr txBox="1"/>
          <p:nvPr/>
        </p:nvSpPr>
        <p:spPr>
          <a:xfrm>
            <a:off x="7383761" y="2763480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56" name="Textfeld 169">
            <a:extLst>
              <a:ext uri="{FF2B5EF4-FFF2-40B4-BE49-F238E27FC236}">
                <a16:creationId xmlns:a16="http://schemas.microsoft.com/office/drawing/2014/main" id="{3C4165A2-3166-0C5F-920E-2EE4BD43C3FB}"/>
              </a:ext>
            </a:extLst>
          </p:cNvPr>
          <p:cNvSpPr txBox="1"/>
          <p:nvPr/>
        </p:nvSpPr>
        <p:spPr>
          <a:xfrm>
            <a:off x="7499924" y="353680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57" name="Textfeld 169">
            <a:extLst>
              <a:ext uri="{FF2B5EF4-FFF2-40B4-BE49-F238E27FC236}">
                <a16:creationId xmlns:a16="http://schemas.microsoft.com/office/drawing/2014/main" id="{C5544C7D-175C-B06A-EFC5-6612797137A9}"/>
              </a:ext>
            </a:extLst>
          </p:cNvPr>
          <p:cNvSpPr txBox="1"/>
          <p:nvPr/>
        </p:nvSpPr>
        <p:spPr>
          <a:xfrm>
            <a:off x="8436940" y="333828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58" name="Textfeld 169">
            <a:extLst>
              <a:ext uri="{FF2B5EF4-FFF2-40B4-BE49-F238E27FC236}">
                <a16:creationId xmlns:a16="http://schemas.microsoft.com/office/drawing/2014/main" id="{D8307358-80DC-1372-B6B1-33380FC5FB44}"/>
              </a:ext>
            </a:extLst>
          </p:cNvPr>
          <p:cNvSpPr txBox="1"/>
          <p:nvPr/>
        </p:nvSpPr>
        <p:spPr>
          <a:xfrm>
            <a:off x="8455424" y="4263011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59" name="Textfeld 169">
            <a:extLst>
              <a:ext uri="{FF2B5EF4-FFF2-40B4-BE49-F238E27FC236}">
                <a16:creationId xmlns:a16="http://schemas.microsoft.com/office/drawing/2014/main" id="{4CA53B03-10FB-DBDA-1465-07590C3EAC2B}"/>
              </a:ext>
            </a:extLst>
          </p:cNvPr>
          <p:cNvSpPr txBox="1"/>
          <p:nvPr/>
        </p:nvSpPr>
        <p:spPr>
          <a:xfrm>
            <a:off x="7162793" y="327560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60" name="Textfeld 169">
            <a:extLst>
              <a:ext uri="{FF2B5EF4-FFF2-40B4-BE49-F238E27FC236}">
                <a16:creationId xmlns:a16="http://schemas.microsoft.com/office/drawing/2014/main" id="{7826CE44-5CCA-ABDC-B113-427F61E0ACCC}"/>
              </a:ext>
            </a:extLst>
          </p:cNvPr>
          <p:cNvSpPr txBox="1"/>
          <p:nvPr/>
        </p:nvSpPr>
        <p:spPr>
          <a:xfrm>
            <a:off x="8455990" y="234804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cxnSp>
        <p:nvCxnSpPr>
          <p:cNvPr id="161" name="Verbinder: gewinkelt 87">
            <a:extLst>
              <a:ext uri="{FF2B5EF4-FFF2-40B4-BE49-F238E27FC236}">
                <a16:creationId xmlns:a16="http://schemas.microsoft.com/office/drawing/2014/main" id="{A1757ED0-6C20-0EB7-2FC1-00FDB23F0AF6}"/>
              </a:ext>
            </a:extLst>
          </p:cNvPr>
          <p:cNvCxnSpPr>
            <a:cxnSpLocks/>
            <a:stCxn id="92" idx="2"/>
            <a:endCxn id="46" idx="1"/>
          </p:cNvCxnSpPr>
          <p:nvPr/>
        </p:nvCxnSpPr>
        <p:spPr>
          <a:xfrm rot="16200000" flipH="1">
            <a:off x="4101224" y="2912441"/>
            <a:ext cx="1519293" cy="248986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62" name="Verbinder: gewinkelt 87">
            <a:extLst>
              <a:ext uri="{FF2B5EF4-FFF2-40B4-BE49-F238E27FC236}">
                <a16:creationId xmlns:a16="http://schemas.microsoft.com/office/drawing/2014/main" id="{4CAA2663-3A4E-21F7-CA3A-A18635362C1B}"/>
              </a:ext>
            </a:extLst>
          </p:cNvPr>
          <p:cNvCxnSpPr>
            <a:cxnSpLocks/>
            <a:stCxn id="144" idx="3"/>
            <a:endCxn id="126" idx="2"/>
          </p:cNvCxnSpPr>
          <p:nvPr/>
        </p:nvCxnSpPr>
        <p:spPr>
          <a:xfrm flipV="1">
            <a:off x="7389164" y="2271451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2051C9AB-EDD6-4C00-2B3A-91B5211820C4}"/>
              </a:ext>
            </a:extLst>
          </p:cNvPr>
          <p:cNvCxnSpPr>
            <a:cxnSpLocks/>
            <a:stCxn id="93" idx="2"/>
            <a:endCxn id="112" idx="1"/>
          </p:cNvCxnSpPr>
          <p:nvPr/>
        </p:nvCxnSpPr>
        <p:spPr>
          <a:xfrm flipV="1">
            <a:off x="5416417" y="2069422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68" name="Verbinder: gewinkelt 87">
            <a:extLst>
              <a:ext uri="{FF2B5EF4-FFF2-40B4-BE49-F238E27FC236}">
                <a16:creationId xmlns:a16="http://schemas.microsoft.com/office/drawing/2014/main" id="{DE70F7E3-F0B1-1D52-0AB2-7632432697CA}"/>
              </a:ext>
            </a:extLst>
          </p:cNvPr>
          <p:cNvCxnSpPr>
            <a:cxnSpLocks/>
            <a:stCxn id="83" idx="2"/>
            <a:endCxn id="53" idx="1"/>
          </p:cNvCxnSpPr>
          <p:nvPr/>
        </p:nvCxnSpPr>
        <p:spPr>
          <a:xfrm rot="16200000" flipH="1">
            <a:off x="3343470" y="3101503"/>
            <a:ext cx="2471651" cy="8137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69" name="Textfeld 169">
            <a:extLst>
              <a:ext uri="{FF2B5EF4-FFF2-40B4-BE49-F238E27FC236}">
                <a16:creationId xmlns:a16="http://schemas.microsoft.com/office/drawing/2014/main" id="{90039E70-610F-9B18-7D89-3FDB3F24B1C5}"/>
              </a:ext>
            </a:extLst>
          </p:cNvPr>
          <p:cNvSpPr txBox="1"/>
          <p:nvPr/>
        </p:nvSpPr>
        <p:spPr>
          <a:xfrm>
            <a:off x="3335893" y="1567854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71" name="Textfeld 169">
            <a:extLst>
              <a:ext uri="{FF2B5EF4-FFF2-40B4-BE49-F238E27FC236}">
                <a16:creationId xmlns:a16="http://schemas.microsoft.com/office/drawing/2014/main" id="{183A603D-1750-AD14-40D6-68A66BAA29EB}"/>
              </a:ext>
            </a:extLst>
          </p:cNvPr>
          <p:cNvSpPr txBox="1"/>
          <p:nvPr/>
        </p:nvSpPr>
        <p:spPr>
          <a:xfrm>
            <a:off x="2991961" y="2045581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2" name="Textfeld 169">
            <a:extLst>
              <a:ext uri="{FF2B5EF4-FFF2-40B4-BE49-F238E27FC236}">
                <a16:creationId xmlns:a16="http://schemas.microsoft.com/office/drawing/2014/main" id="{48F621ED-E666-AD8D-A881-822E6C5B178A}"/>
              </a:ext>
            </a:extLst>
          </p:cNvPr>
          <p:cNvSpPr txBox="1"/>
          <p:nvPr/>
        </p:nvSpPr>
        <p:spPr>
          <a:xfrm>
            <a:off x="5293489" y="17966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</p:spTree>
    <p:extLst>
      <p:ext uri="{BB962C8B-B14F-4D97-AF65-F5344CB8AC3E}">
        <p14:creationId xmlns:p14="http://schemas.microsoft.com/office/powerpoint/2010/main" val="341611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Alternatives Layout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43212AF2-5C35-8E73-B76F-6EA138B6C174}"/>
              </a:ext>
            </a:extLst>
          </p:cNvPr>
          <p:cNvGrpSpPr/>
          <p:nvPr/>
        </p:nvGrpSpPr>
        <p:grpSpPr>
          <a:xfrm>
            <a:off x="7597965" y="3121315"/>
            <a:ext cx="1672659" cy="671126"/>
            <a:chOff x="3094354" y="1403609"/>
            <a:chExt cx="1672659" cy="671126"/>
          </a:xfrm>
        </p:grpSpPr>
        <p:cxnSp>
          <p:nvCxnSpPr>
            <p:cNvPr id="47" name="Verbinder: gewinkelt 87">
              <a:extLst>
                <a:ext uri="{FF2B5EF4-FFF2-40B4-BE49-F238E27FC236}">
                  <a16:creationId xmlns:a16="http://schemas.microsoft.com/office/drawing/2014/main" id="{9BD66F53-02F8-0245-5342-5DB7E16F73E5}"/>
                </a:ext>
              </a:extLst>
            </p:cNvPr>
            <p:cNvCxnSpPr>
              <a:cxnSpLocks/>
              <a:stCxn id="81" idx="2"/>
              <a:endCxn id="57" idx="0"/>
            </p:cNvCxnSpPr>
            <p:nvPr/>
          </p:nvCxnSpPr>
          <p:spPr>
            <a:xfrm rot="16200000" flipH="1">
              <a:off x="3718165" y="1317386"/>
              <a:ext cx="255394" cy="427840"/>
            </a:xfrm>
            <a:prstGeom prst="bentConnector3">
              <a:avLst>
                <a:gd name="adj1" fmla="val -89509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8" name="Text Box 82">
              <a:extLst>
                <a:ext uri="{FF2B5EF4-FFF2-40B4-BE49-F238E27FC236}">
                  <a16:creationId xmlns:a16="http://schemas.microsoft.com/office/drawing/2014/main" id="{2E6CCE68-4D26-3E46-3B4B-C83A7CA526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3213" y="1697103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57" name="Rectangle 83">
              <a:extLst>
                <a:ext uri="{FF2B5EF4-FFF2-40B4-BE49-F238E27FC236}">
                  <a16:creationId xmlns:a16="http://schemas.microsoft.com/office/drawing/2014/main" id="{6C69CBA5-6820-2D85-A9E6-F0D687810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52550" y="1659003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4" name="AutoShape 50">
              <a:extLst>
                <a:ext uri="{FF2B5EF4-FFF2-40B4-BE49-F238E27FC236}">
                  <a16:creationId xmlns:a16="http://schemas.microsoft.com/office/drawing/2014/main" id="{4BCB37B3-246C-B80E-0B3B-27CE4BD5E8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3136422" y="1745823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A742F8FD-B8DE-99D1-3A56-9FF3B4EC2CF2}"/>
                </a:ext>
              </a:extLst>
            </p:cNvPr>
            <p:cNvSpPr txBox="1"/>
            <p:nvPr/>
          </p:nvSpPr>
          <p:spPr>
            <a:xfrm>
              <a:off x="3631943" y="185457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AA661F45-9377-AAD5-8921-3D60F173FBBC}"/>
                </a:ext>
              </a:extLst>
            </p:cNvPr>
            <p:cNvSpPr txBox="1"/>
            <p:nvPr/>
          </p:nvSpPr>
          <p:spPr>
            <a:xfrm>
              <a:off x="4195922" y="1859291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1" name="AutoShape 50">
              <a:extLst>
                <a:ext uri="{FF2B5EF4-FFF2-40B4-BE49-F238E27FC236}">
                  <a16:creationId xmlns:a16="http://schemas.microsoft.com/office/drawing/2014/main" id="{7FBB79BE-5472-26D3-14BB-4674C5C0A19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3547805" y="1403609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6D7175A-5FFA-CA72-4D0C-436B010B5E4D}"/>
              </a:ext>
            </a:extLst>
          </p:cNvPr>
          <p:cNvGrpSpPr/>
          <p:nvPr/>
        </p:nvGrpSpPr>
        <p:grpSpPr>
          <a:xfrm>
            <a:off x="9937144" y="3833037"/>
            <a:ext cx="1414463" cy="412750"/>
            <a:chOff x="7497215" y="4334214"/>
            <a:chExt cx="1414463" cy="412750"/>
          </a:xfrm>
        </p:grpSpPr>
        <p:grpSp>
          <p:nvGrpSpPr>
            <p:cNvPr id="85" name="Group 87">
              <a:extLst>
                <a:ext uri="{FF2B5EF4-FFF2-40B4-BE49-F238E27FC236}">
                  <a16:creationId xmlns:a16="http://schemas.microsoft.com/office/drawing/2014/main" id="{08879DE1-631C-B3E6-79A9-0BF722F6BA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87" name="Text Box 82">
                <a:extLst>
                  <a:ext uri="{FF2B5EF4-FFF2-40B4-BE49-F238E27FC236}">
                    <a16:creationId xmlns:a16="http://schemas.microsoft.com/office/drawing/2014/main" id="{CC66CF99-BB29-2EE8-6234-A661173090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61" y="2616"/>
                <a:ext cx="4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</a:p>
            </p:txBody>
          </p:sp>
          <p:sp>
            <p:nvSpPr>
              <p:cNvPr id="88" name="Rectangle 83">
                <a:extLst>
                  <a:ext uri="{FF2B5EF4-FFF2-40B4-BE49-F238E27FC236}">
                    <a16:creationId xmlns:a16="http://schemas.microsoft.com/office/drawing/2014/main" id="{183A5675-C351-2D8D-7F51-457DE51C93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6" name="Textfeld 169">
              <a:extLst>
                <a:ext uri="{FF2B5EF4-FFF2-40B4-BE49-F238E27FC236}">
                  <a16:creationId xmlns:a16="http://schemas.microsoft.com/office/drawing/2014/main" id="{B71A5076-E84E-8975-93B3-6862861D1C53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20E5E315-5EC4-A924-2F47-D8E0B1C571D1}"/>
              </a:ext>
            </a:extLst>
          </p:cNvPr>
          <p:cNvGrpSpPr/>
          <p:nvPr/>
        </p:nvGrpSpPr>
        <p:grpSpPr>
          <a:xfrm>
            <a:off x="9934762" y="4500607"/>
            <a:ext cx="1414463" cy="412750"/>
            <a:chOff x="9978688" y="4334214"/>
            <a:chExt cx="1414463" cy="412750"/>
          </a:xfrm>
        </p:grpSpPr>
        <p:grpSp>
          <p:nvGrpSpPr>
            <p:cNvPr id="90" name="Group 87">
              <a:extLst>
                <a:ext uri="{FF2B5EF4-FFF2-40B4-BE49-F238E27FC236}">
                  <a16:creationId xmlns:a16="http://schemas.microsoft.com/office/drawing/2014/main" id="{E78A8A73-5FBD-78F1-1CD7-72D7C40187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94" name="Text Box 82">
                <a:extLst>
                  <a:ext uri="{FF2B5EF4-FFF2-40B4-BE49-F238E27FC236}">
                    <a16:creationId xmlns:a16="http://schemas.microsoft.com/office/drawing/2014/main" id="{A0D32A82-610F-BB3D-5A3C-F59093EC15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11" y="2616"/>
                <a:ext cx="549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</a:p>
            </p:txBody>
          </p:sp>
          <p:sp>
            <p:nvSpPr>
              <p:cNvPr id="98" name="Rectangle 83">
                <a:extLst>
                  <a:ext uri="{FF2B5EF4-FFF2-40B4-BE49-F238E27FC236}">
                    <a16:creationId xmlns:a16="http://schemas.microsoft.com/office/drawing/2014/main" id="{B68FA06F-4BE7-D52C-F927-B0BB2C0E3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1" name="Textfeld 169">
              <a:extLst>
                <a:ext uri="{FF2B5EF4-FFF2-40B4-BE49-F238E27FC236}">
                  <a16:creationId xmlns:a16="http://schemas.microsoft.com/office/drawing/2014/main" id="{FAE0DB3F-D9C9-DCD8-50E4-7F7ACFA3E93D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03" name="Group 87">
            <a:extLst>
              <a:ext uri="{FF2B5EF4-FFF2-40B4-BE49-F238E27FC236}">
                <a16:creationId xmlns:a16="http://schemas.microsoft.com/office/drawing/2014/main" id="{0C406D64-5A9C-C4DF-16C7-8303DF892F59}"/>
              </a:ext>
            </a:extLst>
          </p:cNvPr>
          <p:cNvGrpSpPr>
            <a:grpSpLocks/>
          </p:cNvGrpSpPr>
          <p:nvPr/>
        </p:nvGrpSpPr>
        <p:grpSpPr bwMode="auto">
          <a:xfrm>
            <a:off x="5666824" y="2040026"/>
            <a:ext cx="1414463" cy="412750"/>
            <a:chOff x="3441" y="2592"/>
            <a:chExt cx="891" cy="260"/>
          </a:xfrm>
        </p:grpSpPr>
        <p:sp>
          <p:nvSpPr>
            <p:cNvPr id="107" name="Text Box 82">
              <a:extLst>
                <a:ext uri="{FF2B5EF4-FFF2-40B4-BE49-F238E27FC236}">
                  <a16:creationId xmlns:a16="http://schemas.microsoft.com/office/drawing/2014/main" id="{89B7DD98-5465-6A8B-D0B9-3D67263988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87" y="2616"/>
              <a:ext cx="39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08" name="Rectangle 83">
              <a:extLst>
                <a:ext uri="{FF2B5EF4-FFF2-40B4-BE49-F238E27FC236}">
                  <a16:creationId xmlns:a16="http://schemas.microsoft.com/office/drawing/2014/main" id="{6344571D-9725-529C-61F1-398BAB5C6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114" name="Gruppieren 113">
            <a:extLst>
              <a:ext uri="{FF2B5EF4-FFF2-40B4-BE49-F238E27FC236}">
                <a16:creationId xmlns:a16="http://schemas.microsoft.com/office/drawing/2014/main" id="{B9D10CF2-4502-5516-8A48-5366E9A1D425}"/>
              </a:ext>
            </a:extLst>
          </p:cNvPr>
          <p:cNvGrpSpPr/>
          <p:nvPr/>
        </p:nvGrpSpPr>
        <p:grpSpPr>
          <a:xfrm>
            <a:off x="8798981" y="2034548"/>
            <a:ext cx="1414463" cy="712691"/>
            <a:chOff x="5140385" y="2628971"/>
            <a:chExt cx="1414463" cy="712691"/>
          </a:xfrm>
        </p:grpSpPr>
        <p:grpSp>
          <p:nvGrpSpPr>
            <p:cNvPr id="115" name="Group 87">
              <a:extLst>
                <a:ext uri="{FF2B5EF4-FFF2-40B4-BE49-F238E27FC236}">
                  <a16:creationId xmlns:a16="http://schemas.microsoft.com/office/drawing/2014/main" id="{9235F5D3-5A12-B93E-A970-0DFF852505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40385" y="2628971"/>
              <a:ext cx="1414463" cy="412750"/>
              <a:chOff x="3441" y="2592"/>
              <a:chExt cx="891" cy="260"/>
            </a:xfrm>
          </p:grpSpPr>
          <p:sp>
            <p:nvSpPr>
              <p:cNvPr id="117" name="Text Box 82">
                <a:extLst>
                  <a:ext uri="{FF2B5EF4-FFF2-40B4-BE49-F238E27FC236}">
                    <a16:creationId xmlns:a16="http://schemas.microsoft.com/office/drawing/2014/main" id="{6364B172-4927-CA14-8041-03FD85DB24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18" name="Rectangle 83">
                <a:extLst>
                  <a:ext uri="{FF2B5EF4-FFF2-40B4-BE49-F238E27FC236}">
                    <a16:creationId xmlns:a16="http://schemas.microsoft.com/office/drawing/2014/main" id="{ABA119B7-07A6-01C7-76FA-824327710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16" name="AutoShape 37">
              <a:extLst>
                <a:ext uri="{FF2B5EF4-FFF2-40B4-BE49-F238E27FC236}">
                  <a16:creationId xmlns:a16="http://schemas.microsoft.com/office/drawing/2014/main" id="{5708A57A-2241-BE1F-2238-61CC96523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95215" y="3051149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</p:grp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97A795FC-4A2C-7B0C-3F1D-24643DBA3201}"/>
              </a:ext>
            </a:extLst>
          </p:cNvPr>
          <p:cNvGrpSpPr/>
          <p:nvPr/>
        </p:nvGrpSpPr>
        <p:grpSpPr>
          <a:xfrm>
            <a:off x="5666007" y="3383360"/>
            <a:ext cx="1409695" cy="412750"/>
            <a:chOff x="7635017" y="3330621"/>
            <a:chExt cx="1409695" cy="412750"/>
          </a:xfrm>
        </p:grpSpPr>
        <p:sp>
          <p:nvSpPr>
            <p:cNvPr id="121" name="Text Box 82">
              <a:extLst>
                <a:ext uri="{FF2B5EF4-FFF2-40B4-BE49-F238E27FC236}">
                  <a16:creationId xmlns:a16="http://schemas.microsoft.com/office/drawing/2014/main" id="{DB97B62D-7852-1951-5753-9C8B3D4A7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15721" y="3368721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23" name="Rectangle 83">
              <a:extLst>
                <a:ext uri="{FF2B5EF4-FFF2-40B4-BE49-F238E27FC236}">
                  <a16:creationId xmlns:a16="http://schemas.microsoft.com/office/drawing/2014/main" id="{BF5759FB-D2C0-3651-529A-95B580D842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5017" y="3330621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4" name="Textfeld 169">
              <a:extLst>
                <a:ext uri="{FF2B5EF4-FFF2-40B4-BE49-F238E27FC236}">
                  <a16:creationId xmlns:a16="http://schemas.microsoft.com/office/drawing/2014/main" id="{67432E70-327C-5769-D573-FF8AA74DAFF9}"/>
                </a:ext>
              </a:extLst>
            </p:cNvPr>
            <p:cNvSpPr txBox="1"/>
            <p:nvPr/>
          </p:nvSpPr>
          <p:spPr>
            <a:xfrm>
              <a:off x="7831480" y="3330672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5" name="Textfeld 169">
              <a:extLst>
                <a:ext uri="{FF2B5EF4-FFF2-40B4-BE49-F238E27FC236}">
                  <a16:creationId xmlns:a16="http://schemas.microsoft.com/office/drawing/2014/main" id="{C8B76388-0F8E-C1DE-3B10-A902B3179C02}"/>
                </a:ext>
              </a:extLst>
            </p:cNvPr>
            <p:cNvSpPr txBox="1"/>
            <p:nvPr/>
          </p:nvSpPr>
          <p:spPr>
            <a:xfrm>
              <a:off x="8537771" y="3330672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5C9F63D6-6797-9E22-329B-792FA6544F76}"/>
                </a:ext>
              </a:extLst>
            </p:cNvPr>
            <p:cNvSpPr txBox="1"/>
            <p:nvPr/>
          </p:nvSpPr>
          <p:spPr>
            <a:xfrm>
              <a:off x="7831480" y="358513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30" name="Group 87">
            <a:extLst>
              <a:ext uri="{FF2B5EF4-FFF2-40B4-BE49-F238E27FC236}">
                <a16:creationId xmlns:a16="http://schemas.microsoft.com/office/drawing/2014/main" id="{C2C111F6-8533-1094-3AE6-5B4B711A78AA}"/>
              </a:ext>
            </a:extLst>
          </p:cNvPr>
          <p:cNvGrpSpPr>
            <a:grpSpLocks/>
          </p:cNvGrpSpPr>
          <p:nvPr/>
        </p:nvGrpSpPr>
        <p:grpSpPr bwMode="auto">
          <a:xfrm>
            <a:off x="5669208" y="1225065"/>
            <a:ext cx="1414463" cy="412750"/>
            <a:chOff x="3441" y="2592"/>
            <a:chExt cx="891" cy="260"/>
          </a:xfrm>
        </p:grpSpPr>
        <p:sp>
          <p:nvSpPr>
            <p:cNvPr id="131" name="Text Box 82">
              <a:extLst>
                <a:ext uri="{FF2B5EF4-FFF2-40B4-BE49-F238E27FC236}">
                  <a16:creationId xmlns:a16="http://schemas.microsoft.com/office/drawing/2014/main" id="{3BEE62D8-0955-E8FE-34F9-2559A39081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132" name="Rectangle 83">
              <a:extLst>
                <a:ext uri="{FF2B5EF4-FFF2-40B4-BE49-F238E27FC236}">
                  <a16:creationId xmlns:a16="http://schemas.microsoft.com/office/drawing/2014/main" id="{BDC23866-7E6E-7F91-9386-140010FC1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39" name="Verbinder: gewinkelt 87">
            <a:extLst>
              <a:ext uri="{FF2B5EF4-FFF2-40B4-BE49-F238E27FC236}">
                <a16:creationId xmlns:a16="http://schemas.microsoft.com/office/drawing/2014/main" id="{7C9F1ED2-40D6-117E-2CF8-15D22926C6C6}"/>
              </a:ext>
            </a:extLst>
          </p:cNvPr>
          <p:cNvCxnSpPr>
            <a:cxnSpLocks/>
            <a:stCxn id="75" idx="2"/>
            <a:endCxn id="98" idx="1"/>
          </p:cNvCxnSpPr>
          <p:nvPr/>
        </p:nvCxnSpPr>
        <p:spPr>
          <a:xfrm rot="16200000" flipH="1">
            <a:off x="8650120" y="3422340"/>
            <a:ext cx="919254" cy="1650029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44" name="Verbinder: gewinkelt 87">
            <a:extLst>
              <a:ext uri="{FF2B5EF4-FFF2-40B4-BE49-F238E27FC236}">
                <a16:creationId xmlns:a16="http://schemas.microsoft.com/office/drawing/2014/main" id="{CDABA5F0-0196-AEF7-936A-22F7D6A699E3}"/>
              </a:ext>
            </a:extLst>
          </p:cNvPr>
          <p:cNvCxnSpPr>
            <a:cxnSpLocks/>
            <a:stCxn id="98" idx="0"/>
            <a:endCxn id="116" idx="3"/>
          </p:cNvCxnSpPr>
          <p:nvPr/>
        </p:nvCxnSpPr>
        <p:spPr>
          <a:xfrm rot="16200000" flipV="1">
            <a:off x="9197419" y="3056031"/>
            <a:ext cx="1753368" cy="1135783"/>
          </a:xfrm>
          <a:prstGeom prst="bentConnector3">
            <a:avLst>
              <a:gd name="adj1" fmla="val 4802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147" name="Verbinder: gewinkelt 87">
            <a:extLst>
              <a:ext uri="{FF2B5EF4-FFF2-40B4-BE49-F238E27FC236}">
                <a16:creationId xmlns:a16="http://schemas.microsoft.com/office/drawing/2014/main" id="{05F753FD-3BA4-D49F-52AF-22F9799E02FD}"/>
              </a:ext>
            </a:extLst>
          </p:cNvPr>
          <p:cNvCxnSpPr>
            <a:cxnSpLocks/>
            <a:stCxn id="116" idx="3"/>
            <a:endCxn id="88" idx="0"/>
          </p:cNvCxnSpPr>
          <p:nvPr/>
        </p:nvCxnSpPr>
        <p:spPr>
          <a:xfrm rot="16200000" flipH="1">
            <a:off x="9532394" y="2721055"/>
            <a:ext cx="1085798" cy="113816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153" name="Gerade Verbindung mit Pfeil 152">
            <a:extLst>
              <a:ext uri="{FF2B5EF4-FFF2-40B4-BE49-F238E27FC236}">
                <a16:creationId xmlns:a16="http://schemas.microsoft.com/office/drawing/2014/main" id="{A9FF2BF6-FF1E-AA34-546C-7519D48FA59B}"/>
              </a:ext>
            </a:extLst>
          </p:cNvPr>
          <p:cNvCxnSpPr>
            <a:cxnSpLocks/>
            <a:stCxn id="118" idx="1"/>
            <a:endCxn id="108" idx="3"/>
          </p:cNvCxnSpPr>
          <p:nvPr/>
        </p:nvCxnSpPr>
        <p:spPr>
          <a:xfrm flipH="1">
            <a:off x="7081287" y="2240923"/>
            <a:ext cx="1717694" cy="54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56" name="Gerade Verbindung mit Pfeil 155">
            <a:extLst>
              <a:ext uri="{FF2B5EF4-FFF2-40B4-BE49-F238E27FC236}">
                <a16:creationId xmlns:a16="http://schemas.microsoft.com/office/drawing/2014/main" id="{30CB32BC-898F-02B8-FFD6-520CACABAF5D}"/>
              </a:ext>
            </a:extLst>
          </p:cNvPr>
          <p:cNvCxnSpPr>
            <a:cxnSpLocks/>
            <a:stCxn id="108" idx="0"/>
            <a:endCxn id="132" idx="2"/>
          </p:cNvCxnSpPr>
          <p:nvPr/>
        </p:nvCxnSpPr>
        <p:spPr>
          <a:xfrm flipV="1">
            <a:off x="6374056" y="1637815"/>
            <a:ext cx="2384" cy="40221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9D784177-CFBE-DD07-A9DE-13B5BEA2531C}"/>
              </a:ext>
            </a:extLst>
          </p:cNvPr>
          <p:cNvCxnSpPr>
            <a:cxnSpLocks/>
            <a:stCxn id="74" idx="2"/>
            <a:endCxn id="123" idx="3"/>
          </p:cNvCxnSpPr>
          <p:nvPr/>
        </p:nvCxnSpPr>
        <p:spPr>
          <a:xfrm flipH="1" flipV="1">
            <a:off x="7075702" y="3589735"/>
            <a:ext cx="522263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62EF6347-31E5-7677-270C-91EA8C101B41}"/>
              </a:ext>
            </a:extLst>
          </p:cNvPr>
          <p:cNvCxnSpPr>
            <a:cxnSpLocks/>
            <a:stCxn id="123" idx="0"/>
            <a:endCxn id="108" idx="2"/>
          </p:cNvCxnSpPr>
          <p:nvPr/>
        </p:nvCxnSpPr>
        <p:spPr>
          <a:xfrm flipV="1">
            <a:off x="6370855" y="2452776"/>
            <a:ext cx="3201" cy="93058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65" name="Gruppieren 164">
            <a:extLst>
              <a:ext uri="{FF2B5EF4-FFF2-40B4-BE49-F238E27FC236}">
                <a16:creationId xmlns:a16="http://schemas.microsoft.com/office/drawing/2014/main" id="{8B40C093-6CFA-12E9-9BE6-E7E04766F825}"/>
              </a:ext>
            </a:extLst>
          </p:cNvPr>
          <p:cNvGrpSpPr/>
          <p:nvPr/>
        </p:nvGrpSpPr>
        <p:grpSpPr>
          <a:xfrm>
            <a:off x="3107040" y="3086556"/>
            <a:ext cx="1899504" cy="1006358"/>
            <a:chOff x="8294148" y="3350941"/>
            <a:chExt cx="1899504" cy="1006358"/>
          </a:xfrm>
        </p:grpSpPr>
        <p:sp>
          <p:nvSpPr>
            <p:cNvPr id="166" name="Text Box 82">
              <a:extLst>
                <a:ext uri="{FF2B5EF4-FFF2-40B4-BE49-F238E27FC236}">
                  <a16:creationId xmlns:a16="http://schemas.microsoft.com/office/drawing/2014/main" id="{3C6F85F5-6EF7-BBE5-892A-661E1BBC60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352838" y="3389041"/>
              <a:ext cx="129073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Observation</a:t>
              </a:r>
            </a:p>
          </p:txBody>
        </p:sp>
        <p:sp>
          <p:nvSpPr>
            <p:cNvPr id="167" name="Rectangle 83">
              <a:extLst>
                <a:ext uri="{FF2B5EF4-FFF2-40B4-BE49-F238E27FC236}">
                  <a16:creationId xmlns:a16="http://schemas.microsoft.com/office/drawing/2014/main" id="{2A6DB4C1-C887-8380-F255-FF10C54046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94148" y="3350941"/>
              <a:ext cx="189950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8" name="Rectangle 1">
              <a:extLst>
                <a:ext uri="{FF2B5EF4-FFF2-40B4-BE49-F238E27FC236}">
                  <a16:creationId xmlns:a16="http://schemas.microsoft.com/office/drawing/2014/main" id="{9A1337B1-C8B9-50E9-C25A-BEB6BB5604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95641" y="3772524"/>
              <a:ext cx="1821118" cy="58477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e-DE" altLang="de-DE" sz="1600" b="0" i="0" u="none" strike="noStrike" cap="none" normalizeH="0" baseline="0" dirty="0" err="1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LocalDate</a:t>
              </a:r>
              <a:r>
                <a: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 </a:t>
              </a:r>
              <a:r>
                <a:rPr kumimoji="0" lang="de-DE" altLang="de-DE" sz="1600" b="0" i="0" u="none" strike="noStrike" cap="none" normalizeH="0" baseline="0" dirty="0" err="1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start</a:t>
              </a:r>
              <a:br>
                <a: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</a:br>
              <a:r>
                <a:rPr kumimoji="0" lang="de-DE" altLang="de-DE" sz="1600" b="0" i="0" u="none" strike="noStrike" cap="none" normalizeH="0" baseline="0" dirty="0" err="1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LocalDate</a:t>
              </a:r>
              <a:r>
                <a: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 end</a:t>
              </a:r>
              <a:endParaRPr lang="de-DE" altLang="de-DE" sz="1600" dirty="0">
                <a:solidFill>
                  <a:srgbClr val="080808"/>
                </a:solidFill>
                <a:latin typeface="+mj-lt"/>
              </a:endParaRPr>
            </a:p>
          </p:txBody>
        </p:sp>
        <p:sp>
          <p:nvSpPr>
            <p:cNvPr id="169" name="Rectangle 83">
              <a:extLst>
                <a:ext uri="{FF2B5EF4-FFF2-40B4-BE49-F238E27FC236}">
                  <a16:creationId xmlns:a16="http://schemas.microsoft.com/office/drawing/2014/main" id="{69B8271F-E1A0-7CB0-D2F0-776147F1A7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94148" y="3350941"/>
              <a:ext cx="1899504" cy="995435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170" name="Gruppieren 169">
            <a:extLst>
              <a:ext uri="{FF2B5EF4-FFF2-40B4-BE49-F238E27FC236}">
                <a16:creationId xmlns:a16="http://schemas.microsoft.com/office/drawing/2014/main" id="{EE249DEC-8236-62A1-A7D9-5FA43243B55F}"/>
              </a:ext>
            </a:extLst>
          </p:cNvPr>
          <p:cNvGrpSpPr/>
          <p:nvPr/>
        </p:nvGrpSpPr>
        <p:grpSpPr>
          <a:xfrm>
            <a:off x="3107174" y="2441469"/>
            <a:ext cx="1409694" cy="412750"/>
            <a:chOff x="8871299" y="3365841"/>
            <a:chExt cx="1409694" cy="412750"/>
          </a:xfrm>
        </p:grpSpPr>
        <p:sp>
          <p:nvSpPr>
            <p:cNvPr id="171" name="Text Box 82">
              <a:extLst>
                <a:ext uri="{FF2B5EF4-FFF2-40B4-BE49-F238E27FC236}">
                  <a16:creationId xmlns:a16="http://schemas.microsoft.com/office/drawing/2014/main" id="{C20324BE-D288-E68D-5B58-E3E7B971023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172" name="Rectangle 83">
              <a:extLst>
                <a:ext uri="{FF2B5EF4-FFF2-40B4-BE49-F238E27FC236}">
                  <a16:creationId xmlns:a16="http://schemas.microsoft.com/office/drawing/2014/main" id="{146466E2-5051-03EE-A7AE-4455C5A651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73" name="Verbinder: gewinkelt 87">
            <a:extLst>
              <a:ext uri="{FF2B5EF4-FFF2-40B4-BE49-F238E27FC236}">
                <a16:creationId xmlns:a16="http://schemas.microsoft.com/office/drawing/2014/main" id="{4760D103-572E-023D-9F9F-09326C96A44C}"/>
              </a:ext>
            </a:extLst>
          </p:cNvPr>
          <p:cNvCxnSpPr>
            <a:cxnSpLocks/>
            <a:stCxn id="172" idx="3"/>
            <a:endCxn id="124" idx="0"/>
          </p:cNvCxnSpPr>
          <p:nvPr/>
        </p:nvCxnSpPr>
        <p:spPr>
          <a:xfrm>
            <a:off x="4516868" y="2647844"/>
            <a:ext cx="1494781" cy="735567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78" name="Verbinder: gewinkelt 87">
            <a:extLst>
              <a:ext uri="{FF2B5EF4-FFF2-40B4-BE49-F238E27FC236}">
                <a16:creationId xmlns:a16="http://schemas.microsoft.com/office/drawing/2014/main" id="{71F0F63A-8B26-188C-A97D-6699FCECF4DB}"/>
              </a:ext>
            </a:extLst>
          </p:cNvPr>
          <p:cNvCxnSpPr>
            <a:cxnSpLocks/>
            <a:stCxn id="172" idx="0"/>
            <a:endCxn id="108" idx="1"/>
          </p:cNvCxnSpPr>
          <p:nvPr/>
        </p:nvCxnSpPr>
        <p:spPr>
          <a:xfrm rot="5400000" flipH="1" flipV="1">
            <a:off x="4641888" y="1416534"/>
            <a:ext cx="195068" cy="18548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81" name="Verbinder: gewinkelt 87">
            <a:extLst>
              <a:ext uri="{FF2B5EF4-FFF2-40B4-BE49-F238E27FC236}">
                <a16:creationId xmlns:a16="http://schemas.microsoft.com/office/drawing/2014/main" id="{5B47ED23-DE49-3131-A82E-B08DBA3E8CCC}"/>
              </a:ext>
            </a:extLst>
          </p:cNvPr>
          <p:cNvCxnSpPr>
            <a:cxnSpLocks/>
            <a:stCxn id="169" idx="1"/>
            <a:endCxn id="172" idx="1"/>
          </p:cNvCxnSpPr>
          <p:nvPr/>
        </p:nvCxnSpPr>
        <p:spPr>
          <a:xfrm rot="10800000" flipH="1">
            <a:off x="3107040" y="2647844"/>
            <a:ext cx="134" cy="936430"/>
          </a:xfrm>
          <a:prstGeom prst="bentConnector3">
            <a:avLst>
              <a:gd name="adj1" fmla="val -170597015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20ADC7D2-D70E-05F6-8625-12175CC1C3AD}"/>
              </a:ext>
            </a:extLst>
          </p:cNvPr>
          <p:cNvCxnSpPr>
            <a:cxnSpLocks/>
            <a:stCxn id="169" idx="3"/>
            <a:endCxn id="123" idx="1"/>
          </p:cNvCxnSpPr>
          <p:nvPr/>
        </p:nvCxnSpPr>
        <p:spPr>
          <a:xfrm>
            <a:off x="5006544" y="3584274"/>
            <a:ext cx="659463" cy="546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95" name="Rechteck 194">
            <a:extLst>
              <a:ext uri="{FF2B5EF4-FFF2-40B4-BE49-F238E27FC236}">
                <a16:creationId xmlns:a16="http://schemas.microsoft.com/office/drawing/2014/main" id="{0A0E091F-522C-3772-2826-257FFC710FC0}"/>
              </a:ext>
            </a:extLst>
          </p:cNvPr>
          <p:cNvSpPr/>
          <p:nvPr/>
        </p:nvSpPr>
        <p:spPr bwMode="auto">
          <a:xfrm>
            <a:off x="9446240" y="3975935"/>
            <a:ext cx="108758" cy="118112"/>
          </a:xfrm>
          <a:prstGeom prst="rect">
            <a:avLst/>
          </a:prstGeom>
          <a:solidFill>
            <a:srgbClr val="FFFFFF"/>
          </a:solidFill>
          <a:ln w="9525">
            <a:solidFill>
              <a:schemeClr val="bg1"/>
            </a:solidFill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de-DE"/>
          </a:p>
        </p:txBody>
      </p:sp>
      <p:cxnSp>
        <p:nvCxnSpPr>
          <p:cNvPr id="134" name="Verbinder: gewinkelt 87">
            <a:extLst>
              <a:ext uri="{FF2B5EF4-FFF2-40B4-BE49-F238E27FC236}">
                <a16:creationId xmlns:a16="http://schemas.microsoft.com/office/drawing/2014/main" id="{0A938E68-E950-4B5F-4636-E560D9A8A651}"/>
              </a:ext>
            </a:extLst>
          </p:cNvPr>
          <p:cNvCxnSpPr>
            <a:cxnSpLocks/>
            <a:stCxn id="76" idx="2"/>
            <a:endCxn id="88" idx="1"/>
          </p:cNvCxnSpPr>
          <p:nvPr/>
        </p:nvCxnSpPr>
        <p:spPr>
          <a:xfrm rot="16200000" flipH="1">
            <a:off x="9269443" y="3371710"/>
            <a:ext cx="246971" cy="1088432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97" name="AutoShape 50">
            <a:extLst>
              <a:ext uri="{FF2B5EF4-FFF2-40B4-BE49-F238E27FC236}">
                <a16:creationId xmlns:a16="http://schemas.microsoft.com/office/drawing/2014/main" id="{DE8C9DCC-E418-B138-35B5-0D4A5B813D55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6292301" y="1786918"/>
            <a:ext cx="168275" cy="252412"/>
          </a:xfrm>
          <a:prstGeom prst="diamond">
            <a:avLst/>
          </a:prstGeom>
          <a:solidFill>
            <a:sysClr val="windowText" lastClr="000000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98" name="Textfeld 197">
            <a:extLst>
              <a:ext uri="{FF2B5EF4-FFF2-40B4-BE49-F238E27FC236}">
                <a16:creationId xmlns:a16="http://schemas.microsoft.com/office/drawing/2014/main" id="{DA3702AB-8352-2239-5F86-C9EDB99520B3}"/>
              </a:ext>
            </a:extLst>
          </p:cNvPr>
          <p:cNvSpPr txBox="1"/>
          <p:nvPr/>
        </p:nvSpPr>
        <p:spPr>
          <a:xfrm>
            <a:off x="3337420" y="1294384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199" name="Freihandform: Form 198">
            <a:extLst>
              <a:ext uri="{FF2B5EF4-FFF2-40B4-BE49-F238E27FC236}">
                <a16:creationId xmlns:a16="http://schemas.microsoft.com/office/drawing/2014/main" id="{6A979DBC-C961-7DE2-FD88-D8F225391A8F}"/>
              </a:ext>
            </a:extLst>
          </p:cNvPr>
          <p:cNvSpPr/>
          <p:nvPr/>
        </p:nvSpPr>
        <p:spPr bwMode="auto">
          <a:xfrm rot="21216338" flipH="1">
            <a:off x="3782106" y="1473309"/>
            <a:ext cx="1569622" cy="3477415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14105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14F2C1D-8C0D-4121-8456-9BAA90390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MA2Fenix </a:t>
            </a:r>
            <a:r>
              <a:rPr lang="de-DE" dirty="0" err="1"/>
              <a:t>Example</a:t>
            </a:r>
            <a:r>
              <a:rPr lang="de-DE" dirty="0"/>
              <a:t> Model</a:t>
            </a:r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3D33C6B9-75E8-44F4-8390-61DE8401E2D9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7271" y="2166150"/>
            <a:ext cx="5743494" cy="2828885"/>
          </a:xfrm>
        </p:spPr>
      </p:pic>
      <p:sp>
        <p:nvSpPr>
          <p:cNvPr id="7" name="Text Box 3">
            <a:extLst>
              <a:ext uri="{FF2B5EF4-FFF2-40B4-BE49-F238E27FC236}">
                <a16:creationId xmlns:a16="http://schemas.microsoft.com/office/drawing/2014/main" id="{37D76BCE-DCE0-4F3E-A353-C5EC801CDE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7394" y="1008266"/>
            <a:ext cx="4887449" cy="480131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port in int 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</a:t>
            </a:r>
            <a:r>
              <a:rPr lang="en-US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g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h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G g1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H h1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…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G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b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 </a:t>
            </a:r>
            <a:r>
              <a:rPr lang="en-US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d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H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f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 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751736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A42BEDB1-5ED7-4959-AC6C-376E63CCC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MA2Fenix (CD)</a:t>
            </a:r>
          </a:p>
        </p:txBody>
      </p:sp>
      <p:sp>
        <p:nvSpPr>
          <p:cNvPr id="14" name="Text Box 3">
            <a:extLst>
              <a:ext uri="{FF2B5EF4-FFF2-40B4-BE49-F238E27FC236}">
                <a16:creationId xmlns:a16="http://schemas.microsoft.com/office/drawing/2014/main" id="{B4E090EA-C08F-46D0-8B3E-4EB9A91617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0395" y="1008266"/>
            <a:ext cx="4887449" cy="92333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class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extends</a:t>
            </a:r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 Function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class G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extends</a:t>
            </a:r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 Function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class H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extends</a:t>
            </a:r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 Function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{}</a:t>
            </a:r>
          </a:p>
        </p:txBody>
      </p:sp>
      <p:sp>
        <p:nvSpPr>
          <p:cNvPr id="16" name="AutoShape 40">
            <a:extLst>
              <a:ext uri="{FF2B5EF4-FFF2-40B4-BE49-F238E27FC236}">
                <a16:creationId xmlns:a16="http://schemas.microsoft.com/office/drawing/2014/main" id="{E262E0D5-8439-4C07-A6F6-83404947D807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420157" y="1008266"/>
            <a:ext cx="597687" cy="321800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CD</a:t>
            </a:r>
          </a:p>
        </p:txBody>
      </p:sp>
      <p:sp>
        <p:nvSpPr>
          <p:cNvPr id="21" name="Text Box 3">
            <a:extLst>
              <a:ext uri="{FF2B5EF4-FFF2-40B4-BE49-F238E27FC236}">
                <a16:creationId xmlns:a16="http://schemas.microsoft.com/office/drawing/2014/main" id="{5392E314-6915-46D2-81B1-D7D993C700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7394" y="1008266"/>
            <a:ext cx="4887449" cy="480131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F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port in int 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</a:t>
            </a:r>
            <a:r>
              <a:rPr lang="en-US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g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h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G g1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H h1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…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G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b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 </a:t>
            </a:r>
            <a:r>
              <a:rPr lang="en-US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d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H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f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 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23" name="AutoShape 40">
            <a:extLst>
              <a:ext uri="{FF2B5EF4-FFF2-40B4-BE49-F238E27FC236}">
                <a16:creationId xmlns:a16="http://schemas.microsoft.com/office/drawing/2014/main" id="{0C0D5D2F-57EA-4CD2-B971-1E755762620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967156" y="1008266"/>
            <a:ext cx="597687" cy="321800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6949785-1A87-4529-9B44-9C23E72BEFE8}"/>
              </a:ext>
            </a:extLst>
          </p:cNvPr>
          <p:cNvCxnSpPr>
            <a:cxnSpLocks/>
          </p:cNvCxnSpPr>
          <p:nvPr/>
        </p:nvCxnSpPr>
        <p:spPr>
          <a:xfrm>
            <a:off x="6289040" y="977786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DB82F374-0B82-4718-BC4D-1F3E2EB0CEC1}"/>
              </a:ext>
            </a:extLst>
          </p:cNvPr>
          <p:cNvCxnSpPr>
            <a:cxnSpLocks/>
          </p:cNvCxnSpPr>
          <p:nvPr/>
        </p:nvCxnSpPr>
        <p:spPr>
          <a:xfrm>
            <a:off x="6380480" y="977786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205C8E9F-5707-42DC-A4B9-2391D324E7F4}"/>
              </a:ext>
            </a:extLst>
          </p:cNvPr>
          <p:cNvSpPr/>
          <p:nvPr/>
        </p:nvSpPr>
        <p:spPr>
          <a:xfrm>
            <a:off x="6149340" y="3147578"/>
            <a:ext cx="580867" cy="5436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91717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A42BEDB1-5ED7-4959-AC6C-376E63CCC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MA2Fenix (OD) - </a:t>
            </a:r>
            <a:r>
              <a:rPr lang="de-DE" dirty="0" err="1"/>
              <a:t>Functions</a:t>
            </a:r>
            <a:endParaRPr lang="de-DE" dirty="0"/>
          </a:p>
        </p:txBody>
      </p:sp>
      <p:sp>
        <p:nvSpPr>
          <p:cNvPr id="14" name="Text Box 3">
            <a:extLst>
              <a:ext uri="{FF2B5EF4-FFF2-40B4-BE49-F238E27FC236}">
                <a16:creationId xmlns:a16="http://schemas.microsoft.com/office/drawing/2014/main" id="{B4E090EA-C08F-46D0-8B3E-4EB9A91617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95831" y="1157358"/>
            <a:ext cx="5428199" cy="267765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 : F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  name = “</a:t>
            </a:r>
            <a:r>
              <a:rPr lang="en-US" sz="14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”;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4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f$g1 : G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  name = “</a:t>
            </a:r>
            <a:r>
              <a:rPr lang="en-US" sz="14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g1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”;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400" b="1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f$h1 : H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  name = “</a:t>
            </a:r>
            <a:r>
              <a:rPr lang="en-US" sz="14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h1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”;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4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link f (owner) -&gt; (subfunction) g1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  <a:endParaRPr lang="en-US" sz="1400" b="1" dirty="0">
              <a:solidFill>
                <a:schemeClr val="accent6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link f (owner) -&gt; (subfunction) h1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  <a:endParaRPr lang="en-US" sz="1400" b="1" dirty="0">
              <a:solidFill>
                <a:schemeClr val="accent6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6" name="AutoShape 40">
            <a:extLst>
              <a:ext uri="{FF2B5EF4-FFF2-40B4-BE49-F238E27FC236}">
                <a16:creationId xmlns:a16="http://schemas.microsoft.com/office/drawing/2014/main" id="{E262E0D5-8439-4C07-A6F6-83404947D807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51095" y="1157358"/>
            <a:ext cx="572935" cy="263943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OD</a:t>
            </a:r>
          </a:p>
        </p:txBody>
      </p:sp>
      <p:sp>
        <p:nvSpPr>
          <p:cNvPr id="21" name="Text Box 3">
            <a:extLst>
              <a:ext uri="{FF2B5EF4-FFF2-40B4-BE49-F238E27FC236}">
                <a16:creationId xmlns:a16="http://schemas.microsoft.com/office/drawing/2014/main" id="{5392E314-6915-46D2-81B1-D7D993C700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580" y="1162328"/>
            <a:ext cx="4868641" cy="452431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port in int 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</a:t>
            </a:r>
            <a:r>
              <a:rPr lang="en-US" sz="16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h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G g1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H h1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a -&gt; g1.b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g1.c -&gt;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g1.d -&gt; h1.e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h1.f -&gt; h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b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out </a:t>
            </a:r>
            <a:r>
              <a:rPr lang="en-US" sz="16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d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H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out int 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23" name="AutoShape 40">
            <a:extLst>
              <a:ext uri="{FF2B5EF4-FFF2-40B4-BE49-F238E27FC236}">
                <a16:creationId xmlns:a16="http://schemas.microsoft.com/office/drawing/2014/main" id="{0C0D5D2F-57EA-4CD2-B971-1E755762620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754537" y="1161110"/>
            <a:ext cx="597687" cy="321800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6949785-1A87-4529-9B44-9C23E72BEFE8}"/>
              </a:ext>
            </a:extLst>
          </p:cNvPr>
          <p:cNvCxnSpPr>
            <a:cxnSpLocks/>
          </p:cNvCxnSpPr>
          <p:nvPr/>
        </p:nvCxnSpPr>
        <p:spPr>
          <a:xfrm>
            <a:off x="5816930" y="1032453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DB82F374-0B82-4718-BC4D-1F3E2EB0CEC1}"/>
              </a:ext>
            </a:extLst>
          </p:cNvPr>
          <p:cNvCxnSpPr>
            <a:cxnSpLocks/>
          </p:cNvCxnSpPr>
          <p:nvPr/>
        </p:nvCxnSpPr>
        <p:spPr>
          <a:xfrm>
            <a:off x="5908370" y="1032453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205C8E9F-5707-42DC-A4B9-2391D324E7F4}"/>
              </a:ext>
            </a:extLst>
          </p:cNvPr>
          <p:cNvSpPr/>
          <p:nvPr/>
        </p:nvSpPr>
        <p:spPr>
          <a:xfrm>
            <a:off x="5677230" y="3202245"/>
            <a:ext cx="580867" cy="5436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7365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A42BEDB1-5ED7-4959-AC6C-376E63CCC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MA2Fenix (OD) – Ports &amp; </a:t>
            </a:r>
            <a:r>
              <a:rPr lang="de-DE" dirty="0" err="1"/>
              <a:t>Associations</a:t>
            </a:r>
            <a:endParaRPr lang="de-DE" dirty="0"/>
          </a:p>
        </p:txBody>
      </p:sp>
      <p:sp>
        <p:nvSpPr>
          <p:cNvPr id="14" name="Text Box 3">
            <a:extLst>
              <a:ext uri="{FF2B5EF4-FFF2-40B4-BE49-F238E27FC236}">
                <a16:creationId xmlns:a16="http://schemas.microsoft.com/office/drawing/2014/main" id="{B4E090EA-C08F-46D0-8B3E-4EB9A91617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95831" y="1157358"/>
            <a:ext cx="5428199" cy="375487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f$a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OutPort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f$g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OutPort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f$h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OutPort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f$g1$d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OutPort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f$h1$e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OutPort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endParaRPr lang="en-US" sz="1400" b="1" dirty="0">
              <a:solidFill>
                <a:schemeClr val="accent5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sz="1400" b="1" dirty="0">
              <a:solidFill>
                <a:schemeClr val="accent5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 [“a”] -&gt;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f$a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 [“g”] -&gt;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f$g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 [“h”] -&gt;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f$h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link f$g1 [“b”] -&gt; </a:t>
            </a:r>
            <a:r>
              <a:rPr lang="en-US" sz="1400" b="1" dirty="0" err="1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f$a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link f$g1 [“c”] -&gt; </a:t>
            </a:r>
            <a:r>
              <a:rPr lang="en-US" sz="1400" b="1" dirty="0" err="1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f$g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f$g1 [“d”] -&gt; f$g1$d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f$h1 [“e”] -&gt; f$h1$e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link f$h1 [“f”] -&gt; </a:t>
            </a:r>
            <a:r>
              <a:rPr lang="en-US" sz="1400" b="1" dirty="0" err="1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f$h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400" b="1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link f$g1$d (out) &lt;-&gt; (in) f$h1$e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6" name="AutoShape 40">
            <a:extLst>
              <a:ext uri="{FF2B5EF4-FFF2-40B4-BE49-F238E27FC236}">
                <a16:creationId xmlns:a16="http://schemas.microsoft.com/office/drawing/2014/main" id="{E262E0D5-8439-4C07-A6F6-83404947D807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51095" y="1157358"/>
            <a:ext cx="572935" cy="263943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OD</a:t>
            </a:r>
          </a:p>
        </p:txBody>
      </p:sp>
      <p:sp>
        <p:nvSpPr>
          <p:cNvPr id="21" name="Text Box 3">
            <a:extLst>
              <a:ext uri="{FF2B5EF4-FFF2-40B4-BE49-F238E27FC236}">
                <a16:creationId xmlns:a16="http://schemas.microsoft.com/office/drawing/2014/main" id="{5392E314-6915-46D2-81B1-D7D993C700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580" y="1162328"/>
            <a:ext cx="4868641" cy="452431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port in int 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</a:t>
            </a:r>
            <a:r>
              <a:rPr lang="en-US" sz="16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h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G g1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H h1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a -&gt; g1.b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g1.c -&gt;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g1.d -&gt; h1.e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h1.f -&gt; h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b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out </a:t>
            </a:r>
            <a:r>
              <a:rPr lang="en-US" sz="16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d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H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out int 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23" name="AutoShape 40">
            <a:extLst>
              <a:ext uri="{FF2B5EF4-FFF2-40B4-BE49-F238E27FC236}">
                <a16:creationId xmlns:a16="http://schemas.microsoft.com/office/drawing/2014/main" id="{0C0D5D2F-57EA-4CD2-B971-1E755762620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754537" y="1161110"/>
            <a:ext cx="597687" cy="321800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6949785-1A87-4529-9B44-9C23E72BEFE8}"/>
              </a:ext>
            </a:extLst>
          </p:cNvPr>
          <p:cNvCxnSpPr>
            <a:cxnSpLocks/>
          </p:cNvCxnSpPr>
          <p:nvPr/>
        </p:nvCxnSpPr>
        <p:spPr>
          <a:xfrm>
            <a:off x="5816930" y="1032453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DB82F374-0B82-4718-BC4D-1F3E2EB0CEC1}"/>
              </a:ext>
            </a:extLst>
          </p:cNvPr>
          <p:cNvCxnSpPr>
            <a:cxnSpLocks/>
          </p:cNvCxnSpPr>
          <p:nvPr/>
        </p:nvCxnSpPr>
        <p:spPr>
          <a:xfrm>
            <a:off x="5908370" y="1032453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205C8E9F-5707-42DC-A4B9-2391D324E7F4}"/>
              </a:ext>
            </a:extLst>
          </p:cNvPr>
          <p:cNvSpPr/>
          <p:nvPr/>
        </p:nvSpPr>
        <p:spPr>
          <a:xfrm>
            <a:off x="5677230" y="3202245"/>
            <a:ext cx="580867" cy="5436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8583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A42BEDB1-5ED7-4959-AC6C-376E63CCC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MA2Fenix (OD) – Port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14" name="Text Box 3">
            <a:extLst>
              <a:ext uri="{FF2B5EF4-FFF2-40B4-BE49-F238E27FC236}">
                <a16:creationId xmlns:a16="http://schemas.microsoft.com/office/drawing/2014/main" id="{B4E090EA-C08F-46D0-8B3E-4EB9A91617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95831" y="1157358"/>
            <a:ext cx="5428199" cy="33239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 Type {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typeidentifier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“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”;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 Type {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typeidentifier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“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”;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400" b="1" dirty="0">
              <a:solidFill>
                <a:schemeClr val="accent5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f$a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-&gt; 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f$g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-&gt;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f$h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-&gt; 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f$g1$b -&gt; 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f$g1$c -&gt;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f$g1$d -&gt; 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  <a:endParaRPr lang="en-US" sz="1400" b="1" dirty="0">
              <a:solidFill>
                <a:schemeClr val="accent5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f$h1$e -&gt; 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f$h1$f -&gt; 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6" name="AutoShape 40">
            <a:extLst>
              <a:ext uri="{FF2B5EF4-FFF2-40B4-BE49-F238E27FC236}">
                <a16:creationId xmlns:a16="http://schemas.microsoft.com/office/drawing/2014/main" id="{E262E0D5-8439-4C07-A6F6-83404947D807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51095" y="1157358"/>
            <a:ext cx="572935" cy="263943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OD</a:t>
            </a:r>
          </a:p>
        </p:txBody>
      </p:sp>
      <p:sp>
        <p:nvSpPr>
          <p:cNvPr id="21" name="Text Box 3">
            <a:extLst>
              <a:ext uri="{FF2B5EF4-FFF2-40B4-BE49-F238E27FC236}">
                <a16:creationId xmlns:a16="http://schemas.microsoft.com/office/drawing/2014/main" id="{5392E314-6915-46D2-81B1-D7D993C700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580" y="1162328"/>
            <a:ext cx="4868641" cy="452431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port in int 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</a:t>
            </a:r>
            <a:r>
              <a:rPr lang="en-US" sz="16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h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G g1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H h1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a -&gt; g1.b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g1.c -&gt;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g1.d -&gt; h1.e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h1.f -&gt; h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b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out </a:t>
            </a:r>
            <a:r>
              <a:rPr lang="en-US" sz="16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d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H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out int 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23" name="AutoShape 40">
            <a:extLst>
              <a:ext uri="{FF2B5EF4-FFF2-40B4-BE49-F238E27FC236}">
                <a16:creationId xmlns:a16="http://schemas.microsoft.com/office/drawing/2014/main" id="{0C0D5D2F-57EA-4CD2-B971-1E755762620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754537" y="1161110"/>
            <a:ext cx="597687" cy="321800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6949785-1A87-4529-9B44-9C23E72BEFE8}"/>
              </a:ext>
            </a:extLst>
          </p:cNvPr>
          <p:cNvCxnSpPr>
            <a:cxnSpLocks/>
          </p:cNvCxnSpPr>
          <p:nvPr/>
        </p:nvCxnSpPr>
        <p:spPr>
          <a:xfrm>
            <a:off x="5816930" y="1032453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DB82F374-0B82-4718-BC4D-1F3E2EB0CEC1}"/>
              </a:ext>
            </a:extLst>
          </p:cNvPr>
          <p:cNvCxnSpPr>
            <a:cxnSpLocks/>
          </p:cNvCxnSpPr>
          <p:nvPr/>
        </p:nvCxnSpPr>
        <p:spPr>
          <a:xfrm>
            <a:off x="5908370" y="1032453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205C8E9F-5707-42DC-A4B9-2391D324E7F4}"/>
              </a:ext>
            </a:extLst>
          </p:cNvPr>
          <p:cNvSpPr/>
          <p:nvPr/>
        </p:nvSpPr>
        <p:spPr>
          <a:xfrm>
            <a:off x="5677230" y="3202245"/>
            <a:ext cx="580867" cy="5436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756710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6cd991bf-f022-4378-96e7-2c338aeb3f5a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OrIf3yzQbGCpNu4CpwWtA"/>
</p:tagLst>
</file>

<file path=ppt/theme/theme1.xml><?xml version="1.0" encoding="utf-8"?>
<a:theme xmlns:a="http://schemas.openxmlformats.org/drawingml/2006/main" name="DesignSE">
  <a:themeElements>
    <a:clrScheme name="Editirmodus">
      <a:dk1>
        <a:sysClr val="windowText" lastClr="000000"/>
      </a:dk1>
      <a:lt1>
        <a:sysClr val="window" lastClr="FFFFFF"/>
      </a:lt1>
      <a:dk2>
        <a:srgbClr val="00549F"/>
      </a:dk2>
      <a:lt2>
        <a:srgbClr val="8EBAE5"/>
      </a:lt2>
      <a:accent1>
        <a:srgbClr val="006165"/>
      </a:accent1>
      <a:accent2>
        <a:srgbClr val="0098A1"/>
      </a:accent2>
      <a:accent3>
        <a:srgbClr val="57AB27"/>
      </a:accent3>
      <a:accent4>
        <a:srgbClr val="339933"/>
      </a:accent4>
      <a:accent5>
        <a:srgbClr val="F6A800"/>
      </a:accent5>
      <a:accent6>
        <a:srgbClr val="CC071E"/>
      </a:accent6>
      <a:hlink>
        <a:srgbClr val="612158"/>
      </a:hlink>
      <a:folHlink>
        <a:srgbClr val="7A6FAC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noFill/>
        <a:ln w="9525">
          <a:solidFill>
            <a:schemeClr val="tx2"/>
          </a:solidFill>
          <a:round/>
          <a:headEnd type="none" w="sm" len="sm"/>
          <a:tailEnd type="arrow" w="med" len="med"/>
        </a:ln>
      </a:spPr>
      <a:bodyPr wrap="none" anchor="ctr"/>
      <a:lstStyle>
        <a:defPPr algn="l">
          <a:defRPr/>
        </a:defPPr>
      </a:lstStyle>
    </a:spDef>
    <a:lnDef>
      <a:spPr>
        <a:ln w="9525">
          <a:solidFill>
            <a:schemeClr val="tx2"/>
          </a:solidFill>
          <a:headEnd type="triangle"/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Editir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339933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Anzeige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C0C0C0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Druck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FFFFFF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</a:extraClrSchemeLst>
  <a:extLst>
    <a:ext uri="{05A4C25C-085E-4340-85A3-A5531E510DB2}">
      <thm15:themeFamily xmlns:thm15="http://schemas.microsoft.com/office/thememl/2012/main" name="DesignSE" id="{EAFC8903-E4B1-467C-960D-91660CE78A0A}" vid="{99D41127-BE3F-4F81-BB33-06BFE3C93068}"/>
    </a:ext>
  </a:extLst>
</a:theme>
</file>

<file path=ppt/theme/theme2.xml><?xml version="1.0" encoding="utf-8"?>
<a:theme xmlns:a="http://schemas.openxmlformats.org/drawingml/2006/main" name="1_DesignSE">
  <a:themeElements>
    <a:clrScheme name="Editirmodus">
      <a:dk1>
        <a:sysClr val="windowText" lastClr="000000"/>
      </a:dk1>
      <a:lt1>
        <a:sysClr val="window" lastClr="FFFFFF"/>
      </a:lt1>
      <a:dk2>
        <a:srgbClr val="00549F"/>
      </a:dk2>
      <a:lt2>
        <a:srgbClr val="8EBAE5"/>
      </a:lt2>
      <a:accent1>
        <a:srgbClr val="006165"/>
      </a:accent1>
      <a:accent2>
        <a:srgbClr val="0098A1"/>
      </a:accent2>
      <a:accent3>
        <a:srgbClr val="57AB27"/>
      </a:accent3>
      <a:accent4>
        <a:srgbClr val="339933"/>
      </a:accent4>
      <a:accent5>
        <a:srgbClr val="F6A800"/>
      </a:accent5>
      <a:accent6>
        <a:srgbClr val="CC071E"/>
      </a:accent6>
      <a:hlink>
        <a:srgbClr val="612158"/>
      </a:hlink>
      <a:folHlink>
        <a:srgbClr val="7A6FAC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rgbClr val="00549F"/>
          </a:solidFill>
          <a:headEnd type="none" w="med" len="med"/>
          <a:tailEnd type="arrow" w="med" len="med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Editir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339933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Anzeige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C0C0C0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Druck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FFFFFF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</a:extraClrSchemeLst>
  <a:extLst>
    <a:ext uri="{05A4C25C-085E-4340-85A3-A5531E510DB2}">
      <thm15:themeFamily xmlns:thm15="http://schemas.microsoft.com/office/thememl/2012/main" name="DesignSE" id="{EAFC8903-E4B1-467C-960D-91660CE78A0A}" vid="{99D41127-BE3F-4F81-BB33-06BFE3C9306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2356</Words>
  <Application>Microsoft Office PowerPoint</Application>
  <PresentationFormat>Breitbild</PresentationFormat>
  <Paragraphs>877</Paragraphs>
  <Slides>20</Slides>
  <Notes>11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2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9" baseType="lpstr">
      <vt:lpstr>Arial</vt:lpstr>
      <vt:lpstr>Calibri</vt:lpstr>
      <vt:lpstr>Courier New</vt:lpstr>
      <vt:lpstr>Symbol</vt:lpstr>
      <vt:lpstr>Trebuchet MS</vt:lpstr>
      <vt:lpstr>Wingdings</vt:lpstr>
      <vt:lpstr>DesignSE</vt:lpstr>
      <vt:lpstr>1_DesignSE</vt:lpstr>
      <vt:lpstr>think-cell Folie</vt:lpstr>
      <vt:lpstr>CD4Function</vt:lpstr>
      <vt:lpstr>CD4Function: Metamodell á la OCEL</vt:lpstr>
      <vt:lpstr>CD4Function with Port Definition</vt:lpstr>
      <vt:lpstr>CD4Function with Port Definition</vt:lpstr>
      <vt:lpstr>CD4Function without Port Definition</vt:lpstr>
      <vt:lpstr>CD4Function without Port Definition</vt:lpstr>
      <vt:lpstr>Example with Port Definition</vt:lpstr>
      <vt:lpstr>Example without Port Definition</vt:lpstr>
      <vt:lpstr>CD4Function with Port Definition + Monitoring</vt:lpstr>
      <vt:lpstr>CD4Function without Port Definition + Monitoring</vt:lpstr>
      <vt:lpstr>CD4Function2Fenix</vt:lpstr>
      <vt:lpstr>CD4Function2Fenix Example</vt:lpstr>
      <vt:lpstr>Two possible Layouts</vt:lpstr>
      <vt:lpstr>CD4Function</vt:lpstr>
      <vt:lpstr>Alternatives Layout</vt:lpstr>
      <vt:lpstr>MA2Fenix Example Model</vt:lpstr>
      <vt:lpstr>MA2Fenix (CD)</vt:lpstr>
      <vt:lpstr>MA2Fenix (OD) - Functions</vt:lpstr>
      <vt:lpstr>MA2Fenix (OD) – Ports &amp; Associations</vt:lpstr>
      <vt:lpstr>MA2Fenix (OD) – Port Types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Windows-Benutzer</dc:creator>
  <cp:lastModifiedBy>Malte Heithoff</cp:lastModifiedBy>
  <cp:revision>74</cp:revision>
  <cp:lastPrinted>2023-03-26T07:04:59Z</cp:lastPrinted>
  <dcterms:created xsi:type="dcterms:W3CDTF">2019-02-06T21:20:56Z</dcterms:created>
  <dcterms:modified xsi:type="dcterms:W3CDTF">2023-11-10T13:45:43Z</dcterms:modified>
</cp:coreProperties>
</file>