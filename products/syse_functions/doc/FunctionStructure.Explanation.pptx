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3" r:id="rId1"/>
    <p:sldMasterId id="2147483934" r:id="rId2"/>
  </p:sldMasterIdLst>
  <p:notesMasterIdLst>
    <p:notesMasterId r:id="rId37"/>
  </p:notesMasterIdLst>
  <p:handoutMasterIdLst>
    <p:handoutMasterId r:id="rId38"/>
  </p:handoutMasterIdLst>
  <p:sldIdLst>
    <p:sldId id="396" r:id="rId3"/>
    <p:sldId id="305" r:id="rId4"/>
    <p:sldId id="2147376251" r:id="rId5"/>
    <p:sldId id="2147376242" r:id="rId6"/>
    <p:sldId id="2147376255" r:id="rId7"/>
    <p:sldId id="2147376252" r:id="rId8"/>
    <p:sldId id="2147376257" r:id="rId9"/>
    <p:sldId id="2147376241" r:id="rId10"/>
    <p:sldId id="2147376248" r:id="rId11"/>
    <p:sldId id="281" r:id="rId12"/>
    <p:sldId id="2147376249" r:id="rId13"/>
    <p:sldId id="2147376250" r:id="rId14"/>
    <p:sldId id="284" r:id="rId15"/>
    <p:sldId id="285" r:id="rId16"/>
    <p:sldId id="287" r:id="rId17"/>
    <p:sldId id="290" r:id="rId18"/>
    <p:sldId id="282" r:id="rId19"/>
    <p:sldId id="288" r:id="rId20"/>
    <p:sldId id="289" r:id="rId21"/>
    <p:sldId id="2147376244" r:id="rId22"/>
    <p:sldId id="2147376247" r:id="rId23"/>
    <p:sldId id="2147376236" r:id="rId24"/>
    <p:sldId id="2147376258" r:id="rId25"/>
    <p:sldId id="2147376237" r:id="rId26"/>
    <p:sldId id="2147376231" r:id="rId27"/>
    <p:sldId id="310" r:id="rId28"/>
    <p:sldId id="2147376245" r:id="rId29"/>
    <p:sldId id="2147376239" r:id="rId30"/>
    <p:sldId id="2147376240" r:id="rId31"/>
    <p:sldId id="378" r:id="rId32"/>
    <p:sldId id="379" r:id="rId33"/>
    <p:sldId id="375" r:id="rId34"/>
    <p:sldId id="2147376225" r:id="rId35"/>
    <p:sldId id="2147376226" r:id="rId36"/>
  </p:sldIdLst>
  <p:sldSz cx="12192000" cy="6858000"/>
  <p:notesSz cx="6797675" cy="9926638"/>
  <p:custDataLst>
    <p:tags r:id="rId39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ing" id="{310A5F1A-0976-42F7-BDDC-465CDDD9AA6D}">
          <p14:sldIdLst>
            <p14:sldId id="396"/>
            <p14:sldId id="305"/>
            <p14:sldId id="2147376251"/>
            <p14:sldId id="2147376242"/>
            <p14:sldId id="2147376255"/>
            <p14:sldId id="2147376252"/>
            <p14:sldId id="2147376257"/>
            <p14:sldId id="2147376241"/>
            <p14:sldId id="2147376248"/>
            <p14:sldId id="281"/>
            <p14:sldId id="2147376249"/>
            <p14:sldId id="2147376250"/>
            <p14:sldId id="284"/>
            <p14:sldId id="285"/>
            <p14:sldId id="287"/>
            <p14:sldId id="290"/>
            <p14:sldId id="282"/>
            <p14:sldId id="288"/>
            <p14:sldId id="289"/>
            <p14:sldId id="2147376244"/>
            <p14:sldId id="2147376247"/>
            <p14:sldId id="2147376236"/>
            <p14:sldId id="2147376258"/>
            <p14:sldId id="2147376237"/>
            <p14:sldId id="2147376231"/>
            <p14:sldId id="310"/>
            <p14:sldId id="2147376245"/>
            <p14:sldId id="2147376239"/>
            <p14:sldId id="2147376240"/>
            <p14:sldId id="378"/>
            <p14:sldId id="379"/>
            <p14:sldId id="375"/>
            <p14:sldId id="2147376225"/>
            <p14:sldId id="21473762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Schmalzing" initials="DS" lastIdx="1" clrIdx="0">
    <p:extLst>
      <p:ext uri="{19B8F6BF-5375-455C-9EA6-DF929625EA0E}">
        <p15:presenceInfo xmlns:p15="http://schemas.microsoft.com/office/powerpoint/2012/main" userId="David Schmalz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FFFFFF"/>
    <a:srgbClr val="CC001E"/>
    <a:srgbClr val="009999"/>
    <a:srgbClr val="071ECC"/>
    <a:srgbClr val="1E07CC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29EF90-D766-4FCC-8062-21DAA3F2F5DE}" v="17" dt="2024-01-18T21:27:04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2" autoAdjust="0"/>
    <p:restoredTop sz="92645" autoAdjust="0"/>
  </p:normalViewPr>
  <p:slideViewPr>
    <p:cSldViewPr snapToGrid="0">
      <p:cViewPr varScale="1">
        <p:scale>
          <a:sx n="119" d="100"/>
          <a:sy n="119" d="100"/>
        </p:scale>
        <p:origin x="16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252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gs" Target="tags/tag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te Heithoff" userId="92960225c14ac204" providerId="LiveId" clId="{2429EF90-D766-4FCC-8062-21DAA3F2F5DE}"/>
    <pc:docChg chg="undo custSel addSld delSld modSld modSection">
      <pc:chgData name="Malte Heithoff" userId="92960225c14ac204" providerId="LiveId" clId="{2429EF90-D766-4FCC-8062-21DAA3F2F5DE}" dt="2024-01-18T21:50:18.368" v="1520"/>
      <pc:docMkLst>
        <pc:docMk/>
      </pc:docMkLst>
      <pc:sldChg chg="add">
        <pc:chgData name="Malte Heithoff" userId="92960225c14ac204" providerId="LiveId" clId="{2429EF90-D766-4FCC-8062-21DAA3F2F5DE}" dt="2024-01-18T16:40:10.624" v="386"/>
        <pc:sldMkLst>
          <pc:docMk/>
          <pc:sldMk cId="16724385" sldId="281"/>
        </pc:sldMkLst>
      </pc:sldChg>
      <pc:sldChg chg="add del">
        <pc:chgData name="Malte Heithoff" userId="92960225c14ac204" providerId="LiveId" clId="{2429EF90-D766-4FCC-8062-21DAA3F2F5DE}" dt="2024-01-18T16:40:08.901" v="385" actId="2696"/>
        <pc:sldMkLst>
          <pc:docMk/>
          <pc:sldMk cId="3730269555" sldId="281"/>
        </pc:sldMkLst>
      </pc:sldChg>
      <pc:sldChg chg="modSp add mod">
        <pc:chgData name="Malte Heithoff" userId="92960225c14ac204" providerId="LiveId" clId="{2429EF90-D766-4FCC-8062-21DAA3F2F5DE}" dt="2024-01-18T21:50:06.970" v="1512"/>
        <pc:sldMkLst>
          <pc:docMk/>
          <pc:sldMk cId="704160793" sldId="282"/>
        </pc:sldMkLst>
        <pc:spChg chg="mod">
          <ac:chgData name="Malte Heithoff" userId="92960225c14ac204" providerId="LiveId" clId="{2429EF90-D766-4FCC-8062-21DAA3F2F5DE}" dt="2024-01-18T16:47:10.555" v="912" actId="20577"/>
          <ac:spMkLst>
            <pc:docMk/>
            <pc:sldMk cId="704160793" sldId="282"/>
            <ac:spMk id="3" creationId="{65D4DAFC-9515-42DB-8509-9110B3158842}"/>
          </ac:spMkLst>
        </pc:spChg>
        <pc:spChg chg="mod">
          <ac:chgData name="Malte Heithoff" userId="92960225c14ac204" providerId="LiveId" clId="{2429EF90-D766-4FCC-8062-21DAA3F2F5DE}" dt="2024-01-18T21:50:06.346" v="1511"/>
          <ac:spMkLst>
            <pc:docMk/>
            <pc:sldMk cId="704160793" sldId="282"/>
            <ac:spMk id="56" creationId="{D4857F7E-3582-224C-A42B-E84ECA9D5E8C}"/>
          </ac:spMkLst>
        </pc:spChg>
        <pc:spChg chg="mod">
          <ac:chgData name="Malte Heithoff" userId="92960225c14ac204" providerId="LiveId" clId="{2429EF90-D766-4FCC-8062-21DAA3F2F5DE}" dt="2024-01-18T21:50:06.970" v="1512"/>
          <ac:spMkLst>
            <pc:docMk/>
            <pc:sldMk cId="704160793" sldId="282"/>
            <ac:spMk id="57" creationId="{483CD332-FBAD-3056-CD3A-55664C4CD565}"/>
          </ac:spMkLst>
        </pc:spChg>
      </pc:sldChg>
      <pc:sldChg chg="modSp add mod">
        <pc:chgData name="Malte Heithoff" userId="92960225c14ac204" providerId="LiveId" clId="{2429EF90-D766-4FCC-8062-21DAA3F2F5DE}" dt="2024-01-18T21:49:58.641" v="1504"/>
        <pc:sldMkLst>
          <pc:docMk/>
          <pc:sldMk cId="3354873879" sldId="284"/>
        </pc:sldMkLst>
        <pc:spChg chg="mod">
          <ac:chgData name="Malte Heithoff" userId="92960225c14ac204" providerId="LiveId" clId="{2429EF90-D766-4FCC-8062-21DAA3F2F5DE}" dt="2024-01-18T16:45:03.138" v="758" actId="20577"/>
          <ac:spMkLst>
            <pc:docMk/>
            <pc:sldMk cId="3354873879" sldId="284"/>
            <ac:spMk id="3" creationId="{4B272F56-17AC-C117-D06B-48EA9A9F71F8}"/>
          </ac:spMkLst>
        </pc:spChg>
        <pc:spChg chg="mod">
          <ac:chgData name="Malte Heithoff" userId="92960225c14ac204" providerId="LiveId" clId="{2429EF90-D766-4FCC-8062-21DAA3F2F5DE}" dt="2024-01-18T21:49:57.932" v="1503"/>
          <ac:spMkLst>
            <pc:docMk/>
            <pc:sldMk cId="3354873879" sldId="284"/>
            <ac:spMk id="109" creationId="{EFBAE506-71E4-F130-F2FF-CD9C2C7D25DA}"/>
          </ac:spMkLst>
        </pc:spChg>
        <pc:spChg chg="mod">
          <ac:chgData name="Malte Heithoff" userId="92960225c14ac204" providerId="LiveId" clId="{2429EF90-D766-4FCC-8062-21DAA3F2F5DE}" dt="2024-01-18T21:49:58.641" v="1504"/>
          <ac:spMkLst>
            <pc:docMk/>
            <pc:sldMk cId="3354873879" sldId="284"/>
            <ac:spMk id="110" creationId="{204E0A05-7FD7-629C-A96D-6EEAF7DBD313}"/>
          </ac:spMkLst>
        </pc:spChg>
      </pc:sldChg>
      <pc:sldChg chg="modSp add del mod">
        <pc:chgData name="Malte Heithoff" userId="92960225c14ac204" providerId="LiveId" clId="{2429EF90-D766-4FCC-8062-21DAA3F2F5DE}" dt="2024-01-18T21:50:01.376" v="1506"/>
        <pc:sldMkLst>
          <pc:docMk/>
          <pc:sldMk cId="3582229333" sldId="285"/>
        </pc:sldMkLst>
        <pc:spChg chg="mod">
          <ac:chgData name="Malte Heithoff" userId="92960225c14ac204" providerId="LiveId" clId="{2429EF90-D766-4FCC-8062-21DAA3F2F5DE}" dt="2024-01-18T16:45:48.705" v="808" actId="20577"/>
          <ac:spMkLst>
            <pc:docMk/>
            <pc:sldMk cId="3582229333" sldId="285"/>
            <ac:spMk id="3" creationId="{C51E4636-4869-B6F1-1066-8FAB5D1819C2}"/>
          </ac:spMkLst>
        </pc:spChg>
        <pc:spChg chg="mod">
          <ac:chgData name="Malte Heithoff" userId="92960225c14ac204" providerId="LiveId" clId="{2429EF90-D766-4FCC-8062-21DAA3F2F5DE}" dt="2024-01-18T21:50:00.607" v="1505"/>
          <ac:spMkLst>
            <pc:docMk/>
            <pc:sldMk cId="3582229333" sldId="285"/>
            <ac:spMk id="115" creationId="{6F17CA0C-E088-0836-7C52-14645C2AF72F}"/>
          </ac:spMkLst>
        </pc:spChg>
        <pc:spChg chg="mod">
          <ac:chgData name="Malte Heithoff" userId="92960225c14ac204" providerId="LiveId" clId="{2429EF90-D766-4FCC-8062-21DAA3F2F5DE}" dt="2024-01-18T21:50:01.376" v="1506"/>
          <ac:spMkLst>
            <pc:docMk/>
            <pc:sldMk cId="3582229333" sldId="285"/>
            <ac:spMk id="116" creationId="{B08A2115-2D2F-6473-E3CF-064C31011620}"/>
          </ac:spMkLst>
        </pc:spChg>
      </pc:sldChg>
      <pc:sldChg chg="modSp add mod">
        <pc:chgData name="Malte Heithoff" userId="92960225c14ac204" providerId="LiveId" clId="{2429EF90-D766-4FCC-8062-21DAA3F2F5DE}" dt="2024-01-18T21:50:03.320" v="1508"/>
        <pc:sldMkLst>
          <pc:docMk/>
          <pc:sldMk cId="2049283285" sldId="287"/>
        </pc:sldMkLst>
        <pc:spChg chg="mod">
          <ac:chgData name="Malte Heithoff" userId="92960225c14ac204" providerId="LiveId" clId="{2429EF90-D766-4FCC-8062-21DAA3F2F5DE}" dt="2024-01-18T16:46:16.076" v="838" actId="20577"/>
          <ac:spMkLst>
            <pc:docMk/>
            <pc:sldMk cId="2049283285" sldId="287"/>
            <ac:spMk id="3" creationId="{C51E4636-4869-B6F1-1066-8FAB5D1819C2}"/>
          </ac:spMkLst>
        </pc:spChg>
        <pc:spChg chg="mod">
          <ac:chgData name="Malte Heithoff" userId="92960225c14ac204" providerId="LiveId" clId="{2429EF90-D766-4FCC-8062-21DAA3F2F5DE}" dt="2024-01-18T21:50:02.661" v="1507"/>
          <ac:spMkLst>
            <pc:docMk/>
            <pc:sldMk cId="2049283285" sldId="287"/>
            <ac:spMk id="45" creationId="{3A44B988-685E-F06C-E88A-773D988329C1}"/>
          </ac:spMkLst>
        </pc:spChg>
        <pc:spChg chg="mod">
          <ac:chgData name="Malte Heithoff" userId="92960225c14ac204" providerId="LiveId" clId="{2429EF90-D766-4FCC-8062-21DAA3F2F5DE}" dt="2024-01-18T21:50:03.320" v="1508"/>
          <ac:spMkLst>
            <pc:docMk/>
            <pc:sldMk cId="2049283285" sldId="287"/>
            <ac:spMk id="46" creationId="{06E14DBA-5C82-A190-7705-A1F676B142F2}"/>
          </ac:spMkLst>
        </pc:spChg>
      </pc:sldChg>
      <pc:sldChg chg="modSp add mod">
        <pc:chgData name="Malte Heithoff" userId="92960225c14ac204" providerId="LiveId" clId="{2429EF90-D766-4FCC-8062-21DAA3F2F5DE}" dt="2024-01-18T21:50:08.842" v="1514"/>
        <pc:sldMkLst>
          <pc:docMk/>
          <pc:sldMk cId="989824294" sldId="288"/>
        </pc:sldMkLst>
        <pc:spChg chg="mod">
          <ac:chgData name="Malte Heithoff" userId="92960225c14ac204" providerId="LiveId" clId="{2429EF90-D766-4FCC-8062-21DAA3F2F5DE}" dt="2024-01-18T16:47:47.902" v="968" actId="20577"/>
          <ac:spMkLst>
            <pc:docMk/>
            <pc:sldMk cId="989824294" sldId="288"/>
            <ac:spMk id="3" creationId="{65D4DAFC-9515-42DB-8509-9110B3158842}"/>
          </ac:spMkLst>
        </pc:spChg>
        <pc:spChg chg="mod">
          <ac:chgData name="Malte Heithoff" userId="92960225c14ac204" providerId="LiveId" clId="{2429EF90-D766-4FCC-8062-21DAA3F2F5DE}" dt="2024-01-18T21:50:08.301" v="1513"/>
          <ac:spMkLst>
            <pc:docMk/>
            <pc:sldMk cId="989824294" sldId="288"/>
            <ac:spMk id="61" creationId="{9BA659C8-DE1F-DDB0-C72F-3145D71F6DEC}"/>
          </ac:spMkLst>
        </pc:spChg>
        <pc:spChg chg="mod">
          <ac:chgData name="Malte Heithoff" userId="92960225c14ac204" providerId="LiveId" clId="{2429EF90-D766-4FCC-8062-21DAA3F2F5DE}" dt="2024-01-18T21:50:08.842" v="1514"/>
          <ac:spMkLst>
            <pc:docMk/>
            <pc:sldMk cId="989824294" sldId="288"/>
            <ac:spMk id="64" creationId="{5D299D57-A5D4-9578-19DB-EDD01D390F3C}"/>
          </ac:spMkLst>
        </pc:spChg>
      </pc:sldChg>
      <pc:sldChg chg="modSp add mod">
        <pc:chgData name="Malte Heithoff" userId="92960225c14ac204" providerId="LiveId" clId="{2429EF90-D766-4FCC-8062-21DAA3F2F5DE}" dt="2024-01-18T21:50:10.836" v="1516"/>
        <pc:sldMkLst>
          <pc:docMk/>
          <pc:sldMk cId="608610879" sldId="289"/>
        </pc:sldMkLst>
        <pc:spChg chg="mod">
          <ac:chgData name="Malte Heithoff" userId="92960225c14ac204" providerId="LiveId" clId="{2429EF90-D766-4FCC-8062-21DAA3F2F5DE}" dt="2024-01-18T16:49:20.215" v="1024" actId="20577"/>
          <ac:spMkLst>
            <pc:docMk/>
            <pc:sldMk cId="608610879" sldId="289"/>
            <ac:spMk id="3" creationId="{65D4DAFC-9515-42DB-8509-9110B3158842}"/>
          </ac:spMkLst>
        </pc:spChg>
        <pc:spChg chg="mod">
          <ac:chgData name="Malte Heithoff" userId="92960225c14ac204" providerId="LiveId" clId="{2429EF90-D766-4FCC-8062-21DAA3F2F5DE}" dt="2024-01-18T21:50:10.052" v="1515"/>
          <ac:spMkLst>
            <pc:docMk/>
            <pc:sldMk cId="608610879" sldId="289"/>
            <ac:spMk id="34" creationId="{F85BAF63-2EF3-07C6-C1C2-378B617A7D45}"/>
          </ac:spMkLst>
        </pc:spChg>
        <pc:spChg chg="mod">
          <ac:chgData name="Malte Heithoff" userId="92960225c14ac204" providerId="LiveId" clId="{2429EF90-D766-4FCC-8062-21DAA3F2F5DE}" dt="2024-01-18T21:50:10.836" v="1516"/>
          <ac:spMkLst>
            <pc:docMk/>
            <pc:sldMk cId="608610879" sldId="289"/>
            <ac:spMk id="35" creationId="{B19AD6B5-410A-0E94-65B5-60482AD6C531}"/>
          </ac:spMkLst>
        </pc:spChg>
      </pc:sldChg>
      <pc:sldChg chg="modSp add mod">
        <pc:chgData name="Malte Heithoff" userId="92960225c14ac204" providerId="LiveId" clId="{2429EF90-D766-4FCC-8062-21DAA3F2F5DE}" dt="2024-01-18T21:50:05.163" v="1510"/>
        <pc:sldMkLst>
          <pc:docMk/>
          <pc:sldMk cId="1778707906" sldId="290"/>
        </pc:sldMkLst>
        <pc:spChg chg="mod">
          <ac:chgData name="Malte Heithoff" userId="92960225c14ac204" providerId="LiveId" clId="{2429EF90-D766-4FCC-8062-21DAA3F2F5DE}" dt="2024-01-18T16:47:32.630" v="935" actId="20577"/>
          <ac:spMkLst>
            <pc:docMk/>
            <pc:sldMk cId="1778707906" sldId="290"/>
            <ac:spMk id="3" creationId="{65D4DAFC-9515-42DB-8509-9110B3158842}"/>
          </ac:spMkLst>
        </pc:spChg>
        <pc:spChg chg="mod">
          <ac:chgData name="Malte Heithoff" userId="92960225c14ac204" providerId="LiveId" clId="{2429EF90-D766-4FCC-8062-21DAA3F2F5DE}" dt="2024-01-18T21:50:04.540" v="1509"/>
          <ac:spMkLst>
            <pc:docMk/>
            <pc:sldMk cId="1778707906" sldId="290"/>
            <ac:spMk id="64" creationId="{954A10F3-242D-D8C4-4C46-2CA5BD49680A}"/>
          </ac:spMkLst>
        </pc:spChg>
        <pc:spChg chg="mod">
          <ac:chgData name="Malte Heithoff" userId="92960225c14ac204" providerId="LiveId" clId="{2429EF90-D766-4FCC-8062-21DAA3F2F5DE}" dt="2024-01-18T21:50:05.163" v="1510"/>
          <ac:spMkLst>
            <pc:docMk/>
            <pc:sldMk cId="1778707906" sldId="290"/>
            <ac:spMk id="65" creationId="{8669A803-076A-8486-A9BD-DE80FC565227}"/>
          </ac:spMkLst>
        </pc:spChg>
      </pc:sldChg>
      <pc:sldChg chg="modSp mod">
        <pc:chgData name="Malte Heithoff" userId="92960225c14ac204" providerId="LiveId" clId="{2429EF90-D766-4FCC-8062-21DAA3F2F5DE}" dt="2024-01-18T21:29:30.648" v="1490" actId="20577"/>
        <pc:sldMkLst>
          <pc:docMk/>
          <pc:sldMk cId="1658125488" sldId="305"/>
        </pc:sldMkLst>
        <pc:spChg chg="mod">
          <ac:chgData name="Malte Heithoff" userId="92960225c14ac204" providerId="LiveId" clId="{2429EF90-D766-4FCC-8062-21DAA3F2F5DE}" dt="2024-01-18T21:29:30.648" v="1490" actId="20577"/>
          <ac:spMkLst>
            <pc:docMk/>
            <pc:sldMk cId="1658125488" sldId="305"/>
            <ac:spMk id="4" creationId="{33C43F92-72E7-5C19-A418-EAE1A0DB5BAE}"/>
          </ac:spMkLst>
        </pc:spChg>
      </pc:sldChg>
      <pc:sldChg chg="add">
        <pc:chgData name="Malte Heithoff" userId="92960225c14ac204" providerId="LiveId" clId="{2429EF90-D766-4FCC-8062-21DAA3F2F5DE}" dt="2024-01-18T13:03:30.362" v="5"/>
        <pc:sldMkLst>
          <pc:docMk/>
          <pc:sldMk cId="745184338" sldId="310"/>
        </pc:sldMkLst>
      </pc:sldChg>
      <pc:sldChg chg="del">
        <pc:chgData name="Malte Heithoff" userId="92960225c14ac204" providerId="LiveId" clId="{2429EF90-D766-4FCC-8062-21DAA3F2F5DE}" dt="2024-01-18T13:03:27.411" v="4" actId="2696"/>
        <pc:sldMkLst>
          <pc:docMk/>
          <pc:sldMk cId="1107447613" sldId="310"/>
        </pc:sldMkLst>
      </pc:sldChg>
      <pc:sldChg chg="del">
        <pc:chgData name="Malte Heithoff" userId="92960225c14ac204" providerId="LiveId" clId="{2429EF90-D766-4FCC-8062-21DAA3F2F5DE}" dt="2024-01-18T16:24:50.287" v="8" actId="2696"/>
        <pc:sldMkLst>
          <pc:docMk/>
          <pc:sldMk cId="38736551" sldId="375"/>
        </pc:sldMkLst>
      </pc:sldChg>
      <pc:sldChg chg="add">
        <pc:chgData name="Malte Heithoff" userId="92960225c14ac204" providerId="LiveId" clId="{2429EF90-D766-4FCC-8062-21DAA3F2F5DE}" dt="2024-01-18T16:24:52.076" v="9"/>
        <pc:sldMkLst>
          <pc:docMk/>
          <pc:sldMk cId="1172476044" sldId="375"/>
        </pc:sldMkLst>
      </pc:sldChg>
      <pc:sldChg chg="add">
        <pc:chgData name="Malte Heithoff" userId="92960225c14ac204" providerId="LiveId" clId="{2429EF90-D766-4FCC-8062-21DAA3F2F5DE}" dt="2024-01-18T16:24:52.076" v="9"/>
        <pc:sldMkLst>
          <pc:docMk/>
          <pc:sldMk cId="2338569663" sldId="378"/>
        </pc:sldMkLst>
      </pc:sldChg>
      <pc:sldChg chg="del">
        <pc:chgData name="Malte Heithoff" userId="92960225c14ac204" providerId="LiveId" clId="{2429EF90-D766-4FCC-8062-21DAA3F2F5DE}" dt="2024-01-18T16:24:50.287" v="8" actId="2696"/>
        <pc:sldMkLst>
          <pc:docMk/>
          <pc:sldMk cId="3875173637" sldId="378"/>
        </pc:sldMkLst>
      </pc:sldChg>
      <pc:sldChg chg="del">
        <pc:chgData name="Malte Heithoff" userId="92960225c14ac204" providerId="LiveId" clId="{2429EF90-D766-4FCC-8062-21DAA3F2F5DE}" dt="2024-01-18T16:24:50.287" v="8" actId="2696"/>
        <pc:sldMkLst>
          <pc:docMk/>
          <pc:sldMk cId="2399171705" sldId="379"/>
        </pc:sldMkLst>
      </pc:sldChg>
      <pc:sldChg chg="add">
        <pc:chgData name="Malte Heithoff" userId="92960225c14ac204" providerId="LiveId" clId="{2429EF90-D766-4FCC-8062-21DAA3F2F5DE}" dt="2024-01-18T16:24:52.076" v="9"/>
        <pc:sldMkLst>
          <pc:docMk/>
          <pc:sldMk cId="2622845099" sldId="379"/>
        </pc:sldMkLst>
      </pc:sldChg>
      <pc:sldChg chg="del">
        <pc:chgData name="Malte Heithoff" userId="92960225c14ac204" providerId="LiveId" clId="{2429EF90-D766-4FCC-8062-21DAA3F2F5DE}" dt="2024-01-18T16:24:50.287" v="8" actId="2696"/>
        <pc:sldMkLst>
          <pc:docMk/>
          <pc:sldMk cId="288858377" sldId="2147376225"/>
        </pc:sldMkLst>
      </pc:sldChg>
      <pc:sldChg chg="add">
        <pc:chgData name="Malte Heithoff" userId="92960225c14ac204" providerId="LiveId" clId="{2429EF90-D766-4FCC-8062-21DAA3F2F5DE}" dt="2024-01-18T16:24:52.076" v="9"/>
        <pc:sldMkLst>
          <pc:docMk/>
          <pc:sldMk cId="2149080164" sldId="2147376225"/>
        </pc:sldMkLst>
      </pc:sldChg>
      <pc:sldChg chg="del">
        <pc:chgData name="Malte Heithoff" userId="92960225c14ac204" providerId="LiveId" clId="{2429EF90-D766-4FCC-8062-21DAA3F2F5DE}" dt="2024-01-18T16:24:50.287" v="8" actId="2696"/>
        <pc:sldMkLst>
          <pc:docMk/>
          <pc:sldMk cId="687567106" sldId="2147376226"/>
        </pc:sldMkLst>
      </pc:sldChg>
      <pc:sldChg chg="add">
        <pc:chgData name="Malte Heithoff" userId="92960225c14ac204" providerId="LiveId" clId="{2429EF90-D766-4FCC-8062-21DAA3F2F5DE}" dt="2024-01-18T16:24:52.076" v="9"/>
        <pc:sldMkLst>
          <pc:docMk/>
          <pc:sldMk cId="3432452010" sldId="2147376226"/>
        </pc:sldMkLst>
      </pc:sldChg>
      <pc:sldChg chg="del">
        <pc:chgData name="Malte Heithoff" userId="92960225c14ac204" providerId="LiveId" clId="{2429EF90-D766-4FCC-8062-21DAA3F2F5DE}" dt="2024-01-18T16:24:34.969" v="6" actId="2696"/>
        <pc:sldMkLst>
          <pc:docMk/>
          <pc:sldMk cId="1102222037" sldId="2147376231"/>
        </pc:sldMkLst>
      </pc:sldChg>
      <pc:sldChg chg="add">
        <pc:chgData name="Malte Heithoff" userId="92960225c14ac204" providerId="LiveId" clId="{2429EF90-D766-4FCC-8062-21DAA3F2F5DE}" dt="2024-01-18T16:24:39.625" v="7"/>
        <pc:sldMkLst>
          <pc:docMk/>
          <pc:sldMk cId="3860713907" sldId="2147376231"/>
        </pc:sldMkLst>
      </pc:sldChg>
      <pc:sldChg chg="modSp add mod">
        <pc:chgData name="Malte Heithoff" userId="92960225c14ac204" providerId="LiveId" clId="{2429EF90-D766-4FCC-8062-21DAA3F2F5DE}" dt="2024-01-18T21:50:16.228" v="1518"/>
        <pc:sldMkLst>
          <pc:docMk/>
          <pc:sldMk cId="1768570713" sldId="2147376236"/>
        </pc:sldMkLst>
        <pc:spChg chg="mod">
          <ac:chgData name="Malte Heithoff" userId="92960225c14ac204" providerId="LiveId" clId="{2429EF90-D766-4FCC-8062-21DAA3F2F5DE}" dt="2024-01-18T16:50:39.369" v="1035" actId="6549"/>
          <ac:spMkLst>
            <pc:docMk/>
            <pc:sldMk cId="1768570713" sldId="2147376236"/>
            <ac:spMk id="14" creationId="{0BBFAED8-E268-7CC9-C076-09887EFB89EE}"/>
          </ac:spMkLst>
        </pc:spChg>
        <pc:spChg chg="mod">
          <ac:chgData name="Malte Heithoff" userId="92960225c14ac204" providerId="LiveId" clId="{2429EF90-D766-4FCC-8062-21DAA3F2F5DE}" dt="2024-01-18T21:50:15.695" v="1517"/>
          <ac:spMkLst>
            <pc:docMk/>
            <pc:sldMk cId="1768570713" sldId="2147376236"/>
            <ac:spMk id="20" creationId="{0E6FA59B-1FBA-40C3-B74E-688161A23EA8}"/>
          </ac:spMkLst>
        </pc:spChg>
        <pc:spChg chg="mod">
          <ac:chgData name="Malte Heithoff" userId="92960225c14ac204" providerId="LiveId" clId="{2429EF90-D766-4FCC-8062-21DAA3F2F5DE}" dt="2024-01-18T21:50:16.228" v="1518"/>
          <ac:spMkLst>
            <pc:docMk/>
            <pc:sldMk cId="1768570713" sldId="2147376236"/>
            <ac:spMk id="23" creationId="{FA3868F2-68A9-8175-ACA9-B0F910A881EF}"/>
          </ac:spMkLst>
        </pc:spChg>
      </pc:sldChg>
      <pc:sldChg chg="del">
        <pc:chgData name="Malte Heithoff" userId="92960225c14ac204" providerId="LiveId" clId="{2429EF90-D766-4FCC-8062-21DAA3F2F5DE}" dt="2024-01-18T13:03:17.242" v="2" actId="2696"/>
        <pc:sldMkLst>
          <pc:docMk/>
          <pc:sldMk cId="3557277754" sldId="2147376236"/>
        </pc:sldMkLst>
      </pc:sldChg>
      <pc:sldChg chg="del">
        <pc:chgData name="Malte Heithoff" userId="92960225c14ac204" providerId="LiveId" clId="{2429EF90-D766-4FCC-8062-21DAA3F2F5DE}" dt="2024-01-18T13:03:17.242" v="2" actId="2696"/>
        <pc:sldMkLst>
          <pc:docMk/>
          <pc:sldMk cId="556232215" sldId="2147376237"/>
        </pc:sldMkLst>
      </pc:sldChg>
      <pc:sldChg chg="modSp add mod">
        <pc:chgData name="Malte Heithoff" userId="92960225c14ac204" providerId="LiveId" clId="{2429EF90-D766-4FCC-8062-21DAA3F2F5DE}" dt="2024-01-18T21:50:18.368" v="1520"/>
        <pc:sldMkLst>
          <pc:docMk/>
          <pc:sldMk cId="2195882300" sldId="2147376237"/>
        </pc:sldMkLst>
        <pc:spChg chg="mod">
          <ac:chgData name="Malte Heithoff" userId="92960225c14ac204" providerId="LiveId" clId="{2429EF90-D766-4FCC-8062-21DAA3F2F5DE}" dt="2024-01-18T16:50:41.224" v="1038" actId="6549"/>
          <ac:spMkLst>
            <pc:docMk/>
            <pc:sldMk cId="2195882300" sldId="2147376237"/>
            <ac:spMk id="144" creationId="{91427A4C-96C2-CDF9-8050-6658BE127D80}"/>
          </ac:spMkLst>
        </pc:spChg>
        <pc:spChg chg="mod">
          <ac:chgData name="Malte Heithoff" userId="92960225c14ac204" providerId="LiveId" clId="{2429EF90-D766-4FCC-8062-21DAA3F2F5DE}" dt="2024-01-18T21:50:17.649" v="1519"/>
          <ac:spMkLst>
            <pc:docMk/>
            <pc:sldMk cId="2195882300" sldId="2147376237"/>
            <ac:spMk id="164" creationId="{FD433C7C-3589-D714-AA7E-4A004EFE5F64}"/>
          </ac:spMkLst>
        </pc:spChg>
        <pc:spChg chg="mod">
          <ac:chgData name="Malte Heithoff" userId="92960225c14ac204" providerId="LiveId" clId="{2429EF90-D766-4FCC-8062-21DAA3F2F5DE}" dt="2024-01-18T21:50:18.368" v="1520"/>
          <ac:spMkLst>
            <pc:docMk/>
            <pc:sldMk cId="2195882300" sldId="2147376237"/>
            <ac:spMk id="165" creationId="{B50B9B5C-50CB-5B6E-4016-EBE7913FCD9A}"/>
          </ac:spMkLst>
        </pc:spChg>
      </pc:sldChg>
      <pc:sldChg chg="del">
        <pc:chgData name="Malte Heithoff" userId="92960225c14ac204" providerId="LiveId" clId="{2429EF90-D766-4FCC-8062-21DAA3F2F5DE}" dt="2024-01-18T16:37:04.801" v="251" actId="2696"/>
        <pc:sldMkLst>
          <pc:docMk/>
          <pc:sldMk cId="3042876478" sldId="2147376239"/>
        </pc:sldMkLst>
      </pc:sldChg>
      <pc:sldChg chg="add">
        <pc:chgData name="Malte Heithoff" userId="92960225c14ac204" providerId="LiveId" clId="{2429EF90-D766-4FCC-8062-21DAA3F2F5DE}" dt="2024-01-18T16:37:06.869" v="252"/>
        <pc:sldMkLst>
          <pc:docMk/>
          <pc:sldMk cId="4163869063" sldId="2147376239"/>
        </pc:sldMkLst>
      </pc:sldChg>
      <pc:sldChg chg="add">
        <pc:chgData name="Malte Heithoff" userId="92960225c14ac204" providerId="LiveId" clId="{2429EF90-D766-4FCC-8062-21DAA3F2F5DE}" dt="2024-01-18T16:37:06.869" v="252"/>
        <pc:sldMkLst>
          <pc:docMk/>
          <pc:sldMk cId="1788187970" sldId="2147376240"/>
        </pc:sldMkLst>
      </pc:sldChg>
      <pc:sldChg chg="del">
        <pc:chgData name="Malte Heithoff" userId="92960225c14ac204" providerId="LiveId" clId="{2429EF90-D766-4FCC-8062-21DAA3F2F5DE}" dt="2024-01-18T16:37:04.801" v="251" actId="2696"/>
        <pc:sldMkLst>
          <pc:docMk/>
          <pc:sldMk cId="2496660636" sldId="2147376240"/>
        </pc:sldMkLst>
      </pc:sldChg>
      <pc:sldChg chg="modSp mod">
        <pc:chgData name="Malte Heithoff" userId="92960225c14ac204" providerId="LiveId" clId="{2429EF90-D766-4FCC-8062-21DAA3F2F5DE}" dt="2024-01-18T21:49:52.229" v="1502"/>
        <pc:sldMkLst>
          <pc:docMk/>
          <pc:sldMk cId="1277834785" sldId="2147376241"/>
        </pc:sldMkLst>
        <pc:spChg chg="mod">
          <ac:chgData name="Malte Heithoff" userId="92960225c14ac204" providerId="LiveId" clId="{2429EF90-D766-4FCC-8062-21DAA3F2F5DE}" dt="2024-01-18T16:51:00.557" v="1041" actId="20577"/>
          <ac:spMkLst>
            <pc:docMk/>
            <pc:sldMk cId="1277834785" sldId="2147376241"/>
            <ac:spMk id="3" creationId="{F2472BEB-1624-80A2-0806-D1BFE12760F5}"/>
          </ac:spMkLst>
        </pc:spChg>
        <pc:spChg chg="mod">
          <ac:chgData name="Malte Heithoff" userId="92960225c14ac204" providerId="LiveId" clId="{2429EF90-D766-4FCC-8062-21DAA3F2F5DE}" dt="2024-01-18T21:25:58.233" v="1456" actId="20577"/>
          <ac:spMkLst>
            <pc:docMk/>
            <pc:sldMk cId="1277834785" sldId="2147376241"/>
            <ac:spMk id="4" creationId="{4849778A-8294-48E6-7184-A569295144E9}"/>
          </ac:spMkLst>
        </pc:spChg>
        <pc:spChg chg="mod">
          <ac:chgData name="Malte Heithoff" userId="92960225c14ac204" providerId="LiveId" clId="{2429EF90-D766-4FCC-8062-21DAA3F2F5DE}" dt="2024-01-18T21:49:51.663" v="1501"/>
          <ac:spMkLst>
            <pc:docMk/>
            <pc:sldMk cId="1277834785" sldId="2147376241"/>
            <ac:spMk id="12" creationId="{F35E53D7-3EB7-54C3-E3B0-F964633BA1C6}"/>
          </ac:spMkLst>
        </pc:spChg>
        <pc:spChg chg="mod">
          <ac:chgData name="Malte Heithoff" userId="92960225c14ac204" providerId="LiveId" clId="{2429EF90-D766-4FCC-8062-21DAA3F2F5DE}" dt="2024-01-18T21:49:52.229" v="1502"/>
          <ac:spMkLst>
            <pc:docMk/>
            <pc:sldMk cId="1277834785" sldId="2147376241"/>
            <ac:spMk id="26" creationId="{D21334AF-956C-4983-93FD-0CAE7C37FFA5}"/>
          </ac:spMkLst>
        </pc:spChg>
      </pc:sldChg>
      <pc:sldChg chg="modSp mod">
        <pc:chgData name="Malte Heithoff" userId="92960225c14ac204" providerId="LiveId" clId="{2429EF90-D766-4FCC-8062-21DAA3F2F5DE}" dt="2024-01-18T21:49:49.459" v="1500"/>
        <pc:sldMkLst>
          <pc:docMk/>
          <pc:sldMk cId="1564369664" sldId="2147376242"/>
        </pc:sldMkLst>
        <pc:spChg chg="mod">
          <ac:chgData name="Malte Heithoff" userId="92960225c14ac204" providerId="LiveId" clId="{2429EF90-D766-4FCC-8062-21DAA3F2F5DE}" dt="2024-01-18T16:51:05.204" v="1042" actId="20577"/>
          <ac:spMkLst>
            <pc:docMk/>
            <pc:sldMk cId="1564369664" sldId="2147376242"/>
            <ac:spMk id="3" creationId="{F2472BEB-1624-80A2-0806-D1BFE12760F5}"/>
          </ac:spMkLst>
        </pc:spChg>
        <pc:spChg chg="mod">
          <ac:chgData name="Malte Heithoff" userId="92960225c14ac204" providerId="LiveId" clId="{2429EF90-D766-4FCC-8062-21DAA3F2F5DE}" dt="2024-01-18T16:56:38.651" v="1205" actId="5793"/>
          <ac:spMkLst>
            <pc:docMk/>
            <pc:sldMk cId="1564369664" sldId="2147376242"/>
            <ac:spMk id="5" creationId="{89ECDBD6-824D-5B6E-472C-B1A0051378B3}"/>
          </ac:spMkLst>
        </pc:spChg>
        <pc:spChg chg="mod">
          <ac:chgData name="Malte Heithoff" userId="92960225c14ac204" providerId="LiveId" clId="{2429EF90-D766-4FCC-8062-21DAA3F2F5DE}" dt="2024-01-18T16:35:59.803" v="249" actId="20577"/>
          <ac:spMkLst>
            <pc:docMk/>
            <pc:sldMk cId="1564369664" sldId="2147376242"/>
            <ac:spMk id="8" creationId="{90A96CA0-1796-32A3-10A2-D7DD5DFD92B3}"/>
          </ac:spMkLst>
        </pc:spChg>
        <pc:spChg chg="mod">
          <ac:chgData name="Malte Heithoff" userId="92960225c14ac204" providerId="LiveId" clId="{2429EF90-D766-4FCC-8062-21DAA3F2F5DE}" dt="2024-01-18T21:49:48.834" v="1499"/>
          <ac:spMkLst>
            <pc:docMk/>
            <pc:sldMk cId="1564369664" sldId="2147376242"/>
            <ac:spMk id="24" creationId="{FD6E5130-53ED-8B4F-1BB8-4DB7E480349E}"/>
          </ac:spMkLst>
        </pc:spChg>
        <pc:spChg chg="mod">
          <ac:chgData name="Malte Heithoff" userId="92960225c14ac204" providerId="LiveId" clId="{2429EF90-D766-4FCC-8062-21DAA3F2F5DE}" dt="2024-01-18T21:49:49.459" v="1500"/>
          <ac:spMkLst>
            <pc:docMk/>
            <pc:sldMk cId="1564369664" sldId="2147376242"/>
            <ac:spMk id="25" creationId="{09D2E8AA-A15C-577A-B62E-4A058116DE14}"/>
          </ac:spMkLst>
        </pc:spChg>
        <pc:spChg chg="mod">
          <ac:chgData name="Malte Heithoff" userId="92960225c14ac204" providerId="LiveId" clId="{2429EF90-D766-4FCC-8062-21DAA3F2F5DE}" dt="2024-01-18T16:50:04.424" v="1029" actId="6549"/>
          <ac:spMkLst>
            <pc:docMk/>
            <pc:sldMk cId="1564369664" sldId="2147376242"/>
            <ac:spMk id="132" creationId="{7BC0D25E-54CA-85CC-FF0D-817E2ADD0ABD}"/>
          </ac:spMkLst>
        </pc:spChg>
      </pc:sldChg>
      <pc:sldChg chg="modSp mod">
        <pc:chgData name="Malte Heithoff" userId="92960225c14ac204" providerId="LiveId" clId="{2429EF90-D766-4FCC-8062-21DAA3F2F5DE}" dt="2024-01-18T21:49:45.050" v="1498" actId="20577"/>
        <pc:sldMkLst>
          <pc:docMk/>
          <pc:sldMk cId="3661780645" sldId="2147376243"/>
        </pc:sldMkLst>
        <pc:spChg chg="mod">
          <ac:chgData name="Malte Heithoff" userId="92960225c14ac204" providerId="LiveId" clId="{2429EF90-D766-4FCC-8062-21DAA3F2F5DE}" dt="2024-01-18T16:50:55.158" v="1039" actId="20577"/>
          <ac:spMkLst>
            <pc:docMk/>
            <pc:sldMk cId="3661780645" sldId="2147376243"/>
            <ac:spMk id="3" creationId="{F2472BEB-1624-80A2-0806-D1BFE12760F5}"/>
          </ac:spMkLst>
        </pc:spChg>
        <pc:spChg chg="mod">
          <ac:chgData name="Malte Heithoff" userId="92960225c14ac204" providerId="LiveId" clId="{2429EF90-D766-4FCC-8062-21DAA3F2F5DE}" dt="2024-01-18T21:25:22.729" v="1445" actId="20577"/>
          <ac:spMkLst>
            <pc:docMk/>
            <pc:sldMk cId="3661780645" sldId="2147376243"/>
            <ac:spMk id="5" creationId="{89ECDBD6-824D-5B6E-472C-B1A0051378B3}"/>
          </ac:spMkLst>
        </pc:spChg>
        <pc:spChg chg="mod">
          <ac:chgData name="Malte Heithoff" userId="92960225c14ac204" providerId="LiveId" clId="{2429EF90-D766-4FCC-8062-21DAA3F2F5DE}" dt="2024-01-18T21:49:42.531" v="1494" actId="20577"/>
          <ac:spMkLst>
            <pc:docMk/>
            <pc:sldMk cId="3661780645" sldId="2147376243"/>
            <ac:spMk id="171" creationId="{5714A1D6-0320-8A38-CCC7-6E1DB9B206EA}"/>
          </ac:spMkLst>
        </pc:spChg>
        <pc:spChg chg="mod">
          <ac:chgData name="Malte Heithoff" userId="92960225c14ac204" providerId="LiveId" clId="{2429EF90-D766-4FCC-8062-21DAA3F2F5DE}" dt="2024-01-18T21:49:45.050" v="1498" actId="20577"/>
          <ac:spMkLst>
            <pc:docMk/>
            <pc:sldMk cId="3661780645" sldId="2147376243"/>
            <ac:spMk id="172" creationId="{6E4A60AE-3176-971C-2268-9AAD9EAFED02}"/>
          </ac:spMkLst>
        </pc:spChg>
        <pc:spChg chg="mod">
          <ac:chgData name="Malte Heithoff" userId="92960225c14ac204" providerId="LiveId" clId="{2429EF90-D766-4FCC-8062-21DAA3F2F5DE}" dt="2024-01-18T16:50:08.996" v="1032" actId="6549"/>
          <ac:spMkLst>
            <pc:docMk/>
            <pc:sldMk cId="3661780645" sldId="2147376243"/>
            <ac:spMk id="223" creationId="{EF4CF1AE-0D3F-7914-09B1-71771A948BF2}"/>
          </ac:spMkLst>
        </pc:spChg>
      </pc:sldChg>
      <pc:sldChg chg="add">
        <pc:chgData name="Malte Heithoff" userId="92960225c14ac204" providerId="LiveId" clId="{2429EF90-D766-4FCC-8062-21DAA3F2F5DE}" dt="2024-01-18T16:59:47.571" v="1328"/>
        <pc:sldMkLst>
          <pc:docMk/>
          <pc:sldMk cId="1059845257" sldId="2147376244"/>
        </pc:sldMkLst>
      </pc:sldChg>
      <pc:sldChg chg="modSp del mod modShow">
        <pc:chgData name="Malte Heithoff" userId="92960225c14ac204" providerId="LiveId" clId="{2429EF90-D766-4FCC-8062-21DAA3F2F5DE}" dt="2024-01-18T16:59:44.950" v="1327" actId="2696"/>
        <pc:sldMkLst>
          <pc:docMk/>
          <pc:sldMk cId="4202127202" sldId="2147376244"/>
        </pc:sldMkLst>
        <pc:spChg chg="mod">
          <ac:chgData name="Malte Heithoff" userId="92960225c14ac204" providerId="LiveId" clId="{2429EF90-D766-4FCC-8062-21DAA3F2F5DE}" dt="2024-01-18T16:50:58.143" v="1040" actId="20577"/>
          <ac:spMkLst>
            <pc:docMk/>
            <pc:sldMk cId="4202127202" sldId="2147376244"/>
            <ac:spMk id="3" creationId="{9066F73B-7FFD-AA6B-520B-D7CE68965066}"/>
          </ac:spMkLst>
        </pc:spChg>
      </pc:sldChg>
      <pc:sldChg chg="addSp delSp modSp new mod modClrScheme chgLayout">
        <pc:chgData name="Malte Heithoff" userId="92960225c14ac204" providerId="LiveId" clId="{2429EF90-D766-4FCC-8062-21DAA3F2F5DE}" dt="2024-01-18T16:25:05.996" v="20" actId="478"/>
        <pc:sldMkLst>
          <pc:docMk/>
          <pc:sldMk cId="183152789" sldId="2147376245"/>
        </pc:sldMkLst>
        <pc:spChg chg="del">
          <ac:chgData name="Malte Heithoff" userId="92960225c14ac204" providerId="LiveId" clId="{2429EF90-D766-4FCC-8062-21DAA3F2F5DE}" dt="2024-01-18T16:25:00.995" v="11" actId="700"/>
          <ac:spMkLst>
            <pc:docMk/>
            <pc:sldMk cId="183152789" sldId="2147376245"/>
            <ac:spMk id="2" creationId="{A2AADFDD-E2E1-2CF7-D4B1-65E852E6E9AB}"/>
          </ac:spMkLst>
        </pc:spChg>
        <pc:spChg chg="del mod ord">
          <ac:chgData name="Malte Heithoff" userId="92960225c14ac204" providerId="LiveId" clId="{2429EF90-D766-4FCC-8062-21DAA3F2F5DE}" dt="2024-01-18T16:25:00.995" v="11" actId="700"/>
          <ac:spMkLst>
            <pc:docMk/>
            <pc:sldMk cId="183152789" sldId="2147376245"/>
            <ac:spMk id="3" creationId="{93A4CEFC-1AB1-FDEA-3EE7-B1006BA3CD8A}"/>
          </ac:spMkLst>
        </pc:spChg>
        <pc:spChg chg="del mod ord">
          <ac:chgData name="Malte Heithoff" userId="92960225c14ac204" providerId="LiveId" clId="{2429EF90-D766-4FCC-8062-21DAA3F2F5DE}" dt="2024-01-18T16:25:00.995" v="11" actId="700"/>
          <ac:spMkLst>
            <pc:docMk/>
            <pc:sldMk cId="183152789" sldId="2147376245"/>
            <ac:spMk id="4" creationId="{F965094E-E587-B701-990E-8DED94237292}"/>
          </ac:spMkLst>
        </pc:spChg>
        <pc:spChg chg="add mod ord">
          <ac:chgData name="Malte Heithoff" userId="92960225c14ac204" providerId="LiveId" clId="{2429EF90-D766-4FCC-8062-21DAA3F2F5DE}" dt="2024-01-18T16:25:04.318" v="19" actId="20577"/>
          <ac:spMkLst>
            <pc:docMk/>
            <pc:sldMk cId="183152789" sldId="2147376245"/>
            <ac:spMk id="5" creationId="{69BF9D21-14D3-B113-7DA4-43C50D5CEA95}"/>
          </ac:spMkLst>
        </pc:spChg>
        <pc:spChg chg="add del mod ord">
          <ac:chgData name="Malte Heithoff" userId="92960225c14ac204" providerId="LiveId" clId="{2429EF90-D766-4FCC-8062-21DAA3F2F5DE}" dt="2024-01-18T16:25:05.996" v="20" actId="478"/>
          <ac:spMkLst>
            <pc:docMk/>
            <pc:sldMk cId="183152789" sldId="2147376245"/>
            <ac:spMk id="6" creationId="{13DB3EFB-A25C-E5BD-D0C7-B2A2B00273EB}"/>
          </ac:spMkLst>
        </pc:spChg>
      </pc:sldChg>
      <pc:sldChg chg="addSp delSp modSp new del mod">
        <pc:chgData name="Malte Heithoff" userId="92960225c14ac204" providerId="LiveId" clId="{2429EF90-D766-4FCC-8062-21DAA3F2F5DE}" dt="2024-01-18T16:39:30.187" v="372" actId="47"/>
        <pc:sldMkLst>
          <pc:docMk/>
          <pc:sldMk cId="2110064574" sldId="2147376246"/>
        </pc:sldMkLst>
        <pc:spChg chg="del">
          <ac:chgData name="Malte Heithoff" userId="92960225c14ac204" providerId="LiveId" clId="{2429EF90-D766-4FCC-8062-21DAA3F2F5DE}" dt="2024-01-18T16:38:17.263" v="353" actId="478"/>
          <ac:spMkLst>
            <pc:docMk/>
            <pc:sldMk cId="2110064574" sldId="2147376246"/>
            <ac:spMk id="2" creationId="{65B5B09F-76F0-DA35-BE1A-2F369DB2FBF4}"/>
          </ac:spMkLst>
        </pc:spChg>
        <pc:spChg chg="mod">
          <ac:chgData name="Malte Heithoff" userId="92960225c14ac204" providerId="LiveId" clId="{2429EF90-D766-4FCC-8062-21DAA3F2F5DE}" dt="2024-01-18T16:37:41.847" v="285" actId="20577"/>
          <ac:spMkLst>
            <pc:docMk/>
            <pc:sldMk cId="2110064574" sldId="2147376246"/>
            <ac:spMk id="3" creationId="{ED32E566-D912-AB79-06C5-582A5352EA1F}"/>
          </ac:spMkLst>
        </pc:spChg>
        <pc:spChg chg="mod">
          <ac:chgData name="Malte Heithoff" userId="92960225c14ac204" providerId="LiveId" clId="{2429EF90-D766-4FCC-8062-21DAA3F2F5DE}" dt="2024-01-18T16:38:50.652" v="368" actId="14100"/>
          <ac:spMkLst>
            <pc:docMk/>
            <pc:sldMk cId="2110064574" sldId="2147376246"/>
            <ac:spMk id="4" creationId="{BF0C860D-6D47-E755-F79A-3E9763E5B055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5" creationId="{B3EDB7D4-6EC6-38D5-524D-E3BA078AD5CA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6" creationId="{B182C47A-C7FC-5238-DCD7-948834420F37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9" creationId="{A95D342E-8FBD-62D8-72D8-16D3C0C81E1B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10" creationId="{684708ED-FE91-90B5-0223-4E4C5FD76A1F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11" creationId="{7BA6341B-C0E3-9755-6F37-521DEDA26556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14" creationId="{940A84EC-958A-FB7F-7AF4-0BF39BF391EC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15" creationId="{AB95E18D-4B53-8647-B83C-1A65C59E5051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16" creationId="{F4591298-9D9D-14FC-989E-357A0D0FF969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22" creationId="{A0E04F49-55AA-E30F-78C4-7A17769448BF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23" creationId="{BD81BE86-ED80-58CD-F383-C17604DA2D71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24" creationId="{CF708E79-07FD-5471-5AA2-8467BE1DB58D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26" creationId="{B999C181-FC5D-A7AA-F38F-BFD2282CC1A4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27" creationId="{AFE88E9A-C005-FF3E-20AB-BB2882B9FF1F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28" creationId="{97AB9900-3686-D521-9BE8-98D2536D4CEC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29" creationId="{E1A2DC95-E112-A8DF-7A9A-F90FED65D602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30" creationId="{045EF6D2-1C55-04DC-A24A-66D998F84D2A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31" creationId="{40603F6B-731C-3A45-BC7C-621619C14319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32" creationId="{4DC64C64-CE7F-5BA5-E132-BB6ACB83F753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33" creationId="{3978798E-C154-BA6F-9727-03DFE3A32165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34" creationId="{AC49D9BE-855B-BFA1-684E-FD7379BF65AF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35" creationId="{14DB39F8-DFA1-4280-EB40-B529B7B7F67A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36" creationId="{A4613325-7689-C78F-CDDD-163AF0A01DC7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37" creationId="{C94C3D1B-A705-589A-A5E4-233ECB51F9AF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38" creationId="{58838755-E6B9-05B8-B42D-B064F9019617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41" creationId="{EB77EF43-199C-87E0-8170-FEF3DAF34711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42" creationId="{E3AFCBB7-F248-7279-CEE2-C991341A2417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43" creationId="{9BE62398-7231-D940-5D3E-C6912182AA8E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44" creationId="{F90E9B7E-E072-A9B9-D4D4-2C9C5B17C7A4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45" creationId="{FBAEF5C0-4050-2B26-2501-EDC831A2BC08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46" creationId="{7789D734-1BF2-89BA-A25A-C7C9142B5043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48" creationId="{0E13638B-5873-3A25-2C82-C31A26574FF9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49" creationId="{7AE96C0C-1B05-06DA-14CE-C87C4F0B63E0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50" creationId="{8DF4EE92-0877-D8F4-5BE1-E81D0CD4649B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51" creationId="{F6259AFE-23B1-0A73-9B91-505E1494A970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52" creationId="{ED07EF95-AB23-0DDA-4670-268706224048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53" creationId="{7A25E1EB-48CD-EC80-3687-E8D92AD733CC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54" creationId="{19D335F5-0BED-1758-F8C1-36944CCA0B5D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55" creationId="{6E0F26DE-3E62-FC28-4B18-E0FAE5A56B94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56" creationId="{9135FE1D-B4B1-998D-FAF5-ACDFD97C9F14}"/>
          </ac:spMkLst>
        </pc:spChg>
        <pc:spChg chg="add del mod">
          <ac:chgData name="Malte Heithoff" userId="92960225c14ac204" providerId="LiveId" clId="{2429EF90-D766-4FCC-8062-21DAA3F2F5DE}" dt="2024-01-18T16:38:31.068" v="358" actId="478"/>
          <ac:spMkLst>
            <pc:docMk/>
            <pc:sldMk cId="2110064574" sldId="2147376246"/>
            <ac:spMk id="57" creationId="{D85E9067-E675-0146-2A47-9EA02A535763}"/>
          </ac:spMkLst>
        </pc:spChg>
        <pc:spChg chg="add del mod">
          <ac:chgData name="Malte Heithoff" userId="92960225c14ac204" providerId="LiveId" clId="{2429EF90-D766-4FCC-8062-21DAA3F2F5DE}" dt="2024-01-18T16:38:34.334" v="359" actId="478"/>
          <ac:spMkLst>
            <pc:docMk/>
            <pc:sldMk cId="2110064574" sldId="2147376246"/>
            <ac:spMk id="58" creationId="{1BAB9FB0-4BFC-5228-8992-75289EFDB2C9}"/>
          </ac:spMkLst>
        </pc:spChg>
        <pc:spChg chg="add del mod">
          <ac:chgData name="Malte Heithoff" userId="92960225c14ac204" providerId="LiveId" clId="{2429EF90-D766-4FCC-8062-21DAA3F2F5DE}" dt="2024-01-18T16:38:43.975" v="365" actId="478"/>
          <ac:spMkLst>
            <pc:docMk/>
            <pc:sldMk cId="2110064574" sldId="2147376246"/>
            <ac:spMk id="59" creationId="{1A363AE7-FB40-596D-1B19-26A7A10AD6A4}"/>
          </ac:spMkLst>
        </pc:spChg>
        <pc:spChg chg="add del mod">
          <ac:chgData name="Malte Heithoff" userId="92960225c14ac204" providerId="LiveId" clId="{2429EF90-D766-4FCC-8062-21DAA3F2F5DE}" dt="2024-01-18T16:38:34.334" v="359" actId="478"/>
          <ac:spMkLst>
            <pc:docMk/>
            <pc:sldMk cId="2110064574" sldId="2147376246"/>
            <ac:spMk id="60" creationId="{D8CFF0FF-0DA1-5445-CA4D-F00903DFBDA0}"/>
          </ac:spMkLst>
        </pc:spChg>
        <pc:spChg chg="add del mod">
          <ac:chgData name="Malte Heithoff" userId="92960225c14ac204" providerId="LiveId" clId="{2429EF90-D766-4FCC-8062-21DAA3F2F5DE}" dt="2024-01-18T16:38:34.334" v="359" actId="478"/>
          <ac:spMkLst>
            <pc:docMk/>
            <pc:sldMk cId="2110064574" sldId="2147376246"/>
            <ac:spMk id="61" creationId="{4A76D49E-78EA-C7C4-CA2F-198032F894E6}"/>
          </ac:spMkLst>
        </pc:spChg>
        <pc:spChg chg="add del mod">
          <ac:chgData name="Malte Heithoff" userId="92960225c14ac204" providerId="LiveId" clId="{2429EF90-D766-4FCC-8062-21DAA3F2F5DE}" dt="2024-01-18T16:38:34.334" v="359" actId="478"/>
          <ac:spMkLst>
            <pc:docMk/>
            <pc:sldMk cId="2110064574" sldId="2147376246"/>
            <ac:spMk id="62" creationId="{40A555A4-1B2F-7A95-AAFB-AB453BA827F8}"/>
          </ac:spMkLst>
        </pc:spChg>
        <pc:spChg chg="add del mod">
          <ac:chgData name="Malte Heithoff" userId="92960225c14ac204" providerId="LiveId" clId="{2429EF90-D766-4FCC-8062-21DAA3F2F5DE}" dt="2024-01-18T16:38:34.334" v="359" actId="478"/>
          <ac:spMkLst>
            <pc:docMk/>
            <pc:sldMk cId="2110064574" sldId="2147376246"/>
            <ac:spMk id="63" creationId="{3BF3BFEF-555A-0B67-72D7-E1F5AF08D007}"/>
          </ac:spMkLst>
        </pc:spChg>
        <pc:spChg chg="add del mod">
          <ac:chgData name="Malte Heithoff" userId="92960225c14ac204" providerId="LiveId" clId="{2429EF90-D766-4FCC-8062-21DAA3F2F5DE}" dt="2024-01-18T16:38:42.972" v="364" actId="478"/>
          <ac:spMkLst>
            <pc:docMk/>
            <pc:sldMk cId="2110064574" sldId="2147376246"/>
            <ac:spMk id="67" creationId="{622BF9E1-74EA-13AA-5202-609BA1CE224A}"/>
          </ac:spMkLst>
        </pc:spChg>
        <pc:spChg chg="add del mod">
          <ac:chgData name="Malte Heithoff" userId="92960225c14ac204" providerId="LiveId" clId="{2429EF90-D766-4FCC-8062-21DAA3F2F5DE}" dt="2024-01-18T16:38:26.755" v="355" actId="478"/>
          <ac:spMkLst>
            <pc:docMk/>
            <pc:sldMk cId="2110064574" sldId="2147376246"/>
            <ac:spMk id="68" creationId="{88DAE503-CBDC-A441-77E7-89AD503478BE}"/>
          </ac:spMkLst>
        </pc:spChg>
        <pc:spChg chg="add del mod">
          <ac:chgData name="Malte Heithoff" userId="92960225c14ac204" providerId="LiveId" clId="{2429EF90-D766-4FCC-8062-21DAA3F2F5DE}" dt="2024-01-18T16:38:27.657" v="356" actId="478"/>
          <ac:spMkLst>
            <pc:docMk/>
            <pc:sldMk cId="2110064574" sldId="2147376246"/>
            <ac:spMk id="69" creationId="{DBF92310-E480-245A-C792-8543ADBCE1EE}"/>
          </ac:spMkLst>
        </pc:spChg>
        <pc:spChg chg="add del mod">
          <ac:chgData name="Malte Heithoff" userId="92960225c14ac204" providerId="LiveId" clId="{2429EF90-D766-4FCC-8062-21DAA3F2F5DE}" dt="2024-01-18T16:38:36.514" v="360" actId="478"/>
          <ac:spMkLst>
            <pc:docMk/>
            <pc:sldMk cId="2110064574" sldId="2147376246"/>
            <ac:spMk id="70" creationId="{35FE8FA8-AB9F-9C69-F1C5-45089C809B94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72" creationId="{A3E29936-0339-6C2B-E072-9C5D2005DB02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73" creationId="{C4B1C66B-0951-12A7-94F5-684C0612CE08}"/>
          </ac:spMkLst>
        </pc:spChg>
        <pc:spChg chg="add mod">
          <ac:chgData name="Malte Heithoff" userId="92960225c14ac204" providerId="LiveId" clId="{2429EF90-D766-4FCC-8062-21DAA3F2F5DE}" dt="2024-01-18T16:38:54.725" v="369" actId="1076"/>
          <ac:spMkLst>
            <pc:docMk/>
            <pc:sldMk cId="2110064574" sldId="2147376246"/>
            <ac:spMk id="74" creationId="{8534C023-FB46-564F-ED53-EBEF19EDA643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77" creationId="{1D2EDB80-1392-DBCA-E6E2-C859A05ABE3F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78" creationId="{567CD48D-3258-6353-94CC-08874DE824C4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80" creationId="{F2AB23B5-4F7B-CC04-FCC3-7250FE5A3138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81" creationId="{B7EB1516-9AA1-54D3-46AF-472A4D4B6D9D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82" creationId="{F2C5D95E-7E55-DF7D-5D14-F6FFFB2A5E43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83" creationId="{76EAADD4-6975-5844-D029-B66F485A5C9D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84" creationId="{C039F7C6-959E-6E71-22B5-8C2B306F0B21}"/>
          </ac:spMkLst>
        </pc:spChg>
        <pc:spChg chg="mod">
          <ac:chgData name="Malte Heithoff" userId="92960225c14ac204" providerId="LiveId" clId="{2429EF90-D766-4FCC-8062-21DAA3F2F5DE}" dt="2024-01-18T16:38:22.998" v="354"/>
          <ac:spMkLst>
            <pc:docMk/>
            <pc:sldMk cId="2110064574" sldId="2147376246"/>
            <ac:spMk id="85" creationId="{DFB70698-0ECC-0A22-DF99-291C633B0DCD}"/>
          </ac:spMkLst>
        </pc:spChg>
        <pc:spChg chg="add del mod">
          <ac:chgData name="Malte Heithoff" userId="92960225c14ac204" providerId="LiveId" clId="{2429EF90-D766-4FCC-8062-21DAA3F2F5DE}" dt="2024-01-18T16:38:42.258" v="363" actId="478"/>
          <ac:spMkLst>
            <pc:docMk/>
            <pc:sldMk cId="2110064574" sldId="2147376246"/>
            <ac:spMk id="86" creationId="{FC96D9D4-2B8A-DD04-5D5F-1328FC3086A5}"/>
          </ac:spMkLst>
        </pc:spChg>
        <pc:spChg chg="add del mod">
          <ac:chgData name="Malte Heithoff" userId="92960225c14ac204" providerId="LiveId" clId="{2429EF90-D766-4FCC-8062-21DAA3F2F5DE}" dt="2024-01-18T16:38:40.785" v="362" actId="478"/>
          <ac:spMkLst>
            <pc:docMk/>
            <pc:sldMk cId="2110064574" sldId="2147376246"/>
            <ac:spMk id="87" creationId="{347FA8CB-6764-F139-7DC1-1C4BDEF40CD1}"/>
          </ac:spMkLst>
        </pc:spChg>
        <pc:spChg chg="add del mod">
          <ac:chgData name="Malte Heithoff" userId="92960225c14ac204" providerId="LiveId" clId="{2429EF90-D766-4FCC-8062-21DAA3F2F5DE}" dt="2024-01-18T16:38:40.785" v="362" actId="478"/>
          <ac:spMkLst>
            <pc:docMk/>
            <pc:sldMk cId="2110064574" sldId="2147376246"/>
            <ac:spMk id="88" creationId="{9CF87CEF-5D0A-D456-CEE7-5B7917EEFD91}"/>
          </ac:spMkLst>
        </pc:spChg>
        <pc:spChg chg="add del mod">
          <ac:chgData name="Malte Heithoff" userId="92960225c14ac204" providerId="LiveId" clId="{2429EF90-D766-4FCC-8062-21DAA3F2F5DE}" dt="2024-01-18T16:38:38.569" v="361" actId="478"/>
          <ac:spMkLst>
            <pc:docMk/>
            <pc:sldMk cId="2110064574" sldId="2147376246"/>
            <ac:spMk id="89" creationId="{DF22CCFB-5A90-16EB-1480-B1B8177D8D2F}"/>
          </ac:spMkLst>
        </pc:spChg>
        <pc:grpChg chg="add mod">
          <ac:chgData name="Malte Heithoff" userId="92960225c14ac204" providerId="LiveId" clId="{2429EF90-D766-4FCC-8062-21DAA3F2F5DE}" dt="2024-01-18T16:38:54.725" v="369" actId="1076"/>
          <ac:grpSpMkLst>
            <pc:docMk/>
            <pc:sldMk cId="2110064574" sldId="2147376246"/>
            <ac:grpSpMk id="7" creationId="{D8544CBE-747F-87D3-6FC2-1543C61EDE61}"/>
          </ac:grpSpMkLst>
        </pc:grpChg>
        <pc:grpChg chg="mod">
          <ac:chgData name="Malte Heithoff" userId="92960225c14ac204" providerId="LiveId" clId="{2429EF90-D766-4FCC-8062-21DAA3F2F5DE}" dt="2024-01-18T16:38:22.998" v="354"/>
          <ac:grpSpMkLst>
            <pc:docMk/>
            <pc:sldMk cId="2110064574" sldId="2147376246"/>
            <ac:grpSpMk id="8" creationId="{24471941-245C-3BCD-380D-9E1EC93E22F0}"/>
          </ac:grpSpMkLst>
        </pc:grpChg>
        <pc:grpChg chg="add mod">
          <ac:chgData name="Malte Heithoff" userId="92960225c14ac204" providerId="LiveId" clId="{2429EF90-D766-4FCC-8062-21DAA3F2F5DE}" dt="2024-01-18T16:38:54.725" v="369" actId="1076"/>
          <ac:grpSpMkLst>
            <pc:docMk/>
            <pc:sldMk cId="2110064574" sldId="2147376246"/>
            <ac:grpSpMk id="12" creationId="{654F877F-0FFE-F354-897B-30BED9BA164F}"/>
          </ac:grpSpMkLst>
        </pc:grpChg>
        <pc:grpChg chg="mod">
          <ac:chgData name="Malte Heithoff" userId="92960225c14ac204" providerId="LiveId" clId="{2429EF90-D766-4FCC-8062-21DAA3F2F5DE}" dt="2024-01-18T16:38:22.998" v="354"/>
          <ac:grpSpMkLst>
            <pc:docMk/>
            <pc:sldMk cId="2110064574" sldId="2147376246"/>
            <ac:grpSpMk id="13" creationId="{A148EC35-592C-2EF0-339C-64541662CB35}"/>
          </ac:grpSpMkLst>
        </pc:grpChg>
        <pc:grpChg chg="add mod">
          <ac:chgData name="Malte Heithoff" userId="92960225c14ac204" providerId="LiveId" clId="{2429EF90-D766-4FCC-8062-21DAA3F2F5DE}" dt="2024-01-18T16:38:54.725" v="369" actId="1076"/>
          <ac:grpSpMkLst>
            <pc:docMk/>
            <pc:sldMk cId="2110064574" sldId="2147376246"/>
            <ac:grpSpMk id="25" creationId="{E18C8CEA-BC7A-5FD0-C3DD-6567D66C00C1}"/>
          </ac:grpSpMkLst>
        </pc:grpChg>
        <pc:grpChg chg="add mod">
          <ac:chgData name="Malte Heithoff" userId="92960225c14ac204" providerId="LiveId" clId="{2429EF90-D766-4FCC-8062-21DAA3F2F5DE}" dt="2024-01-18T16:38:54.725" v="369" actId="1076"/>
          <ac:grpSpMkLst>
            <pc:docMk/>
            <pc:sldMk cId="2110064574" sldId="2147376246"/>
            <ac:grpSpMk id="39" creationId="{2588B640-62C3-564E-FBF9-F0878374D26F}"/>
          </ac:grpSpMkLst>
        </pc:grpChg>
        <pc:grpChg chg="mod">
          <ac:chgData name="Malte Heithoff" userId="92960225c14ac204" providerId="LiveId" clId="{2429EF90-D766-4FCC-8062-21DAA3F2F5DE}" dt="2024-01-18T16:38:22.998" v="354"/>
          <ac:grpSpMkLst>
            <pc:docMk/>
            <pc:sldMk cId="2110064574" sldId="2147376246"/>
            <ac:grpSpMk id="40" creationId="{CCF77A3C-9E70-B0FE-0F32-CEBE7D0DFD4C}"/>
          </ac:grpSpMkLst>
        </pc:grpChg>
        <pc:grpChg chg="add mod">
          <ac:chgData name="Malte Heithoff" userId="92960225c14ac204" providerId="LiveId" clId="{2429EF90-D766-4FCC-8062-21DAA3F2F5DE}" dt="2024-01-18T16:38:54.725" v="369" actId="1076"/>
          <ac:grpSpMkLst>
            <pc:docMk/>
            <pc:sldMk cId="2110064574" sldId="2147376246"/>
            <ac:grpSpMk id="47" creationId="{E13DC959-A805-F5D4-94ED-D417789ADA48}"/>
          </ac:grpSpMkLst>
        </pc:grpChg>
        <pc:grpChg chg="add mod">
          <ac:chgData name="Malte Heithoff" userId="92960225c14ac204" providerId="LiveId" clId="{2429EF90-D766-4FCC-8062-21DAA3F2F5DE}" dt="2024-01-18T16:38:54.725" v="369" actId="1076"/>
          <ac:grpSpMkLst>
            <pc:docMk/>
            <pc:sldMk cId="2110064574" sldId="2147376246"/>
            <ac:grpSpMk id="75" creationId="{7375AD4B-F3CE-0CC5-FA7A-1A504D136504}"/>
          </ac:grpSpMkLst>
        </pc:grpChg>
        <pc:grpChg chg="mod">
          <ac:chgData name="Malte Heithoff" userId="92960225c14ac204" providerId="LiveId" clId="{2429EF90-D766-4FCC-8062-21DAA3F2F5DE}" dt="2024-01-18T16:38:22.998" v="354"/>
          <ac:grpSpMkLst>
            <pc:docMk/>
            <pc:sldMk cId="2110064574" sldId="2147376246"/>
            <ac:grpSpMk id="76" creationId="{399658A8-AC6B-5874-A6E8-5361A31C66DD}"/>
          </ac:grpSpMkLst>
        </pc:grp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17" creationId="{64B6D9A8-602A-38C6-B633-DC6EDF5532F6}"/>
          </ac:cxnSpMkLst>
        </pc:cxn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18" creationId="{E5B8980C-5651-8067-7917-A80036E97A6F}"/>
          </ac:cxnSpMkLst>
        </pc:cxn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19" creationId="{C1386170-5787-7809-6762-1E28222E23E1}"/>
          </ac:cxnSpMkLst>
        </pc:cxn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20" creationId="{5E48AE94-D763-5CC2-2782-C91447D47C08}"/>
          </ac:cxnSpMkLst>
        </pc:cxn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21" creationId="{C5B09879-7FAE-88DC-11CA-D1AFAA8E3B9D}"/>
          </ac:cxnSpMkLst>
        </pc:cxn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64" creationId="{1B137806-9AD4-FCCE-9C0F-AED4DB752652}"/>
          </ac:cxnSpMkLst>
        </pc:cxn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65" creationId="{6068C9F4-D87B-6A4C-56A6-F6C0C7D73786}"/>
          </ac:cxnSpMkLst>
        </pc:cxn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66" creationId="{E2DF0D46-C22C-AC27-4CA2-54711CA15C61}"/>
          </ac:cxnSpMkLst>
        </pc:cxnChg>
        <pc:cxnChg chg="add mod">
          <ac:chgData name="Malte Heithoff" userId="92960225c14ac204" providerId="LiveId" clId="{2429EF90-D766-4FCC-8062-21DAA3F2F5DE}" dt="2024-01-18T16:38:54.725" v="369" actId="1076"/>
          <ac:cxnSpMkLst>
            <pc:docMk/>
            <pc:sldMk cId="2110064574" sldId="2147376246"/>
            <ac:cxnSpMk id="71" creationId="{4977D7ED-9CCC-D1DC-E004-E986A951A610}"/>
          </ac:cxnSpMkLst>
        </pc:cxnChg>
        <pc:cxnChg chg="mod">
          <ac:chgData name="Malte Heithoff" userId="92960225c14ac204" providerId="LiveId" clId="{2429EF90-D766-4FCC-8062-21DAA3F2F5DE}" dt="2024-01-18T16:38:22.998" v="354"/>
          <ac:cxnSpMkLst>
            <pc:docMk/>
            <pc:sldMk cId="2110064574" sldId="2147376246"/>
            <ac:cxnSpMk id="79" creationId="{85DDAE01-F0EB-C16A-B301-516E24186AFD}"/>
          </ac:cxnSpMkLst>
        </pc:cxnChg>
      </pc:sldChg>
      <pc:sldChg chg="modSp add mod">
        <pc:chgData name="Malte Heithoff" userId="92960225c14ac204" providerId="LiveId" clId="{2429EF90-D766-4FCC-8062-21DAA3F2F5DE}" dt="2024-01-18T16:39:19.754" v="371"/>
        <pc:sldMkLst>
          <pc:docMk/>
          <pc:sldMk cId="2199122437" sldId="2147376247"/>
        </pc:sldMkLst>
        <pc:spChg chg="mod">
          <ac:chgData name="Malte Heithoff" userId="92960225c14ac204" providerId="LiveId" clId="{2429EF90-D766-4FCC-8062-21DAA3F2F5DE}" dt="2024-01-18T16:39:19.754" v="371"/>
          <ac:spMkLst>
            <pc:docMk/>
            <pc:sldMk cId="2199122437" sldId="2147376247"/>
            <ac:spMk id="5" creationId="{69BF9D21-14D3-B113-7DA4-43C50D5CEA95}"/>
          </ac:spMkLst>
        </pc:spChg>
      </pc:sldChg>
      <pc:sldChg chg="addSp delSp modSp new mod modClrScheme chgLayout">
        <pc:chgData name="Malte Heithoff" userId="92960225c14ac204" providerId="LiveId" clId="{2429EF90-D766-4FCC-8062-21DAA3F2F5DE}" dt="2024-01-18T16:39:56.084" v="383" actId="478"/>
        <pc:sldMkLst>
          <pc:docMk/>
          <pc:sldMk cId="2274702046" sldId="2147376248"/>
        </pc:sldMkLst>
        <pc:spChg chg="del">
          <ac:chgData name="Malte Heithoff" userId="92960225c14ac204" providerId="LiveId" clId="{2429EF90-D766-4FCC-8062-21DAA3F2F5DE}" dt="2024-01-18T16:39:51.118" v="374" actId="700"/>
          <ac:spMkLst>
            <pc:docMk/>
            <pc:sldMk cId="2274702046" sldId="2147376248"/>
            <ac:spMk id="2" creationId="{B1CE11F4-BF4C-4549-F25B-382BC0C42C4B}"/>
          </ac:spMkLst>
        </pc:spChg>
        <pc:spChg chg="del mod ord">
          <ac:chgData name="Malte Heithoff" userId="92960225c14ac204" providerId="LiveId" clId="{2429EF90-D766-4FCC-8062-21DAA3F2F5DE}" dt="2024-01-18T16:39:51.118" v="374" actId="700"/>
          <ac:spMkLst>
            <pc:docMk/>
            <pc:sldMk cId="2274702046" sldId="2147376248"/>
            <ac:spMk id="3" creationId="{A9C709D2-5854-F126-D803-1DCA57257570}"/>
          </ac:spMkLst>
        </pc:spChg>
        <pc:spChg chg="del mod ord">
          <ac:chgData name="Malte Heithoff" userId="92960225c14ac204" providerId="LiveId" clId="{2429EF90-D766-4FCC-8062-21DAA3F2F5DE}" dt="2024-01-18T16:39:51.118" v="374" actId="700"/>
          <ac:spMkLst>
            <pc:docMk/>
            <pc:sldMk cId="2274702046" sldId="2147376248"/>
            <ac:spMk id="4" creationId="{913F85EF-2683-DB4D-CF1D-238610C02A4F}"/>
          </ac:spMkLst>
        </pc:spChg>
        <pc:spChg chg="add mod ord">
          <ac:chgData name="Malte Heithoff" userId="92960225c14ac204" providerId="LiveId" clId="{2429EF90-D766-4FCC-8062-21DAA3F2F5DE}" dt="2024-01-18T16:39:53.742" v="382" actId="20577"/>
          <ac:spMkLst>
            <pc:docMk/>
            <pc:sldMk cId="2274702046" sldId="2147376248"/>
            <ac:spMk id="5" creationId="{110AA1FC-B2CD-4ECE-6FC4-BF25C2DA85E3}"/>
          </ac:spMkLst>
        </pc:spChg>
        <pc:spChg chg="add del mod ord">
          <ac:chgData name="Malte Heithoff" userId="92960225c14ac204" providerId="LiveId" clId="{2429EF90-D766-4FCC-8062-21DAA3F2F5DE}" dt="2024-01-18T16:39:56.084" v="383" actId="478"/>
          <ac:spMkLst>
            <pc:docMk/>
            <pc:sldMk cId="2274702046" sldId="2147376248"/>
            <ac:spMk id="6" creationId="{F99ED835-E86C-1ADE-CFEB-915D3025E29B}"/>
          </ac:spMkLst>
        </pc:spChg>
      </pc:sldChg>
      <pc:sldChg chg="addSp delSp modSp add mod">
        <pc:chgData name="Malte Heithoff" userId="92960225c14ac204" providerId="LiveId" clId="{2429EF90-D766-4FCC-8062-21DAA3F2F5DE}" dt="2024-01-18T17:00:59.159" v="1337" actId="20577"/>
        <pc:sldMkLst>
          <pc:docMk/>
          <pc:sldMk cId="765649198" sldId="2147376249"/>
        </pc:sldMkLst>
        <pc:spChg chg="mod">
          <ac:chgData name="Malte Heithoff" userId="92960225c14ac204" providerId="LiveId" clId="{2429EF90-D766-4FCC-8062-21DAA3F2F5DE}" dt="2024-01-18T16:43:02.161" v="522" actId="20577"/>
          <ac:spMkLst>
            <pc:docMk/>
            <pc:sldMk cId="765649198" sldId="2147376249"/>
            <ac:spMk id="16" creationId="{6EEDD1B7-3DFF-799C-95E6-611CBA002EFD}"/>
          </ac:spMkLst>
        </pc:spChg>
        <pc:spChg chg="del">
          <ac:chgData name="Malte Heithoff" userId="92960225c14ac204" providerId="LiveId" clId="{2429EF90-D766-4FCC-8062-21DAA3F2F5DE}" dt="2024-01-18T16:42:42.444" v="517" actId="478"/>
          <ac:spMkLst>
            <pc:docMk/>
            <pc:sldMk cId="765649198" sldId="2147376249"/>
            <ac:spMk id="51" creationId="{2F8231CC-2707-4CEA-154B-26B5FBA56CFB}"/>
          </ac:spMkLst>
        </pc:spChg>
        <pc:spChg chg="mod">
          <ac:chgData name="Malte Heithoff" userId="92960225c14ac204" providerId="LiveId" clId="{2429EF90-D766-4FCC-8062-21DAA3F2F5DE}" dt="2024-01-18T16:43:06.249" v="528" actId="20577"/>
          <ac:spMkLst>
            <pc:docMk/>
            <pc:sldMk cId="765649198" sldId="2147376249"/>
            <ac:spMk id="113" creationId="{D33F942E-522C-9479-C29F-548F76CA3445}"/>
          </ac:spMkLst>
        </pc:spChg>
        <pc:spChg chg="mod">
          <ac:chgData name="Malte Heithoff" userId="92960225c14ac204" providerId="LiveId" clId="{2429EF90-D766-4FCC-8062-21DAA3F2F5DE}" dt="2024-01-18T17:00:59.159" v="1337" actId="20577"/>
          <ac:spMkLst>
            <pc:docMk/>
            <pc:sldMk cId="765649198" sldId="2147376249"/>
            <ac:spMk id="171" creationId="{C677517F-1134-7111-FBC7-220DFCEE240E}"/>
          </ac:spMkLst>
        </pc:spChg>
        <pc:spChg chg="mod">
          <ac:chgData name="Malte Heithoff" userId="92960225c14ac204" providerId="LiveId" clId="{2429EF90-D766-4FCC-8062-21DAA3F2F5DE}" dt="2024-01-18T16:41:58.586" v="511" actId="20577"/>
          <ac:spMkLst>
            <pc:docMk/>
            <pc:sldMk cId="765649198" sldId="2147376249"/>
            <ac:spMk id="176" creationId="{0A80357F-8C9C-3B12-4F55-485C2E4E0CC8}"/>
          </ac:spMkLst>
        </pc:spChg>
        <pc:spChg chg="mod">
          <ac:chgData name="Malte Heithoff" userId="92960225c14ac204" providerId="LiveId" clId="{2429EF90-D766-4FCC-8062-21DAA3F2F5DE}" dt="2024-01-18T16:41:51.766" v="501"/>
          <ac:spMkLst>
            <pc:docMk/>
            <pc:sldMk cId="765649198" sldId="2147376249"/>
            <ac:spMk id="177" creationId="{9E4263E4-C7C6-8783-A938-42621CA6667A}"/>
          </ac:spMkLst>
        </pc:spChg>
        <pc:spChg chg="add del mod">
          <ac:chgData name="Malte Heithoff" userId="92960225c14ac204" providerId="LiveId" clId="{2429EF90-D766-4FCC-8062-21DAA3F2F5DE}" dt="2024-01-18T16:41:51.766" v="501"/>
          <ac:spMkLst>
            <pc:docMk/>
            <pc:sldMk cId="765649198" sldId="2147376249"/>
            <ac:spMk id="178" creationId="{2D97B12B-3612-4C4F-9B2C-4A5D73B59D9B}"/>
          </ac:spMkLst>
        </pc:spChg>
        <pc:spChg chg="add del mod">
          <ac:chgData name="Malte Heithoff" userId="92960225c14ac204" providerId="LiveId" clId="{2429EF90-D766-4FCC-8062-21DAA3F2F5DE}" dt="2024-01-18T16:41:51.766" v="501"/>
          <ac:spMkLst>
            <pc:docMk/>
            <pc:sldMk cId="765649198" sldId="2147376249"/>
            <ac:spMk id="179" creationId="{F483DC58-FDC2-DD5D-884D-0D418B41B15D}"/>
          </ac:spMkLst>
        </pc:spChg>
        <pc:spChg chg="mod">
          <ac:chgData name="Malte Heithoff" userId="92960225c14ac204" providerId="LiveId" clId="{2429EF90-D766-4FCC-8062-21DAA3F2F5DE}" dt="2024-01-18T16:42:00.249" v="512"/>
          <ac:spMkLst>
            <pc:docMk/>
            <pc:sldMk cId="765649198" sldId="2147376249"/>
            <ac:spMk id="181" creationId="{CAAB7746-4851-8D9D-FF36-4F6C5F872A75}"/>
          </ac:spMkLst>
        </pc:spChg>
        <pc:spChg chg="mod">
          <ac:chgData name="Malte Heithoff" userId="92960225c14ac204" providerId="LiveId" clId="{2429EF90-D766-4FCC-8062-21DAA3F2F5DE}" dt="2024-01-18T16:41:44.330" v="491"/>
          <ac:spMkLst>
            <pc:docMk/>
            <pc:sldMk cId="765649198" sldId="2147376249"/>
            <ac:spMk id="182" creationId="{2C8048C6-CB58-7B29-13B3-332E4A28C5B0}"/>
          </ac:spMkLst>
        </pc:spChg>
        <pc:spChg chg="add del mod">
          <ac:chgData name="Malte Heithoff" userId="92960225c14ac204" providerId="LiveId" clId="{2429EF90-D766-4FCC-8062-21DAA3F2F5DE}" dt="2024-01-18T16:41:44.330" v="491"/>
          <ac:spMkLst>
            <pc:docMk/>
            <pc:sldMk cId="765649198" sldId="2147376249"/>
            <ac:spMk id="183" creationId="{1FA26872-2898-AB82-98BC-2039ACDF9F2D}"/>
          </ac:spMkLst>
        </pc:spChg>
        <pc:spChg chg="add del mod">
          <ac:chgData name="Malte Heithoff" userId="92960225c14ac204" providerId="LiveId" clId="{2429EF90-D766-4FCC-8062-21DAA3F2F5DE}" dt="2024-01-18T16:41:44.330" v="491"/>
          <ac:spMkLst>
            <pc:docMk/>
            <pc:sldMk cId="765649198" sldId="2147376249"/>
            <ac:spMk id="184" creationId="{5F569989-4173-3487-AD94-640E6DC15809}"/>
          </ac:spMkLst>
        </pc:spChg>
        <pc:spChg chg="mod">
          <ac:chgData name="Malte Heithoff" userId="92960225c14ac204" providerId="LiveId" clId="{2429EF90-D766-4FCC-8062-21DAA3F2F5DE}" dt="2024-01-18T16:42:00.942" v="513"/>
          <ac:spMkLst>
            <pc:docMk/>
            <pc:sldMk cId="765649198" sldId="2147376249"/>
            <ac:spMk id="186" creationId="{2DD155CE-04BF-8BB4-0BEA-5DA1169530DB}"/>
          </ac:spMkLst>
        </pc:spChg>
        <pc:spChg chg="mod">
          <ac:chgData name="Malte Heithoff" userId="92960225c14ac204" providerId="LiveId" clId="{2429EF90-D766-4FCC-8062-21DAA3F2F5DE}" dt="2024-01-18T16:41:56.333" v="507"/>
          <ac:spMkLst>
            <pc:docMk/>
            <pc:sldMk cId="765649198" sldId="2147376249"/>
            <ac:spMk id="187" creationId="{EF92951C-1EF2-BEDF-7DE7-64D769919104}"/>
          </ac:spMkLst>
        </pc:spChg>
        <pc:spChg chg="mod">
          <ac:chgData name="Malte Heithoff" userId="92960225c14ac204" providerId="LiveId" clId="{2429EF90-D766-4FCC-8062-21DAA3F2F5DE}" dt="2024-01-18T16:41:56.333" v="507"/>
          <ac:spMkLst>
            <pc:docMk/>
            <pc:sldMk cId="765649198" sldId="2147376249"/>
            <ac:spMk id="188" creationId="{43A9212B-7FC0-118D-B2DD-305CA5FAC82D}"/>
          </ac:spMkLst>
        </pc:spChg>
        <pc:spChg chg="mod">
          <ac:chgData name="Malte Heithoff" userId="92960225c14ac204" providerId="LiveId" clId="{2429EF90-D766-4FCC-8062-21DAA3F2F5DE}" dt="2024-01-18T16:41:56.333" v="507"/>
          <ac:spMkLst>
            <pc:docMk/>
            <pc:sldMk cId="765649198" sldId="2147376249"/>
            <ac:spMk id="189" creationId="{D5383BF2-9F79-043F-E701-FF9D8A939337}"/>
          </ac:spMkLst>
        </pc:spChg>
        <pc:spChg chg="mod">
          <ac:chgData name="Malte Heithoff" userId="92960225c14ac204" providerId="LiveId" clId="{2429EF90-D766-4FCC-8062-21DAA3F2F5DE}" dt="2024-01-18T17:00:45.231" v="1333" actId="20577"/>
          <ac:spMkLst>
            <pc:docMk/>
            <pc:sldMk cId="765649198" sldId="2147376249"/>
            <ac:spMk id="250" creationId="{0B05E06B-A769-7E83-DA01-519680E1A596}"/>
          </ac:spMkLst>
        </pc:spChg>
        <pc:spChg chg="mod">
          <ac:chgData name="Malte Heithoff" userId="92960225c14ac204" providerId="LiveId" clId="{2429EF90-D766-4FCC-8062-21DAA3F2F5DE}" dt="2024-01-18T16:43:33.877" v="536" actId="20577"/>
          <ac:spMkLst>
            <pc:docMk/>
            <pc:sldMk cId="765649198" sldId="2147376249"/>
            <ac:spMk id="264" creationId="{6B6BDD2F-B8F4-6E5A-A1EE-33F56F947617}"/>
          </ac:spMkLst>
        </pc:spChg>
        <pc:spChg chg="mod">
          <ac:chgData name="Malte Heithoff" userId="92960225c14ac204" providerId="LiveId" clId="{2429EF90-D766-4FCC-8062-21DAA3F2F5DE}" dt="2024-01-18T16:43:20.454" v="532" actId="20577"/>
          <ac:spMkLst>
            <pc:docMk/>
            <pc:sldMk cId="765649198" sldId="2147376249"/>
            <ac:spMk id="269" creationId="{6F804F52-A12C-99DC-D5E8-99B733DFA285}"/>
          </ac:spMkLst>
        </pc:spChg>
        <pc:spChg chg="mod">
          <ac:chgData name="Malte Heithoff" userId="92960225c14ac204" providerId="LiveId" clId="{2429EF90-D766-4FCC-8062-21DAA3F2F5DE}" dt="2024-01-18T16:43:37.475" v="540" actId="20577"/>
          <ac:spMkLst>
            <pc:docMk/>
            <pc:sldMk cId="765649198" sldId="2147376249"/>
            <ac:spMk id="274" creationId="{B8CB8D46-ED81-62DD-351D-96596FD0C538}"/>
          </ac:spMkLst>
        </pc:spChg>
        <pc:grpChg chg="del">
          <ac:chgData name="Malte Heithoff" userId="92960225c14ac204" providerId="LiveId" clId="{2429EF90-D766-4FCC-8062-21DAA3F2F5DE}" dt="2024-01-18T16:42:44.565" v="518" actId="478"/>
          <ac:grpSpMkLst>
            <pc:docMk/>
            <pc:sldMk cId="765649198" sldId="2147376249"/>
            <ac:grpSpMk id="18" creationId="{5730B20F-DD50-5AC4-DCB6-8F349921A79A}"/>
          </ac:grpSpMkLst>
        </pc:grpChg>
        <pc:grpChg chg="mod">
          <ac:chgData name="Malte Heithoff" userId="92960225c14ac204" providerId="LiveId" clId="{2429EF90-D766-4FCC-8062-21DAA3F2F5DE}" dt="2024-01-18T16:41:51.766" v="501"/>
          <ac:grpSpMkLst>
            <pc:docMk/>
            <pc:sldMk cId="765649198" sldId="2147376249"/>
            <ac:grpSpMk id="169" creationId="{0BACF1A3-6329-0A53-2E9F-A8C3C22C7056}"/>
          </ac:grpSpMkLst>
        </pc:grpChg>
        <pc:grpChg chg="mod">
          <ac:chgData name="Malte Heithoff" userId="92960225c14ac204" providerId="LiveId" clId="{2429EF90-D766-4FCC-8062-21DAA3F2F5DE}" dt="2024-01-18T16:41:44.330" v="491"/>
          <ac:grpSpMkLst>
            <pc:docMk/>
            <pc:sldMk cId="765649198" sldId="2147376249"/>
            <ac:grpSpMk id="180" creationId="{9FAD37F7-3050-A902-5F45-28B678B061CE}"/>
          </ac:grpSpMkLst>
        </pc:grpChg>
        <pc:grpChg chg="mod">
          <ac:chgData name="Malte Heithoff" userId="92960225c14ac204" providerId="LiveId" clId="{2429EF90-D766-4FCC-8062-21DAA3F2F5DE}" dt="2024-01-18T16:41:56.333" v="507"/>
          <ac:grpSpMkLst>
            <pc:docMk/>
            <pc:sldMk cId="765649198" sldId="2147376249"/>
            <ac:grpSpMk id="185" creationId="{8F111D09-78BA-0C26-8C77-DADDCCAAC4A6}"/>
          </ac:grpSpMkLst>
        </pc:grpChg>
        <pc:cxnChg chg="del mod">
          <ac:chgData name="Malte Heithoff" userId="92960225c14ac204" providerId="LiveId" clId="{2429EF90-D766-4FCC-8062-21DAA3F2F5DE}" dt="2024-01-18T16:42:45.123" v="519" actId="478"/>
          <ac:cxnSpMkLst>
            <pc:docMk/>
            <pc:sldMk cId="765649198" sldId="2147376249"/>
            <ac:cxnSpMk id="127" creationId="{7795C7DD-3B3A-9E02-044F-8FE4EB10D61F}"/>
          </ac:cxnSpMkLst>
        </pc:cxnChg>
        <pc:cxnChg chg="mod">
          <ac:chgData name="Malte Heithoff" userId="92960225c14ac204" providerId="LiveId" clId="{2429EF90-D766-4FCC-8062-21DAA3F2F5DE}" dt="2024-01-18T16:41:32.509" v="478" actId="1036"/>
          <ac:cxnSpMkLst>
            <pc:docMk/>
            <pc:sldMk cId="765649198" sldId="2147376249"/>
            <ac:cxnSpMk id="190" creationId="{F9E7EC61-CCD4-6173-33E2-68E9CA451DE8}"/>
          </ac:cxnSpMkLst>
        </pc:cxnChg>
        <pc:cxnChg chg="mod">
          <ac:chgData name="Malte Heithoff" userId="92960225c14ac204" providerId="LiveId" clId="{2429EF90-D766-4FCC-8062-21DAA3F2F5DE}" dt="2024-01-18T16:42:03.948" v="514" actId="14100"/>
          <ac:cxnSpMkLst>
            <pc:docMk/>
            <pc:sldMk cId="765649198" sldId="2147376249"/>
            <ac:cxnSpMk id="193" creationId="{FCC0D500-CE15-AC87-636E-EAA802BC4266}"/>
          </ac:cxnSpMkLst>
        </pc:cxnChg>
      </pc:sldChg>
      <pc:sldChg chg="add del">
        <pc:chgData name="Malte Heithoff" userId="92960225c14ac204" providerId="LiveId" clId="{2429EF90-D766-4FCC-8062-21DAA3F2F5DE}" dt="2024-01-18T16:40:08.901" v="385" actId="2696"/>
        <pc:sldMkLst>
          <pc:docMk/>
          <pc:sldMk cId="1555562881" sldId="2147376249"/>
        </pc:sldMkLst>
      </pc:sldChg>
      <pc:sldChg chg="addSp modSp new mod modClrScheme chgLayout">
        <pc:chgData name="Malte Heithoff" userId="92960225c14ac204" providerId="LiveId" clId="{2429EF90-D766-4FCC-8062-21DAA3F2F5DE}" dt="2024-01-18T16:49:24.856" v="1026"/>
        <pc:sldMkLst>
          <pc:docMk/>
          <pc:sldMk cId="3634839354" sldId="2147376250"/>
        </pc:sldMkLst>
        <pc:spChg chg="mod ord">
          <ac:chgData name="Malte Heithoff" userId="92960225c14ac204" providerId="LiveId" clId="{2429EF90-D766-4FCC-8062-21DAA3F2F5DE}" dt="2024-01-18T16:48:35.359" v="974" actId="790"/>
          <ac:spMkLst>
            <pc:docMk/>
            <pc:sldMk cId="3634839354" sldId="2147376250"/>
            <ac:spMk id="2" creationId="{3032B7B8-21FC-8069-DE13-240A65B2168E}"/>
          </ac:spMkLst>
        </pc:spChg>
        <pc:spChg chg="mod ord">
          <ac:chgData name="Malte Heithoff" userId="92960225c14ac204" providerId="LiveId" clId="{2429EF90-D766-4FCC-8062-21DAA3F2F5DE}" dt="2024-01-18T16:48:05.430" v="971" actId="700"/>
          <ac:spMkLst>
            <pc:docMk/>
            <pc:sldMk cId="3634839354" sldId="2147376250"/>
            <ac:spMk id="3" creationId="{76BFE74D-ECF6-C113-311D-9B8B9F01534B}"/>
          </ac:spMkLst>
        </pc:spChg>
        <pc:spChg chg="add mod ord">
          <ac:chgData name="Malte Heithoff" userId="92960225c14ac204" providerId="LiveId" clId="{2429EF90-D766-4FCC-8062-21DAA3F2F5DE}" dt="2024-01-18T16:49:24.856" v="1026"/>
          <ac:spMkLst>
            <pc:docMk/>
            <pc:sldMk cId="3634839354" sldId="2147376250"/>
            <ac:spMk id="4" creationId="{1F7E4ACA-16A8-B016-6373-E18AC055D17B}"/>
          </ac:spMkLst>
        </pc:spChg>
      </pc:sldChg>
      <pc:sldChg chg="modSp add mod">
        <pc:chgData name="Malte Heithoff" userId="92960225c14ac204" providerId="LiveId" clId="{2429EF90-D766-4FCC-8062-21DAA3F2F5DE}" dt="2024-01-18T21:29:19.959" v="1488"/>
        <pc:sldMkLst>
          <pc:docMk/>
          <pc:sldMk cId="1917804694" sldId="2147376251"/>
        </pc:sldMkLst>
        <pc:spChg chg="mod">
          <ac:chgData name="Malte Heithoff" userId="92960225c14ac204" providerId="LiveId" clId="{2429EF90-D766-4FCC-8062-21DAA3F2F5DE}" dt="2024-01-18T21:29:19.959" v="1488"/>
          <ac:spMkLst>
            <pc:docMk/>
            <pc:sldMk cId="1917804694" sldId="2147376251"/>
            <ac:spMk id="4" creationId="{33C43F92-72E7-5C19-A418-EAE1A0DB5BAE}"/>
          </ac:spMkLst>
        </pc:spChg>
      </pc:sldChg>
    </pc:docChg>
  </pc:docChgLst>
  <pc:docChgLst>
    <pc:chgData name="Malte Heithoff" userId="92960225c14ac204" providerId="LiveId" clId="{89B037E3-BE42-4C09-9EB8-C05A3BDB04E9}"/>
    <pc:docChg chg="delSld modSld modSection">
      <pc:chgData name="Malte Heithoff" userId="92960225c14ac204" providerId="LiveId" clId="{89B037E3-BE42-4C09-9EB8-C05A3BDB04E9}" dt="2023-11-29T09:10:10.818" v="60" actId="20577"/>
      <pc:docMkLst>
        <pc:docMk/>
      </pc:docMkLst>
      <pc:sldChg chg="del">
        <pc:chgData name="Malte Heithoff" userId="92960225c14ac204" providerId="LiveId" clId="{89B037E3-BE42-4C09-9EB8-C05A3BDB04E9}" dt="2023-11-29T09:09:32.738" v="58" actId="47"/>
        <pc:sldMkLst>
          <pc:docMk/>
          <pc:sldMk cId="341611194" sldId="2147376232"/>
        </pc:sldMkLst>
      </pc:sldChg>
      <pc:sldChg chg="del">
        <pc:chgData name="Malte Heithoff" userId="92960225c14ac204" providerId="LiveId" clId="{89B037E3-BE42-4C09-9EB8-C05A3BDB04E9}" dt="2023-11-29T09:09:33.404" v="59" actId="47"/>
        <pc:sldMkLst>
          <pc:docMk/>
          <pc:sldMk cId="3261410580" sldId="2147376233"/>
        </pc:sldMkLst>
      </pc:sldChg>
      <pc:sldChg chg="del">
        <pc:chgData name="Malte Heithoff" userId="92960225c14ac204" providerId="LiveId" clId="{89B037E3-BE42-4C09-9EB8-C05A3BDB04E9}" dt="2023-11-29T09:09:23.723" v="57" actId="47"/>
        <pc:sldMkLst>
          <pc:docMk/>
          <pc:sldMk cId="1400790841" sldId="2147376238"/>
        </pc:sldMkLst>
      </pc:sldChg>
      <pc:sldChg chg="modSp mod">
        <pc:chgData name="Malte Heithoff" userId="92960225c14ac204" providerId="LiveId" clId="{89B037E3-BE42-4C09-9EB8-C05A3BDB04E9}" dt="2023-11-29T09:09:15.523" v="56" actId="6549"/>
        <pc:sldMkLst>
          <pc:docMk/>
          <pc:sldMk cId="1277834785" sldId="2147376241"/>
        </pc:sldMkLst>
        <pc:spChg chg="mod">
          <ac:chgData name="Malte Heithoff" userId="92960225c14ac204" providerId="LiveId" clId="{89B037E3-BE42-4C09-9EB8-C05A3BDB04E9}" dt="2023-11-29T09:09:15.523" v="56" actId="6549"/>
          <ac:spMkLst>
            <pc:docMk/>
            <pc:sldMk cId="1277834785" sldId="2147376241"/>
            <ac:spMk id="3" creationId="{F2472BEB-1624-80A2-0806-D1BFE12760F5}"/>
          </ac:spMkLst>
        </pc:spChg>
      </pc:sldChg>
      <pc:sldChg chg="modSp mod">
        <pc:chgData name="Malte Heithoff" userId="92960225c14ac204" providerId="LiveId" clId="{89B037E3-BE42-4C09-9EB8-C05A3BDB04E9}" dt="2023-11-29T09:10:10.818" v="60" actId="20577"/>
        <pc:sldMkLst>
          <pc:docMk/>
          <pc:sldMk cId="1564369664" sldId="2147376242"/>
        </pc:sldMkLst>
        <pc:spChg chg="mod">
          <ac:chgData name="Malte Heithoff" userId="92960225c14ac204" providerId="LiveId" clId="{89B037E3-BE42-4C09-9EB8-C05A3BDB04E9}" dt="2023-11-29T09:10:10.818" v="60" actId="20577"/>
          <ac:spMkLst>
            <pc:docMk/>
            <pc:sldMk cId="1564369664" sldId="2147376242"/>
            <ac:spMk id="3" creationId="{F2472BEB-1624-80A2-0806-D1BFE12760F5}"/>
          </ac:spMkLst>
        </pc:spChg>
      </pc:sldChg>
      <pc:sldChg chg="modSp mod">
        <pc:chgData name="Malte Heithoff" userId="92960225c14ac204" providerId="LiveId" clId="{89B037E3-BE42-4C09-9EB8-C05A3BDB04E9}" dt="2023-11-29T09:09:01.947" v="28" actId="6549"/>
        <pc:sldMkLst>
          <pc:docMk/>
          <pc:sldMk cId="3661780645" sldId="2147376243"/>
        </pc:sldMkLst>
        <pc:spChg chg="mod">
          <ac:chgData name="Malte Heithoff" userId="92960225c14ac204" providerId="LiveId" clId="{89B037E3-BE42-4C09-9EB8-C05A3BDB04E9}" dt="2023-11-29T09:09:01.947" v="28" actId="6549"/>
          <ac:spMkLst>
            <pc:docMk/>
            <pc:sldMk cId="3661780645" sldId="2147376243"/>
            <ac:spMk id="3" creationId="{F2472BEB-1624-80A2-0806-D1BFE12760F5}"/>
          </ac:spMkLst>
        </pc:spChg>
      </pc:sldChg>
      <pc:sldChg chg="modSp mod">
        <pc:chgData name="Malte Heithoff" userId="92960225c14ac204" providerId="LiveId" clId="{89B037E3-BE42-4C09-9EB8-C05A3BDB04E9}" dt="2023-11-29T09:09:08.714" v="42" actId="20577"/>
        <pc:sldMkLst>
          <pc:docMk/>
          <pc:sldMk cId="4202127202" sldId="2147376244"/>
        </pc:sldMkLst>
        <pc:spChg chg="mod">
          <ac:chgData name="Malte Heithoff" userId="92960225c14ac204" providerId="LiveId" clId="{89B037E3-BE42-4C09-9EB8-C05A3BDB04E9}" dt="2023-11-29T09:09:08.714" v="42" actId="20577"/>
          <ac:spMkLst>
            <pc:docMk/>
            <pc:sldMk cId="4202127202" sldId="2147376244"/>
            <ac:spMk id="3" creationId="{9066F73B-7FFD-AA6B-520B-D7CE68965066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1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8BCBB3B-932A-4D6C-900D-9F4B28686221}" type="datetimeFigureOut">
              <a:rPr lang="de-DE" altLang="de-DE"/>
              <a:pPr>
                <a:defRPr/>
              </a:pPr>
              <a:t>12.02.2024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6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5FA329-B071-4BC1-BBB5-3B07BBB55D9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1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B02CD211-E599-4F87-85BA-4D602CEE05A3}" type="datetimeFigureOut">
              <a:rPr lang="de-DE" altLang="de-DE"/>
              <a:pPr>
                <a:defRPr/>
              </a:pPr>
              <a:t>12.02.2024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6" rIns="88212" bIns="44106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5" y="4777782"/>
            <a:ext cx="5438748" cy="3907834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6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1BC8D279-B8BC-4FA6-86F2-E41329D88EBB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E4ED0-4097-48FF-9E2B-CD0FFFCB8F54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704850"/>
            <a:ext cx="6262687" cy="35242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5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8084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92528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747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1295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9169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3211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2177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7967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3236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3794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993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8F71EE3-D70A-4C02-A968-4B934D1A0EFF}"/>
              </a:ext>
            </a:extLst>
          </p:cNvPr>
          <p:cNvGrpSpPr/>
          <p:nvPr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7C845E14-D05D-4847-8D0F-48B225F97F2B}"/>
                </a:ext>
              </a:extLst>
            </p:cNvPr>
            <p:cNvGrpSpPr/>
            <p:nvPr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DEAA3F24-7ABD-43F2-AA45-BF5173CF32C5}"/>
                  </a:ext>
                </a:extLst>
              </p:cNvPr>
              <p:cNvCxnSpPr/>
              <p:nvPr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6AFAD796-294C-4678-84E4-36609DA3DE96}"/>
                  </a:ext>
                </a:extLst>
              </p:cNvPr>
              <p:cNvCxnSpPr/>
              <p:nvPr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515608-7894-4009-BE21-62D65B382976}"/>
                </a:ext>
              </a:extLst>
            </p:cNvPr>
            <p:cNvGrpSpPr/>
            <p:nvPr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34CBD9-C046-4B8D-8306-1B31D1E6CD28}"/>
                  </a:ext>
                </a:extLst>
              </p:cNvPr>
              <p:cNvCxnSpPr/>
              <p:nvPr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10AEC939-0940-4439-A734-7AAF6763DFF8}"/>
                  </a:ext>
                </a:extLst>
              </p:cNvPr>
              <p:cNvCxnSpPr/>
              <p:nvPr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42CAEF3-4F48-4FEC-9E09-79D3F41BC518}"/>
              </a:ext>
            </a:extLst>
          </p:cNvPr>
          <p:cNvGrpSpPr/>
          <p:nvPr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5E654C8-5ED2-482F-82FE-D8B7AB672D1B}"/>
                </a:ext>
              </a:extLst>
            </p:cNvPr>
            <p:cNvCxnSpPr/>
            <p:nvPr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5CBF0CD-26F9-4ACF-A893-9837FC6A792A}"/>
                </a:ext>
              </a:extLst>
            </p:cNvPr>
            <p:cNvCxnSpPr/>
            <p:nvPr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3B422C15-1DE6-4DF9-8E96-5CA163219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434" y="2584876"/>
            <a:ext cx="10886925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83979DD-F31A-4483-BB1A-22D5710FA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434" y="3078076"/>
            <a:ext cx="10886925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en-US" noProof="0" err="1"/>
              <a:t>Untertitelmasters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EE02E37-16C7-4AED-B03D-D2D32DD5AE21}"/>
              </a:ext>
            </a:extLst>
          </p:cNvPr>
          <p:cNvGrpSpPr/>
          <p:nvPr userDrawn="1"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757562EE-1B2D-44E7-A590-9E9EDBC85B94}"/>
                </a:ext>
              </a:extLst>
            </p:cNvPr>
            <p:cNvGrpSpPr/>
            <p:nvPr userDrawn="1"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705C926-C661-4870-90F5-B8FE6824FA3E}"/>
                  </a:ext>
                </a:extLst>
              </p:cNvPr>
              <p:cNvCxnSpPr/>
              <p:nvPr userDrawn="1"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1340FDD-0028-43F6-9B43-780A9256EA84}"/>
                  </a:ext>
                </a:extLst>
              </p:cNvPr>
              <p:cNvCxnSpPr/>
              <p:nvPr userDrawn="1"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67471FCE-9EBC-4563-B643-791B6D9CF2C5}"/>
                </a:ext>
              </a:extLst>
            </p:cNvPr>
            <p:cNvGrpSpPr/>
            <p:nvPr userDrawn="1"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DEBBEDD9-913B-43A7-92D2-70200277794A}"/>
                  </a:ext>
                </a:extLst>
              </p:cNvPr>
              <p:cNvCxnSpPr/>
              <p:nvPr userDrawn="1"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7EBB47A-B507-4D7F-9E88-09CE2A7386CD}"/>
                  </a:ext>
                </a:extLst>
              </p:cNvPr>
              <p:cNvCxnSpPr/>
              <p:nvPr userDrawn="1"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17A0267-74CA-449E-AFFC-93B6796DAFC7}"/>
              </a:ext>
            </a:extLst>
          </p:cNvPr>
          <p:cNvGrpSpPr/>
          <p:nvPr userDrawn="1"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98FA662-EA6F-40FE-BBAD-CBDF6AB6DBCB}"/>
                </a:ext>
              </a:extLst>
            </p:cNvPr>
            <p:cNvCxnSpPr/>
            <p:nvPr userDrawn="1"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5A789B2B-F6CE-4245-989C-4A30EA0B1352}"/>
                </a:ext>
              </a:extLst>
            </p:cNvPr>
            <p:cNvCxnSpPr/>
            <p:nvPr userDrawn="1"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fik 35">
            <a:extLst>
              <a:ext uri="{FF2B5EF4-FFF2-40B4-BE49-F238E27FC236}">
                <a16:creationId xmlns:a16="http://schemas.microsoft.com/office/drawing/2014/main" id="{E5F32772-7E67-4104-809E-A67B38C64C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99"/>
            <a:ext cx="12199620" cy="23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88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02B50-D467-41F6-8F0B-DF2AA821368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6273"/>
            <a:ext cx="11483975" cy="4385455"/>
          </a:xfrm>
          <a:prstGeom prst="rect">
            <a:avLst/>
          </a:prstGeom>
        </p:spPr>
        <p:txBody>
          <a:bodyPr wrap="square" lIns="0" tIns="0" rIns="0" bIns="0"/>
          <a:lstStyle>
            <a:lvl1pPr marL="216000" indent="-216000">
              <a:buFont typeface="Arial" panose="020B0604020202020204" pitchFamily="34" charset="0"/>
              <a:buChar char="•"/>
              <a:defRPr/>
            </a:lvl1pPr>
            <a:lvl2pPr marL="432000" indent="-216000">
              <a:buFont typeface="Symbol" panose="05050102010706020507" pitchFamily="18" charset="2"/>
              <a:buChar char="-"/>
              <a:defRPr/>
            </a:lvl2pPr>
            <a:lvl3pPr marL="648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/>
            </a:lvl3pPr>
            <a:lvl4pPr marL="864000" indent="-216000">
              <a:buFont typeface="Symbol" panose="05050102010706020507" pitchFamily="18" charset="2"/>
              <a:buChar char="-"/>
              <a:defRPr/>
            </a:lvl4pPr>
            <a:lvl5pPr marL="647700" indent="0"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0"/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11432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9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D89513B-8A7E-430E-8F63-7469EC1FB664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6F83956-15CC-418E-B737-9061141E4CD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66B5100-86F8-4E8C-9DE1-10AD5FB9B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703F518-B554-4AC1-A90D-7EDD58F262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de-DE"/>
              <a:t>Untertitelmasters durch Klicken bearbeiten</a:t>
            </a:r>
            <a:endParaRPr lang="en-US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9FA7CF-D871-4A92-B637-6BD1D2660BDF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2A6B56BE-B7D9-4ABB-9FC4-4C2C40CB670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B385CDCE-8F09-4AAB-B014-0073E7D048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feld 12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lang="en-US" sz="1800" err="1">
                <a:solidFill>
                  <a:schemeClr val="accent6"/>
                </a:solidFill>
              </a:rPr>
              <a:t>use</a:t>
            </a:r>
            <a:r>
              <a:rPr lang="en-US" sz="1800">
                <a:solidFill>
                  <a:schemeClr val="accent6"/>
                </a:solidFill>
              </a:rPr>
              <a:t> head instead</a:t>
            </a:r>
            <a:br>
              <a:rPr lang="en-US" sz="1800">
                <a:solidFill>
                  <a:schemeClr val="accent6"/>
                </a:solidFill>
              </a:rPr>
            </a:b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33525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4000" y="1235175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000" y="1236273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3" name="Textfeld 2"/>
          <p:cNvSpPr txBox="1"/>
          <p:nvPr userDrawn="1"/>
        </p:nvSpPr>
        <p:spPr>
          <a:xfrm>
            <a:off x="779929" y="2430576"/>
            <a:ext cx="1119564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C071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use the flipped one instead (and manually copy the content(!) of the flipped pages)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C071E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10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6000" y="1234689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5175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125727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E9EC9F2-3C9F-4A4B-9463-32200C1888C5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BE7F8F3-90E3-4324-B96F-F4C733799980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FB93F6E7-9B79-444E-9797-C017CBCD9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966A802-7238-4572-8B31-F10BAD15BE6A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01C63A65-01F5-4E3D-9EE7-E225D07B1954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7CBACAB-4E61-4BA4-A7E8-012536F511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lang="en-US" sz="1800" err="1">
                <a:solidFill>
                  <a:schemeClr val="accent6"/>
                </a:solidFill>
              </a:rPr>
              <a:t>use</a:t>
            </a:r>
            <a:r>
              <a:rPr lang="en-US" sz="1800">
                <a:solidFill>
                  <a:schemeClr val="accent6"/>
                </a:solidFill>
              </a:rPr>
              <a:t> head instead</a:t>
            </a:r>
            <a:br>
              <a:rPr lang="en-US" sz="1800">
                <a:solidFill>
                  <a:schemeClr val="accent6"/>
                </a:solidFill>
              </a:rPr>
            </a:b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27336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pieren 14"/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6" name="Gerader Verbinder 15"/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0B61E83-F62A-4E6F-9728-ABDE5413BA68}"/>
              </a:ext>
            </a:extLst>
          </p:cNvPr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3ED25C8-3644-4C59-B80C-B3EC3EBB6C18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94E318B-6CC6-4660-9EC9-B8FEB8D24174}"/>
                </a:ext>
              </a:extLst>
            </p:cNvPr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7E0399E-000C-4919-9189-D72AC9F21B27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39B952C-73F9-4639-9C6B-D79F321E765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D1F7EFE-C1E5-46CC-AC0C-2ACADE80B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BEA13B8-67E5-4E0C-87FF-5C3A86F3E1BB}"/>
              </a:ext>
            </a:extLst>
          </p:cNvPr>
          <p:cNvGrpSpPr/>
          <p:nvPr userDrawn="1"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D7C05B6-2FEC-4BCF-B0D2-C4E0FBD988C4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1DD01610-9DF8-4DC4-93DF-34D4ADF39035}"/>
                </a:ext>
              </a:extLst>
            </p:cNvPr>
            <p:cNvCxnSpPr/>
            <p:nvPr userDrawn="1"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E00B62C-5012-43AC-B2B8-7ABCCC897041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8204F29-F5C4-4D02-857A-E600F35F2E4F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5F4B9776-75B3-46D2-8C19-AE6D80A6416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feld 28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lang="en-US" sz="1800" err="1">
                <a:solidFill>
                  <a:schemeClr val="accent6"/>
                </a:solidFill>
              </a:rPr>
              <a:t>use</a:t>
            </a:r>
            <a:r>
              <a:rPr lang="en-US" sz="1800">
                <a:solidFill>
                  <a:schemeClr val="accent6"/>
                </a:solidFill>
              </a:rPr>
              <a:t> head instead</a:t>
            </a:r>
            <a:br>
              <a:rPr lang="en-US" sz="1800">
                <a:solidFill>
                  <a:schemeClr val="accent6"/>
                </a:solidFill>
              </a:rPr>
            </a:b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60520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D42372E-A88B-49BE-BF8B-A349B6BE88BB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E73DD95-497D-41DA-AE15-231D472ACF1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33C7AEA-7E75-4F96-A29D-6E01AE30A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54A51D3-6BB0-4789-89BC-481D89445CBE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F4FEE0A-400B-495A-BBAD-43B3BB9910CB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BA932F8-ADAD-449E-8505-B146C5E2606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 userDrawn="1"/>
        </p:nvSpPr>
        <p:spPr>
          <a:xfrm>
            <a:off x="779929" y="239931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accent6"/>
                </a:solidFill>
              </a:rPr>
              <a:t>WRONG</a:t>
            </a:r>
            <a:r>
              <a:rPr lang="en-US" sz="9600" baseline="0">
                <a:solidFill>
                  <a:schemeClr val="accent6"/>
                </a:solidFill>
              </a:rPr>
              <a:t> </a:t>
            </a:r>
            <a:r>
              <a:rPr lang="en-US" sz="960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>
                <a:solidFill>
                  <a:schemeClr val="accent6"/>
                </a:solidFill>
              </a:rPr>
              <a:t>DO NOT USE </a:t>
            </a:r>
            <a:r>
              <a:rPr lang="en-US" sz="1800" err="1">
                <a:solidFill>
                  <a:schemeClr val="accent6"/>
                </a:solidFill>
              </a:rPr>
              <a:t>use</a:t>
            </a:r>
            <a:r>
              <a:rPr lang="en-US" sz="1800">
                <a:solidFill>
                  <a:schemeClr val="accent6"/>
                </a:solidFill>
              </a:rPr>
              <a:t> head instead</a:t>
            </a:r>
            <a:br>
              <a:rPr lang="en-US" sz="1800">
                <a:solidFill>
                  <a:schemeClr val="accent6"/>
                </a:solidFill>
              </a:rPr>
            </a:br>
            <a:r>
              <a:rPr lang="en-US" sz="1800">
                <a:solidFill>
                  <a:schemeClr val="accent6"/>
                </a:solidFill>
              </a:rPr>
              <a:t>(DO NOT REMOVE LAYOUT DUE TO REASONS OF BACKWARD COMPATIBILITY)</a:t>
            </a:r>
          </a:p>
        </p:txBody>
      </p:sp>
    </p:spTree>
    <p:extLst>
      <p:ext uri="{BB962C8B-B14F-4D97-AF65-F5344CB8AC3E}">
        <p14:creationId xmlns:p14="http://schemas.microsoft.com/office/powerpoint/2010/main" val="113214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79053655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 userDrawn="1"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DDDDD"/>
          </a:solidFill>
          <a:ln w="1079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708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28254" indent="-328254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558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8F71EE3-D70A-4C02-A968-4B934D1A0EFF}"/>
              </a:ext>
            </a:extLst>
          </p:cNvPr>
          <p:cNvGrpSpPr/>
          <p:nvPr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7C845E14-D05D-4847-8D0F-48B225F97F2B}"/>
                </a:ext>
              </a:extLst>
            </p:cNvPr>
            <p:cNvGrpSpPr/>
            <p:nvPr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DEAA3F24-7ABD-43F2-AA45-BF5173CF32C5}"/>
                  </a:ext>
                </a:extLst>
              </p:cNvPr>
              <p:cNvCxnSpPr/>
              <p:nvPr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6AFAD796-294C-4678-84E4-36609DA3DE96}"/>
                  </a:ext>
                </a:extLst>
              </p:cNvPr>
              <p:cNvCxnSpPr/>
              <p:nvPr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515608-7894-4009-BE21-62D65B382976}"/>
                </a:ext>
              </a:extLst>
            </p:cNvPr>
            <p:cNvGrpSpPr/>
            <p:nvPr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34CBD9-C046-4B8D-8306-1B31D1E6CD28}"/>
                  </a:ext>
                </a:extLst>
              </p:cNvPr>
              <p:cNvCxnSpPr/>
              <p:nvPr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10AEC939-0940-4439-A734-7AAF6763DFF8}"/>
                  </a:ext>
                </a:extLst>
              </p:cNvPr>
              <p:cNvCxnSpPr/>
              <p:nvPr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42CAEF3-4F48-4FEC-9E09-79D3F41BC518}"/>
              </a:ext>
            </a:extLst>
          </p:cNvPr>
          <p:cNvGrpSpPr/>
          <p:nvPr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5E654C8-5ED2-482F-82FE-D8B7AB672D1B}"/>
                </a:ext>
              </a:extLst>
            </p:cNvPr>
            <p:cNvCxnSpPr/>
            <p:nvPr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5CBF0CD-26F9-4ACF-A893-9837FC6A792A}"/>
                </a:ext>
              </a:extLst>
            </p:cNvPr>
            <p:cNvCxnSpPr/>
            <p:nvPr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3B422C15-1DE6-4DF9-8E96-5CA1632191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2434" y="2584876"/>
            <a:ext cx="10886925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noProof="0" dirty="0"/>
              <a:t>Digital Shadow </a:t>
            </a:r>
            <a:r>
              <a:rPr lang="de-DE" noProof="0" dirty="0" err="1"/>
              <a:t>Types</a:t>
            </a:r>
            <a:endParaRPr lang="en-US" noProof="0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83979DD-F31A-4483-BB1A-22D5710FA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434" y="3078076"/>
            <a:ext cx="10886925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en-US" noProof="0" dirty="0" err="1"/>
              <a:t>FoWo</a:t>
            </a:r>
            <a:r>
              <a:rPr lang="en-US" noProof="0" dirty="0"/>
              <a:t> Herbst 21 - Malte Heithoff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EE02E37-16C7-4AED-B03D-D2D32DD5AE21}"/>
              </a:ext>
            </a:extLst>
          </p:cNvPr>
          <p:cNvGrpSpPr/>
          <p:nvPr userDrawn="1"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757562EE-1B2D-44E7-A590-9E9EDBC85B94}"/>
                </a:ext>
              </a:extLst>
            </p:cNvPr>
            <p:cNvGrpSpPr/>
            <p:nvPr userDrawn="1"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705C926-C661-4870-90F5-B8FE6824FA3E}"/>
                  </a:ext>
                </a:extLst>
              </p:cNvPr>
              <p:cNvCxnSpPr/>
              <p:nvPr userDrawn="1"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1340FDD-0028-43F6-9B43-780A9256EA84}"/>
                  </a:ext>
                </a:extLst>
              </p:cNvPr>
              <p:cNvCxnSpPr/>
              <p:nvPr userDrawn="1"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67471FCE-9EBC-4563-B643-791B6D9CF2C5}"/>
                </a:ext>
              </a:extLst>
            </p:cNvPr>
            <p:cNvGrpSpPr/>
            <p:nvPr userDrawn="1"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DEBBEDD9-913B-43A7-92D2-70200277794A}"/>
                  </a:ext>
                </a:extLst>
              </p:cNvPr>
              <p:cNvCxnSpPr/>
              <p:nvPr userDrawn="1"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7EBB47A-B507-4D7F-9E88-09CE2A7386CD}"/>
                  </a:ext>
                </a:extLst>
              </p:cNvPr>
              <p:cNvCxnSpPr/>
              <p:nvPr userDrawn="1"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17A0267-74CA-449E-AFFC-93B6796DAFC7}"/>
              </a:ext>
            </a:extLst>
          </p:cNvPr>
          <p:cNvGrpSpPr/>
          <p:nvPr userDrawn="1"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98FA662-EA6F-40FE-BBAD-CBDF6AB6DBCB}"/>
                </a:ext>
              </a:extLst>
            </p:cNvPr>
            <p:cNvCxnSpPr/>
            <p:nvPr userDrawn="1"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5A789B2B-F6CE-4245-989C-4A30EA0B1352}"/>
                </a:ext>
              </a:extLst>
            </p:cNvPr>
            <p:cNvCxnSpPr/>
            <p:nvPr userDrawn="1"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/>
          <p:cNvGrpSpPr/>
          <p:nvPr userDrawn="1"/>
        </p:nvGrpSpPr>
        <p:grpSpPr>
          <a:xfrm>
            <a:off x="-8389" y="-8254"/>
            <a:ext cx="12204835" cy="2346530"/>
            <a:chOff x="-12835" y="1030557"/>
            <a:chExt cx="12204835" cy="2346530"/>
          </a:xfrm>
        </p:grpSpPr>
        <p:sp>
          <p:nvSpPr>
            <p:cNvPr id="38" name="Rechteck 37"/>
            <p:cNvSpPr/>
            <p:nvPr/>
          </p:nvSpPr>
          <p:spPr>
            <a:xfrm>
              <a:off x="0" y="1030557"/>
              <a:ext cx="12192000" cy="2297434"/>
            </a:xfrm>
            <a:prstGeom prst="rect">
              <a:avLst/>
            </a:prstGeom>
            <a:solidFill>
              <a:srgbClr val="00549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9" name="Gruppieren 38"/>
            <p:cNvGrpSpPr/>
            <p:nvPr/>
          </p:nvGrpSpPr>
          <p:grpSpPr>
            <a:xfrm>
              <a:off x="-12835" y="1030557"/>
              <a:ext cx="12204835" cy="2346530"/>
              <a:chOff x="-12835" y="1032778"/>
              <a:chExt cx="12204835" cy="2362969"/>
            </a:xfrm>
          </p:grpSpPr>
          <p:pic>
            <p:nvPicPr>
              <p:cNvPr id="40" name="Grafik 39"/>
              <p:cNvPicPr>
                <a:picLocks noChangeAspect="1"/>
              </p:cNvPicPr>
              <p:nvPr/>
            </p:nvPicPr>
            <p:blipFill rotWithShape="1">
              <a:blip r:embed="rId3">
                <a:lum bright="70000" contrast="-70000"/>
              </a:blip>
              <a:srcRect l="4123" t="5980" r="10107" b="34465"/>
              <a:stretch/>
            </p:blipFill>
            <p:spPr>
              <a:xfrm>
                <a:off x="6034471" y="1038029"/>
                <a:ext cx="6122894" cy="2357718"/>
              </a:xfrm>
              <a:prstGeom prst="rect">
                <a:avLst/>
              </a:prstGeom>
            </p:spPr>
          </p:pic>
          <p:pic>
            <p:nvPicPr>
              <p:cNvPr id="41" name="Grafik 40"/>
              <p:cNvPicPr>
                <a:picLocks noChangeAspect="1"/>
              </p:cNvPicPr>
              <p:nvPr/>
            </p:nvPicPr>
            <p:blipFill rotWithShape="1">
              <a:blip r:embed="rId4">
                <a:lum bright="70000" contrast="-70000"/>
              </a:blip>
              <a:srcRect l="2186" t="24453" r="3833" b="12011"/>
              <a:stretch/>
            </p:blipFill>
            <p:spPr>
              <a:xfrm>
                <a:off x="-12835" y="1064923"/>
                <a:ext cx="7293400" cy="2303930"/>
              </a:xfrm>
              <a:prstGeom prst="rect">
                <a:avLst/>
              </a:prstGeom>
            </p:spPr>
          </p:pic>
          <p:pic>
            <p:nvPicPr>
              <p:cNvPr id="42" name="Grafik 41"/>
              <p:cNvPicPr>
                <a:picLocks noChangeAspect="1"/>
              </p:cNvPicPr>
              <p:nvPr/>
            </p:nvPicPr>
            <p:blipFill rotWithShape="1">
              <a:blip r:embed="rId5">
                <a:lum bright="70000" contrast="-70000"/>
              </a:blip>
              <a:srcRect l="978" t="7138" r="438" b="7289"/>
              <a:stretch/>
            </p:blipFill>
            <p:spPr>
              <a:xfrm>
                <a:off x="4317730" y="1057451"/>
                <a:ext cx="4778188" cy="2300089"/>
              </a:xfrm>
              <a:prstGeom prst="rect">
                <a:avLst/>
              </a:prstGeom>
            </p:spPr>
          </p:pic>
          <p:pic>
            <p:nvPicPr>
              <p:cNvPr id="43" name="Grafik 42"/>
              <p:cNvPicPr>
                <a:picLocks noChangeAspect="1"/>
              </p:cNvPicPr>
              <p:nvPr/>
            </p:nvPicPr>
            <p:blipFill rotWithShape="1">
              <a:blip r:embed="rId6">
                <a:lum bright="70000" contrast="-70000"/>
              </a:blip>
              <a:srcRect r="642"/>
              <a:stretch/>
            </p:blipFill>
            <p:spPr>
              <a:xfrm>
                <a:off x="8558469" y="1170394"/>
                <a:ext cx="3403437" cy="2043006"/>
              </a:xfrm>
              <a:prstGeom prst="rect">
                <a:avLst/>
              </a:prstGeom>
            </p:spPr>
          </p:pic>
          <p:pic>
            <p:nvPicPr>
              <p:cNvPr id="44" name="Grafik 43"/>
              <p:cNvPicPr>
                <a:picLocks noChangeAspect="1"/>
              </p:cNvPicPr>
              <p:nvPr/>
            </p:nvPicPr>
            <p:blipFill rotWithShape="1">
              <a:blip r:embed="rId7">
                <a:lum bright="70000" contrast="-70000"/>
              </a:blip>
              <a:srcRect l="12615" t="8698" r="-1842" b="932"/>
              <a:stretch/>
            </p:blipFill>
            <p:spPr>
              <a:xfrm>
                <a:off x="331428" y="1059845"/>
                <a:ext cx="4655314" cy="2316480"/>
              </a:xfrm>
              <a:prstGeom prst="rect">
                <a:avLst/>
              </a:prstGeom>
            </p:spPr>
          </p:pic>
          <p:sp>
            <p:nvSpPr>
              <p:cNvPr id="45" name="Rechteck 44"/>
              <p:cNvSpPr/>
              <p:nvPr/>
            </p:nvSpPr>
            <p:spPr>
              <a:xfrm>
                <a:off x="-12835" y="1032778"/>
                <a:ext cx="12204835" cy="2318237"/>
              </a:xfrm>
              <a:prstGeom prst="rect">
                <a:avLst/>
              </a:prstGeom>
              <a:gradFill flip="none" rotWithShape="1">
                <a:gsLst>
                  <a:gs pos="49000">
                    <a:srgbClr val="8EBAE5">
                      <a:lumMod val="75000"/>
                      <a:alpha val="36000"/>
                    </a:srgbClr>
                  </a:gs>
                  <a:gs pos="100000">
                    <a:srgbClr val="00549F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  <a:headEnd type="none" w="med" len="med"/>
                <a:tailEnd type="arrow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689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02B50-D467-41F6-8F0B-DF2AA821368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6273"/>
            <a:ext cx="11483975" cy="4385455"/>
          </a:xfrm>
          <a:prstGeom prst="rect">
            <a:avLst/>
          </a:prstGeom>
        </p:spPr>
        <p:txBody>
          <a:bodyPr wrap="square" lIns="0" tIns="0" rIns="0" bIns="0"/>
          <a:lstStyle>
            <a:lvl1pPr marL="216000" indent="-216000">
              <a:buFont typeface="Arial" panose="020B0604020202020204" pitchFamily="34" charset="0"/>
              <a:buChar char="•"/>
              <a:defRPr/>
            </a:lvl1pPr>
            <a:lvl2pPr marL="432000" indent="-216000">
              <a:buFont typeface="Symbol" panose="05050102010706020507" pitchFamily="18" charset="2"/>
              <a:buChar char="-"/>
              <a:defRPr/>
            </a:lvl2pPr>
            <a:lvl3pPr marL="648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/>
            </a:lvl3pPr>
            <a:lvl4pPr marL="864000" indent="-216000">
              <a:buFont typeface="Symbol" panose="05050102010706020507" pitchFamily="18" charset="2"/>
              <a:buChar char="-"/>
              <a:defRPr/>
            </a:lvl4pPr>
            <a:lvl5pPr marL="6477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11432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5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D89513B-8A7E-430E-8F63-7469EC1FB664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6F83956-15CC-418E-B737-9061141E4CD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66B5100-86F8-4E8C-9DE1-10AD5FB9B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703F518-B554-4AC1-A90D-7EDD58F262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de-DE" dirty="0"/>
              <a:t>Untertitelmasters durch Klicken bearbeiten</a:t>
            </a:r>
            <a:endParaRPr lang="en-US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9FA7CF-D871-4A92-B637-6BD1D2660BDF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2A6B56BE-B7D9-4ABB-9FC4-4C2C40CB670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B385CDCE-8F09-4AAB-B014-0073E7D048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feld 12"/>
          <p:cNvSpPr txBox="1"/>
          <p:nvPr userDrawn="1"/>
        </p:nvSpPr>
        <p:spPr>
          <a:xfrm>
            <a:off x="779929" y="2399316"/>
            <a:ext cx="111956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</a:p>
        </p:txBody>
      </p:sp>
    </p:spTree>
    <p:extLst>
      <p:ext uri="{BB962C8B-B14F-4D97-AF65-F5344CB8AC3E}">
        <p14:creationId xmlns:p14="http://schemas.microsoft.com/office/powerpoint/2010/main" val="1864442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4000" y="1235175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000" y="1236273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" name="Textfeld 2"/>
          <p:cNvSpPr txBox="1"/>
          <p:nvPr userDrawn="1"/>
        </p:nvSpPr>
        <p:spPr>
          <a:xfrm>
            <a:off x="779929" y="243057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71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use the flipped one instead (and manually copy the content(!) of the flipped pages)</a:t>
            </a:r>
          </a:p>
        </p:txBody>
      </p:sp>
    </p:spTree>
    <p:extLst>
      <p:ext uri="{BB962C8B-B14F-4D97-AF65-F5344CB8AC3E}">
        <p14:creationId xmlns:p14="http://schemas.microsoft.com/office/powerpoint/2010/main" val="385187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6000" y="1234689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5175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571505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E9EC9F2-3C9F-4A4B-9463-32200C1888C5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BE7F8F3-90E3-4324-B96F-F4C733799980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FB93F6E7-9B79-444E-9797-C017CBCD9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966A802-7238-4572-8B31-F10BAD15BE6A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01C63A65-01F5-4E3D-9EE7-E225D07B1954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7CBACAB-4E61-4BA4-A7E8-012536F511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9903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pieren 14"/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6" name="Gerader Verbinder 15"/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0B61E83-F62A-4E6F-9728-ABDE5413BA68}"/>
              </a:ext>
            </a:extLst>
          </p:cNvPr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3ED25C8-3644-4C59-B80C-B3EC3EBB6C18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94E318B-6CC6-4660-9EC9-B8FEB8D24174}"/>
                </a:ext>
              </a:extLst>
            </p:cNvPr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7E0399E-000C-4919-9189-D72AC9F21B27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39B952C-73F9-4639-9C6B-D79F321E765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D1F7EFE-C1E5-46CC-AC0C-2ACADE80B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BEA13B8-67E5-4E0C-87FF-5C3A86F3E1BB}"/>
              </a:ext>
            </a:extLst>
          </p:cNvPr>
          <p:cNvGrpSpPr/>
          <p:nvPr userDrawn="1"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D7C05B6-2FEC-4BCF-B0D2-C4E0FBD988C4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1DD01610-9DF8-4DC4-93DF-34D4ADF39035}"/>
                </a:ext>
              </a:extLst>
            </p:cNvPr>
            <p:cNvCxnSpPr/>
            <p:nvPr userDrawn="1"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E00B62C-5012-43AC-B2B8-7ABCCC897041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8204F29-F5C4-4D02-857A-E600F35F2E4F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5F4B9776-75B3-46D2-8C19-AE6D80A6416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22165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Ihre Aufmerksamkeit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D42372E-A88B-49BE-BF8B-A349B6BE88BB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E73DD95-497D-41DA-AE15-231D472ACF1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33C7AEA-7E75-4F96-A29D-6E01AE30A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54A51D3-6BB0-4789-89BC-481D89445CBE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F4FEE0A-400B-495A-BBAD-43B3BB9910CB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BA932F8-ADAD-449E-8505-B146C5E2606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6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39CD8DE-4C7D-4115-826C-095081C9C550}"/>
              </a:ext>
            </a:extLst>
          </p:cNvPr>
          <p:cNvGrpSpPr/>
          <p:nvPr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E7A10CC4-C78C-496F-ADD8-BFFEA15832AC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8D031218-F43F-4F64-8EFA-18FF5CC8D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Malte Heithoff | Software Engineering</a:t>
            </a:r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546A872-26C7-4E5C-9125-775206BCBEA4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8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07601A5-C709-41D1-A3FB-1067D511C6A0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3116334-B9FF-486F-853F-2FC0FEBBB345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B09F16D-C13E-41E9-9D8E-F62185B5F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3137B7CE-1B7B-4BD9-84EC-35BB2F899117}"/>
              </a:ext>
            </a:extLst>
          </p:cNvPr>
          <p:cNvGrpSpPr/>
          <p:nvPr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62A21AE-7533-4515-8E6B-0629BDE1E199}"/>
                </a:ext>
              </a:extLst>
            </p:cNvPr>
            <p:cNvCxnSpPr>
              <a:cxnSpLocks/>
            </p:cNvCxnSpPr>
            <p:nvPr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C2D2DC96-2606-46A7-BE47-231944BE7F88}"/>
                </a:ext>
              </a:extLst>
            </p:cNvPr>
            <p:cNvCxnSpPr>
              <a:cxnSpLocks/>
            </p:cNvCxnSpPr>
            <p:nvPr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E8F4D0-8DD9-4778-8FAF-1A3AAD236EE6}"/>
              </a:ext>
            </a:extLst>
          </p:cNvPr>
          <p:cNvGrpSpPr/>
          <p:nvPr userDrawn="1"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F39390DE-7CDF-413A-BA63-9DBE991A03FE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8FE4379-972E-42EA-875D-205082A062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D885A2B-353E-4CC6-AE36-D7FBA6412355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42BAD79-77B5-4F17-9B1B-118759906CC7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49B137E-A382-4784-8424-D97BEBD109F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4B58725-E025-476C-8EFF-8D44F3A77022}"/>
              </a:ext>
            </a:extLst>
          </p:cNvPr>
          <p:cNvGrpSpPr/>
          <p:nvPr userDrawn="1"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243A30B-762F-4D0C-8856-A9541783A9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CB409D8-D56C-486C-ABAB-CCD3DECF18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833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6" r:id="rId2"/>
    <p:sldLayoutId id="2147483905" r:id="rId3"/>
    <p:sldLayoutId id="2147483907" r:id="rId4"/>
    <p:sldLayoutId id="2147483911" r:id="rId5"/>
    <p:sldLayoutId id="2147483908" r:id="rId6"/>
    <p:sldLayoutId id="2147483909" r:id="rId7"/>
    <p:sldLayoutId id="2147483910" r:id="rId8"/>
    <p:sldLayoutId id="2147483944" r:id="rId9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39CD8DE-4C7D-4115-826C-095081C9C550}"/>
              </a:ext>
            </a:extLst>
          </p:cNvPr>
          <p:cNvGrpSpPr/>
          <p:nvPr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E7A10CC4-C78C-496F-ADD8-BFFEA15832AC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8D031218-F43F-4F64-8EFA-18FF5CC8D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 err="1">
                <a:solidFill>
                  <a:schemeClr val="tx2"/>
                </a:solidFill>
              </a:rPr>
              <a:t>FoWo</a:t>
            </a:r>
            <a:r>
              <a:rPr lang="de-DE" altLang="de-DE" sz="900" dirty="0">
                <a:solidFill>
                  <a:schemeClr val="tx2"/>
                </a:solidFill>
              </a:rPr>
              <a:t> 2021</a:t>
            </a:r>
            <a:r>
              <a:rPr lang="de-DE" altLang="de-DE" sz="900" baseline="0" dirty="0">
                <a:solidFill>
                  <a:schemeClr val="tx2"/>
                </a:solidFill>
              </a:rPr>
              <a:t>  |  Malte Heithoff</a:t>
            </a:r>
            <a:endParaRPr lang="de-DE" altLang="de-DE" sz="900" dirty="0">
              <a:solidFill>
                <a:schemeClr val="tx2"/>
              </a:solidFill>
            </a:endParaRPr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546A872-26C7-4E5C-9125-775206BCBEA4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8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07601A5-C709-41D1-A3FB-1067D511C6A0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3116334-B9FF-486F-853F-2FC0FEBBB345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B09F16D-C13E-41E9-9D8E-F62185B5F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3137B7CE-1B7B-4BD9-84EC-35BB2F899117}"/>
              </a:ext>
            </a:extLst>
          </p:cNvPr>
          <p:cNvGrpSpPr/>
          <p:nvPr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62A21AE-7533-4515-8E6B-0629BDE1E199}"/>
                </a:ext>
              </a:extLst>
            </p:cNvPr>
            <p:cNvCxnSpPr>
              <a:cxnSpLocks/>
            </p:cNvCxnSpPr>
            <p:nvPr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C2D2DC96-2606-46A7-BE47-231944BE7F88}"/>
                </a:ext>
              </a:extLst>
            </p:cNvPr>
            <p:cNvCxnSpPr>
              <a:cxnSpLocks/>
            </p:cNvCxnSpPr>
            <p:nvPr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E8F4D0-8DD9-4778-8FAF-1A3AAD236EE6}"/>
              </a:ext>
            </a:extLst>
          </p:cNvPr>
          <p:cNvGrpSpPr/>
          <p:nvPr userDrawn="1"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F39390DE-7CDF-413A-BA63-9DBE991A03FE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8FE4379-972E-42EA-875D-205082A062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D885A2B-353E-4CC6-AE36-D7FBA6412355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42BAD79-77B5-4F17-9B1B-118759906CC7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49B137E-A382-4784-8424-D97BEBD109F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4B58725-E025-476C-8EFF-8D44F3A77022}"/>
              </a:ext>
            </a:extLst>
          </p:cNvPr>
          <p:cNvGrpSpPr/>
          <p:nvPr userDrawn="1"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243A30B-762F-4D0C-8856-A9541783A9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CB409D8-D56C-486C-ABAB-CCD3DECF18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8245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FunctionStructure</a:t>
            </a:r>
            <a:r>
              <a:rPr lang="en-US" dirty="0" smtClean="0"/>
              <a:t> Reference Model </a:t>
            </a:r>
            <a:endParaRPr lang="de-DE" dirty="0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4EF9740-1DC3-44C4-BFAD-144CF7D8E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138" y="4405079"/>
            <a:ext cx="2518575" cy="153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Software Engineering</a:t>
            </a:r>
          </a:p>
          <a:p>
            <a:r>
              <a:rPr lang="en-US" sz="2000" dirty="0"/>
              <a:t>RWTH Aachen </a:t>
            </a:r>
          </a:p>
          <a:p>
            <a:endParaRPr lang="en-US" sz="2000" dirty="0"/>
          </a:p>
          <a:p>
            <a:r>
              <a:rPr lang="en-US" sz="2000" dirty="0"/>
              <a:t>http://www.se-rwth.de/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B48C8A0-5E06-613A-BB9E-C64900E2C1C9}"/>
              </a:ext>
            </a:extLst>
          </p:cNvPr>
          <p:cNvGrpSpPr>
            <a:grpSpLocks noChangeAspect="1"/>
          </p:cNvGrpSpPr>
          <p:nvPr/>
        </p:nvGrpSpPr>
        <p:grpSpPr>
          <a:xfrm>
            <a:off x="4294416" y="3097267"/>
            <a:ext cx="7524943" cy="2834640"/>
            <a:chOff x="7238764" y="3177220"/>
            <a:chExt cx="4550031" cy="1713991"/>
          </a:xfrm>
        </p:grpSpPr>
        <p:sp>
          <p:nvSpPr>
            <p:cNvPr id="3" name="Cube 6">
              <a:extLst>
                <a:ext uri="{FF2B5EF4-FFF2-40B4-BE49-F238E27FC236}">
                  <a16:creationId xmlns:a16="http://schemas.microsoft.com/office/drawing/2014/main" id="{6BA445C4-D951-34C1-10D2-05DA0EEFE495}"/>
                </a:ext>
              </a:extLst>
            </p:cNvPr>
            <p:cNvSpPr/>
            <p:nvPr/>
          </p:nvSpPr>
          <p:spPr>
            <a:xfrm>
              <a:off x="8920122" y="3298765"/>
              <a:ext cx="1388853" cy="1592446"/>
            </a:xfrm>
            <a:prstGeom prst="cube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800"/>
            </a:p>
          </p:txBody>
        </p: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CCC334C0-8C60-08ED-9212-8CE394024BD6}"/>
                </a:ext>
              </a:extLst>
            </p:cNvPr>
            <p:cNvCxnSpPr/>
            <p:nvPr/>
          </p:nvCxnSpPr>
          <p:spPr>
            <a:xfrm>
              <a:off x="7979843" y="3806997"/>
              <a:ext cx="9402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Pfeil nach rechts 9">
              <a:extLst>
                <a:ext uri="{FF2B5EF4-FFF2-40B4-BE49-F238E27FC236}">
                  <a16:creationId xmlns:a16="http://schemas.microsoft.com/office/drawing/2014/main" id="{08F45EFD-49A1-C529-C94F-99EE8D47C0D2}"/>
                </a:ext>
              </a:extLst>
            </p:cNvPr>
            <p:cNvSpPr/>
            <p:nvPr/>
          </p:nvSpPr>
          <p:spPr>
            <a:xfrm>
              <a:off x="7941714" y="4189836"/>
              <a:ext cx="978408" cy="79914"/>
            </a:xfrm>
            <a:prstGeom prst="rightArrow">
              <a:avLst>
                <a:gd name="adj1" fmla="val 50000"/>
                <a:gd name="adj2" fmla="val 150746"/>
              </a:avLst>
            </a:prstGeom>
            <a:noFill/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800"/>
            </a:p>
          </p:txBody>
        </p:sp>
        <p:sp>
          <p:nvSpPr>
            <p:cNvPr id="6" name="Textfeld 10">
              <a:extLst>
                <a:ext uri="{FF2B5EF4-FFF2-40B4-BE49-F238E27FC236}">
                  <a16:creationId xmlns:a16="http://schemas.microsoft.com/office/drawing/2014/main" id="{0378BF45-E575-606C-E386-5DA4920FD2A8}"/>
                </a:ext>
              </a:extLst>
            </p:cNvPr>
            <p:cNvSpPr txBox="1"/>
            <p:nvPr/>
          </p:nvSpPr>
          <p:spPr>
            <a:xfrm>
              <a:off x="8920123" y="3844699"/>
              <a:ext cx="979211" cy="725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/>
              <a:r>
                <a:rPr lang="de-DE" sz="2400" dirty="0"/>
                <a:t>Cyber-</a:t>
              </a:r>
              <a:br>
                <a:rPr lang="de-DE" sz="2400" dirty="0"/>
              </a:br>
              <a:r>
                <a:rPr lang="de-DE" sz="2400" dirty="0"/>
                <a:t>Physical System</a:t>
              </a:r>
              <a:endParaRPr lang="en-US" sz="2400" dirty="0"/>
            </a:p>
          </p:txBody>
        </p: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75F8C01C-9059-26E3-92D2-BAB5662BF593}"/>
                </a:ext>
              </a:extLst>
            </p:cNvPr>
            <p:cNvCxnSpPr/>
            <p:nvPr/>
          </p:nvCxnSpPr>
          <p:spPr>
            <a:xfrm>
              <a:off x="7979842" y="4703676"/>
              <a:ext cx="9402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E36A4FD3-B734-3353-1D3B-67E6A628478E}"/>
                </a:ext>
              </a:extLst>
            </p:cNvPr>
            <p:cNvCxnSpPr/>
            <p:nvPr/>
          </p:nvCxnSpPr>
          <p:spPr>
            <a:xfrm>
              <a:off x="10099833" y="3806932"/>
              <a:ext cx="9402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Pfeil nach rechts 13">
              <a:extLst>
                <a:ext uri="{FF2B5EF4-FFF2-40B4-BE49-F238E27FC236}">
                  <a16:creationId xmlns:a16="http://schemas.microsoft.com/office/drawing/2014/main" id="{69AC3D63-A862-98AB-FB0E-0B21EDAC24FD}"/>
                </a:ext>
              </a:extLst>
            </p:cNvPr>
            <p:cNvSpPr/>
            <p:nvPr/>
          </p:nvSpPr>
          <p:spPr>
            <a:xfrm>
              <a:off x="10061704" y="4168505"/>
              <a:ext cx="978408" cy="79914"/>
            </a:xfrm>
            <a:prstGeom prst="rightArrow">
              <a:avLst>
                <a:gd name="adj1" fmla="val 50000"/>
                <a:gd name="adj2" fmla="val 150746"/>
              </a:avLst>
            </a:prstGeom>
            <a:noFill/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800"/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C1C1E368-B029-EC83-AFFD-255AD8B1C32A}"/>
                </a:ext>
              </a:extLst>
            </p:cNvPr>
            <p:cNvCxnSpPr/>
            <p:nvPr/>
          </p:nvCxnSpPr>
          <p:spPr>
            <a:xfrm>
              <a:off x="10099832" y="4703611"/>
              <a:ext cx="9402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5">
              <a:extLst>
                <a:ext uri="{FF2B5EF4-FFF2-40B4-BE49-F238E27FC236}">
                  <a16:creationId xmlns:a16="http://schemas.microsoft.com/office/drawing/2014/main" id="{F409FFEF-437A-DC5A-002E-A6BA7BB60049}"/>
                </a:ext>
              </a:extLst>
            </p:cNvPr>
            <p:cNvSpPr txBox="1"/>
            <p:nvPr/>
          </p:nvSpPr>
          <p:spPr>
            <a:xfrm>
              <a:off x="7244886" y="3390718"/>
              <a:ext cx="979211" cy="279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/>
              <a:r>
                <a:rPr lang="de-DE" sz="2400" dirty="0"/>
                <a:t>Energy</a:t>
              </a:r>
              <a:endParaRPr lang="en-US" sz="2400" dirty="0"/>
            </a:p>
          </p:txBody>
        </p:sp>
        <p:sp>
          <p:nvSpPr>
            <p:cNvPr id="13" name="Textfeld 16">
              <a:extLst>
                <a:ext uri="{FF2B5EF4-FFF2-40B4-BE49-F238E27FC236}">
                  <a16:creationId xmlns:a16="http://schemas.microsoft.com/office/drawing/2014/main" id="{CA09DF99-B8F9-49F2-CD6F-1C5D53508FB1}"/>
                </a:ext>
              </a:extLst>
            </p:cNvPr>
            <p:cNvSpPr txBox="1"/>
            <p:nvPr/>
          </p:nvSpPr>
          <p:spPr>
            <a:xfrm>
              <a:off x="7244378" y="3870430"/>
              <a:ext cx="979212" cy="279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/>
              <a:r>
                <a:rPr lang="de-DE" sz="2400" dirty="0"/>
                <a:t>Material</a:t>
              </a:r>
              <a:endParaRPr lang="en-US" sz="2400" dirty="0"/>
            </a:p>
          </p:txBody>
        </p:sp>
        <p:sp>
          <p:nvSpPr>
            <p:cNvPr id="14" name="Textfeld 17">
              <a:extLst>
                <a:ext uri="{FF2B5EF4-FFF2-40B4-BE49-F238E27FC236}">
                  <a16:creationId xmlns:a16="http://schemas.microsoft.com/office/drawing/2014/main" id="{81C1863B-805A-09CF-DF6B-E80D09A21C82}"/>
                </a:ext>
              </a:extLst>
            </p:cNvPr>
            <p:cNvSpPr txBox="1"/>
            <p:nvPr/>
          </p:nvSpPr>
          <p:spPr>
            <a:xfrm>
              <a:off x="7238764" y="4389428"/>
              <a:ext cx="979211" cy="279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algn="ctr"/>
              <a:r>
                <a:rPr lang="de-DE" sz="2400" dirty="0"/>
                <a:t>Data</a:t>
              </a:r>
              <a:endParaRPr lang="en-US" sz="2400" dirty="0"/>
            </a:p>
          </p:txBody>
        </p:sp>
        <p:sp>
          <p:nvSpPr>
            <p:cNvPr id="15" name="AutoShape 40">
              <a:extLst>
                <a:ext uri="{FF2B5EF4-FFF2-40B4-BE49-F238E27FC236}">
                  <a16:creationId xmlns:a16="http://schemas.microsoft.com/office/drawing/2014/main" id="{D878364E-F3EA-AE8B-AA61-89E30F06CE0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79195" y="3177220"/>
              <a:ext cx="609600" cy="304800"/>
            </a:xfrm>
            <a:prstGeom prst="foldedCorner">
              <a:avLst>
                <a:gd name="adj" fmla="val 27606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 anchorCtr="1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 eaLnBrk="0" hangingPunct="0">
                <a:lnSpc>
                  <a:spcPct val="70000"/>
                </a:lnSpc>
              </a:pPr>
              <a:r>
                <a:rPr lang="en-US" altLang="de-DE" sz="2400" dirty="0"/>
                <a:t>CPF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096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 kern="1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de-DE" kern="100" dirty="0">
                <a:latin typeface="Calibri" panose="020F0502020204030204" pitchFamily="34" charset="0"/>
                <a:ea typeface="Calibri" panose="020F0502020204030204" pitchFamily="34" charset="0"/>
              </a:rPr>
              <a:t>Funktionen sind dekomponiert in Substrukturen (Architekturen), die ihrerseits über interne Kanäle interagieren</a:t>
            </a:r>
          </a:p>
          <a:p>
            <a:endParaRPr lang="de-DE" kern="1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de-DE" kern="100" dirty="0" smtClean="0">
                <a:latin typeface="Calibri" panose="020F0502020204030204" pitchFamily="34" charset="0"/>
                <a:ea typeface="Calibri" panose="020F0502020204030204" pitchFamily="34" charset="0"/>
              </a:rPr>
              <a:t>Funktionen </a:t>
            </a:r>
            <a:r>
              <a:rPr lang="de-DE" kern="100" dirty="0">
                <a:latin typeface="Calibri" panose="020F0502020204030204" pitchFamily="34" charset="0"/>
                <a:ea typeface="Calibri" panose="020F0502020204030204" pitchFamily="34" charset="0"/>
              </a:rPr>
              <a:t>können einen internen Zustand haben (und </a:t>
            </a:r>
            <a:r>
              <a:rPr lang="de-DE" kern="100" dirty="0" smtClean="0">
                <a:latin typeface="Calibri" panose="020F0502020204030204" pitchFamily="34" charset="0"/>
                <a:ea typeface="Calibri" panose="020F0502020204030204" pitchFamily="34" charset="0"/>
              </a:rPr>
              <a:t>auf durch die Interaktionen mit der Umgebung wechseln</a:t>
            </a:r>
            <a:r>
              <a:rPr lang="de-DE" kern="100" dirty="0"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</a:p>
          <a:p>
            <a:endParaRPr lang="de-DE" dirty="0" smtClean="0"/>
          </a:p>
          <a:p>
            <a:r>
              <a:rPr lang="de-DE" kern="100" dirty="0" smtClean="0">
                <a:latin typeface="Calibri" panose="020F0502020204030204" pitchFamily="34" charset="0"/>
                <a:ea typeface="Calibri" panose="020F0502020204030204" pitchFamily="34" charset="0"/>
              </a:rPr>
              <a:t>Nicht mehr dargestellt:</a:t>
            </a:r>
            <a:br>
              <a:rPr lang="de-DE" kern="100" dirty="0" smtClean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de-DE" kern="100" dirty="0" smtClean="0">
                <a:latin typeface="Calibri" panose="020F0502020204030204" pitchFamily="34" charset="0"/>
                <a:ea typeface="Calibri" panose="020F0502020204030204" pitchFamily="34" charset="0"/>
              </a:rPr>
              <a:t>Die </a:t>
            </a:r>
            <a:r>
              <a:rPr lang="de-DE" kern="100" dirty="0">
                <a:latin typeface="Calibri" panose="020F0502020204030204" pitchFamily="34" charset="0"/>
                <a:ea typeface="Calibri" panose="020F0502020204030204" pitchFamily="34" charset="0"/>
              </a:rPr>
              <a:t>Funktionen können </a:t>
            </a:r>
            <a:r>
              <a:rPr lang="de-DE" kern="100" dirty="0" smtClean="0">
                <a:latin typeface="Calibri" panose="020F0502020204030204" pitchFamily="34" charset="0"/>
                <a:ea typeface="Calibri" panose="020F0502020204030204" pitchFamily="34" charset="0"/>
              </a:rPr>
              <a:t>komplexe </a:t>
            </a:r>
            <a:r>
              <a:rPr lang="de-DE" kern="100" dirty="0">
                <a:latin typeface="Calibri" panose="020F0502020204030204" pitchFamily="34" charset="0"/>
                <a:ea typeface="Calibri" panose="020F0502020204030204" pitchFamily="34" charset="0"/>
              </a:rPr>
              <a:t>Eigenschaften besitzen, brechen sich aber letztlich runter auf entweder reine Software, Sensoren, Aktuatoren oder elementare </a:t>
            </a:r>
            <a:r>
              <a:rPr lang="de-DE" kern="100" dirty="0" smtClean="0">
                <a:latin typeface="Calibri" panose="020F0502020204030204" pitchFamily="34" charset="0"/>
                <a:ea typeface="Calibri" panose="020F0502020204030204" pitchFamily="34" charset="0"/>
              </a:rPr>
              <a:t>physikalische Funktionen</a:t>
            </a:r>
            <a:r>
              <a:rPr lang="de-DE" kern="100" dirty="0">
                <a:latin typeface="Calibri" panose="020F0502020204030204" pitchFamily="34" charset="0"/>
                <a:ea typeface="Calibri" panose="020F0502020204030204" pitchFamily="34" charset="0"/>
              </a:rPr>
              <a:t>, wie sie der </a:t>
            </a:r>
            <a:r>
              <a:rPr lang="de-DE" kern="100" dirty="0" smtClean="0">
                <a:latin typeface="Calibri" panose="020F0502020204030204" pitchFamily="34" charset="0"/>
                <a:ea typeface="Calibri" panose="020F0502020204030204" pitchFamily="34" charset="0"/>
              </a:rPr>
              <a:t>Koller-Katalog </a:t>
            </a:r>
            <a:r>
              <a:rPr lang="de-DE" kern="100" dirty="0">
                <a:latin typeface="Calibri" panose="020F0502020204030204" pitchFamily="34" charset="0"/>
                <a:ea typeface="Calibri" panose="020F0502020204030204" pitchFamily="34" charset="0"/>
              </a:rPr>
              <a:t>in Form von etwa 300 Stück kennt</a:t>
            </a:r>
          </a:p>
          <a:p>
            <a:endParaRPr lang="en-US" dirty="0" smtClean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1DE7FE1-C0CA-F4B3-3D14-744CC8EE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FunctionStructure</a:t>
            </a:r>
            <a:r>
              <a:rPr lang="en-US" dirty="0"/>
              <a:t> : </a:t>
            </a:r>
            <a:r>
              <a:rPr lang="en-US" dirty="0" smtClean="0"/>
              <a:t>das </a:t>
            </a:r>
            <a:r>
              <a:rPr lang="de-DE" dirty="0" smtClean="0"/>
              <a:t>Referenzmodell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C43F92-72E7-5C19-A418-EAE1A0DB5BA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FunctionStructure</a:t>
            </a:r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beschreibt die </a:t>
            </a:r>
            <a:r>
              <a:rPr lang="de-DE" sz="1800" b="1" kern="10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funktionale Struktur </a:t>
            </a: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von Maschinen, </a:t>
            </a:r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Produkten, verteilt arbeitender Software</a:t>
            </a:r>
            <a:endParaRPr lang="de-D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lphaLcParenR"/>
            </a:pPr>
            <a:endParaRPr lang="de-D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Beschrieben wird die Funktion eines Systems (oder einer Komponente)</a:t>
            </a:r>
          </a:p>
          <a:p>
            <a:pPr marL="0" indent="0">
              <a:buNone/>
            </a:pPr>
            <a:endParaRPr lang="de-DE" sz="18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</a:t>
            </a: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 von </a:t>
            </a:r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Input- </a:t>
            </a: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und </a:t>
            </a:r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Output-Kanälen </a:t>
            </a:r>
          </a:p>
          <a:p>
            <a:endParaRPr lang="de-DE" sz="18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mit konkreter, zumeist getypter Signatur.</a:t>
            </a:r>
          </a:p>
          <a:p>
            <a:endParaRPr lang="de-DE" sz="18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Auf den Kanälen fließen </a:t>
            </a: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energetische-, physikalische- oder </a:t>
            </a:r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Datenströme, diese können als </a:t>
            </a:r>
            <a:r>
              <a:rPr lang="de-D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diskrete Events (Button, Schraube) oder kontinuierlicher Fluss (Wasser, Strom, Wärme) verstanden </a:t>
            </a:r>
            <a:r>
              <a:rPr lang="de-DE" sz="1800" kern="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(und modelliert) werden.</a:t>
            </a:r>
            <a:endParaRPr lang="de-DE" kern="1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12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FunctionStructure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err="1"/>
              <a:t>FunctionStructure</a:t>
            </a: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wird</a:t>
            </a:r>
            <a:r>
              <a:rPr lang="en-US" dirty="0" smtClean="0"/>
              <a:t> </a:t>
            </a:r>
            <a:r>
              <a:rPr lang="en-US" dirty="0" err="1" smtClean="0"/>
              <a:t>primär</a:t>
            </a:r>
            <a:r>
              <a:rPr lang="en-US" dirty="0" smtClean="0"/>
              <a:t> </a:t>
            </a:r>
            <a:r>
              <a:rPr lang="en-US" dirty="0" err="1" smtClean="0"/>
              <a:t>definiert</a:t>
            </a:r>
            <a:r>
              <a:rPr lang="en-US" dirty="0" smtClean="0"/>
              <a:t> </a:t>
            </a:r>
            <a:r>
              <a:rPr lang="en-US" dirty="0" err="1" smtClean="0"/>
              <a:t>durch</a:t>
            </a:r>
            <a:r>
              <a:rPr lang="en-US" dirty="0" smtClean="0"/>
              <a:t> </a:t>
            </a:r>
            <a:r>
              <a:rPr lang="en-US" dirty="0" err="1" smtClean="0"/>
              <a:t>ein</a:t>
            </a:r>
            <a:r>
              <a:rPr lang="en-US" dirty="0" smtClean="0"/>
              <a:t> </a:t>
            </a:r>
            <a:r>
              <a:rPr lang="en-US" dirty="0" err="1" smtClean="0"/>
              <a:t>Klassendiagramm</a:t>
            </a:r>
            <a:r>
              <a:rPr lang="en-US" dirty="0" smtClean="0"/>
              <a:t> </a:t>
            </a:r>
          </a:p>
          <a:p>
            <a:pPr lvl="1"/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Welches </a:t>
            </a:r>
            <a:r>
              <a:rPr lang="en-US" dirty="0" err="1" smtClean="0">
                <a:solidFill>
                  <a:srgbClr val="FF0000"/>
                </a:solidFill>
              </a:rPr>
              <a:t>ist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es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denn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jetzt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und </a:t>
            </a:r>
            <a:r>
              <a:rPr lang="en-US" dirty="0" err="1" smtClean="0"/>
              <a:t>assoziierte</a:t>
            </a:r>
            <a:r>
              <a:rPr lang="en-US" dirty="0" smtClean="0"/>
              <a:t> OCL- Constraints</a:t>
            </a:r>
          </a:p>
          <a:p>
            <a:pPr lvl="1"/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Welches </a:t>
            </a:r>
            <a:r>
              <a:rPr lang="en-US" dirty="0" err="1">
                <a:solidFill>
                  <a:srgbClr val="FF0000"/>
                </a:solidFill>
              </a:rPr>
              <a:t>ist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denn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jetzt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Die </a:t>
            </a:r>
            <a:r>
              <a:rPr lang="en-US" dirty="0" err="1" smtClean="0"/>
              <a:t>die</a:t>
            </a:r>
            <a:r>
              <a:rPr lang="en-US" dirty="0" smtClean="0"/>
              <a:t> </a:t>
            </a:r>
            <a:r>
              <a:rPr lang="en-US" dirty="0" err="1" smtClean="0"/>
              <a:t>grundsätzliche</a:t>
            </a:r>
            <a:r>
              <a:rPr lang="en-US" dirty="0" smtClean="0"/>
              <a:t> </a:t>
            </a:r>
            <a:r>
              <a:rPr lang="en-US" dirty="0" err="1" smtClean="0"/>
              <a:t>Struktur</a:t>
            </a:r>
            <a:r>
              <a:rPr lang="en-US" dirty="0" smtClean="0"/>
              <a:t> der </a:t>
            </a:r>
            <a:r>
              <a:rPr lang="en-US" dirty="0" err="1" smtClean="0"/>
              <a:t>Schnittstellen</a:t>
            </a:r>
            <a:r>
              <a:rPr lang="en-US" dirty="0" smtClean="0"/>
              <a:t>, und die </a:t>
            </a:r>
            <a:r>
              <a:rPr lang="en-US" dirty="0" err="1" smtClean="0"/>
              <a:t>hierarchische</a:t>
            </a:r>
            <a:r>
              <a:rPr lang="en-US" dirty="0" smtClean="0"/>
              <a:t> </a:t>
            </a:r>
            <a:r>
              <a:rPr lang="en-US" dirty="0" err="1" smtClean="0"/>
              <a:t>Dekomposition</a:t>
            </a:r>
            <a:r>
              <a:rPr lang="en-US" dirty="0" smtClean="0"/>
              <a:t> inclusive der </a:t>
            </a:r>
            <a:r>
              <a:rPr lang="en-US" dirty="0" err="1" smtClean="0"/>
              <a:t>Verschaltung</a:t>
            </a:r>
            <a:r>
              <a:rPr lang="en-US" dirty="0" smtClean="0"/>
              <a:t> </a:t>
            </a:r>
            <a:r>
              <a:rPr lang="en-US" dirty="0" err="1" smtClean="0"/>
              <a:t>innerer</a:t>
            </a:r>
            <a:r>
              <a:rPr lang="en-US" dirty="0" smtClean="0"/>
              <a:t> </a:t>
            </a:r>
            <a:r>
              <a:rPr lang="en-US" dirty="0" err="1" smtClean="0"/>
              <a:t>Strukturen</a:t>
            </a:r>
            <a:r>
              <a:rPr lang="en-US" dirty="0" smtClean="0"/>
              <a:t> </a:t>
            </a:r>
            <a:r>
              <a:rPr lang="en-US" dirty="0" err="1" smtClean="0"/>
              <a:t>dekomponierter</a:t>
            </a:r>
            <a:r>
              <a:rPr lang="en-US" dirty="0" smtClean="0"/>
              <a:t> </a:t>
            </a:r>
            <a:r>
              <a:rPr lang="en-US" dirty="0" err="1" smtClean="0"/>
              <a:t>Systeme</a:t>
            </a:r>
            <a:r>
              <a:rPr lang="en-US" dirty="0"/>
              <a:t> </a:t>
            </a:r>
            <a:r>
              <a:rPr lang="en-US" dirty="0" err="1" smtClean="0"/>
              <a:t>repräsentieren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078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FunctionStructure</a:t>
            </a:r>
            <a:r>
              <a:rPr lang="en-US" dirty="0" smtClean="0"/>
              <a:t> : the CD</a:t>
            </a:r>
            <a:endParaRPr lang="de-DE" dirty="0"/>
          </a:p>
        </p:txBody>
      </p:sp>
      <p:sp>
        <p:nvSpPr>
          <p:cNvPr id="143" name="Inhaltsplatzhalter 14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Function </a:t>
            </a:r>
            <a:r>
              <a:rPr lang="en-US" dirty="0"/>
              <a:t>has a signature</a:t>
            </a:r>
          </a:p>
          <a:p>
            <a:pPr lvl="1"/>
            <a:r>
              <a:rPr lang="en-US" dirty="0"/>
              <a:t>Named input channels and</a:t>
            </a:r>
          </a:p>
          <a:p>
            <a:pPr lvl="1"/>
            <a:r>
              <a:rPr lang="en-US" dirty="0"/>
              <a:t>Named output channels</a:t>
            </a:r>
          </a:p>
          <a:p>
            <a:pPr lvl="1"/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Channels </a:t>
            </a:r>
            <a:r>
              <a:rPr lang="en-US" dirty="0"/>
              <a:t>contain observations:</a:t>
            </a:r>
          </a:p>
          <a:p>
            <a:pPr lvl="1"/>
            <a:r>
              <a:rPr lang="en-US" dirty="0"/>
              <a:t>modelled as streams of values</a:t>
            </a:r>
          </a:p>
          <a:p>
            <a:pPr lvl="1"/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Function </a:t>
            </a:r>
            <a:r>
              <a:rPr lang="en-US" dirty="0"/>
              <a:t>contain state: </a:t>
            </a:r>
          </a:p>
          <a:p>
            <a:pPr lvl="1"/>
            <a:r>
              <a:rPr lang="en-US" dirty="0" smtClean="0"/>
              <a:t>observed </a:t>
            </a:r>
            <a:r>
              <a:rPr lang="en-US" dirty="0"/>
              <a:t>as stream </a:t>
            </a:r>
            <a:r>
              <a:rPr lang="en-US" dirty="0" smtClean="0"/>
              <a:t>of states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0" y="1236273"/>
            <a:ext cx="6091112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" name="AutoShape 40">
            <a:extLst>
              <a:ext uri="{FF2B5EF4-FFF2-40B4-BE49-F238E27FC236}">
                <a16:creationId xmlns:a16="http://schemas.microsoft.com/office/drawing/2014/main" id="{3143E6B0-ED09-5279-54BB-D41917E6537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E318E4F-F7FD-7DA4-800B-1ED3DAF27E5A}"/>
              </a:ext>
            </a:extLst>
          </p:cNvPr>
          <p:cNvCxnSpPr>
            <a:cxnSpLocks/>
            <a:stCxn id="59" idx="2"/>
            <a:endCxn id="47" idx="0"/>
          </p:cNvCxnSpPr>
          <p:nvPr/>
        </p:nvCxnSpPr>
        <p:spPr>
          <a:xfrm>
            <a:off x="10700915" y="2400488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6" name="Textfeld 169">
            <a:extLst>
              <a:ext uri="{FF2B5EF4-FFF2-40B4-BE49-F238E27FC236}">
                <a16:creationId xmlns:a16="http://schemas.microsoft.com/office/drawing/2014/main" id="{2999EC7D-46BB-600E-18D1-0338B4AC1D12}"/>
              </a:ext>
            </a:extLst>
          </p:cNvPr>
          <p:cNvSpPr txBox="1"/>
          <p:nvPr/>
        </p:nvSpPr>
        <p:spPr>
          <a:xfrm>
            <a:off x="8200323" y="175110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7" name="Textfeld 169">
            <a:extLst>
              <a:ext uri="{FF2B5EF4-FFF2-40B4-BE49-F238E27FC236}">
                <a16:creationId xmlns:a16="http://schemas.microsoft.com/office/drawing/2014/main" id="{FA3D8469-B464-FB58-E9A2-28A3565EE77C}"/>
              </a:ext>
            </a:extLst>
          </p:cNvPr>
          <p:cNvSpPr txBox="1"/>
          <p:nvPr/>
        </p:nvSpPr>
        <p:spPr>
          <a:xfrm>
            <a:off x="9454341" y="2178352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8" name="Textfeld 169">
            <a:extLst>
              <a:ext uri="{FF2B5EF4-FFF2-40B4-BE49-F238E27FC236}">
                <a16:creationId xmlns:a16="http://schemas.microsoft.com/office/drawing/2014/main" id="{90A96CA0-1796-32A3-10A2-D7DD5DFD92B3}"/>
              </a:ext>
            </a:extLst>
          </p:cNvPr>
          <p:cNvSpPr txBox="1"/>
          <p:nvPr/>
        </p:nvSpPr>
        <p:spPr>
          <a:xfrm>
            <a:off x="9721958" y="192136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2802B045-84D2-CD15-454C-824D61558E21}"/>
              </a:ext>
            </a:extLst>
          </p:cNvPr>
          <p:cNvSpPr txBox="1"/>
          <p:nvPr/>
        </p:nvSpPr>
        <p:spPr>
          <a:xfrm>
            <a:off x="8479969" y="2596832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" name="Textfeld 169">
            <a:extLst>
              <a:ext uri="{FF2B5EF4-FFF2-40B4-BE49-F238E27FC236}">
                <a16:creationId xmlns:a16="http://schemas.microsoft.com/office/drawing/2014/main" id="{5541BF5C-1246-2622-ED99-B65D205838E1}"/>
              </a:ext>
            </a:extLst>
          </p:cNvPr>
          <p:cNvSpPr txBox="1"/>
          <p:nvPr/>
        </p:nvSpPr>
        <p:spPr>
          <a:xfrm>
            <a:off x="7888579" y="2596832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2" name="Textfeld 169">
            <a:extLst>
              <a:ext uri="{FF2B5EF4-FFF2-40B4-BE49-F238E27FC236}">
                <a16:creationId xmlns:a16="http://schemas.microsoft.com/office/drawing/2014/main" id="{2FBD7CE1-CD1E-C0F6-7687-6F95AFFD2A4D}"/>
              </a:ext>
            </a:extLst>
          </p:cNvPr>
          <p:cNvSpPr txBox="1"/>
          <p:nvPr/>
        </p:nvSpPr>
        <p:spPr>
          <a:xfrm>
            <a:off x="8479129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Textfeld 169">
            <a:extLst>
              <a:ext uri="{FF2B5EF4-FFF2-40B4-BE49-F238E27FC236}">
                <a16:creationId xmlns:a16="http://schemas.microsoft.com/office/drawing/2014/main" id="{6DEE6405-28F0-9672-6A0F-6B556A67026C}"/>
              </a:ext>
            </a:extLst>
          </p:cNvPr>
          <p:cNvSpPr txBox="1"/>
          <p:nvPr/>
        </p:nvSpPr>
        <p:spPr>
          <a:xfrm>
            <a:off x="7892153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4" name="Textfeld 169">
            <a:extLst>
              <a:ext uri="{FF2B5EF4-FFF2-40B4-BE49-F238E27FC236}">
                <a16:creationId xmlns:a16="http://schemas.microsoft.com/office/drawing/2014/main" id="{9F2E9ADB-C206-4C74-26B9-7CEAFFD28099}"/>
              </a:ext>
            </a:extLst>
          </p:cNvPr>
          <p:cNvSpPr txBox="1"/>
          <p:nvPr/>
        </p:nvSpPr>
        <p:spPr>
          <a:xfrm>
            <a:off x="10231500" y="2375635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Textfeld 169">
            <a:extLst>
              <a:ext uri="{FF2B5EF4-FFF2-40B4-BE49-F238E27FC236}">
                <a16:creationId xmlns:a16="http://schemas.microsoft.com/office/drawing/2014/main" id="{F69605DD-337B-0E40-F96D-1749C033402A}"/>
              </a:ext>
            </a:extLst>
          </p:cNvPr>
          <p:cNvSpPr txBox="1"/>
          <p:nvPr/>
        </p:nvSpPr>
        <p:spPr>
          <a:xfrm>
            <a:off x="9715342" y="346253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6" name="Textfeld 169">
            <a:extLst>
              <a:ext uri="{FF2B5EF4-FFF2-40B4-BE49-F238E27FC236}">
                <a16:creationId xmlns:a16="http://schemas.microsoft.com/office/drawing/2014/main" id="{3241799B-CB88-3DC0-34E9-9B6CA14B7902}"/>
              </a:ext>
            </a:extLst>
          </p:cNvPr>
          <p:cNvSpPr txBox="1"/>
          <p:nvPr/>
        </p:nvSpPr>
        <p:spPr>
          <a:xfrm>
            <a:off x="10666225" y="322895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" name="Textfeld 169">
            <a:extLst>
              <a:ext uri="{FF2B5EF4-FFF2-40B4-BE49-F238E27FC236}">
                <a16:creationId xmlns:a16="http://schemas.microsoft.com/office/drawing/2014/main" id="{B3E23BBE-6E9E-5BAD-F30D-130E1CC6BBA0}"/>
              </a:ext>
            </a:extLst>
          </p:cNvPr>
          <p:cNvSpPr txBox="1"/>
          <p:nvPr/>
        </p:nvSpPr>
        <p:spPr>
          <a:xfrm>
            <a:off x="10666224" y="24050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" name="Textfeld 169">
            <a:extLst>
              <a:ext uri="{FF2B5EF4-FFF2-40B4-BE49-F238E27FC236}">
                <a16:creationId xmlns:a16="http://schemas.microsoft.com/office/drawing/2014/main" id="{D3676E1F-5FA4-D310-7673-A821F62FD2F0}"/>
              </a:ext>
            </a:extLst>
          </p:cNvPr>
          <p:cNvSpPr txBox="1"/>
          <p:nvPr/>
        </p:nvSpPr>
        <p:spPr>
          <a:xfrm>
            <a:off x="7091777" y="1692545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19CB2952-0F08-2F71-D663-CBCE13667917}"/>
              </a:ext>
            </a:extLst>
          </p:cNvPr>
          <p:cNvSpPr txBox="1"/>
          <p:nvPr/>
        </p:nvSpPr>
        <p:spPr>
          <a:xfrm>
            <a:off x="6747845" y="2170272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20" name="Textfeld 169">
            <a:extLst>
              <a:ext uri="{FF2B5EF4-FFF2-40B4-BE49-F238E27FC236}">
                <a16:creationId xmlns:a16="http://schemas.microsoft.com/office/drawing/2014/main" id="{F52E0AD1-8927-70ED-E56F-4BCCBC1376D1}"/>
              </a:ext>
            </a:extLst>
          </p:cNvPr>
          <p:cNvSpPr txBox="1"/>
          <p:nvPr/>
        </p:nvSpPr>
        <p:spPr>
          <a:xfrm>
            <a:off x="9049373" y="1921365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21" name="Textfeld 169">
            <a:extLst>
              <a:ext uri="{FF2B5EF4-FFF2-40B4-BE49-F238E27FC236}">
                <a16:creationId xmlns:a16="http://schemas.microsoft.com/office/drawing/2014/main" id="{0E60E8B7-62C2-3055-0DEA-48C62DACFDC3}"/>
              </a:ext>
            </a:extLst>
          </p:cNvPr>
          <p:cNvSpPr txBox="1"/>
          <p:nvPr/>
        </p:nvSpPr>
        <p:spPr>
          <a:xfrm>
            <a:off x="6850628" y="194375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746AFB8-8417-E282-0305-38AF618BF14D}"/>
              </a:ext>
            </a:extLst>
          </p:cNvPr>
          <p:cNvGrpSpPr/>
          <p:nvPr/>
        </p:nvGrpSpPr>
        <p:grpSpPr>
          <a:xfrm>
            <a:off x="7241514" y="1986247"/>
            <a:ext cx="1930787" cy="635024"/>
            <a:chOff x="4316210" y="1861556"/>
            <a:chExt cx="1930787" cy="635024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08856241-F42C-DA2F-8661-DEEFD304F1B5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26" name="Verbinder: gewinkelt 87">
                <a:extLst>
                  <a:ext uri="{FF2B5EF4-FFF2-40B4-BE49-F238E27FC236}">
                    <a16:creationId xmlns:a16="http://schemas.microsoft.com/office/drawing/2014/main" id="{A920C7F1-0363-1FDB-82D2-9D5C75E02547}"/>
                  </a:ext>
                </a:extLst>
              </p:cNvPr>
              <p:cNvCxnSpPr>
                <a:cxnSpLocks/>
                <a:stCxn id="29" idx="2"/>
                <a:endCxn id="28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7" name="Text Box 82">
                <a:extLst>
                  <a:ext uri="{FF2B5EF4-FFF2-40B4-BE49-F238E27FC236}">
                    <a16:creationId xmlns:a16="http://schemas.microsoft.com/office/drawing/2014/main" id="{0C0574C3-73FB-EFBA-C1F4-293FA233B1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28" name="Rectangle 83">
                <a:extLst>
                  <a:ext uri="{FF2B5EF4-FFF2-40B4-BE49-F238E27FC236}">
                    <a16:creationId xmlns:a16="http://schemas.microsoft.com/office/drawing/2014/main" id="{F3A1AB0C-1748-BF4C-EC98-DEF179C2C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" name="AutoShape 50">
                <a:extLst>
                  <a:ext uri="{FF2B5EF4-FFF2-40B4-BE49-F238E27FC236}">
                    <a16:creationId xmlns:a16="http://schemas.microsoft.com/office/drawing/2014/main" id="{38FC5BF9-1501-E813-3275-8069619B0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" name="Textfeld 169">
                <a:extLst>
                  <a:ext uri="{FF2B5EF4-FFF2-40B4-BE49-F238E27FC236}">
                    <a16:creationId xmlns:a16="http://schemas.microsoft.com/office/drawing/2014/main" id="{2CB15E71-2829-D175-D89B-A31CF42F200A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31" name="Textfeld 169">
                <a:extLst>
                  <a:ext uri="{FF2B5EF4-FFF2-40B4-BE49-F238E27FC236}">
                    <a16:creationId xmlns:a16="http://schemas.microsoft.com/office/drawing/2014/main" id="{BC1EE926-0DD7-158A-803B-A90CD69F69F4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32" name="AutoShape 50">
                <a:extLst>
                  <a:ext uri="{FF2B5EF4-FFF2-40B4-BE49-F238E27FC236}">
                    <a16:creationId xmlns:a16="http://schemas.microsoft.com/office/drawing/2014/main" id="{1333DF7C-6460-C908-B6ED-8BC96752A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" name="Rectangle 83">
              <a:extLst>
                <a:ext uri="{FF2B5EF4-FFF2-40B4-BE49-F238E27FC236}">
                  <a16:creationId xmlns:a16="http://schemas.microsoft.com/office/drawing/2014/main" id="{FD6E5130-53ED-8B4F-1BB8-4DB7E4803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" name="Rectangle 83">
              <a:extLst>
                <a:ext uri="{FF2B5EF4-FFF2-40B4-BE49-F238E27FC236}">
                  <a16:creationId xmlns:a16="http://schemas.microsoft.com/office/drawing/2014/main" id="{09D2E8AA-A15C-577A-B62E-4A058116D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3" name="Textfeld 169">
            <a:extLst>
              <a:ext uri="{FF2B5EF4-FFF2-40B4-BE49-F238E27FC236}">
                <a16:creationId xmlns:a16="http://schemas.microsoft.com/office/drawing/2014/main" id="{43DE3393-51AD-3A22-A0EE-AE19883D59A0}"/>
              </a:ext>
            </a:extLst>
          </p:cNvPr>
          <p:cNvSpPr txBox="1"/>
          <p:nvPr/>
        </p:nvSpPr>
        <p:spPr>
          <a:xfrm>
            <a:off x="8927964" y="3219280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4" name="Textfeld 169">
            <a:extLst>
              <a:ext uri="{FF2B5EF4-FFF2-40B4-BE49-F238E27FC236}">
                <a16:creationId xmlns:a16="http://schemas.microsoft.com/office/drawing/2014/main" id="{41A5D449-A9EA-B64B-C2DB-1ADE1BA61045}"/>
              </a:ext>
            </a:extLst>
          </p:cNvPr>
          <p:cNvSpPr txBox="1"/>
          <p:nvPr/>
        </p:nvSpPr>
        <p:spPr>
          <a:xfrm>
            <a:off x="9075093" y="351417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E0BE791C-BF90-3A88-9A2E-8B46FA62A030}"/>
              </a:ext>
            </a:extLst>
          </p:cNvPr>
          <p:cNvGrpSpPr/>
          <p:nvPr/>
        </p:nvGrpSpPr>
        <p:grpSpPr>
          <a:xfrm>
            <a:off x="7493363" y="3512766"/>
            <a:ext cx="1632590" cy="412750"/>
            <a:chOff x="5282178" y="3388075"/>
            <a:chExt cx="1632590" cy="412750"/>
          </a:xfrm>
        </p:grpSpPr>
        <p:grpSp>
          <p:nvGrpSpPr>
            <p:cNvPr id="36" name="Group 87">
              <a:extLst>
                <a:ext uri="{FF2B5EF4-FFF2-40B4-BE49-F238E27FC236}">
                  <a16:creationId xmlns:a16="http://schemas.microsoft.com/office/drawing/2014/main" id="{7EB6FC42-E321-9086-E996-A53229FD1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41" name="Text Box 82">
                <a:extLst>
                  <a:ext uri="{FF2B5EF4-FFF2-40B4-BE49-F238E27FC236}">
                    <a16:creationId xmlns:a16="http://schemas.microsoft.com/office/drawing/2014/main" id="{11B63CBF-704C-6768-2114-A597A2624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42" name="Rectangle 83">
                <a:extLst>
                  <a:ext uri="{FF2B5EF4-FFF2-40B4-BE49-F238E27FC236}">
                    <a16:creationId xmlns:a16="http://schemas.microsoft.com/office/drawing/2014/main" id="{45539E50-69D0-5A30-BBC5-7BB5EB3CA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7" name="Textfeld 169">
              <a:extLst>
                <a:ext uri="{FF2B5EF4-FFF2-40B4-BE49-F238E27FC236}">
                  <a16:creationId xmlns:a16="http://schemas.microsoft.com/office/drawing/2014/main" id="{D51080FE-FB29-D84B-2188-54F6A57F68C1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38" name="Textfeld 169">
              <a:extLst>
                <a:ext uri="{FF2B5EF4-FFF2-40B4-BE49-F238E27FC236}">
                  <a16:creationId xmlns:a16="http://schemas.microsoft.com/office/drawing/2014/main" id="{5EAB0E9C-B5C1-685B-7C70-E4066D32A30F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39" name="Textfeld 169">
              <a:extLst>
                <a:ext uri="{FF2B5EF4-FFF2-40B4-BE49-F238E27FC236}">
                  <a16:creationId xmlns:a16="http://schemas.microsoft.com/office/drawing/2014/main" id="{E4C0FC92-A921-6CF5-808D-B171870A870A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0" name="Textfeld 169">
              <a:extLst>
                <a:ext uri="{FF2B5EF4-FFF2-40B4-BE49-F238E27FC236}">
                  <a16:creationId xmlns:a16="http://schemas.microsoft.com/office/drawing/2014/main" id="{267520AC-691E-0BC6-E0DE-948D2B4403DC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43" name="Textfeld 169">
            <a:extLst>
              <a:ext uri="{FF2B5EF4-FFF2-40B4-BE49-F238E27FC236}">
                <a16:creationId xmlns:a16="http://schemas.microsoft.com/office/drawing/2014/main" id="{02F21CBA-55F6-0E21-FBE8-05F597DADB94}"/>
              </a:ext>
            </a:extLst>
          </p:cNvPr>
          <p:cNvSpPr txBox="1"/>
          <p:nvPr/>
        </p:nvSpPr>
        <p:spPr>
          <a:xfrm>
            <a:off x="7632791" y="3219280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44" name="Textfeld 169">
            <a:extLst>
              <a:ext uri="{FF2B5EF4-FFF2-40B4-BE49-F238E27FC236}">
                <a16:creationId xmlns:a16="http://schemas.microsoft.com/office/drawing/2014/main" id="{F70F902A-6B52-2884-689F-C5B736942005}"/>
              </a:ext>
            </a:extLst>
          </p:cNvPr>
          <p:cNvSpPr txBox="1"/>
          <p:nvPr/>
        </p:nvSpPr>
        <p:spPr>
          <a:xfrm>
            <a:off x="8120681" y="3219280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BAB713FD-33B1-A6DB-BBBF-09DE9EED2CB2}"/>
              </a:ext>
            </a:extLst>
          </p:cNvPr>
          <p:cNvGrpSpPr/>
          <p:nvPr/>
        </p:nvGrpSpPr>
        <p:grpSpPr>
          <a:xfrm>
            <a:off x="9993684" y="3512766"/>
            <a:ext cx="1415042" cy="412750"/>
            <a:chOff x="7782499" y="3595251"/>
            <a:chExt cx="1415042" cy="412750"/>
          </a:xfrm>
        </p:grpSpPr>
        <p:sp>
          <p:nvSpPr>
            <p:cNvPr id="46" name="Text Box 82">
              <a:extLst>
                <a:ext uri="{FF2B5EF4-FFF2-40B4-BE49-F238E27FC236}">
                  <a16:creationId xmlns:a16="http://schemas.microsoft.com/office/drawing/2014/main" id="{EFC4421B-BAF2-1CFF-0F24-5814A32ED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47" name="Rectangle 83">
              <a:extLst>
                <a:ext uri="{FF2B5EF4-FFF2-40B4-BE49-F238E27FC236}">
                  <a16:creationId xmlns:a16="http://schemas.microsoft.com/office/drawing/2014/main" id="{46334214-9256-17FF-A5ED-19A71B4A1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8" name="Textfeld 169">
              <a:extLst>
                <a:ext uri="{FF2B5EF4-FFF2-40B4-BE49-F238E27FC236}">
                  <a16:creationId xmlns:a16="http://schemas.microsoft.com/office/drawing/2014/main" id="{AD7FC709-4F1D-942B-4CC9-DA1066EE83D8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9" name="Textfeld 169">
              <a:extLst>
                <a:ext uri="{FF2B5EF4-FFF2-40B4-BE49-F238E27FC236}">
                  <a16:creationId xmlns:a16="http://schemas.microsoft.com/office/drawing/2014/main" id="{F10BD332-3D74-E379-AB22-C5CDE7A7FC50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0" name="Textfeld 169">
              <a:extLst>
                <a:ext uri="{FF2B5EF4-FFF2-40B4-BE49-F238E27FC236}">
                  <a16:creationId xmlns:a16="http://schemas.microsoft.com/office/drawing/2014/main" id="{12247113-4C44-5C02-AFBB-6A11F0A77AA5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1" name="Textfeld 169">
              <a:extLst>
                <a:ext uri="{FF2B5EF4-FFF2-40B4-BE49-F238E27FC236}">
                  <a16:creationId xmlns:a16="http://schemas.microsoft.com/office/drawing/2014/main" id="{6F8DC06D-DF45-E1B0-2894-20928F6A1F92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0C176BE6-11AC-BA82-3DA1-DE3E20E89ECE}"/>
              </a:ext>
            </a:extLst>
          </p:cNvPr>
          <p:cNvCxnSpPr>
            <a:cxnSpLocks/>
            <a:stCxn id="25" idx="2"/>
            <a:endCxn id="40" idx="0"/>
          </p:cNvCxnSpPr>
          <p:nvPr/>
        </p:nvCxnSpPr>
        <p:spPr>
          <a:xfrm flipH="1">
            <a:off x="8521043" y="2621271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A0F0157-0F9F-62F9-D227-80C22176FC6A}"/>
              </a:ext>
            </a:extLst>
          </p:cNvPr>
          <p:cNvCxnSpPr>
            <a:cxnSpLocks/>
            <a:stCxn id="24" idx="2"/>
            <a:endCxn id="39" idx="0"/>
          </p:cNvCxnSpPr>
          <p:nvPr/>
        </p:nvCxnSpPr>
        <p:spPr>
          <a:xfrm flipH="1">
            <a:off x="7936387" y="2621270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269E97B2-7211-69D4-77FF-6FFEB73ACA4A}"/>
              </a:ext>
            </a:extLst>
          </p:cNvPr>
          <p:cNvGrpSpPr/>
          <p:nvPr/>
        </p:nvGrpSpPr>
        <p:grpSpPr>
          <a:xfrm>
            <a:off x="9996067" y="1987738"/>
            <a:ext cx="1410052" cy="412750"/>
            <a:chOff x="7784882" y="1863047"/>
            <a:chExt cx="1410052" cy="412750"/>
          </a:xfrm>
        </p:grpSpPr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E2DCF331-E8D4-0170-BFDD-EC1DCCE19861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58" name="Text Box 82">
                <a:extLst>
                  <a:ext uri="{FF2B5EF4-FFF2-40B4-BE49-F238E27FC236}">
                    <a16:creationId xmlns:a16="http://schemas.microsoft.com/office/drawing/2014/main" id="{ECFFF66B-E071-D62A-1883-2F12B2626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59" name="Rectangle 83">
                <a:extLst>
                  <a:ext uri="{FF2B5EF4-FFF2-40B4-BE49-F238E27FC236}">
                    <a16:creationId xmlns:a16="http://schemas.microsoft.com/office/drawing/2014/main" id="{B482AC9D-F7F8-219C-A795-6372734EC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0" name="Textfeld 169">
                <a:extLst>
                  <a:ext uri="{FF2B5EF4-FFF2-40B4-BE49-F238E27FC236}">
                    <a16:creationId xmlns:a16="http://schemas.microsoft.com/office/drawing/2014/main" id="{6E17EDAD-3165-5BE7-E383-819E9259F5DB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1" name="Textfeld 169">
                <a:extLst>
                  <a:ext uri="{FF2B5EF4-FFF2-40B4-BE49-F238E27FC236}">
                    <a16:creationId xmlns:a16="http://schemas.microsoft.com/office/drawing/2014/main" id="{7475F71E-12DC-E782-BC4D-855549815D6C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2" name="Textfeld 169">
                <a:extLst>
                  <a:ext uri="{FF2B5EF4-FFF2-40B4-BE49-F238E27FC236}">
                    <a16:creationId xmlns:a16="http://schemas.microsoft.com/office/drawing/2014/main" id="{8431EC04-1B65-EEC1-AAB0-794E2F686DE3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3" name="Textfeld 169">
                <a:extLst>
                  <a:ext uri="{FF2B5EF4-FFF2-40B4-BE49-F238E27FC236}">
                    <a16:creationId xmlns:a16="http://schemas.microsoft.com/office/drawing/2014/main" id="{8D380FC9-4322-BF64-1314-4A12F2323BDA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28" name="Textfeld 169">
                <a:extLst>
                  <a:ext uri="{FF2B5EF4-FFF2-40B4-BE49-F238E27FC236}">
                    <a16:creationId xmlns:a16="http://schemas.microsoft.com/office/drawing/2014/main" id="{CF6563A1-F4EF-90B2-B12F-323860392756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56" name="Textfeld 169">
              <a:extLst>
                <a:ext uri="{FF2B5EF4-FFF2-40B4-BE49-F238E27FC236}">
                  <a16:creationId xmlns:a16="http://schemas.microsoft.com/office/drawing/2014/main" id="{DD834B4A-332A-3C9E-73BE-42A3D9075692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7" name="Textfeld 169">
              <a:extLst>
                <a:ext uri="{FF2B5EF4-FFF2-40B4-BE49-F238E27FC236}">
                  <a16:creationId xmlns:a16="http://schemas.microsoft.com/office/drawing/2014/main" id="{EE8AA1F3-0C6C-2F65-4F20-27EF840614E3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03C067E5-348D-E1C2-ABE1-A3DF29E2265B}"/>
              </a:ext>
            </a:extLst>
          </p:cNvPr>
          <p:cNvCxnSpPr>
            <a:cxnSpLocks/>
            <a:stCxn id="32" idx="2"/>
            <a:endCxn id="59" idx="1"/>
          </p:cNvCxnSpPr>
          <p:nvPr/>
        </p:nvCxnSpPr>
        <p:spPr>
          <a:xfrm flipV="1">
            <a:off x="9172301" y="2194113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30" name="Verbinder: gewinkelt 87">
            <a:extLst>
              <a:ext uri="{FF2B5EF4-FFF2-40B4-BE49-F238E27FC236}">
                <a16:creationId xmlns:a16="http://schemas.microsoft.com/office/drawing/2014/main" id="{E710B6EA-BF79-8B0C-6EEE-89A895865090}"/>
              </a:ext>
            </a:extLst>
          </p:cNvPr>
          <p:cNvCxnSpPr>
            <a:cxnSpLocks/>
            <a:stCxn id="37" idx="0"/>
            <a:endCxn id="57" idx="2"/>
          </p:cNvCxnSpPr>
          <p:nvPr/>
        </p:nvCxnSpPr>
        <p:spPr>
          <a:xfrm rot="5400000" flipH="1" flipV="1">
            <a:off x="9064165" y="2310261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4625334E-A89C-A3EE-7C2F-4D293AA21E92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9125314" y="3719141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32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7273391" y="1052258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hierarchical tree 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133" name="Freihandform: Form 132">
            <a:extLst>
              <a:ext uri="{FF2B5EF4-FFF2-40B4-BE49-F238E27FC236}">
                <a16:creationId xmlns:a16="http://schemas.microsoft.com/office/drawing/2014/main" id="{B68167CA-5AFD-8B5C-64B2-2D3360C8737F}"/>
              </a:ext>
            </a:extLst>
          </p:cNvPr>
          <p:cNvSpPr/>
          <p:nvPr/>
        </p:nvSpPr>
        <p:spPr>
          <a:xfrm>
            <a:off x="7151251" y="1326029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Textfeld 44">
            <a:extLst>
              <a:ext uri="{FF2B5EF4-FFF2-40B4-BE49-F238E27FC236}">
                <a16:creationId xmlns:a16="http://schemas.microsoft.com/office/drawing/2014/main" id="{2785E3F6-30EB-4C35-F245-F7BF99D58E15}"/>
              </a:ext>
            </a:extLst>
          </p:cNvPr>
          <p:cNvSpPr txBox="1"/>
          <p:nvPr/>
        </p:nvSpPr>
        <p:spPr>
          <a:xfrm>
            <a:off x="9398392" y="1321035"/>
            <a:ext cx="176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 </a:t>
            </a: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series 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of </a:t>
            </a: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/>
            </a:r>
            <a:b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observed values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5" name="Freihandform: Form 134">
            <a:extLst>
              <a:ext uri="{FF2B5EF4-FFF2-40B4-BE49-F238E27FC236}">
                <a16:creationId xmlns:a16="http://schemas.microsoft.com/office/drawing/2014/main" id="{D0018BB0-969D-7C7B-BF90-14EE8218CEC8}"/>
              </a:ext>
            </a:extLst>
          </p:cNvPr>
          <p:cNvSpPr/>
          <p:nvPr/>
        </p:nvSpPr>
        <p:spPr bwMode="auto">
          <a:xfrm>
            <a:off x="10953003" y="1442213"/>
            <a:ext cx="445268" cy="532186"/>
          </a:xfrm>
          <a:custGeom>
            <a:avLst/>
            <a:gdLst>
              <a:gd name="connsiteX0" fmla="*/ 0 w 445268"/>
              <a:gd name="connsiteY0" fmla="*/ 52126 h 532186"/>
              <a:gd name="connsiteX1" fmla="*/ 419100 w 445268"/>
              <a:gd name="connsiteY1" fmla="*/ 44506 h 532186"/>
              <a:gd name="connsiteX2" fmla="*/ 365760 w 445268"/>
              <a:gd name="connsiteY2" fmla="*/ 532186 h 5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268" h="532186">
                <a:moveTo>
                  <a:pt x="0" y="52126"/>
                </a:moveTo>
                <a:cubicBezTo>
                  <a:pt x="179070" y="8311"/>
                  <a:pt x="358140" y="-35504"/>
                  <a:pt x="419100" y="44506"/>
                </a:cubicBezTo>
                <a:cubicBezTo>
                  <a:pt x="480060" y="124516"/>
                  <a:pt x="422910" y="328351"/>
                  <a:pt x="365760" y="53218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9221703" y="3942136"/>
            <a:ext cx="677331" cy="463550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6755415" y="2679387"/>
            <a:ext cx="651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port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82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6981673" y="2517888"/>
            <a:ext cx="677331" cy="253647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D0BE9134-1FE8-3A4B-D68E-78D1901AF42C}"/>
              </a:ext>
            </a:extLst>
          </p:cNvPr>
          <p:cNvSpPr txBox="1"/>
          <p:nvPr/>
        </p:nvSpPr>
        <p:spPr>
          <a:xfrm>
            <a:off x="7539421" y="4320696"/>
            <a:ext cx="45604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Material, Data, Energy</a:t>
            </a:r>
            <a:b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</a:b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using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UnitTypes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and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IT-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Datatypes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e.g.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iesel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fluid  in  l/s,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ata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classes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records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numbers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endParaRPr lang="de-DE" sz="1600" i="1" dirty="0">
              <a:solidFill>
                <a:srgbClr val="00549F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36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FunctionStructure</a:t>
            </a:r>
            <a:r>
              <a:rPr lang="en-US" dirty="0" smtClean="0"/>
              <a:t> : Streams</a:t>
            </a:r>
            <a:endParaRPr lang="de-DE" dirty="0"/>
          </a:p>
        </p:txBody>
      </p:sp>
      <p:sp>
        <p:nvSpPr>
          <p:cNvPr id="143" name="Inhaltsplatzhalter 14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Each channel </a:t>
            </a:r>
            <a:r>
              <a:rPr lang="en-US" dirty="0"/>
              <a:t>and each stream has a </a:t>
            </a:r>
            <a:r>
              <a:rPr lang="en-US" dirty="0">
                <a:solidFill>
                  <a:srgbClr val="00549F"/>
                </a:solidFill>
              </a:rPr>
              <a:t>category</a:t>
            </a:r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r>
              <a:rPr lang="en-US" dirty="0"/>
              <a:t>Category describes the form of a stream respectively its values</a:t>
            </a:r>
          </a:p>
          <a:p>
            <a:pPr lvl="1"/>
            <a:r>
              <a:rPr lang="en-US" dirty="0">
                <a:ea typeface="ＭＳ Ｐゴシック" charset="0"/>
              </a:rPr>
              <a:t>Continuous vs. discrete</a:t>
            </a:r>
          </a:p>
          <a:p>
            <a:pPr lvl="1"/>
            <a:r>
              <a:rPr lang="en-US" dirty="0">
                <a:ea typeface="ＭＳ Ｐゴシック" charset="0"/>
              </a:rPr>
              <a:t>Physical, vs. energetic, vs. data</a:t>
            </a:r>
          </a:p>
          <a:p>
            <a:pPr lvl="1"/>
            <a:r>
              <a:rPr lang="en-US" dirty="0">
                <a:ea typeface="ＭＳ Ｐゴシック" charset="0"/>
              </a:rPr>
              <a:t>Typing (SI-Units or datatypes)</a:t>
            </a:r>
          </a:p>
          <a:p>
            <a:pPr lvl="1"/>
            <a:endParaRPr lang="en-US" dirty="0" smtClean="0">
              <a:ea typeface="ＭＳ Ｐゴシック" charset="0"/>
            </a:endParaRPr>
          </a:p>
          <a:p>
            <a:pPr lvl="1"/>
            <a:endParaRPr lang="en-US" dirty="0">
              <a:ea typeface="ＭＳ Ｐゴシック" charset="0"/>
            </a:endParaRPr>
          </a:p>
          <a:p>
            <a:r>
              <a:rPr lang="en-US" dirty="0" smtClean="0"/>
              <a:t>Type </a:t>
            </a:r>
            <a:r>
              <a:rPr lang="en-US" dirty="0"/>
              <a:t>compatibility </a:t>
            </a:r>
            <a:endParaRPr lang="en-US" dirty="0" smtClean="0"/>
          </a:p>
          <a:p>
            <a:pPr lvl="1"/>
            <a:r>
              <a:rPr lang="en-US" dirty="0" smtClean="0"/>
              <a:t>Channels </a:t>
            </a:r>
            <a:r>
              <a:rPr lang="en-US" dirty="0"/>
              <a:t>and their streams </a:t>
            </a:r>
            <a:r>
              <a:rPr lang="en-US" dirty="0" smtClean="0"/>
              <a:t>have </a:t>
            </a:r>
            <a:r>
              <a:rPr lang="en-US" dirty="0"/>
              <a:t>the same </a:t>
            </a:r>
            <a:r>
              <a:rPr lang="en-US" dirty="0" smtClean="0"/>
              <a:t>category</a:t>
            </a:r>
          </a:p>
          <a:p>
            <a:pPr lvl="1"/>
            <a:r>
              <a:rPr lang="en-US" dirty="0" smtClean="0"/>
              <a:t>Connected channels have </a:t>
            </a:r>
            <a:r>
              <a:rPr lang="en-US" dirty="0"/>
              <a:t>the same category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0" y="1236273"/>
            <a:ext cx="6091112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" name="AutoShape 40">
            <a:extLst>
              <a:ext uri="{FF2B5EF4-FFF2-40B4-BE49-F238E27FC236}">
                <a16:creationId xmlns:a16="http://schemas.microsoft.com/office/drawing/2014/main" id="{3143E6B0-ED09-5279-54BB-D41917E6537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E318E4F-F7FD-7DA4-800B-1ED3DAF27E5A}"/>
              </a:ext>
            </a:extLst>
          </p:cNvPr>
          <p:cNvCxnSpPr>
            <a:cxnSpLocks/>
            <a:stCxn id="59" idx="2"/>
            <a:endCxn id="47" idx="0"/>
          </p:cNvCxnSpPr>
          <p:nvPr/>
        </p:nvCxnSpPr>
        <p:spPr>
          <a:xfrm>
            <a:off x="10700915" y="2400488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6" name="Textfeld 169">
            <a:extLst>
              <a:ext uri="{FF2B5EF4-FFF2-40B4-BE49-F238E27FC236}">
                <a16:creationId xmlns:a16="http://schemas.microsoft.com/office/drawing/2014/main" id="{2999EC7D-46BB-600E-18D1-0338B4AC1D12}"/>
              </a:ext>
            </a:extLst>
          </p:cNvPr>
          <p:cNvSpPr txBox="1"/>
          <p:nvPr/>
        </p:nvSpPr>
        <p:spPr>
          <a:xfrm>
            <a:off x="8200323" y="175110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7" name="Textfeld 169">
            <a:extLst>
              <a:ext uri="{FF2B5EF4-FFF2-40B4-BE49-F238E27FC236}">
                <a16:creationId xmlns:a16="http://schemas.microsoft.com/office/drawing/2014/main" id="{FA3D8469-B464-FB58-E9A2-28A3565EE77C}"/>
              </a:ext>
            </a:extLst>
          </p:cNvPr>
          <p:cNvSpPr txBox="1"/>
          <p:nvPr/>
        </p:nvSpPr>
        <p:spPr>
          <a:xfrm>
            <a:off x="9454341" y="2178352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8" name="Textfeld 169">
            <a:extLst>
              <a:ext uri="{FF2B5EF4-FFF2-40B4-BE49-F238E27FC236}">
                <a16:creationId xmlns:a16="http://schemas.microsoft.com/office/drawing/2014/main" id="{90A96CA0-1796-32A3-10A2-D7DD5DFD92B3}"/>
              </a:ext>
            </a:extLst>
          </p:cNvPr>
          <p:cNvSpPr txBox="1"/>
          <p:nvPr/>
        </p:nvSpPr>
        <p:spPr>
          <a:xfrm>
            <a:off x="9721958" y="192136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2802B045-84D2-CD15-454C-824D61558E21}"/>
              </a:ext>
            </a:extLst>
          </p:cNvPr>
          <p:cNvSpPr txBox="1"/>
          <p:nvPr/>
        </p:nvSpPr>
        <p:spPr>
          <a:xfrm>
            <a:off x="8479969" y="2596832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" name="Textfeld 169">
            <a:extLst>
              <a:ext uri="{FF2B5EF4-FFF2-40B4-BE49-F238E27FC236}">
                <a16:creationId xmlns:a16="http://schemas.microsoft.com/office/drawing/2014/main" id="{5541BF5C-1246-2622-ED99-B65D205838E1}"/>
              </a:ext>
            </a:extLst>
          </p:cNvPr>
          <p:cNvSpPr txBox="1"/>
          <p:nvPr/>
        </p:nvSpPr>
        <p:spPr>
          <a:xfrm>
            <a:off x="7888579" y="2596832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2" name="Textfeld 169">
            <a:extLst>
              <a:ext uri="{FF2B5EF4-FFF2-40B4-BE49-F238E27FC236}">
                <a16:creationId xmlns:a16="http://schemas.microsoft.com/office/drawing/2014/main" id="{2FBD7CE1-CD1E-C0F6-7687-6F95AFFD2A4D}"/>
              </a:ext>
            </a:extLst>
          </p:cNvPr>
          <p:cNvSpPr txBox="1"/>
          <p:nvPr/>
        </p:nvSpPr>
        <p:spPr>
          <a:xfrm>
            <a:off x="8479129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Textfeld 169">
            <a:extLst>
              <a:ext uri="{FF2B5EF4-FFF2-40B4-BE49-F238E27FC236}">
                <a16:creationId xmlns:a16="http://schemas.microsoft.com/office/drawing/2014/main" id="{6DEE6405-28F0-9672-6A0F-6B556A67026C}"/>
              </a:ext>
            </a:extLst>
          </p:cNvPr>
          <p:cNvSpPr txBox="1"/>
          <p:nvPr/>
        </p:nvSpPr>
        <p:spPr>
          <a:xfrm>
            <a:off x="7892153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4" name="Textfeld 169">
            <a:extLst>
              <a:ext uri="{FF2B5EF4-FFF2-40B4-BE49-F238E27FC236}">
                <a16:creationId xmlns:a16="http://schemas.microsoft.com/office/drawing/2014/main" id="{9F2E9ADB-C206-4C74-26B9-7CEAFFD28099}"/>
              </a:ext>
            </a:extLst>
          </p:cNvPr>
          <p:cNvSpPr txBox="1"/>
          <p:nvPr/>
        </p:nvSpPr>
        <p:spPr>
          <a:xfrm>
            <a:off x="10231500" y="2375635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Textfeld 169">
            <a:extLst>
              <a:ext uri="{FF2B5EF4-FFF2-40B4-BE49-F238E27FC236}">
                <a16:creationId xmlns:a16="http://schemas.microsoft.com/office/drawing/2014/main" id="{F69605DD-337B-0E40-F96D-1749C033402A}"/>
              </a:ext>
            </a:extLst>
          </p:cNvPr>
          <p:cNvSpPr txBox="1"/>
          <p:nvPr/>
        </p:nvSpPr>
        <p:spPr>
          <a:xfrm>
            <a:off x="9715342" y="346253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6" name="Textfeld 169">
            <a:extLst>
              <a:ext uri="{FF2B5EF4-FFF2-40B4-BE49-F238E27FC236}">
                <a16:creationId xmlns:a16="http://schemas.microsoft.com/office/drawing/2014/main" id="{3241799B-CB88-3DC0-34E9-9B6CA14B7902}"/>
              </a:ext>
            </a:extLst>
          </p:cNvPr>
          <p:cNvSpPr txBox="1"/>
          <p:nvPr/>
        </p:nvSpPr>
        <p:spPr>
          <a:xfrm>
            <a:off x="10666225" y="322895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" name="Textfeld 169">
            <a:extLst>
              <a:ext uri="{FF2B5EF4-FFF2-40B4-BE49-F238E27FC236}">
                <a16:creationId xmlns:a16="http://schemas.microsoft.com/office/drawing/2014/main" id="{B3E23BBE-6E9E-5BAD-F30D-130E1CC6BBA0}"/>
              </a:ext>
            </a:extLst>
          </p:cNvPr>
          <p:cNvSpPr txBox="1"/>
          <p:nvPr/>
        </p:nvSpPr>
        <p:spPr>
          <a:xfrm>
            <a:off x="10666224" y="24050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" name="Textfeld 169">
            <a:extLst>
              <a:ext uri="{FF2B5EF4-FFF2-40B4-BE49-F238E27FC236}">
                <a16:creationId xmlns:a16="http://schemas.microsoft.com/office/drawing/2014/main" id="{D3676E1F-5FA4-D310-7673-A821F62FD2F0}"/>
              </a:ext>
            </a:extLst>
          </p:cNvPr>
          <p:cNvSpPr txBox="1"/>
          <p:nvPr/>
        </p:nvSpPr>
        <p:spPr>
          <a:xfrm>
            <a:off x="7091777" y="1692545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19CB2952-0F08-2F71-D663-CBCE13667917}"/>
              </a:ext>
            </a:extLst>
          </p:cNvPr>
          <p:cNvSpPr txBox="1"/>
          <p:nvPr/>
        </p:nvSpPr>
        <p:spPr>
          <a:xfrm>
            <a:off x="6747845" y="2170272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20" name="Textfeld 169">
            <a:extLst>
              <a:ext uri="{FF2B5EF4-FFF2-40B4-BE49-F238E27FC236}">
                <a16:creationId xmlns:a16="http://schemas.microsoft.com/office/drawing/2014/main" id="{F52E0AD1-8927-70ED-E56F-4BCCBC1376D1}"/>
              </a:ext>
            </a:extLst>
          </p:cNvPr>
          <p:cNvSpPr txBox="1"/>
          <p:nvPr/>
        </p:nvSpPr>
        <p:spPr>
          <a:xfrm>
            <a:off x="9049373" y="1921365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21" name="Textfeld 169">
            <a:extLst>
              <a:ext uri="{FF2B5EF4-FFF2-40B4-BE49-F238E27FC236}">
                <a16:creationId xmlns:a16="http://schemas.microsoft.com/office/drawing/2014/main" id="{0E60E8B7-62C2-3055-0DEA-48C62DACFDC3}"/>
              </a:ext>
            </a:extLst>
          </p:cNvPr>
          <p:cNvSpPr txBox="1"/>
          <p:nvPr/>
        </p:nvSpPr>
        <p:spPr>
          <a:xfrm>
            <a:off x="6850628" y="194375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746AFB8-8417-E282-0305-38AF618BF14D}"/>
              </a:ext>
            </a:extLst>
          </p:cNvPr>
          <p:cNvGrpSpPr/>
          <p:nvPr/>
        </p:nvGrpSpPr>
        <p:grpSpPr>
          <a:xfrm>
            <a:off x="7241514" y="1986247"/>
            <a:ext cx="1930787" cy="635024"/>
            <a:chOff x="4316210" y="1861556"/>
            <a:chExt cx="1930787" cy="635024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08856241-F42C-DA2F-8661-DEEFD304F1B5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26" name="Verbinder: gewinkelt 87">
                <a:extLst>
                  <a:ext uri="{FF2B5EF4-FFF2-40B4-BE49-F238E27FC236}">
                    <a16:creationId xmlns:a16="http://schemas.microsoft.com/office/drawing/2014/main" id="{A920C7F1-0363-1FDB-82D2-9D5C75E02547}"/>
                  </a:ext>
                </a:extLst>
              </p:cNvPr>
              <p:cNvCxnSpPr>
                <a:cxnSpLocks/>
                <a:stCxn id="29" idx="2"/>
                <a:endCxn id="28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7" name="Text Box 82">
                <a:extLst>
                  <a:ext uri="{FF2B5EF4-FFF2-40B4-BE49-F238E27FC236}">
                    <a16:creationId xmlns:a16="http://schemas.microsoft.com/office/drawing/2014/main" id="{0C0574C3-73FB-EFBA-C1F4-293FA233B1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28" name="Rectangle 83">
                <a:extLst>
                  <a:ext uri="{FF2B5EF4-FFF2-40B4-BE49-F238E27FC236}">
                    <a16:creationId xmlns:a16="http://schemas.microsoft.com/office/drawing/2014/main" id="{F3A1AB0C-1748-BF4C-EC98-DEF179C2C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" name="AutoShape 50">
                <a:extLst>
                  <a:ext uri="{FF2B5EF4-FFF2-40B4-BE49-F238E27FC236}">
                    <a16:creationId xmlns:a16="http://schemas.microsoft.com/office/drawing/2014/main" id="{38FC5BF9-1501-E813-3275-8069619B0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" name="Textfeld 169">
                <a:extLst>
                  <a:ext uri="{FF2B5EF4-FFF2-40B4-BE49-F238E27FC236}">
                    <a16:creationId xmlns:a16="http://schemas.microsoft.com/office/drawing/2014/main" id="{2CB15E71-2829-D175-D89B-A31CF42F200A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31" name="Textfeld 169">
                <a:extLst>
                  <a:ext uri="{FF2B5EF4-FFF2-40B4-BE49-F238E27FC236}">
                    <a16:creationId xmlns:a16="http://schemas.microsoft.com/office/drawing/2014/main" id="{BC1EE926-0DD7-158A-803B-A90CD69F69F4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32" name="AutoShape 50">
                <a:extLst>
                  <a:ext uri="{FF2B5EF4-FFF2-40B4-BE49-F238E27FC236}">
                    <a16:creationId xmlns:a16="http://schemas.microsoft.com/office/drawing/2014/main" id="{1333DF7C-6460-C908-B6ED-8BC96752A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" name="Rectangle 83">
              <a:extLst>
                <a:ext uri="{FF2B5EF4-FFF2-40B4-BE49-F238E27FC236}">
                  <a16:creationId xmlns:a16="http://schemas.microsoft.com/office/drawing/2014/main" id="{FD6E5130-53ED-8B4F-1BB8-4DB7E4803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" name="Rectangle 83">
              <a:extLst>
                <a:ext uri="{FF2B5EF4-FFF2-40B4-BE49-F238E27FC236}">
                  <a16:creationId xmlns:a16="http://schemas.microsoft.com/office/drawing/2014/main" id="{09D2E8AA-A15C-577A-B62E-4A058116D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3" name="Textfeld 169">
            <a:extLst>
              <a:ext uri="{FF2B5EF4-FFF2-40B4-BE49-F238E27FC236}">
                <a16:creationId xmlns:a16="http://schemas.microsoft.com/office/drawing/2014/main" id="{43DE3393-51AD-3A22-A0EE-AE19883D59A0}"/>
              </a:ext>
            </a:extLst>
          </p:cNvPr>
          <p:cNvSpPr txBox="1"/>
          <p:nvPr/>
        </p:nvSpPr>
        <p:spPr>
          <a:xfrm>
            <a:off x="8927964" y="3219280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4" name="Textfeld 169">
            <a:extLst>
              <a:ext uri="{FF2B5EF4-FFF2-40B4-BE49-F238E27FC236}">
                <a16:creationId xmlns:a16="http://schemas.microsoft.com/office/drawing/2014/main" id="{41A5D449-A9EA-B64B-C2DB-1ADE1BA61045}"/>
              </a:ext>
            </a:extLst>
          </p:cNvPr>
          <p:cNvSpPr txBox="1"/>
          <p:nvPr/>
        </p:nvSpPr>
        <p:spPr>
          <a:xfrm>
            <a:off x="9075093" y="351417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E0BE791C-BF90-3A88-9A2E-8B46FA62A030}"/>
              </a:ext>
            </a:extLst>
          </p:cNvPr>
          <p:cNvGrpSpPr/>
          <p:nvPr/>
        </p:nvGrpSpPr>
        <p:grpSpPr>
          <a:xfrm>
            <a:off x="7493363" y="3512766"/>
            <a:ext cx="1632590" cy="412750"/>
            <a:chOff x="5282178" y="3388075"/>
            <a:chExt cx="1632590" cy="412750"/>
          </a:xfrm>
        </p:grpSpPr>
        <p:grpSp>
          <p:nvGrpSpPr>
            <p:cNvPr id="36" name="Group 87">
              <a:extLst>
                <a:ext uri="{FF2B5EF4-FFF2-40B4-BE49-F238E27FC236}">
                  <a16:creationId xmlns:a16="http://schemas.microsoft.com/office/drawing/2014/main" id="{7EB6FC42-E321-9086-E996-A53229FD1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41" name="Text Box 82">
                <a:extLst>
                  <a:ext uri="{FF2B5EF4-FFF2-40B4-BE49-F238E27FC236}">
                    <a16:creationId xmlns:a16="http://schemas.microsoft.com/office/drawing/2014/main" id="{11B63CBF-704C-6768-2114-A597A2624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42" name="Rectangle 83">
                <a:extLst>
                  <a:ext uri="{FF2B5EF4-FFF2-40B4-BE49-F238E27FC236}">
                    <a16:creationId xmlns:a16="http://schemas.microsoft.com/office/drawing/2014/main" id="{45539E50-69D0-5A30-BBC5-7BB5EB3CA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7" name="Textfeld 169">
              <a:extLst>
                <a:ext uri="{FF2B5EF4-FFF2-40B4-BE49-F238E27FC236}">
                  <a16:creationId xmlns:a16="http://schemas.microsoft.com/office/drawing/2014/main" id="{D51080FE-FB29-D84B-2188-54F6A57F68C1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38" name="Textfeld 169">
              <a:extLst>
                <a:ext uri="{FF2B5EF4-FFF2-40B4-BE49-F238E27FC236}">
                  <a16:creationId xmlns:a16="http://schemas.microsoft.com/office/drawing/2014/main" id="{5EAB0E9C-B5C1-685B-7C70-E4066D32A30F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39" name="Textfeld 169">
              <a:extLst>
                <a:ext uri="{FF2B5EF4-FFF2-40B4-BE49-F238E27FC236}">
                  <a16:creationId xmlns:a16="http://schemas.microsoft.com/office/drawing/2014/main" id="{E4C0FC92-A921-6CF5-808D-B171870A870A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0" name="Textfeld 169">
              <a:extLst>
                <a:ext uri="{FF2B5EF4-FFF2-40B4-BE49-F238E27FC236}">
                  <a16:creationId xmlns:a16="http://schemas.microsoft.com/office/drawing/2014/main" id="{267520AC-691E-0BC6-E0DE-948D2B4403DC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43" name="Textfeld 169">
            <a:extLst>
              <a:ext uri="{FF2B5EF4-FFF2-40B4-BE49-F238E27FC236}">
                <a16:creationId xmlns:a16="http://schemas.microsoft.com/office/drawing/2014/main" id="{02F21CBA-55F6-0E21-FBE8-05F597DADB94}"/>
              </a:ext>
            </a:extLst>
          </p:cNvPr>
          <p:cNvSpPr txBox="1"/>
          <p:nvPr/>
        </p:nvSpPr>
        <p:spPr>
          <a:xfrm>
            <a:off x="7632791" y="3219280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44" name="Textfeld 169">
            <a:extLst>
              <a:ext uri="{FF2B5EF4-FFF2-40B4-BE49-F238E27FC236}">
                <a16:creationId xmlns:a16="http://schemas.microsoft.com/office/drawing/2014/main" id="{F70F902A-6B52-2884-689F-C5B736942005}"/>
              </a:ext>
            </a:extLst>
          </p:cNvPr>
          <p:cNvSpPr txBox="1"/>
          <p:nvPr/>
        </p:nvSpPr>
        <p:spPr>
          <a:xfrm>
            <a:off x="8120681" y="3219280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BAB713FD-33B1-A6DB-BBBF-09DE9EED2CB2}"/>
              </a:ext>
            </a:extLst>
          </p:cNvPr>
          <p:cNvGrpSpPr/>
          <p:nvPr/>
        </p:nvGrpSpPr>
        <p:grpSpPr>
          <a:xfrm>
            <a:off x="9993684" y="3512766"/>
            <a:ext cx="1415042" cy="412750"/>
            <a:chOff x="7782499" y="3595251"/>
            <a:chExt cx="1415042" cy="412750"/>
          </a:xfrm>
        </p:grpSpPr>
        <p:sp>
          <p:nvSpPr>
            <p:cNvPr id="46" name="Text Box 82">
              <a:extLst>
                <a:ext uri="{FF2B5EF4-FFF2-40B4-BE49-F238E27FC236}">
                  <a16:creationId xmlns:a16="http://schemas.microsoft.com/office/drawing/2014/main" id="{EFC4421B-BAF2-1CFF-0F24-5814A32ED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47" name="Rectangle 83">
              <a:extLst>
                <a:ext uri="{FF2B5EF4-FFF2-40B4-BE49-F238E27FC236}">
                  <a16:creationId xmlns:a16="http://schemas.microsoft.com/office/drawing/2014/main" id="{46334214-9256-17FF-A5ED-19A71B4A1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8" name="Textfeld 169">
              <a:extLst>
                <a:ext uri="{FF2B5EF4-FFF2-40B4-BE49-F238E27FC236}">
                  <a16:creationId xmlns:a16="http://schemas.microsoft.com/office/drawing/2014/main" id="{AD7FC709-4F1D-942B-4CC9-DA1066EE83D8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9" name="Textfeld 169">
              <a:extLst>
                <a:ext uri="{FF2B5EF4-FFF2-40B4-BE49-F238E27FC236}">
                  <a16:creationId xmlns:a16="http://schemas.microsoft.com/office/drawing/2014/main" id="{F10BD332-3D74-E379-AB22-C5CDE7A7FC50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0" name="Textfeld 169">
              <a:extLst>
                <a:ext uri="{FF2B5EF4-FFF2-40B4-BE49-F238E27FC236}">
                  <a16:creationId xmlns:a16="http://schemas.microsoft.com/office/drawing/2014/main" id="{12247113-4C44-5C02-AFBB-6A11F0A77AA5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1" name="Textfeld 169">
              <a:extLst>
                <a:ext uri="{FF2B5EF4-FFF2-40B4-BE49-F238E27FC236}">
                  <a16:creationId xmlns:a16="http://schemas.microsoft.com/office/drawing/2014/main" id="{6F8DC06D-DF45-E1B0-2894-20928F6A1F92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0C176BE6-11AC-BA82-3DA1-DE3E20E89ECE}"/>
              </a:ext>
            </a:extLst>
          </p:cNvPr>
          <p:cNvCxnSpPr>
            <a:cxnSpLocks/>
            <a:stCxn id="25" idx="2"/>
            <a:endCxn id="40" idx="0"/>
          </p:cNvCxnSpPr>
          <p:nvPr/>
        </p:nvCxnSpPr>
        <p:spPr>
          <a:xfrm flipH="1">
            <a:off x="8521043" y="2621271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A0F0157-0F9F-62F9-D227-80C22176FC6A}"/>
              </a:ext>
            </a:extLst>
          </p:cNvPr>
          <p:cNvCxnSpPr>
            <a:cxnSpLocks/>
            <a:stCxn id="24" idx="2"/>
            <a:endCxn id="39" idx="0"/>
          </p:cNvCxnSpPr>
          <p:nvPr/>
        </p:nvCxnSpPr>
        <p:spPr>
          <a:xfrm flipH="1">
            <a:off x="7936387" y="2621270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269E97B2-7211-69D4-77FF-6FFEB73ACA4A}"/>
              </a:ext>
            </a:extLst>
          </p:cNvPr>
          <p:cNvGrpSpPr/>
          <p:nvPr/>
        </p:nvGrpSpPr>
        <p:grpSpPr>
          <a:xfrm>
            <a:off x="9996067" y="1987738"/>
            <a:ext cx="1410052" cy="412750"/>
            <a:chOff x="7784882" y="1863047"/>
            <a:chExt cx="1410052" cy="412750"/>
          </a:xfrm>
        </p:grpSpPr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E2DCF331-E8D4-0170-BFDD-EC1DCCE19861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58" name="Text Box 82">
                <a:extLst>
                  <a:ext uri="{FF2B5EF4-FFF2-40B4-BE49-F238E27FC236}">
                    <a16:creationId xmlns:a16="http://schemas.microsoft.com/office/drawing/2014/main" id="{ECFFF66B-E071-D62A-1883-2F12B2626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59" name="Rectangle 83">
                <a:extLst>
                  <a:ext uri="{FF2B5EF4-FFF2-40B4-BE49-F238E27FC236}">
                    <a16:creationId xmlns:a16="http://schemas.microsoft.com/office/drawing/2014/main" id="{B482AC9D-F7F8-219C-A795-6372734EC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0" name="Textfeld 169">
                <a:extLst>
                  <a:ext uri="{FF2B5EF4-FFF2-40B4-BE49-F238E27FC236}">
                    <a16:creationId xmlns:a16="http://schemas.microsoft.com/office/drawing/2014/main" id="{6E17EDAD-3165-5BE7-E383-819E9259F5DB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1" name="Textfeld 169">
                <a:extLst>
                  <a:ext uri="{FF2B5EF4-FFF2-40B4-BE49-F238E27FC236}">
                    <a16:creationId xmlns:a16="http://schemas.microsoft.com/office/drawing/2014/main" id="{7475F71E-12DC-E782-BC4D-855549815D6C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2" name="Textfeld 169">
                <a:extLst>
                  <a:ext uri="{FF2B5EF4-FFF2-40B4-BE49-F238E27FC236}">
                    <a16:creationId xmlns:a16="http://schemas.microsoft.com/office/drawing/2014/main" id="{8431EC04-1B65-EEC1-AAB0-794E2F686DE3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3" name="Textfeld 169">
                <a:extLst>
                  <a:ext uri="{FF2B5EF4-FFF2-40B4-BE49-F238E27FC236}">
                    <a16:creationId xmlns:a16="http://schemas.microsoft.com/office/drawing/2014/main" id="{8D380FC9-4322-BF64-1314-4A12F2323BDA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28" name="Textfeld 169">
                <a:extLst>
                  <a:ext uri="{FF2B5EF4-FFF2-40B4-BE49-F238E27FC236}">
                    <a16:creationId xmlns:a16="http://schemas.microsoft.com/office/drawing/2014/main" id="{CF6563A1-F4EF-90B2-B12F-323860392756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56" name="Textfeld 169">
              <a:extLst>
                <a:ext uri="{FF2B5EF4-FFF2-40B4-BE49-F238E27FC236}">
                  <a16:creationId xmlns:a16="http://schemas.microsoft.com/office/drawing/2014/main" id="{DD834B4A-332A-3C9E-73BE-42A3D9075692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7" name="Textfeld 169">
              <a:extLst>
                <a:ext uri="{FF2B5EF4-FFF2-40B4-BE49-F238E27FC236}">
                  <a16:creationId xmlns:a16="http://schemas.microsoft.com/office/drawing/2014/main" id="{EE8AA1F3-0C6C-2F65-4F20-27EF840614E3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03C067E5-348D-E1C2-ABE1-A3DF29E2265B}"/>
              </a:ext>
            </a:extLst>
          </p:cNvPr>
          <p:cNvCxnSpPr>
            <a:cxnSpLocks/>
            <a:stCxn id="32" idx="2"/>
            <a:endCxn id="59" idx="1"/>
          </p:cNvCxnSpPr>
          <p:nvPr/>
        </p:nvCxnSpPr>
        <p:spPr>
          <a:xfrm flipV="1">
            <a:off x="9172301" y="2194113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30" name="Verbinder: gewinkelt 87">
            <a:extLst>
              <a:ext uri="{FF2B5EF4-FFF2-40B4-BE49-F238E27FC236}">
                <a16:creationId xmlns:a16="http://schemas.microsoft.com/office/drawing/2014/main" id="{E710B6EA-BF79-8B0C-6EEE-89A895865090}"/>
              </a:ext>
            </a:extLst>
          </p:cNvPr>
          <p:cNvCxnSpPr>
            <a:cxnSpLocks/>
            <a:stCxn id="37" idx="0"/>
            <a:endCxn id="57" idx="2"/>
          </p:cNvCxnSpPr>
          <p:nvPr/>
        </p:nvCxnSpPr>
        <p:spPr>
          <a:xfrm rot="5400000" flipH="1" flipV="1">
            <a:off x="9064165" y="2310261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4625334E-A89C-A3EE-7C2F-4D293AA21E92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9125314" y="3719141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32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7273391" y="1052258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hierarchical tree 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133" name="Freihandform: Form 132">
            <a:extLst>
              <a:ext uri="{FF2B5EF4-FFF2-40B4-BE49-F238E27FC236}">
                <a16:creationId xmlns:a16="http://schemas.microsoft.com/office/drawing/2014/main" id="{B68167CA-5AFD-8B5C-64B2-2D3360C8737F}"/>
              </a:ext>
            </a:extLst>
          </p:cNvPr>
          <p:cNvSpPr/>
          <p:nvPr/>
        </p:nvSpPr>
        <p:spPr>
          <a:xfrm>
            <a:off x="7151251" y="1326029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Textfeld 44">
            <a:extLst>
              <a:ext uri="{FF2B5EF4-FFF2-40B4-BE49-F238E27FC236}">
                <a16:creationId xmlns:a16="http://schemas.microsoft.com/office/drawing/2014/main" id="{2785E3F6-30EB-4C35-F245-F7BF99D58E15}"/>
              </a:ext>
            </a:extLst>
          </p:cNvPr>
          <p:cNvSpPr txBox="1"/>
          <p:nvPr/>
        </p:nvSpPr>
        <p:spPr>
          <a:xfrm>
            <a:off x="9398392" y="1321035"/>
            <a:ext cx="176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 </a:t>
            </a: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series 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of </a:t>
            </a: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/>
            </a:r>
            <a:b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observed values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5" name="Freihandform: Form 134">
            <a:extLst>
              <a:ext uri="{FF2B5EF4-FFF2-40B4-BE49-F238E27FC236}">
                <a16:creationId xmlns:a16="http://schemas.microsoft.com/office/drawing/2014/main" id="{D0018BB0-969D-7C7B-BF90-14EE8218CEC8}"/>
              </a:ext>
            </a:extLst>
          </p:cNvPr>
          <p:cNvSpPr/>
          <p:nvPr/>
        </p:nvSpPr>
        <p:spPr bwMode="auto">
          <a:xfrm>
            <a:off x="10953003" y="1442213"/>
            <a:ext cx="445268" cy="532186"/>
          </a:xfrm>
          <a:custGeom>
            <a:avLst/>
            <a:gdLst>
              <a:gd name="connsiteX0" fmla="*/ 0 w 445268"/>
              <a:gd name="connsiteY0" fmla="*/ 52126 h 532186"/>
              <a:gd name="connsiteX1" fmla="*/ 419100 w 445268"/>
              <a:gd name="connsiteY1" fmla="*/ 44506 h 532186"/>
              <a:gd name="connsiteX2" fmla="*/ 365760 w 445268"/>
              <a:gd name="connsiteY2" fmla="*/ 532186 h 5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268" h="532186">
                <a:moveTo>
                  <a:pt x="0" y="52126"/>
                </a:moveTo>
                <a:cubicBezTo>
                  <a:pt x="179070" y="8311"/>
                  <a:pt x="358140" y="-35504"/>
                  <a:pt x="419100" y="44506"/>
                </a:cubicBezTo>
                <a:cubicBezTo>
                  <a:pt x="480060" y="124516"/>
                  <a:pt x="422910" y="328351"/>
                  <a:pt x="365760" y="53218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9221703" y="3942136"/>
            <a:ext cx="677331" cy="463550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6755415" y="2679387"/>
            <a:ext cx="651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port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5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6981673" y="2517888"/>
            <a:ext cx="677331" cy="253647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D0BE9134-1FE8-3A4B-D68E-78D1901AF42C}"/>
              </a:ext>
            </a:extLst>
          </p:cNvPr>
          <p:cNvSpPr txBox="1"/>
          <p:nvPr/>
        </p:nvSpPr>
        <p:spPr>
          <a:xfrm>
            <a:off x="7539421" y="4320696"/>
            <a:ext cx="45604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Material, Data, Energy</a:t>
            </a:r>
            <a:b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</a:b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using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UnitTypes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and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IT-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Datatypes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e.g.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iesel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fluid  in  l/s,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ata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classes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records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numbers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endParaRPr lang="de-DE" sz="1600" i="1" dirty="0">
              <a:solidFill>
                <a:srgbClr val="00549F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23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FunctionStructure</a:t>
            </a:r>
            <a:r>
              <a:rPr lang="en-US" dirty="0" smtClean="0"/>
              <a:t> : Decomposition</a:t>
            </a:r>
            <a:endParaRPr lang="de-DE" dirty="0"/>
          </a:p>
        </p:txBody>
      </p:sp>
      <p:sp>
        <p:nvSpPr>
          <p:cNvPr id="143" name="Inhaltsplatzhalter 14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Hierarchical </a:t>
            </a:r>
            <a:r>
              <a:rPr lang="en-US" dirty="0">
                <a:solidFill>
                  <a:srgbClr val="00549F"/>
                </a:solidFill>
              </a:rPr>
              <a:t>(de-) composition</a:t>
            </a:r>
            <a:r>
              <a:rPr lang="en-US" dirty="0"/>
              <a:t> possible</a:t>
            </a:r>
          </a:p>
          <a:p>
            <a:pPr lvl="1"/>
            <a:r>
              <a:rPr lang="en-US" sz="1800" dirty="0">
                <a:solidFill>
                  <a:srgbClr val="00549F"/>
                </a:solidFill>
              </a:rPr>
              <a:t>Composition</a:t>
            </a:r>
            <a:r>
              <a:rPr lang="en-US" sz="1800" dirty="0"/>
              <a:t> into a tree-structure</a:t>
            </a:r>
          </a:p>
          <a:p>
            <a:pPr lvl="1"/>
            <a:r>
              <a:rPr lang="en-US" sz="1800" dirty="0"/>
              <a:t>with </a:t>
            </a:r>
            <a:r>
              <a:rPr lang="en-US" sz="1800" dirty="0">
                <a:solidFill>
                  <a:srgbClr val="00549F"/>
                </a:solidFill>
              </a:rPr>
              <a:t>atomic</a:t>
            </a:r>
            <a:r>
              <a:rPr lang="en-US" sz="1800" dirty="0"/>
              <a:t> functions</a:t>
            </a:r>
          </a:p>
          <a:p>
            <a:endParaRPr lang="en-US" dirty="0"/>
          </a:p>
          <a:p>
            <a:r>
              <a:rPr lang="en-US" dirty="0"/>
              <a:t>Functions are connected </a:t>
            </a:r>
            <a:r>
              <a:rPr lang="en-US" dirty="0" smtClean="0"/>
              <a:t>through </a:t>
            </a:r>
            <a:r>
              <a:rPr lang="en-US" dirty="0">
                <a:solidFill>
                  <a:srgbClr val="00549F"/>
                </a:solidFill>
              </a:rPr>
              <a:t>channels</a:t>
            </a:r>
          </a:p>
          <a:p>
            <a:pPr lvl="1"/>
            <a:r>
              <a:rPr lang="en-US" sz="1800" dirty="0">
                <a:solidFill>
                  <a:srgbClr val="00549F"/>
                </a:solidFill>
              </a:rPr>
              <a:t>Sharing </a:t>
            </a:r>
            <a:r>
              <a:rPr lang="en-US" sz="1800" dirty="0"/>
              <a:t>the same</a:t>
            </a:r>
            <a:r>
              <a:rPr lang="en-US" sz="1800" dirty="0">
                <a:solidFill>
                  <a:srgbClr val="00549F"/>
                </a:solidFill>
              </a:rPr>
              <a:t> </a:t>
            </a:r>
            <a:r>
              <a:rPr lang="en-US" sz="1800" dirty="0" smtClean="0">
                <a:solidFill>
                  <a:srgbClr val="00549F"/>
                </a:solidFill>
              </a:rPr>
              <a:t>channel:</a:t>
            </a:r>
            <a:endParaRPr lang="en-US" sz="1800" dirty="0">
              <a:solidFill>
                <a:srgbClr val="00549F"/>
              </a:solidFill>
            </a:endParaRPr>
          </a:p>
          <a:p>
            <a:pPr lvl="1"/>
            <a:r>
              <a:rPr lang="en-US" sz="1800" dirty="0" smtClean="0"/>
              <a:t>one component is </a:t>
            </a:r>
            <a:r>
              <a:rPr lang="en-US" sz="1800" dirty="0"/>
              <a:t>sending “</a:t>
            </a:r>
            <a:r>
              <a:rPr lang="en-US" sz="1800" dirty="0">
                <a:solidFill>
                  <a:srgbClr val="00549F"/>
                </a:solidFill>
              </a:rPr>
              <a:t>out” </a:t>
            </a:r>
            <a:r>
              <a:rPr lang="en-US" sz="1800" dirty="0"/>
              <a:t>and</a:t>
            </a:r>
            <a:r>
              <a:rPr lang="en-US" sz="1800" dirty="0">
                <a:solidFill>
                  <a:srgbClr val="00549F"/>
                </a:solidFill>
              </a:rPr>
              <a:t> </a:t>
            </a:r>
          </a:p>
          <a:p>
            <a:pPr lvl="1"/>
            <a:r>
              <a:rPr lang="en-US" sz="1800" dirty="0" smtClean="0"/>
              <a:t>some components are </a:t>
            </a:r>
            <a:r>
              <a:rPr lang="en-US" sz="1800" dirty="0"/>
              <a:t>receiving </a:t>
            </a:r>
            <a:r>
              <a:rPr lang="en-US" sz="1800" dirty="0">
                <a:solidFill>
                  <a:srgbClr val="00549F"/>
                </a:solidFill>
              </a:rPr>
              <a:t>“in”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(see later </a:t>
            </a:r>
            <a:r>
              <a:rPr lang="en-US" dirty="0" smtClean="0"/>
              <a:t>instance examples)</a:t>
            </a:r>
          </a:p>
          <a:p>
            <a:pPr lvl="1"/>
            <a:endParaRPr lang="en-US" dirty="0"/>
          </a:p>
          <a:p>
            <a:r>
              <a:rPr lang="en-US" dirty="0" smtClean="0"/>
              <a:t>Functions know their channels through </a:t>
            </a:r>
            <a:r>
              <a:rPr lang="en-US" dirty="0" smtClean="0">
                <a:solidFill>
                  <a:schemeClr val="tx2"/>
                </a:solidFill>
              </a:rPr>
              <a:t>port names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0" y="1236273"/>
            <a:ext cx="6091112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" name="AutoShape 40">
            <a:extLst>
              <a:ext uri="{FF2B5EF4-FFF2-40B4-BE49-F238E27FC236}">
                <a16:creationId xmlns:a16="http://schemas.microsoft.com/office/drawing/2014/main" id="{3143E6B0-ED09-5279-54BB-D41917E6537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E318E4F-F7FD-7DA4-800B-1ED3DAF27E5A}"/>
              </a:ext>
            </a:extLst>
          </p:cNvPr>
          <p:cNvCxnSpPr>
            <a:cxnSpLocks/>
            <a:stCxn id="59" idx="2"/>
            <a:endCxn id="47" idx="0"/>
          </p:cNvCxnSpPr>
          <p:nvPr/>
        </p:nvCxnSpPr>
        <p:spPr>
          <a:xfrm>
            <a:off x="10700915" y="2400488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6" name="Textfeld 169">
            <a:extLst>
              <a:ext uri="{FF2B5EF4-FFF2-40B4-BE49-F238E27FC236}">
                <a16:creationId xmlns:a16="http://schemas.microsoft.com/office/drawing/2014/main" id="{2999EC7D-46BB-600E-18D1-0338B4AC1D12}"/>
              </a:ext>
            </a:extLst>
          </p:cNvPr>
          <p:cNvSpPr txBox="1"/>
          <p:nvPr/>
        </p:nvSpPr>
        <p:spPr>
          <a:xfrm>
            <a:off x="8200323" y="175110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7" name="Textfeld 169">
            <a:extLst>
              <a:ext uri="{FF2B5EF4-FFF2-40B4-BE49-F238E27FC236}">
                <a16:creationId xmlns:a16="http://schemas.microsoft.com/office/drawing/2014/main" id="{FA3D8469-B464-FB58-E9A2-28A3565EE77C}"/>
              </a:ext>
            </a:extLst>
          </p:cNvPr>
          <p:cNvSpPr txBox="1"/>
          <p:nvPr/>
        </p:nvSpPr>
        <p:spPr>
          <a:xfrm>
            <a:off x="9454341" y="2178352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8" name="Textfeld 169">
            <a:extLst>
              <a:ext uri="{FF2B5EF4-FFF2-40B4-BE49-F238E27FC236}">
                <a16:creationId xmlns:a16="http://schemas.microsoft.com/office/drawing/2014/main" id="{90A96CA0-1796-32A3-10A2-D7DD5DFD92B3}"/>
              </a:ext>
            </a:extLst>
          </p:cNvPr>
          <p:cNvSpPr txBox="1"/>
          <p:nvPr/>
        </p:nvSpPr>
        <p:spPr>
          <a:xfrm>
            <a:off x="9721958" y="192136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2802B045-84D2-CD15-454C-824D61558E21}"/>
              </a:ext>
            </a:extLst>
          </p:cNvPr>
          <p:cNvSpPr txBox="1"/>
          <p:nvPr/>
        </p:nvSpPr>
        <p:spPr>
          <a:xfrm>
            <a:off x="8479969" y="2596832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" name="Textfeld 169">
            <a:extLst>
              <a:ext uri="{FF2B5EF4-FFF2-40B4-BE49-F238E27FC236}">
                <a16:creationId xmlns:a16="http://schemas.microsoft.com/office/drawing/2014/main" id="{5541BF5C-1246-2622-ED99-B65D205838E1}"/>
              </a:ext>
            </a:extLst>
          </p:cNvPr>
          <p:cNvSpPr txBox="1"/>
          <p:nvPr/>
        </p:nvSpPr>
        <p:spPr>
          <a:xfrm>
            <a:off x="7888579" y="2596832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2" name="Textfeld 169">
            <a:extLst>
              <a:ext uri="{FF2B5EF4-FFF2-40B4-BE49-F238E27FC236}">
                <a16:creationId xmlns:a16="http://schemas.microsoft.com/office/drawing/2014/main" id="{2FBD7CE1-CD1E-C0F6-7687-6F95AFFD2A4D}"/>
              </a:ext>
            </a:extLst>
          </p:cNvPr>
          <p:cNvSpPr txBox="1"/>
          <p:nvPr/>
        </p:nvSpPr>
        <p:spPr>
          <a:xfrm>
            <a:off x="8479129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Textfeld 169">
            <a:extLst>
              <a:ext uri="{FF2B5EF4-FFF2-40B4-BE49-F238E27FC236}">
                <a16:creationId xmlns:a16="http://schemas.microsoft.com/office/drawing/2014/main" id="{6DEE6405-28F0-9672-6A0F-6B556A67026C}"/>
              </a:ext>
            </a:extLst>
          </p:cNvPr>
          <p:cNvSpPr txBox="1"/>
          <p:nvPr/>
        </p:nvSpPr>
        <p:spPr>
          <a:xfrm>
            <a:off x="7892153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4" name="Textfeld 169">
            <a:extLst>
              <a:ext uri="{FF2B5EF4-FFF2-40B4-BE49-F238E27FC236}">
                <a16:creationId xmlns:a16="http://schemas.microsoft.com/office/drawing/2014/main" id="{9F2E9ADB-C206-4C74-26B9-7CEAFFD28099}"/>
              </a:ext>
            </a:extLst>
          </p:cNvPr>
          <p:cNvSpPr txBox="1"/>
          <p:nvPr/>
        </p:nvSpPr>
        <p:spPr>
          <a:xfrm>
            <a:off x="10231500" y="2375635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Textfeld 169">
            <a:extLst>
              <a:ext uri="{FF2B5EF4-FFF2-40B4-BE49-F238E27FC236}">
                <a16:creationId xmlns:a16="http://schemas.microsoft.com/office/drawing/2014/main" id="{F69605DD-337B-0E40-F96D-1749C033402A}"/>
              </a:ext>
            </a:extLst>
          </p:cNvPr>
          <p:cNvSpPr txBox="1"/>
          <p:nvPr/>
        </p:nvSpPr>
        <p:spPr>
          <a:xfrm>
            <a:off x="9715342" y="346253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6" name="Textfeld 169">
            <a:extLst>
              <a:ext uri="{FF2B5EF4-FFF2-40B4-BE49-F238E27FC236}">
                <a16:creationId xmlns:a16="http://schemas.microsoft.com/office/drawing/2014/main" id="{3241799B-CB88-3DC0-34E9-9B6CA14B7902}"/>
              </a:ext>
            </a:extLst>
          </p:cNvPr>
          <p:cNvSpPr txBox="1"/>
          <p:nvPr/>
        </p:nvSpPr>
        <p:spPr>
          <a:xfrm>
            <a:off x="10666225" y="322895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" name="Textfeld 169">
            <a:extLst>
              <a:ext uri="{FF2B5EF4-FFF2-40B4-BE49-F238E27FC236}">
                <a16:creationId xmlns:a16="http://schemas.microsoft.com/office/drawing/2014/main" id="{B3E23BBE-6E9E-5BAD-F30D-130E1CC6BBA0}"/>
              </a:ext>
            </a:extLst>
          </p:cNvPr>
          <p:cNvSpPr txBox="1"/>
          <p:nvPr/>
        </p:nvSpPr>
        <p:spPr>
          <a:xfrm>
            <a:off x="10666224" y="24050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" name="Textfeld 169">
            <a:extLst>
              <a:ext uri="{FF2B5EF4-FFF2-40B4-BE49-F238E27FC236}">
                <a16:creationId xmlns:a16="http://schemas.microsoft.com/office/drawing/2014/main" id="{D3676E1F-5FA4-D310-7673-A821F62FD2F0}"/>
              </a:ext>
            </a:extLst>
          </p:cNvPr>
          <p:cNvSpPr txBox="1"/>
          <p:nvPr/>
        </p:nvSpPr>
        <p:spPr>
          <a:xfrm>
            <a:off x="7091777" y="1692545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19CB2952-0F08-2F71-D663-CBCE13667917}"/>
              </a:ext>
            </a:extLst>
          </p:cNvPr>
          <p:cNvSpPr txBox="1"/>
          <p:nvPr/>
        </p:nvSpPr>
        <p:spPr>
          <a:xfrm>
            <a:off x="6747845" y="2170272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20" name="Textfeld 169">
            <a:extLst>
              <a:ext uri="{FF2B5EF4-FFF2-40B4-BE49-F238E27FC236}">
                <a16:creationId xmlns:a16="http://schemas.microsoft.com/office/drawing/2014/main" id="{F52E0AD1-8927-70ED-E56F-4BCCBC1376D1}"/>
              </a:ext>
            </a:extLst>
          </p:cNvPr>
          <p:cNvSpPr txBox="1"/>
          <p:nvPr/>
        </p:nvSpPr>
        <p:spPr>
          <a:xfrm>
            <a:off x="9049373" y="1921365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21" name="Textfeld 169">
            <a:extLst>
              <a:ext uri="{FF2B5EF4-FFF2-40B4-BE49-F238E27FC236}">
                <a16:creationId xmlns:a16="http://schemas.microsoft.com/office/drawing/2014/main" id="{0E60E8B7-62C2-3055-0DEA-48C62DACFDC3}"/>
              </a:ext>
            </a:extLst>
          </p:cNvPr>
          <p:cNvSpPr txBox="1"/>
          <p:nvPr/>
        </p:nvSpPr>
        <p:spPr>
          <a:xfrm>
            <a:off x="6850628" y="194375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746AFB8-8417-E282-0305-38AF618BF14D}"/>
              </a:ext>
            </a:extLst>
          </p:cNvPr>
          <p:cNvGrpSpPr/>
          <p:nvPr/>
        </p:nvGrpSpPr>
        <p:grpSpPr>
          <a:xfrm>
            <a:off x="7241514" y="1986247"/>
            <a:ext cx="1930787" cy="635024"/>
            <a:chOff x="4316210" y="1861556"/>
            <a:chExt cx="1930787" cy="635024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08856241-F42C-DA2F-8661-DEEFD304F1B5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26" name="Verbinder: gewinkelt 87">
                <a:extLst>
                  <a:ext uri="{FF2B5EF4-FFF2-40B4-BE49-F238E27FC236}">
                    <a16:creationId xmlns:a16="http://schemas.microsoft.com/office/drawing/2014/main" id="{A920C7F1-0363-1FDB-82D2-9D5C75E02547}"/>
                  </a:ext>
                </a:extLst>
              </p:cNvPr>
              <p:cNvCxnSpPr>
                <a:cxnSpLocks/>
                <a:stCxn id="29" idx="2"/>
                <a:endCxn id="28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7" name="Text Box 82">
                <a:extLst>
                  <a:ext uri="{FF2B5EF4-FFF2-40B4-BE49-F238E27FC236}">
                    <a16:creationId xmlns:a16="http://schemas.microsoft.com/office/drawing/2014/main" id="{0C0574C3-73FB-EFBA-C1F4-293FA233B1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28" name="Rectangle 83">
                <a:extLst>
                  <a:ext uri="{FF2B5EF4-FFF2-40B4-BE49-F238E27FC236}">
                    <a16:creationId xmlns:a16="http://schemas.microsoft.com/office/drawing/2014/main" id="{F3A1AB0C-1748-BF4C-EC98-DEF179C2C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" name="AutoShape 50">
                <a:extLst>
                  <a:ext uri="{FF2B5EF4-FFF2-40B4-BE49-F238E27FC236}">
                    <a16:creationId xmlns:a16="http://schemas.microsoft.com/office/drawing/2014/main" id="{38FC5BF9-1501-E813-3275-8069619B0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" name="Textfeld 169">
                <a:extLst>
                  <a:ext uri="{FF2B5EF4-FFF2-40B4-BE49-F238E27FC236}">
                    <a16:creationId xmlns:a16="http://schemas.microsoft.com/office/drawing/2014/main" id="{2CB15E71-2829-D175-D89B-A31CF42F200A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31" name="Textfeld 169">
                <a:extLst>
                  <a:ext uri="{FF2B5EF4-FFF2-40B4-BE49-F238E27FC236}">
                    <a16:creationId xmlns:a16="http://schemas.microsoft.com/office/drawing/2014/main" id="{BC1EE926-0DD7-158A-803B-A90CD69F69F4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32" name="AutoShape 50">
                <a:extLst>
                  <a:ext uri="{FF2B5EF4-FFF2-40B4-BE49-F238E27FC236}">
                    <a16:creationId xmlns:a16="http://schemas.microsoft.com/office/drawing/2014/main" id="{1333DF7C-6460-C908-B6ED-8BC96752A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" name="Rectangle 83">
              <a:extLst>
                <a:ext uri="{FF2B5EF4-FFF2-40B4-BE49-F238E27FC236}">
                  <a16:creationId xmlns:a16="http://schemas.microsoft.com/office/drawing/2014/main" id="{FD6E5130-53ED-8B4F-1BB8-4DB7E4803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" name="Rectangle 83">
              <a:extLst>
                <a:ext uri="{FF2B5EF4-FFF2-40B4-BE49-F238E27FC236}">
                  <a16:creationId xmlns:a16="http://schemas.microsoft.com/office/drawing/2014/main" id="{09D2E8AA-A15C-577A-B62E-4A058116D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3" name="Textfeld 169">
            <a:extLst>
              <a:ext uri="{FF2B5EF4-FFF2-40B4-BE49-F238E27FC236}">
                <a16:creationId xmlns:a16="http://schemas.microsoft.com/office/drawing/2014/main" id="{43DE3393-51AD-3A22-A0EE-AE19883D59A0}"/>
              </a:ext>
            </a:extLst>
          </p:cNvPr>
          <p:cNvSpPr txBox="1"/>
          <p:nvPr/>
        </p:nvSpPr>
        <p:spPr>
          <a:xfrm>
            <a:off x="8927964" y="3219280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4" name="Textfeld 169">
            <a:extLst>
              <a:ext uri="{FF2B5EF4-FFF2-40B4-BE49-F238E27FC236}">
                <a16:creationId xmlns:a16="http://schemas.microsoft.com/office/drawing/2014/main" id="{41A5D449-A9EA-B64B-C2DB-1ADE1BA61045}"/>
              </a:ext>
            </a:extLst>
          </p:cNvPr>
          <p:cNvSpPr txBox="1"/>
          <p:nvPr/>
        </p:nvSpPr>
        <p:spPr>
          <a:xfrm>
            <a:off x="9075093" y="351417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E0BE791C-BF90-3A88-9A2E-8B46FA62A030}"/>
              </a:ext>
            </a:extLst>
          </p:cNvPr>
          <p:cNvGrpSpPr/>
          <p:nvPr/>
        </p:nvGrpSpPr>
        <p:grpSpPr>
          <a:xfrm>
            <a:off x="7493363" y="3512766"/>
            <a:ext cx="1632590" cy="412750"/>
            <a:chOff x="5282178" y="3388075"/>
            <a:chExt cx="1632590" cy="412750"/>
          </a:xfrm>
        </p:grpSpPr>
        <p:grpSp>
          <p:nvGrpSpPr>
            <p:cNvPr id="36" name="Group 87">
              <a:extLst>
                <a:ext uri="{FF2B5EF4-FFF2-40B4-BE49-F238E27FC236}">
                  <a16:creationId xmlns:a16="http://schemas.microsoft.com/office/drawing/2014/main" id="{7EB6FC42-E321-9086-E996-A53229FD1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41" name="Text Box 82">
                <a:extLst>
                  <a:ext uri="{FF2B5EF4-FFF2-40B4-BE49-F238E27FC236}">
                    <a16:creationId xmlns:a16="http://schemas.microsoft.com/office/drawing/2014/main" id="{11B63CBF-704C-6768-2114-A597A2624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42" name="Rectangle 83">
                <a:extLst>
                  <a:ext uri="{FF2B5EF4-FFF2-40B4-BE49-F238E27FC236}">
                    <a16:creationId xmlns:a16="http://schemas.microsoft.com/office/drawing/2014/main" id="{45539E50-69D0-5A30-BBC5-7BB5EB3CA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7" name="Textfeld 169">
              <a:extLst>
                <a:ext uri="{FF2B5EF4-FFF2-40B4-BE49-F238E27FC236}">
                  <a16:creationId xmlns:a16="http://schemas.microsoft.com/office/drawing/2014/main" id="{D51080FE-FB29-D84B-2188-54F6A57F68C1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38" name="Textfeld 169">
              <a:extLst>
                <a:ext uri="{FF2B5EF4-FFF2-40B4-BE49-F238E27FC236}">
                  <a16:creationId xmlns:a16="http://schemas.microsoft.com/office/drawing/2014/main" id="{5EAB0E9C-B5C1-685B-7C70-E4066D32A30F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39" name="Textfeld 169">
              <a:extLst>
                <a:ext uri="{FF2B5EF4-FFF2-40B4-BE49-F238E27FC236}">
                  <a16:creationId xmlns:a16="http://schemas.microsoft.com/office/drawing/2014/main" id="{E4C0FC92-A921-6CF5-808D-B171870A870A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0" name="Textfeld 169">
              <a:extLst>
                <a:ext uri="{FF2B5EF4-FFF2-40B4-BE49-F238E27FC236}">
                  <a16:creationId xmlns:a16="http://schemas.microsoft.com/office/drawing/2014/main" id="{267520AC-691E-0BC6-E0DE-948D2B4403DC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43" name="Textfeld 169">
            <a:extLst>
              <a:ext uri="{FF2B5EF4-FFF2-40B4-BE49-F238E27FC236}">
                <a16:creationId xmlns:a16="http://schemas.microsoft.com/office/drawing/2014/main" id="{02F21CBA-55F6-0E21-FBE8-05F597DADB94}"/>
              </a:ext>
            </a:extLst>
          </p:cNvPr>
          <p:cNvSpPr txBox="1"/>
          <p:nvPr/>
        </p:nvSpPr>
        <p:spPr>
          <a:xfrm>
            <a:off x="7632791" y="3219280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44" name="Textfeld 169">
            <a:extLst>
              <a:ext uri="{FF2B5EF4-FFF2-40B4-BE49-F238E27FC236}">
                <a16:creationId xmlns:a16="http://schemas.microsoft.com/office/drawing/2014/main" id="{F70F902A-6B52-2884-689F-C5B736942005}"/>
              </a:ext>
            </a:extLst>
          </p:cNvPr>
          <p:cNvSpPr txBox="1"/>
          <p:nvPr/>
        </p:nvSpPr>
        <p:spPr>
          <a:xfrm>
            <a:off x="8120681" y="3219280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BAB713FD-33B1-A6DB-BBBF-09DE9EED2CB2}"/>
              </a:ext>
            </a:extLst>
          </p:cNvPr>
          <p:cNvGrpSpPr/>
          <p:nvPr/>
        </p:nvGrpSpPr>
        <p:grpSpPr>
          <a:xfrm>
            <a:off x="9993684" y="3512766"/>
            <a:ext cx="1415042" cy="412750"/>
            <a:chOff x="7782499" y="3595251"/>
            <a:chExt cx="1415042" cy="412750"/>
          </a:xfrm>
        </p:grpSpPr>
        <p:sp>
          <p:nvSpPr>
            <p:cNvPr id="46" name="Text Box 82">
              <a:extLst>
                <a:ext uri="{FF2B5EF4-FFF2-40B4-BE49-F238E27FC236}">
                  <a16:creationId xmlns:a16="http://schemas.microsoft.com/office/drawing/2014/main" id="{EFC4421B-BAF2-1CFF-0F24-5814A32ED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47" name="Rectangle 83">
              <a:extLst>
                <a:ext uri="{FF2B5EF4-FFF2-40B4-BE49-F238E27FC236}">
                  <a16:creationId xmlns:a16="http://schemas.microsoft.com/office/drawing/2014/main" id="{46334214-9256-17FF-A5ED-19A71B4A1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8" name="Textfeld 169">
              <a:extLst>
                <a:ext uri="{FF2B5EF4-FFF2-40B4-BE49-F238E27FC236}">
                  <a16:creationId xmlns:a16="http://schemas.microsoft.com/office/drawing/2014/main" id="{AD7FC709-4F1D-942B-4CC9-DA1066EE83D8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9" name="Textfeld 169">
              <a:extLst>
                <a:ext uri="{FF2B5EF4-FFF2-40B4-BE49-F238E27FC236}">
                  <a16:creationId xmlns:a16="http://schemas.microsoft.com/office/drawing/2014/main" id="{F10BD332-3D74-E379-AB22-C5CDE7A7FC50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0" name="Textfeld 169">
              <a:extLst>
                <a:ext uri="{FF2B5EF4-FFF2-40B4-BE49-F238E27FC236}">
                  <a16:creationId xmlns:a16="http://schemas.microsoft.com/office/drawing/2014/main" id="{12247113-4C44-5C02-AFBB-6A11F0A77AA5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1" name="Textfeld 169">
              <a:extLst>
                <a:ext uri="{FF2B5EF4-FFF2-40B4-BE49-F238E27FC236}">
                  <a16:creationId xmlns:a16="http://schemas.microsoft.com/office/drawing/2014/main" id="{6F8DC06D-DF45-E1B0-2894-20928F6A1F92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0C176BE6-11AC-BA82-3DA1-DE3E20E89ECE}"/>
              </a:ext>
            </a:extLst>
          </p:cNvPr>
          <p:cNvCxnSpPr>
            <a:cxnSpLocks/>
            <a:stCxn id="25" idx="2"/>
            <a:endCxn id="40" idx="0"/>
          </p:cNvCxnSpPr>
          <p:nvPr/>
        </p:nvCxnSpPr>
        <p:spPr>
          <a:xfrm flipH="1">
            <a:off x="8521043" y="2621271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A0F0157-0F9F-62F9-D227-80C22176FC6A}"/>
              </a:ext>
            </a:extLst>
          </p:cNvPr>
          <p:cNvCxnSpPr>
            <a:cxnSpLocks/>
            <a:stCxn id="24" idx="2"/>
            <a:endCxn id="39" idx="0"/>
          </p:cNvCxnSpPr>
          <p:nvPr/>
        </p:nvCxnSpPr>
        <p:spPr>
          <a:xfrm flipH="1">
            <a:off x="7936387" y="2621270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269E97B2-7211-69D4-77FF-6FFEB73ACA4A}"/>
              </a:ext>
            </a:extLst>
          </p:cNvPr>
          <p:cNvGrpSpPr/>
          <p:nvPr/>
        </p:nvGrpSpPr>
        <p:grpSpPr>
          <a:xfrm>
            <a:off x="9996067" y="1987738"/>
            <a:ext cx="1410052" cy="412750"/>
            <a:chOff x="7784882" y="1863047"/>
            <a:chExt cx="1410052" cy="412750"/>
          </a:xfrm>
        </p:grpSpPr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E2DCF331-E8D4-0170-BFDD-EC1DCCE19861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58" name="Text Box 82">
                <a:extLst>
                  <a:ext uri="{FF2B5EF4-FFF2-40B4-BE49-F238E27FC236}">
                    <a16:creationId xmlns:a16="http://schemas.microsoft.com/office/drawing/2014/main" id="{ECFFF66B-E071-D62A-1883-2F12B2626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59" name="Rectangle 83">
                <a:extLst>
                  <a:ext uri="{FF2B5EF4-FFF2-40B4-BE49-F238E27FC236}">
                    <a16:creationId xmlns:a16="http://schemas.microsoft.com/office/drawing/2014/main" id="{B482AC9D-F7F8-219C-A795-6372734EC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0" name="Textfeld 169">
                <a:extLst>
                  <a:ext uri="{FF2B5EF4-FFF2-40B4-BE49-F238E27FC236}">
                    <a16:creationId xmlns:a16="http://schemas.microsoft.com/office/drawing/2014/main" id="{6E17EDAD-3165-5BE7-E383-819E9259F5DB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1" name="Textfeld 169">
                <a:extLst>
                  <a:ext uri="{FF2B5EF4-FFF2-40B4-BE49-F238E27FC236}">
                    <a16:creationId xmlns:a16="http://schemas.microsoft.com/office/drawing/2014/main" id="{7475F71E-12DC-E782-BC4D-855549815D6C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2" name="Textfeld 169">
                <a:extLst>
                  <a:ext uri="{FF2B5EF4-FFF2-40B4-BE49-F238E27FC236}">
                    <a16:creationId xmlns:a16="http://schemas.microsoft.com/office/drawing/2014/main" id="{8431EC04-1B65-EEC1-AAB0-794E2F686DE3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3" name="Textfeld 169">
                <a:extLst>
                  <a:ext uri="{FF2B5EF4-FFF2-40B4-BE49-F238E27FC236}">
                    <a16:creationId xmlns:a16="http://schemas.microsoft.com/office/drawing/2014/main" id="{8D380FC9-4322-BF64-1314-4A12F2323BDA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28" name="Textfeld 169">
                <a:extLst>
                  <a:ext uri="{FF2B5EF4-FFF2-40B4-BE49-F238E27FC236}">
                    <a16:creationId xmlns:a16="http://schemas.microsoft.com/office/drawing/2014/main" id="{CF6563A1-F4EF-90B2-B12F-323860392756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56" name="Textfeld 169">
              <a:extLst>
                <a:ext uri="{FF2B5EF4-FFF2-40B4-BE49-F238E27FC236}">
                  <a16:creationId xmlns:a16="http://schemas.microsoft.com/office/drawing/2014/main" id="{DD834B4A-332A-3C9E-73BE-42A3D9075692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7" name="Textfeld 169">
              <a:extLst>
                <a:ext uri="{FF2B5EF4-FFF2-40B4-BE49-F238E27FC236}">
                  <a16:creationId xmlns:a16="http://schemas.microsoft.com/office/drawing/2014/main" id="{EE8AA1F3-0C6C-2F65-4F20-27EF840614E3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03C067E5-348D-E1C2-ABE1-A3DF29E2265B}"/>
              </a:ext>
            </a:extLst>
          </p:cNvPr>
          <p:cNvCxnSpPr>
            <a:cxnSpLocks/>
            <a:stCxn id="32" idx="2"/>
            <a:endCxn id="59" idx="1"/>
          </p:cNvCxnSpPr>
          <p:nvPr/>
        </p:nvCxnSpPr>
        <p:spPr>
          <a:xfrm flipV="1">
            <a:off x="9172301" y="2194113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30" name="Verbinder: gewinkelt 87">
            <a:extLst>
              <a:ext uri="{FF2B5EF4-FFF2-40B4-BE49-F238E27FC236}">
                <a16:creationId xmlns:a16="http://schemas.microsoft.com/office/drawing/2014/main" id="{E710B6EA-BF79-8B0C-6EEE-89A895865090}"/>
              </a:ext>
            </a:extLst>
          </p:cNvPr>
          <p:cNvCxnSpPr>
            <a:cxnSpLocks/>
            <a:stCxn id="37" idx="0"/>
            <a:endCxn id="57" idx="2"/>
          </p:cNvCxnSpPr>
          <p:nvPr/>
        </p:nvCxnSpPr>
        <p:spPr>
          <a:xfrm rot="5400000" flipH="1" flipV="1">
            <a:off x="9064165" y="2310261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4625334E-A89C-A3EE-7C2F-4D293AA21E92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9125314" y="3719141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32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7273391" y="1052258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hierarchical tree 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133" name="Freihandform: Form 132">
            <a:extLst>
              <a:ext uri="{FF2B5EF4-FFF2-40B4-BE49-F238E27FC236}">
                <a16:creationId xmlns:a16="http://schemas.microsoft.com/office/drawing/2014/main" id="{B68167CA-5AFD-8B5C-64B2-2D3360C8737F}"/>
              </a:ext>
            </a:extLst>
          </p:cNvPr>
          <p:cNvSpPr/>
          <p:nvPr/>
        </p:nvSpPr>
        <p:spPr>
          <a:xfrm>
            <a:off x="7151251" y="1326029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Textfeld 44">
            <a:extLst>
              <a:ext uri="{FF2B5EF4-FFF2-40B4-BE49-F238E27FC236}">
                <a16:creationId xmlns:a16="http://schemas.microsoft.com/office/drawing/2014/main" id="{2785E3F6-30EB-4C35-F245-F7BF99D58E15}"/>
              </a:ext>
            </a:extLst>
          </p:cNvPr>
          <p:cNvSpPr txBox="1"/>
          <p:nvPr/>
        </p:nvSpPr>
        <p:spPr>
          <a:xfrm>
            <a:off x="9398392" y="1321035"/>
            <a:ext cx="176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 </a:t>
            </a: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series 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of </a:t>
            </a: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/>
            </a:r>
            <a:b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observed values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5" name="Freihandform: Form 134">
            <a:extLst>
              <a:ext uri="{FF2B5EF4-FFF2-40B4-BE49-F238E27FC236}">
                <a16:creationId xmlns:a16="http://schemas.microsoft.com/office/drawing/2014/main" id="{D0018BB0-969D-7C7B-BF90-14EE8218CEC8}"/>
              </a:ext>
            </a:extLst>
          </p:cNvPr>
          <p:cNvSpPr/>
          <p:nvPr/>
        </p:nvSpPr>
        <p:spPr bwMode="auto">
          <a:xfrm>
            <a:off x="10953003" y="1442213"/>
            <a:ext cx="445268" cy="532186"/>
          </a:xfrm>
          <a:custGeom>
            <a:avLst/>
            <a:gdLst>
              <a:gd name="connsiteX0" fmla="*/ 0 w 445268"/>
              <a:gd name="connsiteY0" fmla="*/ 52126 h 532186"/>
              <a:gd name="connsiteX1" fmla="*/ 419100 w 445268"/>
              <a:gd name="connsiteY1" fmla="*/ 44506 h 532186"/>
              <a:gd name="connsiteX2" fmla="*/ 365760 w 445268"/>
              <a:gd name="connsiteY2" fmla="*/ 532186 h 5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268" h="532186">
                <a:moveTo>
                  <a:pt x="0" y="52126"/>
                </a:moveTo>
                <a:cubicBezTo>
                  <a:pt x="179070" y="8311"/>
                  <a:pt x="358140" y="-35504"/>
                  <a:pt x="419100" y="44506"/>
                </a:cubicBezTo>
                <a:cubicBezTo>
                  <a:pt x="480060" y="124516"/>
                  <a:pt x="422910" y="328351"/>
                  <a:pt x="365760" y="53218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9221703" y="3942136"/>
            <a:ext cx="677331" cy="463550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6755415" y="2679387"/>
            <a:ext cx="651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port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5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6981673" y="2517888"/>
            <a:ext cx="677331" cy="253647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D0BE9134-1FE8-3A4B-D68E-78D1901AF42C}"/>
              </a:ext>
            </a:extLst>
          </p:cNvPr>
          <p:cNvSpPr txBox="1"/>
          <p:nvPr/>
        </p:nvSpPr>
        <p:spPr>
          <a:xfrm>
            <a:off x="7539421" y="4320696"/>
            <a:ext cx="45604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Material, Data, Energy</a:t>
            </a:r>
            <a:b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</a:b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using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UnitTypes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and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IT-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Datatypes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e.g.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iesel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fluid  in  l/s,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ata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classes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records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numbers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endParaRPr lang="de-DE" sz="1600" i="1" dirty="0">
              <a:solidFill>
                <a:srgbClr val="00549F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92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FunctionStructure</a:t>
            </a:r>
            <a:r>
              <a:rPr lang="en-US" dirty="0" smtClean="0"/>
              <a:t> : Top-Level-Function</a:t>
            </a:r>
            <a:endParaRPr lang="de-DE" dirty="0"/>
          </a:p>
        </p:txBody>
      </p:sp>
      <p:sp>
        <p:nvSpPr>
          <p:cNvPr id="143" name="Inhaltsplatzhalter 14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Special rules:</a:t>
            </a:r>
          </a:p>
          <a:p>
            <a:endParaRPr lang="en-US" dirty="0"/>
          </a:p>
          <a:p>
            <a:r>
              <a:rPr lang="en-US" dirty="0" smtClean="0"/>
              <a:t>A top-level function connects to input and output channels, where the opposite side is NOT connected</a:t>
            </a:r>
          </a:p>
          <a:p>
            <a:endParaRPr lang="en-US" dirty="0"/>
          </a:p>
          <a:p>
            <a:r>
              <a:rPr lang="en-US" dirty="0" smtClean="0"/>
              <a:t>Channels obey the hierarchy structure</a:t>
            </a:r>
          </a:p>
          <a:p>
            <a:pPr lvl="1"/>
            <a:r>
              <a:rPr lang="en-US" dirty="0" smtClean="0"/>
              <a:t>i.e. if a channel is crossing a component from inside to outside the channel is an explicit output channel of that component </a:t>
            </a:r>
          </a:p>
          <a:p>
            <a:pPr lvl="1"/>
            <a:r>
              <a:rPr lang="en-US" dirty="0" smtClean="0"/>
              <a:t>and vice versa.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0" y="1236273"/>
            <a:ext cx="6091112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" name="AutoShape 40">
            <a:extLst>
              <a:ext uri="{FF2B5EF4-FFF2-40B4-BE49-F238E27FC236}">
                <a16:creationId xmlns:a16="http://schemas.microsoft.com/office/drawing/2014/main" id="{3143E6B0-ED09-5279-54BB-D41917E6537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E318E4F-F7FD-7DA4-800B-1ED3DAF27E5A}"/>
              </a:ext>
            </a:extLst>
          </p:cNvPr>
          <p:cNvCxnSpPr>
            <a:cxnSpLocks/>
            <a:stCxn id="59" idx="2"/>
            <a:endCxn id="47" idx="0"/>
          </p:cNvCxnSpPr>
          <p:nvPr/>
        </p:nvCxnSpPr>
        <p:spPr>
          <a:xfrm>
            <a:off x="10700915" y="2400488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6" name="Textfeld 169">
            <a:extLst>
              <a:ext uri="{FF2B5EF4-FFF2-40B4-BE49-F238E27FC236}">
                <a16:creationId xmlns:a16="http://schemas.microsoft.com/office/drawing/2014/main" id="{2999EC7D-46BB-600E-18D1-0338B4AC1D12}"/>
              </a:ext>
            </a:extLst>
          </p:cNvPr>
          <p:cNvSpPr txBox="1"/>
          <p:nvPr/>
        </p:nvSpPr>
        <p:spPr>
          <a:xfrm>
            <a:off x="8200323" y="175110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7" name="Textfeld 169">
            <a:extLst>
              <a:ext uri="{FF2B5EF4-FFF2-40B4-BE49-F238E27FC236}">
                <a16:creationId xmlns:a16="http://schemas.microsoft.com/office/drawing/2014/main" id="{FA3D8469-B464-FB58-E9A2-28A3565EE77C}"/>
              </a:ext>
            </a:extLst>
          </p:cNvPr>
          <p:cNvSpPr txBox="1"/>
          <p:nvPr/>
        </p:nvSpPr>
        <p:spPr>
          <a:xfrm>
            <a:off x="9454341" y="2178352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8" name="Textfeld 169">
            <a:extLst>
              <a:ext uri="{FF2B5EF4-FFF2-40B4-BE49-F238E27FC236}">
                <a16:creationId xmlns:a16="http://schemas.microsoft.com/office/drawing/2014/main" id="{90A96CA0-1796-32A3-10A2-D7DD5DFD92B3}"/>
              </a:ext>
            </a:extLst>
          </p:cNvPr>
          <p:cNvSpPr txBox="1"/>
          <p:nvPr/>
        </p:nvSpPr>
        <p:spPr>
          <a:xfrm>
            <a:off x="9721958" y="192136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2802B045-84D2-CD15-454C-824D61558E21}"/>
              </a:ext>
            </a:extLst>
          </p:cNvPr>
          <p:cNvSpPr txBox="1"/>
          <p:nvPr/>
        </p:nvSpPr>
        <p:spPr>
          <a:xfrm>
            <a:off x="8479969" y="2596832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" name="Textfeld 169">
            <a:extLst>
              <a:ext uri="{FF2B5EF4-FFF2-40B4-BE49-F238E27FC236}">
                <a16:creationId xmlns:a16="http://schemas.microsoft.com/office/drawing/2014/main" id="{5541BF5C-1246-2622-ED99-B65D205838E1}"/>
              </a:ext>
            </a:extLst>
          </p:cNvPr>
          <p:cNvSpPr txBox="1"/>
          <p:nvPr/>
        </p:nvSpPr>
        <p:spPr>
          <a:xfrm>
            <a:off x="7888579" y="2596832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2" name="Textfeld 169">
            <a:extLst>
              <a:ext uri="{FF2B5EF4-FFF2-40B4-BE49-F238E27FC236}">
                <a16:creationId xmlns:a16="http://schemas.microsoft.com/office/drawing/2014/main" id="{2FBD7CE1-CD1E-C0F6-7687-6F95AFFD2A4D}"/>
              </a:ext>
            </a:extLst>
          </p:cNvPr>
          <p:cNvSpPr txBox="1"/>
          <p:nvPr/>
        </p:nvSpPr>
        <p:spPr>
          <a:xfrm>
            <a:off x="8479129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Textfeld 169">
            <a:extLst>
              <a:ext uri="{FF2B5EF4-FFF2-40B4-BE49-F238E27FC236}">
                <a16:creationId xmlns:a16="http://schemas.microsoft.com/office/drawing/2014/main" id="{6DEE6405-28F0-9672-6A0F-6B556A67026C}"/>
              </a:ext>
            </a:extLst>
          </p:cNvPr>
          <p:cNvSpPr txBox="1"/>
          <p:nvPr/>
        </p:nvSpPr>
        <p:spPr>
          <a:xfrm>
            <a:off x="7892153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4" name="Textfeld 169">
            <a:extLst>
              <a:ext uri="{FF2B5EF4-FFF2-40B4-BE49-F238E27FC236}">
                <a16:creationId xmlns:a16="http://schemas.microsoft.com/office/drawing/2014/main" id="{9F2E9ADB-C206-4C74-26B9-7CEAFFD28099}"/>
              </a:ext>
            </a:extLst>
          </p:cNvPr>
          <p:cNvSpPr txBox="1"/>
          <p:nvPr/>
        </p:nvSpPr>
        <p:spPr>
          <a:xfrm>
            <a:off x="10231500" y="2375635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Textfeld 169">
            <a:extLst>
              <a:ext uri="{FF2B5EF4-FFF2-40B4-BE49-F238E27FC236}">
                <a16:creationId xmlns:a16="http://schemas.microsoft.com/office/drawing/2014/main" id="{F69605DD-337B-0E40-F96D-1749C033402A}"/>
              </a:ext>
            </a:extLst>
          </p:cNvPr>
          <p:cNvSpPr txBox="1"/>
          <p:nvPr/>
        </p:nvSpPr>
        <p:spPr>
          <a:xfrm>
            <a:off x="9715342" y="346253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6" name="Textfeld 169">
            <a:extLst>
              <a:ext uri="{FF2B5EF4-FFF2-40B4-BE49-F238E27FC236}">
                <a16:creationId xmlns:a16="http://schemas.microsoft.com/office/drawing/2014/main" id="{3241799B-CB88-3DC0-34E9-9B6CA14B7902}"/>
              </a:ext>
            </a:extLst>
          </p:cNvPr>
          <p:cNvSpPr txBox="1"/>
          <p:nvPr/>
        </p:nvSpPr>
        <p:spPr>
          <a:xfrm>
            <a:off x="10666225" y="322895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" name="Textfeld 169">
            <a:extLst>
              <a:ext uri="{FF2B5EF4-FFF2-40B4-BE49-F238E27FC236}">
                <a16:creationId xmlns:a16="http://schemas.microsoft.com/office/drawing/2014/main" id="{B3E23BBE-6E9E-5BAD-F30D-130E1CC6BBA0}"/>
              </a:ext>
            </a:extLst>
          </p:cNvPr>
          <p:cNvSpPr txBox="1"/>
          <p:nvPr/>
        </p:nvSpPr>
        <p:spPr>
          <a:xfrm>
            <a:off x="10666224" y="24050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" name="Textfeld 169">
            <a:extLst>
              <a:ext uri="{FF2B5EF4-FFF2-40B4-BE49-F238E27FC236}">
                <a16:creationId xmlns:a16="http://schemas.microsoft.com/office/drawing/2014/main" id="{D3676E1F-5FA4-D310-7673-A821F62FD2F0}"/>
              </a:ext>
            </a:extLst>
          </p:cNvPr>
          <p:cNvSpPr txBox="1"/>
          <p:nvPr/>
        </p:nvSpPr>
        <p:spPr>
          <a:xfrm>
            <a:off x="7091777" y="1692545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19CB2952-0F08-2F71-D663-CBCE13667917}"/>
              </a:ext>
            </a:extLst>
          </p:cNvPr>
          <p:cNvSpPr txBox="1"/>
          <p:nvPr/>
        </p:nvSpPr>
        <p:spPr>
          <a:xfrm>
            <a:off x="6747845" y="2170272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20" name="Textfeld 169">
            <a:extLst>
              <a:ext uri="{FF2B5EF4-FFF2-40B4-BE49-F238E27FC236}">
                <a16:creationId xmlns:a16="http://schemas.microsoft.com/office/drawing/2014/main" id="{F52E0AD1-8927-70ED-E56F-4BCCBC1376D1}"/>
              </a:ext>
            </a:extLst>
          </p:cNvPr>
          <p:cNvSpPr txBox="1"/>
          <p:nvPr/>
        </p:nvSpPr>
        <p:spPr>
          <a:xfrm>
            <a:off x="9049373" y="1921365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21" name="Textfeld 169">
            <a:extLst>
              <a:ext uri="{FF2B5EF4-FFF2-40B4-BE49-F238E27FC236}">
                <a16:creationId xmlns:a16="http://schemas.microsoft.com/office/drawing/2014/main" id="{0E60E8B7-62C2-3055-0DEA-48C62DACFDC3}"/>
              </a:ext>
            </a:extLst>
          </p:cNvPr>
          <p:cNvSpPr txBox="1"/>
          <p:nvPr/>
        </p:nvSpPr>
        <p:spPr>
          <a:xfrm>
            <a:off x="6850628" y="194375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746AFB8-8417-E282-0305-38AF618BF14D}"/>
              </a:ext>
            </a:extLst>
          </p:cNvPr>
          <p:cNvGrpSpPr/>
          <p:nvPr/>
        </p:nvGrpSpPr>
        <p:grpSpPr>
          <a:xfrm>
            <a:off x="7241514" y="1986247"/>
            <a:ext cx="1930787" cy="635024"/>
            <a:chOff x="4316210" y="1861556"/>
            <a:chExt cx="1930787" cy="635024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08856241-F42C-DA2F-8661-DEEFD304F1B5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26" name="Verbinder: gewinkelt 87">
                <a:extLst>
                  <a:ext uri="{FF2B5EF4-FFF2-40B4-BE49-F238E27FC236}">
                    <a16:creationId xmlns:a16="http://schemas.microsoft.com/office/drawing/2014/main" id="{A920C7F1-0363-1FDB-82D2-9D5C75E02547}"/>
                  </a:ext>
                </a:extLst>
              </p:cNvPr>
              <p:cNvCxnSpPr>
                <a:cxnSpLocks/>
                <a:stCxn id="29" idx="2"/>
                <a:endCxn id="28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7" name="Text Box 82">
                <a:extLst>
                  <a:ext uri="{FF2B5EF4-FFF2-40B4-BE49-F238E27FC236}">
                    <a16:creationId xmlns:a16="http://schemas.microsoft.com/office/drawing/2014/main" id="{0C0574C3-73FB-EFBA-C1F4-293FA233B1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28" name="Rectangle 83">
                <a:extLst>
                  <a:ext uri="{FF2B5EF4-FFF2-40B4-BE49-F238E27FC236}">
                    <a16:creationId xmlns:a16="http://schemas.microsoft.com/office/drawing/2014/main" id="{F3A1AB0C-1748-BF4C-EC98-DEF179C2C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9" name="AutoShape 50">
                <a:extLst>
                  <a:ext uri="{FF2B5EF4-FFF2-40B4-BE49-F238E27FC236}">
                    <a16:creationId xmlns:a16="http://schemas.microsoft.com/office/drawing/2014/main" id="{38FC5BF9-1501-E813-3275-8069619B0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0" name="Textfeld 169">
                <a:extLst>
                  <a:ext uri="{FF2B5EF4-FFF2-40B4-BE49-F238E27FC236}">
                    <a16:creationId xmlns:a16="http://schemas.microsoft.com/office/drawing/2014/main" id="{2CB15E71-2829-D175-D89B-A31CF42F200A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31" name="Textfeld 169">
                <a:extLst>
                  <a:ext uri="{FF2B5EF4-FFF2-40B4-BE49-F238E27FC236}">
                    <a16:creationId xmlns:a16="http://schemas.microsoft.com/office/drawing/2014/main" id="{BC1EE926-0DD7-158A-803B-A90CD69F69F4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32" name="AutoShape 50">
                <a:extLst>
                  <a:ext uri="{FF2B5EF4-FFF2-40B4-BE49-F238E27FC236}">
                    <a16:creationId xmlns:a16="http://schemas.microsoft.com/office/drawing/2014/main" id="{1333DF7C-6460-C908-B6ED-8BC96752A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4" name="Rectangle 83">
              <a:extLst>
                <a:ext uri="{FF2B5EF4-FFF2-40B4-BE49-F238E27FC236}">
                  <a16:creationId xmlns:a16="http://schemas.microsoft.com/office/drawing/2014/main" id="{FD6E5130-53ED-8B4F-1BB8-4DB7E4803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" name="Rectangle 83">
              <a:extLst>
                <a:ext uri="{FF2B5EF4-FFF2-40B4-BE49-F238E27FC236}">
                  <a16:creationId xmlns:a16="http://schemas.microsoft.com/office/drawing/2014/main" id="{09D2E8AA-A15C-577A-B62E-4A058116D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3" name="Textfeld 169">
            <a:extLst>
              <a:ext uri="{FF2B5EF4-FFF2-40B4-BE49-F238E27FC236}">
                <a16:creationId xmlns:a16="http://schemas.microsoft.com/office/drawing/2014/main" id="{43DE3393-51AD-3A22-A0EE-AE19883D59A0}"/>
              </a:ext>
            </a:extLst>
          </p:cNvPr>
          <p:cNvSpPr txBox="1"/>
          <p:nvPr/>
        </p:nvSpPr>
        <p:spPr>
          <a:xfrm>
            <a:off x="8927964" y="3219280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4" name="Textfeld 169">
            <a:extLst>
              <a:ext uri="{FF2B5EF4-FFF2-40B4-BE49-F238E27FC236}">
                <a16:creationId xmlns:a16="http://schemas.microsoft.com/office/drawing/2014/main" id="{41A5D449-A9EA-B64B-C2DB-1ADE1BA61045}"/>
              </a:ext>
            </a:extLst>
          </p:cNvPr>
          <p:cNvSpPr txBox="1"/>
          <p:nvPr/>
        </p:nvSpPr>
        <p:spPr>
          <a:xfrm>
            <a:off x="9075093" y="351417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E0BE791C-BF90-3A88-9A2E-8B46FA62A030}"/>
              </a:ext>
            </a:extLst>
          </p:cNvPr>
          <p:cNvGrpSpPr/>
          <p:nvPr/>
        </p:nvGrpSpPr>
        <p:grpSpPr>
          <a:xfrm>
            <a:off x="7493363" y="3512766"/>
            <a:ext cx="1632590" cy="412750"/>
            <a:chOff x="5282178" y="3388075"/>
            <a:chExt cx="1632590" cy="412750"/>
          </a:xfrm>
        </p:grpSpPr>
        <p:grpSp>
          <p:nvGrpSpPr>
            <p:cNvPr id="36" name="Group 87">
              <a:extLst>
                <a:ext uri="{FF2B5EF4-FFF2-40B4-BE49-F238E27FC236}">
                  <a16:creationId xmlns:a16="http://schemas.microsoft.com/office/drawing/2014/main" id="{7EB6FC42-E321-9086-E996-A53229FD1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41" name="Text Box 82">
                <a:extLst>
                  <a:ext uri="{FF2B5EF4-FFF2-40B4-BE49-F238E27FC236}">
                    <a16:creationId xmlns:a16="http://schemas.microsoft.com/office/drawing/2014/main" id="{11B63CBF-704C-6768-2114-A597A2624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42" name="Rectangle 83">
                <a:extLst>
                  <a:ext uri="{FF2B5EF4-FFF2-40B4-BE49-F238E27FC236}">
                    <a16:creationId xmlns:a16="http://schemas.microsoft.com/office/drawing/2014/main" id="{45539E50-69D0-5A30-BBC5-7BB5EB3CA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7" name="Textfeld 169">
              <a:extLst>
                <a:ext uri="{FF2B5EF4-FFF2-40B4-BE49-F238E27FC236}">
                  <a16:creationId xmlns:a16="http://schemas.microsoft.com/office/drawing/2014/main" id="{D51080FE-FB29-D84B-2188-54F6A57F68C1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38" name="Textfeld 169">
              <a:extLst>
                <a:ext uri="{FF2B5EF4-FFF2-40B4-BE49-F238E27FC236}">
                  <a16:creationId xmlns:a16="http://schemas.microsoft.com/office/drawing/2014/main" id="{5EAB0E9C-B5C1-685B-7C70-E4066D32A30F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39" name="Textfeld 169">
              <a:extLst>
                <a:ext uri="{FF2B5EF4-FFF2-40B4-BE49-F238E27FC236}">
                  <a16:creationId xmlns:a16="http://schemas.microsoft.com/office/drawing/2014/main" id="{E4C0FC92-A921-6CF5-808D-B171870A870A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0" name="Textfeld 169">
              <a:extLst>
                <a:ext uri="{FF2B5EF4-FFF2-40B4-BE49-F238E27FC236}">
                  <a16:creationId xmlns:a16="http://schemas.microsoft.com/office/drawing/2014/main" id="{267520AC-691E-0BC6-E0DE-948D2B4403DC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43" name="Textfeld 169">
            <a:extLst>
              <a:ext uri="{FF2B5EF4-FFF2-40B4-BE49-F238E27FC236}">
                <a16:creationId xmlns:a16="http://schemas.microsoft.com/office/drawing/2014/main" id="{02F21CBA-55F6-0E21-FBE8-05F597DADB94}"/>
              </a:ext>
            </a:extLst>
          </p:cNvPr>
          <p:cNvSpPr txBox="1"/>
          <p:nvPr/>
        </p:nvSpPr>
        <p:spPr>
          <a:xfrm>
            <a:off x="7632791" y="3219280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44" name="Textfeld 169">
            <a:extLst>
              <a:ext uri="{FF2B5EF4-FFF2-40B4-BE49-F238E27FC236}">
                <a16:creationId xmlns:a16="http://schemas.microsoft.com/office/drawing/2014/main" id="{F70F902A-6B52-2884-689F-C5B736942005}"/>
              </a:ext>
            </a:extLst>
          </p:cNvPr>
          <p:cNvSpPr txBox="1"/>
          <p:nvPr/>
        </p:nvSpPr>
        <p:spPr>
          <a:xfrm>
            <a:off x="8120681" y="3219280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BAB713FD-33B1-A6DB-BBBF-09DE9EED2CB2}"/>
              </a:ext>
            </a:extLst>
          </p:cNvPr>
          <p:cNvGrpSpPr/>
          <p:nvPr/>
        </p:nvGrpSpPr>
        <p:grpSpPr>
          <a:xfrm>
            <a:off x="9993684" y="3512766"/>
            <a:ext cx="1415042" cy="412750"/>
            <a:chOff x="7782499" y="3595251"/>
            <a:chExt cx="1415042" cy="412750"/>
          </a:xfrm>
        </p:grpSpPr>
        <p:sp>
          <p:nvSpPr>
            <p:cNvPr id="46" name="Text Box 82">
              <a:extLst>
                <a:ext uri="{FF2B5EF4-FFF2-40B4-BE49-F238E27FC236}">
                  <a16:creationId xmlns:a16="http://schemas.microsoft.com/office/drawing/2014/main" id="{EFC4421B-BAF2-1CFF-0F24-5814A32ED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47" name="Rectangle 83">
              <a:extLst>
                <a:ext uri="{FF2B5EF4-FFF2-40B4-BE49-F238E27FC236}">
                  <a16:creationId xmlns:a16="http://schemas.microsoft.com/office/drawing/2014/main" id="{46334214-9256-17FF-A5ED-19A71B4A1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8" name="Textfeld 169">
              <a:extLst>
                <a:ext uri="{FF2B5EF4-FFF2-40B4-BE49-F238E27FC236}">
                  <a16:creationId xmlns:a16="http://schemas.microsoft.com/office/drawing/2014/main" id="{AD7FC709-4F1D-942B-4CC9-DA1066EE83D8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9" name="Textfeld 169">
              <a:extLst>
                <a:ext uri="{FF2B5EF4-FFF2-40B4-BE49-F238E27FC236}">
                  <a16:creationId xmlns:a16="http://schemas.microsoft.com/office/drawing/2014/main" id="{F10BD332-3D74-E379-AB22-C5CDE7A7FC50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0" name="Textfeld 169">
              <a:extLst>
                <a:ext uri="{FF2B5EF4-FFF2-40B4-BE49-F238E27FC236}">
                  <a16:creationId xmlns:a16="http://schemas.microsoft.com/office/drawing/2014/main" id="{12247113-4C44-5C02-AFBB-6A11F0A77AA5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1" name="Textfeld 169">
              <a:extLst>
                <a:ext uri="{FF2B5EF4-FFF2-40B4-BE49-F238E27FC236}">
                  <a16:creationId xmlns:a16="http://schemas.microsoft.com/office/drawing/2014/main" id="{6F8DC06D-DF45-E1B0-2894-20928F6A1F92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0C176BE6-11AC-BA82-3DA1-DE3E20E89ECE}"/>
              </a:ext>
            </a:extLst>
          </p:cNvPr>
          <p:cNvCxnSpPr>
            <a:cxnSpLocks/>
            <a:stCxn id="25" idx="2"/>
            <a:endCxn id="40" idx="0"/>
          </p:cNvCxnSpPr>
          <p:nvPr/>
        </p:nvCxnSpPr>
        <p:spPr>
          <a:xfrm flipH="1">
            <a:off x="8521043" y="2621271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A0F0157-0F9F-62F9-D227-80C22176FC6A}"/>
              </a:ext>
            </a:extLst>
          </p:cNvPr>
          <p:cNvCxnSpPr>
            <a:cxnSpLocks/>
            <a:stCxn id="24" idx="2"/>
            <a:endCxn id="39" idx="0"/>
          </p:cNvCxnSpPr>
          <p:nvPr/>
        </p:nvCxnSpPr>
        <p:spPr>
          <a:xfrm flipH="1">
            <a:off x="7936387" y="2621270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269E97B2-7211-69D4-77FF-6FFEB73ACA4A}"/>
              </a:ext>
            </a:extLst>
          </p:cNvPr>
          <p:cNvGrpSpPr/>
          <p:nvPr/>
        </p:nvGrpSpPr>
        <p:grpSpPr>
          <a:xfrm>
            <a:off x="9996067" y="1987738"/>
            <a:ext cx="1410052" cy="412750"/>
            <a:chOff x="7784882" y="1863047"/>
            <a:chExt cx="1410052" cy="412750"/>
          </a:xfrm>
        </p:grpSpPr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E2DCF331-E8D4-0170-BFDD-EC1DCCE19861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58" name="Text Box 82">
                <a:extLst>
                  <a:ext uri="{FF2B5EF4-FFF2-40B4-BE49-F238E27FC236}">
                    <a16:creationId xmlns:a16="http://schemas.microsoft.com/office/drawing/2014/main" id="{ECFFF66B-E071-D62A-1883-2F12B2626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59" name="Rectangle 83">
                <a:extLst>
                  <a:ext uri="{FF2B5EF4-FFF2-40B4-BE49-F238E27FC236}">
                    <a16:creationId xmlns:a16="http://schemas.microsoft.com/office/drawing/2014/main" id="{B482AC9D-F7F8-219C-A795-6372734EC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0" name="Textfeld 169">
                <a:extLst>
                  <a:ext uri="{FF2B5EF4-FFF2-40B4-BE49-F238E27FC236}">
                    <a16:creationId xmlns:a16="http://schemas.microsoft.com/office/drawing/2014/main" id="{6E17EDAD-3165-5BE7-E383-819E9259F5DB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1" name="Textfeld 169">
                <a:extLst>
                  <a:ext uri="{FF2B5EF4-FFF2-40B4-BE49-F238E27FC236}">
                    <a16:creationId xmlns:a16="http://schemas.microsoft.com/office/drawing/2014/main" id="{7475F71E-12DC-E782-BC4D-855549815D6C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2" name="Textfeld 169">
                <a:extLst>
                  <a:ext uri="{FF2B5EF4-FFF2-40B4-BE49-F238E27FC236}">
                    <a16:creationId xmlns:a16="http://schemas.microsoft.com/office/drawing/2014/main" id="{8431EC04-1B65-EEC1-AAB0-794E2F686DE3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3" name="Textfeld 169">
                <a:extLst>
                  <a:ext uri="{FF2B5EF4-FFF2-40B4-BE49-F238E27FC236}">
                    <a16:creationId xmlns:a16="http://schemas.microsoft.com/office/drawing/2014/main" id="{8D380FC9-4322-BF64-1314-4A12F2323BDA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28" name="Textfeld 169">
                <a:extLst>
                  <a:ext uri="{FF2B5EF4-FFF2-40B4-BE49-F238E27FC236}">
                    <a16:creationId xmlns:a16="http://schemas.microsoft.com/office/drawing/2014/main" id="{CF6563A1-F4EF-90B2-B12F-323860392756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56" name="Textfeld 169">
              <a:extLst>
                <a:ext uri="{FF2B5EF4-FFF2-40B4-BE49-F238E27FC236}">
                  <a16:creationId xmlns:a16="http://schemas.microsoft.com/office/drawing/2014/main" id="{DD834B4A-332A-3C9E-73BE-42A3D9075692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7" name="Textfeld 169">
              <a:extLst>
                <a:ext uri="{FF2B5EF4-FFF2-40B4-BE49-F238E27FC236}">
                  <a16:creationId xmlns:a16="http://schemas.microsoft.com/office/drawing/2014/main" id="{EE8AA1F3-0C6C-2F65-4F20-27EF840614E3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03C067E5-348D-E1C2-ABE1-A3DF29E2265B}"/>
              </a:ext>
            </a:extLst>
          </p:cNvPr>
          <p:cNvCxnSpPr>
            <a:cxnSpLocks/>
            <a:stCxn id="32" idx="2"/>
            <a:endCxn id="59" idx="1"/>
          </p:cNvCxnSpPr>
          <p:nvPr/>
        </p:nvCxnSpPr>
        <p:spPr>
          <a:xfrm flipV="1">
            <a:off x="9172301" y="2194113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30" name="Verbinder: gewinkelt 87">
            <a:extLst>
              <a:ext uri="{FF2B5EF4-FFF2-40B4-BE49-F238E27FC236}">
                <a16:creationId xmlns:a16="http://schemas.microsoft.com/office/drawing/2014/main" id="{E710B6EA-BF79-8B0C-6EEE-89A895865090}"/>
              </a:ext>
            </a:extLst>
          </p:cNvPr>
          <p:cNvCxnSpPr>
            <a:cxnSpLocks/>
            <a:stCxn id="37" idx="0"/>
            <a:endCxn id="57" idx="2"/>
          </p:cNvCxnSpPr>
          <p:nvPr/>
        </p:nvCxnSpPr>
        <p:spPr>
          <a:xfrm rot="5400000" flipH="1" flipV="1">
            <a:off x="9064165" y="2310261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4625334E-A89C-A3EE-7C2F-4D293AA21E92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9125314" y="3719141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32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7273391" y="1052258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hierarchical tree 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133" name="Freihandform: Form 132">
            <a:extLst>
              <a:ext uri="{FF2B5EF4-FFF2-40B4-BE49-F238E27FC236}">
                <a16:creationId xmlns:a16="http://schemas.microsoft.com/office/drawing/2014/main" id="{B68167CA-5AFD-8B5C-64B2-2D3360C8737F}"/>
              </a:ext>
            </a:extLst>
          </p:cNvPr>
          <p:cNvSpPr/>
          <p:nvPr/>
        </p:nvSpPr>
        <p:spPr>
          <a:xfrm>
            <a:off x="7151251" y="1326029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4" name="Textfeld 44">
            <a:extLst>
              <a:ext uri="{FF2B5EF4-FFF2-40B4-BE49-F238E27FC236}">
                <a16:creationId xmlns:a16="http://schemas.microsoft.com/office/drawing/2014/main" id="{2785E3F6-30EB-4C35-F245-F7BF99D58E15}"/>
              </a:ext>
            </a:extLst>
          </p:cNvPr>
          <p:cNvSpPr txBox="1"/>
          <p:nvPr/>
        </p:nvSpPr>
        <p:spPr>
          <a:xfrm>
            <a:off x="9398392" y="1321035"/>
            <a:ext cx="176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 </a:t>
            </a: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series 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of </a:t>
            </a: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/>
            </a:r>
            <a:b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observed values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35" name="Freihandform: Form 134">
            <a:extLst>
              <a:ext uri="{FF2B5EF4-FFF2-40B4-BE49-F238E27FC236}">
                <a16:creationId xmlns:a16="http://schemas.microsoft.com/office/drawing/2014/main" id="{D0018BB0-969D-7C7B-BF90-14EE8218CEC8}"/>
              </a:ext>
            </a:extLst>
          </p:cNvPr>
          <p:cNvSpPr/>
          <p:nvPr/>
        </p:nvSpPr>
        <p:spPr bwMode="auto">
          <a:xfrm>
            <a:off x="10953003" y="1442213"/>
            <a:ext cx="445268" cy="532186"/>
          </a:xfrm>
          <a:custGeom>
            <a:avLst/>
            <a:gdLst>
              <a:gd name="connsiteX0" fmla="*/ 0 w 445268"/>
              <a:gd name="connsiteY0" fmla="*/ 52126 h 532186"/>
              <a:gd name="connsiteX1" fmla="*/ 419100 w 445268"/>
              <a:gd name="connsiteY1" fmla="*/ 44506 h 532186"/>
              <a:gd name="connsiteX2" fmla="*/ 365760 w 445268"/>
              <a:gd name="connsiteY2" fmla="*/ 532186 h 5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268" h="532186">
                <a:moveTo>
                  <a:pt x="0" y="52126"/>
                </a:moveTo>
                <a:cubicBezTo>
                  <a:pt x="179070" y="8311"/>
                  <a:pt x="358140" y="-35504"/>
                  <a:pt x="419100" y="44506"/>
                </a:cubicBezTo>
                <a:cubicBezTo>
                  <a:pt x="480060" y="124516"/>
                  <a:pt x="422910" y="328351"/>
                  <a:pt x="365760" y="53218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D0BE9134-1FE8-3A4B-D68E-78D1901AF42C}"/>
              </a:ext>
            </a:extLst>
          </p:cNvPr>
          <p:cNvSpPr txBox="1"/>
          <p:nvPr/>
        </p:nvSpPr>
        <p:spPr>
          <a:xfrm>
            <a:off x="7539421" y="4320696"/>
            <a:ext cx="45604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Material, Data, Energy</a:t>
            </a:r>
            <a:b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</a:b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using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UnitTypes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and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IT-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Datatypes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e.g.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iesel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fluid  in  l/s,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ata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classes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records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numbers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endParaRPr lang="de-DE" sz="1600" i="1" dirty="0">
              <a:solidFill>
                <a:srgbClr val="00549F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9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9221703" y="3942136"/>
            <a:ext cx="677331" cy="463550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6755415" y="2679387"/>
            <a:ext cx="651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port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5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6981673" y="2517888"/>
            <a:ext cx="677331" cy="253647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8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FunctionStructure</a:t>
            </a:r>
            <a:r>
              <a:rPr lang="en-US" dirty="0"/>
              <a:t> </a:t>
            </a:r>
            <a:r>
              <a:rPr lang="de-DE" dirty="0" smtClean="0"/>
              <a:t>+ Monitoring Extension</a:t>
            </a:r>
            <a:endParaRPr lang="de-DE" dirty="0"/>
          </a:p>
        </p:txBody>
      </p:sp>
      <p:cxnSp>
        <p:nvCxnSpPr>
          <p:cNvPr id="59" name="Verbinder: gewinkelt 87">
            <a:extLst>
              <a:ext uri="{FF2B5EF4-FFF2-40B4-BE49-F238E27FC236}">
                <a16:creationId xmlns:a16="http://schemas.microsoft.com/office/drawing/2014/main" id="{14D3FCE0-9DA9-94DB-C4EF-31BB4B93727F}"/>
              </a:ext>
            </a:extLst>
          </p:cNvPr>
          <p:cNvCxnSpPr>
            <a:cxnSpLocks/>
            <a:stCxn id="64" idx="3"/>
            <a:endCxn id="42" idx="1"/>
          </p:cNvCxnSpPr>
          <p:nvPr/>
        </p:nvCxnSpPr>
        <p:spPr>
          <a:xfrm>
            <a:off x="9194934" y="2168244"/>
            <a:ext cx="1075770" cy="84307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33AC6EAA-953C-9F87-46B9-9C6F9BE5044E}"/>
              </a:ext>
            </a:extLst>
          </p:cNvPr>
          <p:cNvGrpSpPr/>
          <p:nvPr/>
        </p:nvGrpSpPr>
        <p:grpSpPr>
          <a:xfrm>
            <a:off x="10271492" y="1863047"/>
            <a:ext cx="1409694" cy="412750"/>
            <a:chOff x="10458306" y="1863047"/>
            <a:chExt cx="1409694" cy="412750"/>
          </a:xfrm>
        </p:grpSpPr>
        <p:sp>
          <p:nvSpPr>
            <p:cNvPr id="36" name="Text Box 82">
              <a:extLst>
                <a:ext uri="{FF2B5EF4-FFF2-40B4-BE49-F238E27FC236}">
                  <a16:creationId xmlns:a16="http://schemas.microsoft.com/office/drawing/2014/main" id="{A86E7FAC-D012-8643-A9DD-B84EE56CF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17783" y="1900145"/>
              <a:ext cx="129073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Observation</a:t>
              </a:r>
            </a:p>
          </p:txBody>
        </p:sp>
        <p:sp>
          <p:nvSpPr>
            <p:cNvPr id="37" name="Rectangle 83">
              <a:extLst>
                <a:ext uri="{FF2B5EF4-FFF2-40B4-BE49-F238E27FC236}">
                  <a16:creationId xmlns:a16="http://schemas.microsoft.com/office/drawing/2014/main" id="{14FFC7ED-4636-51E7-CD3A-25D6E5190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8306" y="1863047"/>
              <a:ext cx="140969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2" name="Textfeld 169">
              <a:extLst>
                <a:ext uri="{FF2B5EF4-FFF2-40B4-BE49-F238E27FC236}">
                  <a16:creationId xmlns:a16="http://schemas.microsoft.com/office/drawing/2014/main" id="{402B1547-CB5A-BCFE-048C-EA4238ED56D3}"/>
                </a:ext>
              </a:extLst>
            </p:cNvPr>
            <p:cNvSpPr txBox="1"/>
            <p:nvPr/>
          </p:nvSpPr>
          <p:spPr>
            <a:xfrm>
              <a:off x="10460376" y="18837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506C418B-FA7C-40EA-9E50-8D50E310378A}"/>
              </a:ext>
            </a:extLst>
          </p:cNvPr>
          <p:cNvCxnSpPr>
            <a:cxnSpLocks/>
            <a:stCxn id="37" idx="2"/>
            <a:endCxn id="42" idx="0"/>
          </p:cNvCxnSpPr>
          <p:nvPr/>
        </p:nvCxnSpPr>
        <p:spPr>
          <a:xfrm flipH="1">
            <a:off x="10975551" y="2275797"/>
            <a:ext cx="788" cy="52914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EF4C04C-2DA2-BCD2-61C1-FBD24E64E77E}"/>
              </a:ext>
            </a:extLst>
          </p:cNvPr>
          <p:cNvGrpSpPr/>
          <p:nvPr/>
        </p:nvGrpSpPr>
        <p:grpSpPr>
          <a:xfrm>
            <a:off x="10270704" y="2804941"/>
            <a:ext cx="1409694" cy="412750"/>
            <a:chOff x="8871299" y="3365841"/>
            <a:chExt cx="1409694" cy="412750"/>
          </a:xfrm>
        </p:grpSpPr>
        <p:sp>
          <p:nvSpPr>
            <p:cNvPr id="41" name="Text Box 82">
              <a:extLst>
                <a:ext uri="{FF2B5EF4-FFF2-40B4-BE49-F238E27FC236}">
                  <a16:creationId xmlns:a16="http://schemas.microsoft.com/office/drawing/2014/main" id="{986D3CE8-B027-93F3-3E49-60577780D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2523" y="3389041"/>
              <a:ext cx="7072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</a:t>
              </a:r>
            </a:p>
          </p:txBody>
        </p:sp>
        <p:sp>
          <p:nvSpPr>
            <p:cNvPr id="42" name="Rectangle 83">
              <a:extLst>
                <a:ext uri="{FF2B5EF4-FFF2-40B4-BE49-F238E27FC236}">
                  <a16:creationId xmlns:a16="http://schemas.microsoft.com/office/drawing/2014/main" id="{52E5103E-6ECF-385B-6921-9D25C3AB7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1299" y="3365841"/>
              <a:ext cx="140969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46" name="Verbinder: gewinkelt 87">
            <a:extLst>
              <a:ext uri="{FF2B5EF4-FFF2-40B4-BE49-F238E27FC236}">
                <a16:creationId xmlns:a16="http://schemas.microsoft.com/office/drawing/2014/main" id="{CD886444-3BA8-7244-DC3A-085B2992340B}"/>
              </a:ext>
            </a:extLst>
          </p:cNvPr>
          <p:cNvCxnSpPr>
            <a:cxnSpLocks/>
            <a:stCxn id="42" idx="2"/>
            <a:endCxn id="75" idx="3"/>
          </p:cNvCxnSpPr>
          <p:nvPr/>
        </p:nvCxnSpPr>
        <p:spPr>
          <a:xfrm rot="5400000">
            <a:off x="9950900" y="2464332"/>
            <a:ext cx="271292" cy="177801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63" name="Textfeld 169">
            <a:extLst>
              <a:ext uri="{FF2B5EF4-FFF2-40B4-BE49-F238E27FC236}">
                <a16:creationId xmlns:a16="http://schemas.microsoft.com/office/drawing/2014/main" id="{E8B6B90A-C517-4F5A-54A1-22AC14079DD7}"/>
              </a:ext>
            </a:extLst>
          </p:cNvPr>
          <p:cNvSpPr txBox="1"/>
          <p:nvPr/>
        </p:nvSpPr>
        <p:spPr>
          <a:xfrm>
            <a:off x="9061413" y="2757490"/>
            <a:ext cx="123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*</a:t>
            </a:r>
            <a:br>
              <a:rPr lang="en-US" sz="1400" dirty="0">
                <a:solidFill>
                  <a:prstClr val="black"/>
                </a:solidFill>
              </a:rPr>
            </a:br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sp>
        <p:nvSpPr>
          <p:cNvPr id="164" name="Textfeld 169">
            <a:extLst>
              <a:ext uri="{FF2B5EF4-FFF2-40B4-BE49-F238E27FC236}">
                <a16:creationId xmlns:a16="http://schemas.microsoft.com/office/drawing/2014/main" id="{72066C95-9C5C-01BC-E930-4BBFF5681059}"/>
              </a:ext>
            </a:extLst>
          </p:cNvPr>
          <p:cNvSpPr txBox="1"/>
          <p:nvPr/>
        </p:nvSpPr>
        <p:spPr>
          <a:xfrm>
            <a:off x="10027052" y="2503989"/>
            <a:ext cx="969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B4A8BE56-5B97-FE39-1B1A-13D263F49C42}"/>
              </a:ext>
            </a:extLst>
          </p:cNvPr>
          <p:cNvCxnSpPr>
            <a:cxnSpLocks/>
            <a:stCxn id="82" idx="1"/>
            <a:endCxn id="62" idx="3"/>
          </p:cNvCxnSpPr>
          <p:nvPr/>
        </p:nvCxnSpPr>
        <p:spPr>
          <a:xfrm flipH="1" flipV="1">
            <a:off x="9194934" y="1959199"/>
            <a:ext cx="1078628" cy="148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176" name="Textfeld 169">
            <a:extLst>
              <a:ext uri="{FF2B5EF4-FFF2-40B4-BE49-F238E27FC236}">
                <a16:creationId xmlns:a16="http://schemas.microsoft.com/office/drawing/2014/main" id="{F3C7BE52-08B6-F485-2061-9B1C41781DF5}"/>
              </a:ext>
            </a:extLst>
          </p:cNvPr>
          <p:cNvSpPr txBox="1"/>
          <p:nvPr/>
        </p:nvSpPr>
        <p:spPr>
          <a:xfrm>
            <a:off x="9191279" y="322138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80" name="Textfeld 169">
            <a:extLst>
              <a:ext uri="{FF2B5EF4-FFF2-40B4-BE49-F238E27FC236}">
                <a16:creationId xmlns:a16="http://schemas.microsoft.com/office/drawing/2014/main" id="{A02AF184-31F4-9AB8-16CF-AC7FB3BA549E}"/>
              </a:ext>
            </a:extLst>
          </p:cNvPr>
          <p:cNvSpPr txBox="1"/>
          <p:nvPr/>
        </p:nvSpPr>
        <p:spPr>
          <a:xfrm>
            <a:off x="10951257" y="316669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1" name="Textfeld 169">
            <a:extLst>
              <a:ext uri="{FF2B5EF4-FFF2-40B4-BE49-F238E27FC236}">
                <a16:creationId xmlns:a16="http://schemas.microsoft.com/office/drawing/2014/main" id="{B9DEA424-30B4-859A-89AB-467FC057E910}"/>
              </a:ext>
            </a:extLst>
          </p:cNvPr>
          <p:cNvSpPr txBox="1"/>
          <p:nvPr/>
        </p:nvSpPr>
        <p:spPr>
          <a:xfrm>
            <a:off x="10951257" y="223886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2" name="Textfeld 169">
            <a:extLst>
              <a:ext uri="{FF2B5EF4-FFF2-40B4-BE49-F238E27FC236}">
                <a16:creationId xmlns:a16="http://schemas.microsoft.com/office/drawing/2014/main" id="{4B1FB061-A8E4-4319-98AE-5B89E5E4A230}"/>
              </a:ext>
            </a:extLst>
          </p:cNvPr>
          <p:cNvSpPr txBox="1"/>
          <p:nvPr/>
        </p:nvSpPr>
        <p:spPr>
          <a:xfrm>
            <a:off x="10951257" y="255915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3" name="Textfeld 169">
            <a:extLst>
              <a:ext uri="{FF2B5EF4-FFF2-40B4-BE49-F238E27FC236}">
                <a16:creationId xmlns:a16="http://schemas.microsoft.com/office/drawing/2014/main" id="{9FAB837E-E081-EF2C-A092-3BE7A070A92E}"/>
              </a:ext>
            </a:extLst>
          </p:cNvPr>
          <p:cNvSpPr txBox="1"/>
          <p:nvPr/>
        </p:nvSpPr>
        <p:spPr>
          <a:xfrm>
            <a:off x="9191279" y="170930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84" name="Textfeld 169">
            <a:extLst>
              <a:ext uri="{FF2B5EF4-FFF2-40B4-BE49-F238E27FC236}">
                <a16:creationId xmlns:a16="http://schemas.microsoft.com/office/drawing/2014/main" id="{645FFC5F-EAB3-2698-8D5E-D20F99E41040}"/>
              </a:ext>
            </a:extLst>
          </p:cNvPr>
          <p:cNvSpPr txBox="1"/>
          <p:nvPr/>
        </p:nvSpPr>
        <p:spPr>
          <a:xfrm>
            <a:off x="10005888" y="178628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E8E9FBF4-7286-ADB3-F148-4A79C325FC14}"/>
              </a:ext>
            </a:extLst>
          </p:cNvPr>
          <p:cNvSpPr txBox="1"/>
          <p:nvPr/>
        </p:nvSpPr>
        <p:spPr>
          <a:xfrm>
            <a:off x="9747876" y="970108"/>
            <a:ext cx="136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Monitoring</a:t>
            </a:r>
            <a:endParaRPr lang="de-DE" dirty="0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09A8F5F4-9AD6-DA6B-C494-329D7F7FDE7A}"/>
              </a:ext>
            </a:extLst>
          </p:cNvPr>
          <p:cNvSpPr/>
          <p:nvPr/>
        </p:nvSpPr>
        <p:spPr bwMode="auto">
          <a:xfrm rot="21216338">
            <a:off x="9348341" y="1010886"/>
            <a:ext cx="2194361" cy="3291840"/>
          </a:xfrm>
          <a:custGeom>
            <a:avLst/>
            <a:gdLst>
              <a:gd name="connsiteX0" fmla="*/ 631568 w 2194361"/>
              <a:gd name="connsiteY0" fmla="*/ 0 h 3291840"/>
              <a:gd name="connsiteX1" fmla="*/ 49677 w 2194361"/>
              <a:gd name="connsiteY1" fmla="*/ 1413163 h 3291840"/>
              <a:gd name="connsiteX2" fmla="*/ 274121 w 2194361"/>
              <a:gd name="connsiteY2" fmla="*/ 2493818 h 3291840"/>
              <a:gd name="connsiteX3" fmla="*/ 2194361 w 2194361"/>
              <a:gd name="connsiteY3" fmla="*/ 3291840 h 329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361" h="3291840">
                <a:moveTo>
                  <a:pt x="631568" y="0"/>
                </a:moveTo>
                <a:cubicBezTo>
                  <a:pt x="370409" y="498763"/>
                  <a:pt x="109251" y="997527"/>
                  <a:pt x="49677" y="1413163"/>
                </a:cubicBezTo>
                <a:cubicBezTo>
                  <a:pt x="-9897" y="1828799"/>
                  <a:pt x="-83326" y="2180705"/>
                  <a:pt x="274121" y="2493818"/>
                </a:cubicBezTo>
                <a:cubicBezTo>
                  <a:pt x="631568" y="2806931"/>
                  <a:pt x="1412964" y="3049385"/>
                  <a:pt x="2194361" y="32918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40">
            <a:extLst>
              <a:ext uri="{FF2B5EF4-FFF2-40B4-BE49-F238E27FC236}">
                <a16:creationId xmlns:a16="http://schemas.microsoft.com/office/drawing/2014/main" id="{93ED320D-E348-306D-E77F-264C9FF87C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043706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4" name="Content Placeholder 131">
            <a:extLst>
              <a:ext uri="{FF2B5EF4-FFF2-40B4-BE49-F238E27FC236}">
                <a16:creationId xmlns:a16="http://schemas.microsoft.com/office/drawing/2014/main" id="{4849778A-8294-48E6-7184-A569295144E9}"/>
              </a:ext>
            </a:extLst>
          </p:cNvPr>
          <p:cNvSpPr txBox="1">
            <a:spLocks/>
          </p:cNvSpPr>
          <p:nvPr/>
        </p:nvSpPr>
        <p:spPr>
          <a:xfrm>
            <a:off x="384001" y="1236273"/>
            <a:ext cx="4266466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 smtClean="0">
                <a:latin typeface="Trebuchet MS" panose="020B0603020202020204" pitchFamily="34" charset="0"/>
              </a:rPr>
              <a:t>Ideally, each </a:t>
            </a:r>
            <a:r>
              <a:rPr lang="en-US" dirty="0">
                <a:latin typeface="Trebuchet MS" panose="020B0603020202020204" pitchFamily="34" charset="0"/>
              </a:rPr>
              <a:t>stream can be </a:t>
            </a:r>
            <a:r>
              <a:rPr lang="en-US" dirty="0">
                <a:solidFill>
                  <a:srgbClr val="00549F"/>
                </a:solidFill>
                <a:latin typeface="Trebuchet MS" panose="020B0603020202020204" pitchFamily="34" charset="0"/>
              </a:rPr>
              <a:t>observed</a:t>
            </a:r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Trebuchet MS" panose="020B0603020202020204" pitchFamily="34" charset="0"/>
              </a:rPr>
              <a:t>An observation may be incomplete on a stream</a:t>
            </a:r>
          </a:p>
          <a:p>
            <a:pPr lvl="1"/>
            <a:r>
              <a:rPr lang="en-US" dirty="0">
                <a:latin typeface="Trebuchet MS" panose="020B0603020202020204" pitchFamily="34" charset="0"/>
              </a:rPr>
              <a:t>The </a:t>
            </a:r>
            <a:r>
              <a:rPr lang="en-US" dirty="0" smtClean="0">
                <a:latin typeface="Trebuchet MS" panose="020B0603020202020204" pitchFamily="34" charset="0"/>
              </a:rPr>
              <a:t>physical original may </a:t>
            </a:r>
            <a:r>
              <a:rPr lang="en-US" dirty="0">
                <a:latin typeface="Trebuchet MS" panose="020B0603020202020204" pitchFamily="34" charset="0"/>
              </a:rPr>
              <a:t>be continuous </a:t>
            </a:r>
            <a:r>
              <a:rPr lang="en-US" dirty="0" smtClean="0">
                <a:latin typeface="Trebuchet MS" panose="020B0603020202020204" pitchFamily="34" charset="0"/>
              </a:rPr>
              <a:t>and only a sample is observed (stored)</a:t>
            </a:r>
            <a:endParaRPr lang="en-US" dirty="0">
              <a:latin typeface="Trebuchet MS" panose="020B0603020202020204" pitchFamily="34" charset="0"/>
            </a:endParaRPr>
          </a:p>
          <a:p>
            <a:pPr lvl="1"/>
            <a:r>
              <a:rPr lang="en-US" dirty="0" smtClean="0">
                <a:latin typeface="+mj-lt"/>
              </a:rPr>
              <a:t>Constrained by a sampling rate</a:t>
            </a:r>
          </a:p>
          <a:p>
            <a:pPr lvl="1"/>
            <a:r>
              <a:rPr lang="en-US" dirty="0" smtClean="0">
                <a:latin typeface="+mj-lt"/>
              </a:rPr>
              <a:t>Or only an interval </a:t>
            </a:r>
            <a:r>
              <a:rPr lang="en-US" dirty="0" smtClean="0">
                <a:latin typeface="+mj-lt"/>
              </a:rPr>
              <a:t>with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start and end </a:t>
            </a:r>
            <a:r>
              <a:rPr lang="en-US" dirty="0" smtClean="0">
                <a:latin typeface="+mj-lt"/>
              </a:rPr>
              <a:t>time is of interest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Observations can be set on channels </a:t>
            </a:r>
            <a:r>
              <a:rPr lang="en-US" dirty="0" smtClean="0">
                <a:latin typeface="+mj-lt"/>
              </a:rPr>
              <a:t>and inner </a:t>
            </a:r>
            <a:r>
              <a:rPr lang="en-US" dirty="0">
                <a:latin typeface="+mj-lt"/>
              </a:rPr>
              <a:t>states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Data in streams can be of arbitrary defined type</a:t>
            </a:r>
          </a:p>
          <a:p>
            <a:endParaRPr lang="en-US" dirty="0">
              <a:latin typeface="+mj-lt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1F6034E-8909-7343-6DEC-9E5D64D0A662}"/>
              </a:ext>
            </a:extLst>
          </p:cNvPr>
          <p:cNvCxnSpPr>
            <a:cxnSpLocks/>
            <a:stCxn id="56" idx="2"/>
            <a:endCxn id="119" idx="0"/>
          </p:cNvCxnSpPr>
          <p:nvPr/>
        </p:nvCxnSpPr>
        <p:spPr>
          <a:xfrm>
            <a:off x="8489730" y="2275797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51" name="Textfeld 169">
            <a:extLst>
              <a:ext uri="{FF2B5EF4-FFF2-40B4-BE49-F238E27FC236}">
                <a16:creationId xmlns:a16="http://schemas.microsoft.com/office/drawing/2014/main" id="{AFBCD20D-7524-EC56-2A71-2145EDBD4E12}"/>
              </a:ext>
            </a:extLst>
          </p:cNvPr>
          <p:cNvSpPr txBox="1"/>
          <p:nvPr/>
        </p:nvSpPr>
        <p:spPr>
          <a:xfrm>
            <a:off x="5989138" y="162641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52" name="Textfeld 169">
            <a:extLst>
              <a:ext uri="{FF2B5EF4-FFF2-40B4-BE49-F238E27FC236}">
                <a16:creationId xmlns:a16="http://schemas.microsoft.com/office/drawing/2014/main" id="{BF618432-0E60-4C72-51F7-91B59156AFA0}"/>
              </a:ext>
            </a:extLst>
          </p:cNvPr>
          <p:cNvSpPr txBox="1"/>
          <p:nvPr/>
        </p:nvSpPr>
        <p:spPr>
          <a:xfrm>
            <a:off x="7243156" y="2053661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53" name="Textfeld 169">
            <a:extLst>
              <a:ext uri="{FF2B5EF4-FFF2-40B4-BE49-F238E27FC236}">
                <a16:creationId xmlns:a16="http://schemas.microsoft.com/office/drawing/2014/main" id="{76233D61-9B9D-62F2-2CC0-0B8DC6F8CC5A}"/>
              </a:ext>
            </a:extLst>
          </p:cNvPr>
          <p:cNvSpPr txBox="1"/>
          <p:nvPr/>
        </p:nvSpPr>
        <p:spPr>
          <a:xfrm>
            <a:off x="7510773" y="179667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65" name="Textfeld 169">
            <a:extLst>
              <a:ext uri="{FF2B5EF4-FFF2-40B4-BE49-F238E27FC236}">
                <a16:creationId xmlns:a16="http://schemas.microsoft.com/office/drawing/2014/main" id="{23098CCB-72F8-AD0E-5A48-4D2C74BB74AC}"/>
              </a:ext>
            </a:extLst>
          </p:cNvPr>
          <p:cNvSpPr txBox="1"/>
          <p:nvPr/>
        </p:nvSpPr>
        <p:spPr>
          <a:xfrm>
            <a:off x="6252159" y="2447203"/>
            <a:ext cx="263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73" name="Textfeld 169">
            <a:extLst>
              <a:ext uri="{FF2B5EF4-FFF2-40B4-BE49-F238E27FC236}">
                <a16:creationId xmlns:a16="http://schemas.microsoft.com/office/drawing/2014/main" id="{FF04CE16-D2CB-F5E2-C36F-96E3D36FE7B0}"/>
              </a:ext>
            </a:extLst>
          </p:cNvPr>
          <p:cNvSpPr txBox="1"/>
          <p:nvPr/>
        </p:nvSpPr>
        <p:spPr>
          <a:xfrm>
            <a:off x="5660768" y="2447203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77" name="Textfeld 169">
            <a:extLst>
              <a:ext uri="{FF2B5EF4-FFF2-40B4-BE49-F238E27FC236}">
                <a16:creationId xmlns:a16="http://schemas.microsoft.com/office/drawing/2014/main" id="{4E8865A8-A5EB-AE1E-47B8-72EE77967872}"/>
              </a:ext>
            </a:extLst>
          </p:cNvPr>
          <p:cNvSpPr txBox="1"/>
          <p:nvPr/>
        </p:nvSpPr>
        <p:spPr>
          <a:xfrm>
            <a:off x="6284570" y="309458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8" name="Textfeld 169">
            <a:extLst>
              <a:ext uri="{FF2B5EF4-FFF2-40B4-BE49-F238E27FC236}">
                <a16:creationId xmlns:a16="http://schemas.microsoft.com/office/drawing/2014/main" id="{F16C2D88-5623-DB7C-A8CB-A52F427D4DAE}"/>
              </a:ext>
            </a:extLst>
          </p:cNvPr>
          <p:cNvSpPr txBox="1"/>
          <p:nvPr/>
        </p:nvSpPr>
        <p:spPr>
          <a:xfrm>
            <a:off x="5656029" y="309458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3" name="Textfeld 169">
            <a:extLst>
              <a:ext uri="{FF2B5EF4-FFF2-40B4-BE49-F238E27FC236}">
                <a16:creationId xmlns:a16="http://schemas.microsoft.com/office/drawing/2014/main" id="{4DBC862D-868F-41FA-EBAC-6AADAA347220}"/>
              </a:ext>
            </a:extLst>
          </p:cNvPr>
          <p:cNvSpPr txBox="1"/>
          <p:nvPr/>
        </p:nvSpPr>
        <p:spPr>
          <a:xfrm>
            <a:off x="8020315" y="2250944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4" name="Textfeld 169">
            <a:extLst>
              <a:ext uri="{FF2B5EF4-FFF2-40B4-BE49-F238E27FC236}">
                <a16:creationId xmlns:a16="http://schemas.microsoft.com/office/drawing/2014/main" id="{8439108A-CB0A-DEDE-D308-3E2E93A3327F}"/>
              </a:ext>
            </a:extLst>
          </p:cNvPr>
          <p:cNvSpPr txBox="1"/>
          <p:nvPr/>
        </p:nvSpPr>
        <p:spPr>
          <a:xfrm>
            <a:off x="7504157" y="33378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36" name="Textfeld 169">
            <a:extLst>
              <a:ext uri="{FF2B5EF4-FFF2-40B4-BE49-F238E27FC236}">
                <a16:creationId xmlns:a16="http://schemas.microsoft.com/office/drawing/2014/main" id="{A54053BD-013A-3268-EFD4-E4CC8D7B5F8E}"/>
              </a:ext>
            </a:extLst>
          </p:cNvPr>
          <p:cNvSpPr txBox="1"/>
          <p:nvPr/>
        </p:nvSpPr>
        <p:spPr>
          <a:xfrm>
            <a:off x="8455040" y="310426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39" name="Textfeld 169">
            <a:extLst>
              <a:ext uri="{FF2B5EF4-FFF2-40B4-BE49-F238E27FC236}">
                <a16:creationId xmlns:a16="http://schemas.microsoft.com/office/drawing/2014/main" id="{B919345D-8021-B6B8-A30D-81B4F590D65E}"/>
              </a:ext>
            </a:extLst>
          </p:cNvPr>
          <p:cNvSpPr txBox="1"/>
          <p:nvPr/>
        </p:nvSpPr>
        <p:spPr>
          <a:xfrm>
            <a:off x="8455039" y="228031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72" name="Textfeld 169">
            <a:extLst>
              <a:ext uri="{FF2B5EF4-FFF2-40B4-BE49-F238E27FC236}">
                <a16:creationId xmlns:a16="http://schemas.microsoft.com/office/drawing/2014/main" id="{8A3E073B-D6D4-21E6-3B80-A9826F640AE0}"/>
              </a:ext>
            </a:extLst>
          </p:cNvPr>
          <p:cNvSpPr txBox="1"/>
          <p:nvPr/>
        </p:nvSpPr>
        <p:spPr>
          <a:xfrm>
            <a:off x="4880592" y="1567854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5" name="Textfeld 169">
            <a:extLst>
              <a:ext uri="{FF2B5EF4-FFF2-40B4-BE49-F238E27FC236}">
                <a16:creationId xmlns:a16="http://schemas.microsoft.com/office/drawing/2014/main" id="{6243A130-45F9-418D-476B-BD590B0557BB}"/>
              </a:ext>
            </a:extLst>
          </p:cNvPr>
          <p:cNvSpPr txBox="1"/>
          <p:nvPr/>
        </p:nvSpPr>
        <p:spPr>
          <a:xfrm>
            <a:off x="4536660" y="2045581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2" name="Textfeld 169">
            <a:extLst>
              <a:ext uri="{FF2B5EF4-FFF2-40B4-BE49-F238E27FC236}">
                <a16:creationId xmlns:a16="http://schemas.microsoft.com/office/drawing/2014/main" id="{F6BDD172-8B17-7912-8F1B-2EB2E18A20B9}"/>
              </a:ext>
            </a:extLst>
          </p:cNvPr>
          <p:cNvSpPr txBox="1"/>
          <p:nvPr/>
        </p:nvSpPr>
        <p:spPr>
          <a:xfrm>
            <a:off x="6838188" y="1796674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cxnSp>
        <p:nvCxnSpPr>
          <p:cNvPr id="6" name="Verbinder: gewinkelt 87">
            <a:extLst>
              <a:ext uri="{FF2B5EF4-FFF2-40B4-BE49-F238E27FC236}">
                <a16:creationId xmlns:a16="http://schemas.microsoft.com/office/drawing/2014/main" id="{13A289F0-3B6F-7736-A922-262DFDCFA917}"/>
              </a:ext>
            </a:extLst>
          </p:cNvPr>
          <p:cNvCxnSpPr>
            <a:cxnSpLocks/>
            <a:stCxn id="37" idx="3"/>
            <a:endCxn id="128" idx="3"/>
          </p:cNvCxnSpPr>
          <p:nvPr/>
        </p:nvCxnSpPr>
        <p:spPr>
          <a:xfrm flipH="1">
            <a:off x="9197541" y="2069422"/>
            <a:ext cx="2483645" cy="1624986"/>
          </a:xfrm>
          <a:prstGeom prst="bentConnector3">
            <a:avLst>
              <a:gd name="adj1" fmla="val -9204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8" name="Textfeld 169">
            <a:extLst>
              <a:ext uri="{FF2B5EF4-FFF2-40B4-BE49-F238E27FC236}">
                <a16:creationId xmlns:a16="http://schemas.microsoft.com/office/drawing/2014/main" id="{775A434C-B2DC-4F03-A9E5-83559E84A6E8}"/>
              </a:ext>
            </a:extLst>
          </p:cNvPr>
          <p:cNvSpPr txBox="1"/>
          <p:nvPr/>
        </p:nvSpPr>
        <p:spPr>
          <a:xfrm>
            <a:off x="4639443" y="1819062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121612F6-64E8-987B-D20E-D40545270564}"/>
              </a:ext>
            </a:extLst>
          </p:cNvPr>
          <p:cNvGrpSpPr/>
          <p:nvPr/>
        </p:nvGrpSpPr>
        <p:grpSpPr>
          <a:xfrm>
            <a:off x="5030329" y="1861556"/>
            <a:ext cx="1930787" cy="635024"/>
            <a:chOff x="4316210" y="1861556"/>
            <a:chExt cx="1930787" cy="635024"/>
          </a:xfrm>
        </p:grpSpPr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F1748259-7664-02D7-42E6-3854F01CAF41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39" name="Verbinder: gewinkelt 87">
                <a:extLst>
                  <a:ext uri="{FF2B5EF4-FFF2-40B4-BE49-F238E27FC236}">
                    <a16:creationId xmlns:a16="http://schemas.microsoft.com/office/drawing/2014/main" id="{7368805F-E8DF-41E7-E660-F700F2718F83}"/>
                  </a:ext>
                </a:extLst>
              </p:cNvPr>
              <p:cNvCxnSpPr>
                <a:cxnSpLocks/>
                <a:stCxn id="45" idx="2"/>
                <a:endCxn id="44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43" name="Text Box 82">
                <a:extLst>
                  <a:ext uri="{FF2B5EF4-FFF2-40B4-BE49-F238E27FC236}">
                    <a16:creationId xmlns:a16="http://schemas.microsoft.com/office/drawing/2014/main" id="{0C533DF8-DBAB-43C5-308E-1DCCC80746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44" name="Rectangle 83">
                <a:extLst>
                  <a:ext uri="{FF2B5EF4-FFF2-40B4-BE49-F238E27FC236}">
                    <a16:creationId xmlns:a16="http://schemas.microsoft.com/office/drawing/2014/main" id="{F420C451-9681-9006-FFCB-BE8AF473B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5" name="AutoShape 50">
                <a:extLst>
                  <a:ext uri="{FF2B5EF4-FFF2-40B4-BE49-F238E27FC236}">
                    <a16:creationId xmlns:a16="http://schemas.microsoft.com/office/drawing/2014/main" id="{B2A2236F-6475-B5E0-A6A9-52F82008B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6" name="Textfeld 169">
                <a:extLst>
                  <a:ext uri="{FF2B5EF4-FFF2-40B4-BE49-F238E27FC236}">
                    <a16:creationId xmlns:a16="http://schemas.microsoft.com/office/drawing/2014/main" id="{AFDA5BD2-5B2F-032C-DDEB-704523080280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49" name="Textfeld 169">
                <a:extLst>
                  <a:ext uri="{FF2B5EF4-FFF2-40B4-BE49-F238E27FC236}">
                    <a16:creationId xmlns:a16="http://schemas.microsoft.com/office/drawing/2014/main" id="{85ED3B47-E825-AF97-013E-B60ACF9735C7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50" name="AutoShape 50">
                <a:extLst>
                  <a:ext uri="{FF2B5EF4-FFF2-40B4-BE49-F238E27FC236}">
                    <a16:creationId xmlns:a16="http://schemas.microsoft.com/office/drawing/2014/main" id="{29D1A0FE-0993-E4E8-82FF-B16FB166D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2" name="Rectangle 83">
              <a:extLst>
                <a:ext uri="{FF2B5EF4-FFF2-40B4-BE49-F238E27FC236}">
                  <a16:creationId xmlns:a16="http://schemas.microsoft.com/office/drawing/2014/main" id="{F35E53D7-3EB7-54C3-E3B0-F964633BA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" name="Rectangle 83">
              <a:extLst>
                <a:ext uri="{FF2B5EF4-FFF2-40B4-BE49-F238E27FC236}">
                  <a16:creationId xmlns:a16="http://schemas.microsoft.com/office/drawing/2014/main" id="{D21334AF-956C-4983-93FD-0CAE7C37F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33" name="Textfeld 169">
            <a:extLst>
              <a:ext uri="{FF2B5EF4-FFF2-40B4-BE49-F238E27FC236}">
                <a16:creationId xmlns:a16="http://schemas.microsoft.com/office/drawing/2014/main" id="{410712FD-24D1-D652-4CE6-D5E3A0DF5024}"/>
              </a:ext>
            </a:extLst>
          </p:cNvPr>
          <p:cNvSpPr txBox="1"/>
          <p:nvPr/>
        </p:nvSpPr>
        <p:spPr>
          <a:xfrm>
            <a:off x="6716779" y="3094589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38" name="Textfeld 169">
            <a:extLst>
              <a:ext uri="{FF2B5EF4-FFF2-40B4-BE49-F238E27FC236}">
                <a16:creationId xmlns:a16="http://schemas.microsoft.com/office/drawing/2014/main" id="{F64637CC-A584-931C-F08E-75B708CEEADD}"/>
              </a:ext>
            </a:extLst>
          </p:cNvPr>
          <p:cNvSpPr txBox="1"/>
          <p:nvPr/>
        </p:nvSpPr>
        <p:spPr>
          <a:xfrm>
            <a:off x="6863908" y="338948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F38CDF4-BD1C-A766-9745-85932871F131}"/>
              </a:ext>
            </a:extLst>
          </p:cNvPr>
          <p:cNvGrpSpPr/>
          <p:nvPr/>
        </p:nvGrpSpPr>
        <p:grpSpPr>
          <a:xfrm>
            <a:off x="5282178" y="3388075"/>
            <a:ext cx="1632590" cy="412750"/>
            <a:chOff x="5282178" y="3388075"/>
            <a:chExt cx="1632590" cy="412750"/>
          </a:xfrm>
        </p:grpSpPr>
        <p:grpSp>
          <p:nvGrpSpPr>
            <p:cNvPr id="92" name="Group 87">
              <a:extLst>
                <a:ext uri="{FF2B5EF4-FFF2-40B4-BE49-F238E27FC236}">
                  <a16:creationId xmlns:a16="http://schemas.microsoft.com/office/drawing/2014/main" id="{AAF35CCA-0548-82CF-0A15-782BF73F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99" name="Text Box 82">
                <a:extLst>
                  <a:ext uri="{FF2B5EF4-FFF2-40B4-BE49-F238E27FC236}">
                    <a16:creationId xmlns:a16="http://schemas.microsoft.com/office/drawing/2014/main" id="{4CEB775D-579D-5943-8179-5EB6BD549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100" name="Rectangle 83">
                <a:extLst>
                  <a:ext uri="{FF2B5EF4-FFF2-40B4-BE49-F238E27FC236}">
                    <a16:creationId xmlns:a16="http://schemas.microsoft.com/office/drawing/2014/main" id="{BAB7E7AC-6E2B-5DA5-6314-D1F8964B3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5" name="Textfeld 169">
              <a:extLst>
                <a:ext uri="{FF2B5EF4-FFF2-40B4-BE49-F238E27FC236}">
                  <a16:creationId xmlns:a16="http://schemas.microsoft.com/office/drawing/2014/main" id="{E69B6247-7F8D-16BE-A130-557C997BC6AA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96" name="Textfeld 169">
              <a:extLst>
                <a:ext uri="{FF2B5EF4-FFF2-40B4-BE49-F238E27FC236}">
                  <a16:creationId xmlns:a16="http://schemas.microsoft.com/office/drawing/2014/main" id="{7D820340-DC19-14EF-40C1-7A10944307D4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7" name="Textfeld 169">
              <a:extLst>
                <a:ext uri="{FF2B5EF4-FFF2-40B4-BE49-F238E27FC236}">
                  <a16:creationId xmlns:a16="http://schemas.microsoft.com/office/drawing/2014/main" id="{A4ADAC5B-D4C1-DA5D-B863-DD0BE637BBF4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8" name="Textfeld 169">
              <a:extLst>
                <a:ext uri="{FF2B5EF4-FFF2-40B4-BE49-F238E27FC236}">
                  <a16:creationId xmlns:a16="http://schemas.microsoft.com/office/drawing/2014/main" id="{95CCD2FA-C602-1C05-EAD3-2FF14ECFC45F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67" name="Textfeld 169">
            <a:extLst>
              <a:ext uri="{FF2B5EF4-FFF2-40B4-BE49-F238E27FC236}">
                <a16:creationId xmlns:a16="http://schemas.microsoft.com/office/drawing/2014/main" id="{B764EFBF-8777-2F0E-5EB5-161002D5A8CD}"/>
              </a:ext>
            </a:extLst>
          </p:cNvPr>
          <p:cNvSpPr txBox="1"/>
          <p:nvPr/>
        </p:nvSpPr>
        <p:spPr>
          <a:xfrm>
            <a:off x="5421606" y="3094589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68" name="Textfeld 169">
            <a:extLst>
              <a:ext uri="{FF2B5EF4-FFF2-40B4-BE49-F238E27FC236}">
                <a16:creationId xmlns:a16="http://schemas.microsoft.com/office/drawing/2014/main" id="{849B0B56-D876-CA8F-6A03-9FC5CBD7E1F3}"/>
              </a:ext>
            </a:extLst>
          </p:cNvPr>
          <p:cNvSpPr txBox="1"/>
          <p:nvPr/>
        </p:nvSpPr>
        <p:spPr>
          <a:xfrm>
            <a:off x="5909496" y="3094589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DAECCBA9-7FD5-1541-F075-A8A8E7711A1B}"/>
              </a:ext>
            </a:extLst>
          </p:cNvPr>
          <p:cNvGrpSpPr/>
          <p:nvPr/>
        </p:nvGrpSpPr>
        <p:grpSpPr>
          <a:xfrm>
            <a:off x="7782499" y="3388075"/>
            <a:ext cx="1415042" cy="412750"/>
            <a:chOff x="7782499" y="3595251"/>
            <a:chExt cx="1415042" cy="412750"/>
          </a:xfrm>
        </p:grpSpPr>
        <p:sp>
          <p:nvSpPr>
            <p:cNvPr id="114" name="Text Box 82">
              <a:extLst>
                <a:ext uri="{FF2B5EF4-FFF2-40B4-BE49-F238E27FC236}">
                  <a16:creationId xmlns:a16="http://schemas.microsoft.com/office/drawing/2014/main" id="{0F7C5B89-6A48-EDD8-38A7-146F9192A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119" name="Rectangle 83">
              <a:extLst>
                <a:ext uri="{FF2B5EF4-FFF2-40B4-BE49-F238E27FC236}">
                  <a16:creationId xmlns:a16="http://schemas.microsoft.com/office/drawing/2014/main" id="{2869E856-1D96-3478-29F9-01674BB16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8" name="Textfeld 169">
              <a:extLst>
                <a:ext uri="{FF2B5EF4-FFF2-40B4-BE49-F238E27FC236}">
                  <a16:creationId xmlns:a16="http://schemas.microsoft.com/office/drawing/2014/main" id="{DAA876B9-CE33-6B87-F39A-8109C564A20A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5" name="Textfeld 169">
              <a:extLst>
                <a:ext uri="{FF2B5EF4-FFF2-40B4-BE49-F238E27FC236}">
                  <a16:creationId xmlns:a16="http://schemas.microsoft.com/office/drawing/2014/main" id="{619429E3-E830-E700-2FAE-52B7A3664F79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FC6D494A-439C-040E-F48E-4FD9D0C7D23E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1" name="Textfeld 169">
              <a:extLst>
                <a:ext uri="{FF2B5EF4-FFF2-40B4-BE49-F238E27FC236}">
                  <a16:creationId xmlns:a16="http://schemas.microsoft.com/office/drawing/2014/main" id="{6062919E-718D-6F00-52C6-763B9FF46EAA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87" name="Textfeld 169">
            <a:extLst>
              <a:ext uri="{FF2B5EF4-FFF2-40B4-BE49-F238E27FC236}">
                <a16:creationId xmlns:a16="http://schemas.microsoft.com/office/drawing/2014/main" id="{C19EF26C-33D6-78E1-1A5C-F280AC5A8CB6}"/>
              </a:ext>
            </a:extLst>
          </p:cNvPr>
          <p:cNvSpPr txBox="1"/>
          <p:nvPr/>
        </p:nvSpPr>
        <p:spPr>
          <a:xfrm>
            <a:off x="9191279" y="345353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8CF93230-DEE6-0003-F29F-80FDCF6461A8}"/>
              </a:ext>
            </a:extLst>
          </p:cNvPr>
          <p:cNvCxnSpPr>
            <a:cxnSpLocks/>
            <a:stCxn id="26" idx="2"/>
            <a:endCxn id="48" idx="0"/>
          </p:cNvCxnSpPr>
          <p:nvPr/>
        </p:nvCxnSpPr>
        <p:spPr>
          <a:xfrm flipH="1">
            <a:off x="6309858" y="2496580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DA91FD1F-A543-1AFF-0177-4CFB1A43DEB3}"/>
              </a:ext>
            </a:extLst>
          </p:cNvPr>
          <p:cNvCxnSpPr>
            <a:cxnSpLocks/>
            <a:stCxn id="12" idx="2"/>
            <a:endCxn id="47" idx="0"/>
          </p:cNvCxnSpPr>
          <p:nvPr/>
        </p:nvCxnSpPr>
        <p:spPr>
          <a:xfrm flipH="1">
            <a:off x="5725202" y="2496579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31" name="Freihandform: Form 130">
            <a:extLst>
              <a:ext uri="{FF2B5EF4-FFF2-40B4-BE49-F238E27FC236}">
                <a16:creationId xmlns:a16="http://schemas.microsoft.com/office/drawing/2014/main" id="{7449583E-5613-1508-DB50-3C4527B9E0AA}"/>
              </a:ext>
            </a:extLst>
          </p:cNvPr>
          <p:cNvSpPr/>
          <p:nvPr/>
        </p:nvSpPr>
        <p:spPr bwMode="auto">
          <a:xfrm>
            <a:off x="7008384" y="3866848"/>
            <a:ext cx="677331" cy="463550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4107ED23-B324-F685-FA22-F875101FE13B}"/>
              </a:ext>
            </a:extLst>
          </p:cNvPr>
          <p:cNvGrpSpPr/>
          <p:nvPr/>
        </p:nvGrpSpPr>
        <p:grpSpPr>
          <a:xfrm>
            <a:off x="7784882" y="1863047"/>
            <a:ext cx="1410052" cy="412750"/>
            <a:chOff x="7784882" y="1863047"/>
            <a:chExt cx="1410052" cy="412750"/>
          </a:xfrm>
        </p:grpSpPr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7AD3F749-19D5-1D44-DCD4-65720E86416B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55" name="Text Box 82">
                <a:extLst>
                  <a:ext uri="{FF2B5EF4-FFF2-40B4-BE49-F238E27FC236}">
                    <a16:creationId xmlns:a16="http://schemas.microsoft.com/office/drawing/2014/main" id="{A8129D00-6FE3-4D3F-38F7-FD2F0826D0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56" name="Rectangle 83">
                <a:extLst>
                  <a:ext uri="{FF2B5EF4-FFF2-40B4-BE49-F238E27FC236}">
                    <a16:creationId xmlns:a16="http://schemas.microsoft.com/office/drawing/2014/main" id="{5633609B-9483-9CF3-BDEF-8C038A7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8" name="Textfeld 169">
                <a:extLst>
                  <a:ext uri="{FF2B5EF4-FFF2-40B4-BE49-F238E27FC236}">
                    <a16:creationId xmlns:a16="http://schemas.microsoft.com/office/drawing/2014/main" id="{6E91C04A-BC1F-C081-501B-80AFDFC7D08A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0" name="Textfeld 169">
                <a:extLst>
                  <a:ext uri="{FF2B5EF4-FFF2-40B4-BE49-F238E27FC236}">
                    <a16:creationId xmlns:a16="http://schemas.microsoft.com/office/drawing/2014/main" id="{5B41272C-D895-66C8-8218-DE7B9AC25578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1" name="Textfeld 169">
                <a:extLst>
                  <a:ext uri="{FF2B5EF4-FFF2-40B4-BE49-F238E27FC236}">
                    <a16:creationId xmlns:a16="http://schemas.microsoft.com/office/drawing/2014/main" id="{D4685A46-7ADC-3D7C-140B-DBDAE7CE5B31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2" name="Textfeld 169">
                <a:extLst>
                  <a:ext uri="{FF2B5EF4-FFF2-40B4-BE49-F238E27FC236}">
                    <a16:creationId xmlns:a16="http://schemas.microsoft.com/office/drawing/2014/main" id="{689970C7-47E9-1F88-380A-491B97C2F0F4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4" name="Textfeld 169">
                <a:extLst>
                  <a:ext uri="{FF2B5EF4-FFF2-40B4-BE49-F238E27FC236}">
                    <a16:creationId xmlns:a16="http://schemas.microsoft.com/office/drawing/2014/main" id="{498C4916-9CBC-32CB-6586-2CABC2BA2535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141" name="Textfeld 169">
              <a:extLst>
                <a:ext uri="{FF2B5EF4-FFF2-40B4-BE49-F238E27FC236}">
                  <a16:creationId xmlns:a16="http://schemas.microsoft.com/office/drawing/2014/main" id="{0EE15FC0-A46B-FE1C-B23C-2CA1B34C96F3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2" name="Textfeld 169">
              <a:extLst>
                <a:ext uri="{FF2B5EF4-FFF2-40B4-BE49-F238E27FC236}">
                  <a16:creationId xmlns:a16="http://schemas.microsoft.com/office/drawing/2014/main" id="{D8452ACE-BF13-A1F2-11CC-E268562C622A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C84FB0E1-7181-4A24-44B3-53D256C4BE73}"/>
              </a:ext>
            </a:extLst>
          </p:cNvPr>
          <p:cNvCxnSpPr>
            <a:cxnSpLocks/>
            <a:stCxn id="50" idx="2"/>
            <a:endCxn id="56" idx="1"/>
          </p:cNvCxnSpPr>
          <p:nvPr/>
        </p:nvCxnSpPr>
        <p:spPr>
          <a:xfrm flipV="1">
            <a:off x="6961116" y="2069422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62" name="Verbinder: gewinkelt 87">
            <a:extLst>
              <a:ext uri="{FF2B5EF4-FFF2-40B4-BE49-F238E27FC236}">
                <a16:creationId xmlns:a16="http://schemas.microsoft.com/office/drawing/2014/main" id="{2542A2D2-DCC9-87EC-A57F-8D72E2E0B377}"/>
              </a:ext>
            </a:extLst>
          </p:cNvPr>
          <p:cNvCxnSpPr>
            <a:cxnSpLocks/>
            <a:stCxn id="95" idx="0"/>
            <a:endCxn id="142" idx="2"/>
          </p:cNvCxnSpPr>
          <p:nvPr/>
        </p:nvCxnSpPr>
        <p:spPr>
          <a:xfrm rot="5400000" flipH="1" flipV="1">
            <a:off x="6852980" y="2185570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F5E4D958-64E3-EDD3-A26D-823604A4C10E}"/>
              </a:ext>
            </a:extLst>
          </p:cNvPr>
          <p:cNvCxnSpPr>
            <a:cxnSpLocks/>
            <a:stCxn id="100" idx="3"/>
            <a:endCxn id="119" idx="1"/>
          </p:cNvCxnSpPr>
          <p:nvPr/>
        </p:nvCxnSpPr>
        <p:spPr>
          <a:xfrm>
            <a:off x="6914129" y="3594450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92" name="Textfeld 169">
            <a:extLst>
              <a:ext uri="{FF2B5EF4-FFF2-40B4-BE49-F238E27FC236}">
                <a16:creationId xmlns:a16="http://schemas.microsoft.com/office/drawing/2014/main" id="{C9F9C874-BDA0-FFE4-B162-CA63CBD07EBB}"/>
              </a:ext>
            </a:extLst>
          </p:cNvPr>
          <p:cNvSpPr txBox="1"/>
          <p:nvPr/>
        </p:nvSpPr>
        <p:spPr>
          <a:xfrm>
            <a:off x="11617719" y="182436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96" name="Textfeld 169">
            <a:extLst>
              <a:ext uri="{FF2B5EF4-FFF2-40B4-BE49-F238E27FC236}">
                <a16:creationId xmlns:a16="http://schemas.microsoft.com/office/drawing/2014/main" id="{957FA36C-C79A-8C6A-429C-26C4ED6DC4FB}"/>
              </a:ext>
            </a:extLst>
          </p:cNvPr>
          <p:cNvSpPr txBox="1"/>
          <p:nvPr/>
        </p:nvSpPr>
        <p:spPr>
          <a:xfrm>
            <a:off x="9191279" y="192702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D0BE9134-1FE8-3A4B-D68E-78D1901AF42C}"/>
              </a:ext>
            </a:extLst>
          </p:cNvPr>
          <p:cNvSpPr txBox="1"/>
          <p:nvPr/>
        </p:nvSpPr>
        <p:spPr>
          <a:xfrm>
            <a:off x="7043472" y="4203261"/>
            <a:ext cx="45604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Material, Data, Energy</a:t>
            </a:r>
            <a:b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</a:b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using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UnitTypes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and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IT-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Datatypes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e.g.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iesel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fluid  in  l/s,</a:t>
            </a:r>
          </a:p>
          <a:p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ata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as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classes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records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numbers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</a:t>
            </a:r>
            <a:endParaRPr lang="de-DE" sz="1600" i="1" dirty="0">
              <a:solidFill>
                <a:srgbClr val="00549F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83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10AA1FC-B2CD-4ECE-6FC4-BF25C2DA8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27470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5D4DAFC-9515-42DB-8509-9110B315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system</a:t>
            </a:r>
            <a:endParaRPr lang="de-DE" dirty="0"/>
          </a:p>
        </p:txBody>
      </p:sp>
      <p:sp>
        <p:nvSpPr>
          <p:cNvPr id="2" name="Content Placeholder 131">
            <a:extLst>
              <a:ext uri="{FF2B5EF4-FFF2-40B4-BE49-F238E27FC236}">
                <a16:creationId xmlns:a16="http://schemas.microsoft.com/office/drawing/2014/main" id="{72D66AFE-453E-C9E2-3E57-1088E62E65B6}"/>
              </a:ext>
            </a:extLst>
          </p:cNvPr>
          <p:cNvSpPr txBox="1">
            <a:spLocks/>
          </p:cNvSpPr>
          <p:nvPr/>
        </p:nvSpPr>
        <p:spPr>
          <a:xfrm>
            <a:off x="384001" y="1236273"/>
            <a:ext cx="5216699" cy="1974721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Functional model of an Injection Molding Machine(IMM)</a:t>
            </a:r>
          </a:p>
          <a:p>
            <a:r>
              <a:rPr lang="en-US" dirty="0">
                <a:latin typeface="+mj-lt"/>
              </a:rPr>
              <a:t>Input is a flow of plastic granulate</a:t>
            </a:r>
          </a:p>
          <a:p>
            <a:pPr lvl="1"/>
            <a:r>
              <a:rPr lang="en-US" dirty="0">
                <a:latin typeface="+mj-lt"/>
              </a:rPr>
              <a:t>Measured in [l/s]</a:t>
            </a:r>
          </a:p>
          <a:p>
            <a:r>
              <a:rPr lang="en-US" dirty="0">
                <a:latin typeface="+mj-lt"/>
              </a:rPr>
              <a:t>Output is finished plastic parts</a:t>
            </a:r>
          </a:p>
          <a:p>
            <a:pPr lvl="1"/>
            <a:r>
              <a:rPr lang="en-US" dirty="0">
                <a:latin typeface="+mj-lt"/>
              </a:rPr>
              <a:t>Measured by counting [1]</a:t>
            </a:r>
          </a:p>
        </p:txBody>
      </p:sp>
      <p:pic>
        <p:nvPicPr>
          <p:cNvPr id="36" name="Grafik 35" descr="Ein Bild, das Diagramm, Plan, technische Zeichnung, Design enthält.&#10;&#10;Automatisch generierte Beschreibung">
            <a:extLst>
              <a:ext uri="{FF2B5EF4-FFF2-40B4-BE49-F238E27FC236}">
                <a16:creationId xmlns:a16="http://schemas.microsoft.com/office/drawing/2014/main" id="{5B793664-B402-3C7F-F7A8-45FA34E2A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1182156"/>
            <a:ext cx="6102396" cy="2455261"/>
          </a:xfrm>
          <a:prstGeom prst="rect">
            <a:avLst/>
          </a:prstGeom>
        </p:spPr>
      </p:pic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CDAF6073-9272-79B5-A4AA-6DB6634DFBBA}"/>
              </a:ext>
            </a:extLst>
          </p:cNvPr>
          <p:cNvGrpSpPr/>
          <p:nvPr/>
        </p:nvGrpSpPr>
        <p:grpSpPr>
          <a:xfrm>
            <a:off x="952462" y="3933104"/>
            <a:ext cx="10287075" cy="1476500"/>
            <a:chOff x="795021" y="3933104"/>
            <a:chExt cx="10287075" cy="14765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B328FAD-2D57-B529-AC9E-3F9DB9820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900" y="3933104"/>
              <a:ext cx="9599232" cy="1476500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r>
                <a:rPr lang="en-US" b="1" dirty="0" err="1"/>
                <a:t>InjectionMoldingMachine</a:t>
              </a:r>
              <a:endParaRPr lang="en-US" b="1" dirty="0"/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52B10A87-E39A-18B5-4216-ADDE3611E2F3}"/>
                </a:ext>
              </a:extLst>
            </p:cNvPr>
            <p:cNvCxnSpPr>
              <a:cxnSpLocks/>
              <a:stCxn id="15" idx="3"/>
              <a:endCxn id="32" idx="1"/>
            </p:cNvCxnSpPr>
            <p:nvPr/>
          </p:nvCxnSpPr>
          <p:spPr>
            <a:xfrm>
              <a:off x="5140234" y="5033024"/>
              <a:ext cx="1758192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41">
              <a:extLst>
                <a:ext uri="{FF2B5EF4-FFF2-40B4-BE49-F238E27FC236}">
                  <a16:creationId xmlns:a16="http://schemas.microsoft.com/office/drawing/2014/main" id="{AC2D4CFD-D046-557E-3BE6-AC8D784C4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669" y="4524478"/>
              <a:ext cx="1301230" cy="67321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algn="ctr"/>
              <a:r>
                <a:rPr lang="en-US" sz="1600" dirty="0" err="1">
                  <a:solidFill>
                    <a:srgbClr val="000000"/>
                  </a:solidFill>
                </a:rPr>
                <a:t>InjectionUnit</a:t>
              </a:r>
              <a:endParaRPr lang="en-US" sz="2000" dirty="0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CD32AD6-2539-8E83-125E-204BE6EA91AD}"/>
                </a:ext>
              </a:extLst>
            </p:cNvPr>
            <p:cNvSpPr/>
            <p:nvPr/>
          </p:nvSpPr>
          <p:spPr>
            <a:xfrm>
              <a:off x="4594554" y="4925024"/>
              <a:ext cx="54568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melt</a:t>
              </a:r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861B502B-ADCD-ECAD-028F-28D5EEACF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5761" y="4524477"/>
              <a:ext cx="1250344" cy="67321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</a:rPr>
                <a:t>Clamping</a:t>
              </a:r>
              <a:br>
                <a:rPr lang="en-US" sz="1600" dirty="0">
                  <a:solidFill>
                    <a:srgbClr val="000000"/>
                  </a:solidFill>
                </a:rPr>
              </a:br>
              <a:r>
                <a:rPr lang="en-US" sz="1600" dirty="0">
                  <a:solidFill>
                    <a:srgbClr val="000000"/>
                  </a:solidFill>
                </a:rPr>
                <a:t>Unit</a:t>
              </a:r>
              <a:endParaRPr lang="en-US" sz="2000" dirty="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5EB0996-36C8-2F0F-7959-DF88E50C52BC}"/>
                </a:ext>
              </a:extLst>
            </p:cNvPr>
            <p:cNvSpPr/>
            <p:nvPr/>
          </p:nvSpPr>
          <p:spPr>
            <a:xfrm>
              <a:off x="8176943" y="4925024"/>
              <a:ext cx="483782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part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52CFE92C-B4B9-6868-A971-E11C16EDA545}"/>
                </a:ext>
              </a:extLst>
            </p:cNvPr>
            <p:cNvSpPr/>
            <p:nvPr/>
          </p:nvSpPr>
          <p:spPr>
            <a:xfrm>
              <a:off x="795021" y="4925024"/>
              <a:ext cx="803166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granules</a:t>
              </a:r>
              <a:endParaRPr lang="en-US" sz="1100" dirty="0"/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3CD2B32B-C509-3F6F-6273-548124A65A29}"/>
                </a:ext>
              </a:extLst>
            </p:cNvPr>
            <p:cNvCxnSpPr>
              <a:cxnSpLocks/>
              <a:stCxn id="20" idx="3"/>
              <a:endCxn id="38" idx="1"/>
            </p:cNvCxnSpPr>
            <p:nvPr/>
          </p:nvCxnSpPr>
          <p:spPr>
            <a:xfrm>
              <a:off x="8660725" y="5033024"/>
              <a:ext cx="193758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15217092-DC56-C48D-2674-775EC3D90F3D}"/>
                </a:ext>
              </a:extLst>
            </p:cNvPr>
            <p:cNvCxnSpPr>
              <a:cxnSpLocks/>
              <a:stCxn id="24" idx="3"/>
              <a:endCxn id="30" idx="1"/>
            </p:cNvCxnSpPr>
            <p:nvPr/>
          </p:nvCxnSpPr>
          <p:spPr>
            <a:xfrm>
              <a:off x="1598187" y="5033024"/>
              <a:ext cx="1560937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31">
              <a:extLst>
                <a:ext uri="{FF2B5EF4-FFF2-40B4-BE49-F238E27FC236}">
                  <a16:creationId xmlns:a16="http://schemas.microsoft.com/office/drawing/2014/main" id="{B04BF6F6-A533-726D-80A9-9C698B6ED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581" y="4757845"/>
              <a:ext cx="636393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Material</a:t>
              </a:r>
              <a:endParaRPr lang="en-US" sz="2000" dirty="0"/>
            </a:p>
          </p:txBody>
        </p:sp>
        <p:sp>
          <p:nvSpPr>
            <p:cNvPr id="27" name="Rectangle 31">
              <a:extLst>
                <a:ext uri="{FF2B5EF4-FFF2-40B4-BE49-F238E27FC236}">
                  <a16:creationId xmlns:a16="http://schemas.microsoft.com/office/drawing/2014/main" id="{92A52429-0F3C-2994-92C7-D84A7E5EA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966" y="4757845"/>
              <a:ext cx="347852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Item</a:t>
              </a:r>
              <a:endParaRPr lang="en-US" sz="2000" dirty="0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0905FF9A-4FB8-3420-C19E-E563FC7E5B07}"/>
                </a:ext>
              </a:extLst>
            </p:cNvPr>
            <p:cNvSpPr/>
            <p:nvPr/>
          </p:nvSpPr>
          <p:spPr>
            <a:xfrm>
              <a:off x="3159124" y="4925024"/>
              <a:ext cx="803166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granules</a:t>
              </a:r>
              <a:endParaRPr lang="en-US" sz="1100" dirty="0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B075EFE9-6856-4851-F9D7-44C67203BAC0}"/>
                </a:ext>
              </a:extLst>
            </p:cNvPr>
            <p:cNvSpPr/>
            <p:nvPr/>
          </p:nvSpPr>
          <p:spPr>
            <a:xfrm>
              <a:off x="6898426" y="4925024"/>
              <a:ext cx="54568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melt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194CC27D-C1CC-D81E-454C-72DBD37AEA52}"/>
                </a:ext>
              </a:extLst>
            </p:cNvPr>
            <p:cNvSpPr/>
            <p:nvPr/>
          </p:nvSpPr>
          <p:spPr>
            <a:xfrm>
              <a:off x="10598314" y="4925024"/>
              <a:ext cx="483782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part</a:t>
              </a: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933919D8-7405-0596-A517-DCD8C1F8B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504" y="4757845"/>
              <a:ext cx="636393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Material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72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5D4DAFC-9515-42DB-8509-9110B315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Example</a:t>
            </a:r>
            <a:r>
              <a:rPr lang="de-DE" dirty="0"/>
              <a:t> System </a:t>
            </a:r>
            <a:r>
              <a:rPr lang="de-DE" dirty="0" err="1"/>
              <a:t>as</a:t>
            </a:r>
            <a:r>
              <a:rPr lang="de-DE" dirty="0"/>
              <a:t> an </a:t>
            </a:r>
            <a:r>
              <a:rPr lang="de-DE" dirty="0" err="1" smtClean="0"/>
              <a:t>Instantiation</a:t>
            </a:r>
            <a:r>
              <a:rPr lang="de-DE" dirty="0" smtClean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Model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94556B57-0A8F-0935-8301-34E461157CBB}"/>
              </a:ext>
            </a:extLst>
          </p:cNvPr>
          <p:cNvGrpSpPr/>
          <p:nvPr/>
        </p:nvGrpSpPr>
        <p:grpSpPr>
          <a:xfrm>
            <a:off x="3692363" y="986766"/>
            <a:ext cx="3281668" cy="412750"/>
            <a:chOff x="4353342" y="1861556"/>
            <a:chExt cx="3281668" cy="412750"/>
          </a:xfrm>
        </p:grpSpPr>
        <p:sp>
          <p:nvSpPr>
            <p:cNvPr id="11" name="Text Box 82">
              <a:extLst>
                <a:ext uri="{FF2B5EF4-FFF2-40B4-BE49-F238E27FC236}">
                  <a16:creationId xmlns:a16="http://schemas.microsoft.com/office/drawing/2014/main" id="{3184A796-3E98-BE81-418E-45335D0A3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3342" y="1899656"/>
              <a:ext cx="328166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InjectionMoldingMachine:Function</a:t>
              </a:r>
              <a:endParaRPr kumimoji="0" lang="en-US" altLang="de-DE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" name="Rectangle 83">
              <a:extLst>
                <a:ext uri="{FF2B5EF4-FFF2-40B4-BE49-F238E27FC236}">
                  <a16:creationId xmlns:a16="http://schemas.microsoft.com/office/drawing/2014/main" id="{FE56A390-C78F-56A7-5BE8-E04F09B37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342" y="1861556"/>
              <a:ext cx="328166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2" name="AutoShape 50">
            <a:extLst>
              <a:ext uri="{FF2B5EF4-FFF2-40B4-BE49-F238E27FC236}">
                <a16:creationId xmlns:a16="http://schemas.microsoft.com/office/drawing/2014/main" id="{D20638A3-01F1-340B-08EB-917DA6B8E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059" y="1410201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" name="Textfeld 169">
            <a:extLst>
              <a:ext uri="{FF2B5EF4-FFF2-40B4-BE49-F238E27FC236}">
                <a16:creationId xmlns:a16="http://schemas.microsoft.com/office/drawing/2014/main" id="{8F1CBE03-69AE-A984-AE9B-B652E2CCC00D}"/>
              </a:ext>
            </a:extLst>
          </p:cNvPr>
          <p:cNvSpPr txBox="1"/>
          <p:nvPr/>
        </p:nvSpPr>
        <p:spPr>
          <a:xfrm>
            <a:off x="2574205" y="1780582"/>
            <a:ext cx="2983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28" name="Textfeld 169">
            <a:extLst>
              <a:ext uri="{FF2B5EF4-FFF2-40B4-BE49-F238E27FC236}">
                <a16:creationId xmlns:a16="http://schemas.microsoft.com/office/drawing/2014/main" id="{455F8AD6-09F6-A917-D289-059B9926292C}"/>
              </a:ext>
            </a:extLst>
          </p:cNvPr>
          <p:cNvSpPr txBox="1"/>
          <p:nvPr/>
        </p:nvSpPr>
        <p:spPr>
          <a:xfrm>
            <a:off x="3138184" y="1785295"/>
            <a:ext cx="2983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8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89F2C9D2-A13B-B658-C934-6DE05582F032}"/>
              </a:ext>
            </a:extLst>
          </p:cNvPr>
          <p:cNvGrpSpPr/>
          <p:nvPr/>
        </p:nvGrpSpPr>
        <p:grpSpPr>
          <a:xfrm>
            <a:off x="241569" y="2028103"/>
            <a:ext cx="2154757" cy="412750"/>
            <a:chOff x="5021851" y="1861556"/>
            <a:chExt cx="1944650" cy="412750"/>
          </a:xfrm>
        </p:grpSpPr>
        <p:sp>
          <p:nvSpPr>
            <p:cNvPr id="39" name="Text Box 82">
              <a:extLst>
                <a:ext uri="{FF2B5EF4-FFF2-40B4-BE49-F238E27FC236}">
                  <a16:creationId xmlns:a16="http://schemas.microsoft.com/office/drawing/2014/main" id="{FDB7EFA2-3F94-9DB2-5A82-C03337F15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851" y="1899656"/>
              <a:ext cx="194465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 err="1">
                  <a:solidFill>
                    <a:prstClr val="black"/>
                  </a:solidFill>
                </a:rPr>
                <a:t>InjectionUnit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41" name="Rectangle 83">
              <a:extLst>
                <a:ext uri="{FF2B5EF4-FFF2-40B4-BE49-F238E27FC236}">
                  <a16:creationId xmlns:a16="http://schemas.microsoft.com/office/drawing/2014/main" id="{03D3EE99-999F-3031-3C1D-B945EE9DC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1851" y="1861556"/>
              <a:ext cx="1944650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BD52B83A-B5F1-354D-D252-284E75CD8940}"/>
              </a:ext>
            </a:extLst>
          </p:cNvPr>
          <p:cNvGrpSpPr/>
          <p:nvPr/>
        </p:nvGrpSpPr>
        <p:grpSpPr>
          <a:xfrm>
            <a:off x="8347516" y="2028103"/>
            <a:ext cx="2255748" cy="412750"/>
            <a:chOff x="4866298" y="1861556"/>
            <a:chExt cx="2255748" cy="412750"/>
          </a:xfrm>
        </p:grpSpPr>
        <p:sp>
          <p:nvSpPr>
            <p:cNvPr id="60" name="Text Box 82">
              <a:extLst>
                <a:ext uri="{FF2B5EF4-FFF2-40B4-BE49-F238E27FC236}">
                  <a16:creationId xmlns:a16="http://schemas.microsoft.com/office/drawing/2014/main" id="{7F116EC7-FC29-C9E2-B942-FE18160AD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6299" y="1899656"/>
              <a:ext cx="225574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ClampingUnit:Function</a:t>
              </a:r>
              <a:endParaRPr kumimoji="0" lang="en-US" altLang="de-DE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1" name="Rectangle 83">
              <a:extLst>
                <a:ext uri="{FF2B5EF4-FFF2-40B4-BE49-F238E27FC236}">
                  <a16:creationId xmlns:a16="http://schemas.microsoft.com/office/drawing/2014/main" id="{71C3B172-1C1A-D836-5AF2-02929ABB5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6298" y="1861556"/>
              <a:ext cx="2255747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A534AA33-FF89-9A94-E140-195EC37EAC6D}"/>
              </a:ext>
            </a:extLst>
          </p:cNvPr>
          <p:cNvCxnSpPr>
            <a:cxnSpLocks/>
          </p:cNvCxnSpPr>
          <p:nvPr/>
        </p:nvCxnSpPr>
        <p:spPr>
          <a:xfrm>
            <a:off x="1301295" y="4309592"/>
            <a:ext cx="0" cy="225442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2DD98975-0603-A120-4012-20F83CBF80C5}"/>
              </a:ext>
            </a:extLst>
          </p:cNvPr>
          <p:cNvCxnSpPr>
            <a:cxnSpLocks/>
          </p:cNvCxnSpPr>
          <p:nvPr/>
        </p:nvCxnSpPr>
        <p:spPr>
          <a:xfrm>
            <a:off x="1301295" y="3617943"/>
            <a:ext cx="0" cy="278899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95" name="Verbinder: gewinkelt 87">
            <a:extLst>
              <a:ext uri="{FF2B5EF4-FFF2-40B4-BE49-F238E27FC236}">
                <a16:creationId xmlns:a16="http://schemas.microsoft.com/office/drawing/2014/main" id="{B6C17CBE-6E2F-1845-90DE-50F06544948D}"/>
              </a:ext>
            </a:extLst>
          </p:cNvPr>
          <p:cNvCxnSpPr>
            <a:cxnSpLocks/>
            <a:stCxn id="90" idx="1"/>
            <a:endCxn id="71" idx="1"/>
          </p:cNvCxnSpPr>
          <p:nvPr/>
        </p:nvCxnSpPr>
        <p:spPr>
          <a:xfrm rot="10800000" flipV="1">
            <a:off x="443676" y="3411567"/>
            <a:ext cx="17766" cy="1329841"/>
          </a:xfrm>
          <a:prstGeom prst="bentConnector3">
            <a:avLst>
              <a:gd name="adj1" fmla="val 1386727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B23FEC1-8CC4-9AF6-46F2-97948B68D5CC}"/>
              </a:ext>
            </a:extLst>
          </p:cNvPr>
          <p:cNvGrpSpPr/>
          <p:nvPr/>
        </p:nvGrpSpPr>
        <p:grpSpPr>
          <a:xfrm>
            <a:off x="2589906" y="3804631"/>
            <a:ext cx="1194558" cy="824891"/>
            <a:chOff x="2868289" y="3804631"/>
            <a:chExt cx="1194558" cy="824891"/>
          </a:xfrm>
        </p:grpSpPr>
        <p:sp>
          <p:nvSpPr>
            <p:cNvPr id="110" name="Text Box 82">
              <a:extLst>
                <a:ext uri="{FF2B5EF4-FFF2-40B4-BE49-F238E27FC236}">
                  <a16:creationId xmlns:a16="http://schemas.microsoft.com/office/drawing/2014/main" id="{0E0AF308-51ED-C1D6-B401-5392C3DC8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3842731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:Value</a:t>
              </a:r>
            </a:p>
          </p:txBody>
        </p:sp>
        <p:sp>
          <p:nvSpPr>
            <p:cNvPr id="111" name="Rectangle 83">
              <a:extLst>
                <a:ext uri="{FF2B5EF4-FFF2-40B4-BE49-F238E27FC236}">
                  <a16:creationId xmlns:a16="http://schemas.microsoft.com/office/drawing/2014/main" id="{A1B58E6C-6F50-CDB1-11DD-55CB0ED99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3804631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3" name="Text Box 82">
              <a:extLst>
                <a:ext uri="{FF2B5EF4-FFF2-40B4-BE49-F238E27FC236}">
                  <a16:creationId xmlns:a16="http://schemas.microsoft.com/office/drawing/2014/main" id="{D33F942E-522C-9479-C29F-548F76CA3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4254872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 = 2.5</a:t>
              </a:r>
            </a:p>
          </p:txBody>
        </p:sp>
        <p:sp>
          <p:nvSpPr>
            <p:cNvPr id="114" name="Rectangle 83">
              <a:extLst>
                <a:ext uri="{FF2B5EF4-FFF2-40B4-BE49-F238E27FC236}">
                  <a16:creationId xmlns:a16="http://schemas.microsoft.com/office/drawing/2014/main" id="{B6E6DAB9-8659-F572-E8A4-20B4694DE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4216772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21" name="Verbinder: gewinkelt 87">
            <a:extLst>
              <a:ext uri="{FF2B5EF4-FFF2-40B4-BE49-F238E27FC236}">
                <a16:creationId xmlns:a16="http://schemas.microsoft.com/office/drawing/2014/main" id="{FF3E59A1-1118-84AE-420A-52F8EADD2DE1}"/>
              </a:ext>
            </a:extLst>
          </p:cNvPr>
          <p:cNvCxnSpPr>
            <a:cxnSpLocks/>
            <a:stCxn id="48" idx="3"/>
            <a:endCxn id="15" idx="1"/>
          </p:cNvCxnSpPr>
          <p:nvPr/>
        </p:nvCxnSpPr>
        <p:spPr>
          <a:xfrm flipV="1">
            <a:off x="2297393" y="3028324"/>
            <a:ext cx="292513" cy="93691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24" name="Verbinder: gewinkelt 87">
            <a:extLst>
              <a:ext uri="{FF2B5EF4-FFF2-40B4-BE49-F238E27FC236}">
                <a16:creationId xmlns:a16="http://schemas.microsoft.com/office/drawing/2014/main" id="{7252BA7B-03AC-8178-D776-D08D364DA64A}"/>
              </a:ext>
            </a:extLst>
          </p:cNvPr>
          <p:cNvCxnSpPr>
            <a:cxnSpLocks/>
            <a:stCxn id="49" idx="3"/>
            <a:endCxn id="111" idx="1"/>
          </p:cNvCxnSpPr>
          <p:nvPr/>
        </p:nvCxnSpPr>
        <p:spPr>
          <a:xfrm flipV="1">
            <a:off x="2297393" y="4011006"/>
            <a:ext cx="292513" cy="9221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58227F80-B68A-007B-938E-9CF3724A79AD}"/>
              </a:ext>
            </a:extLst>
          </p:cNvPr>
          <p:cNvCxnSpPr>
            <a:cxnSpLocks/>
            <a:stCxn id="4" idx="2"/>
            <a:endCxn id="90" idx="0"/>
          </p:cNvCxnSpPr>
          <p:nvPr/>
        </p:nvCxnSpPr>
        <p:spPr>
          <a:xfrm>
            <a:off x="1301295" y="2660144"/>
            <a:ext cx="1" cy="545049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1DD2FF35-5D40-A2E1-FF31-97B76EC3E6D4}"/>
              </a:ext>
            </a:extLst>
          </p:cNvPr>
          <p:cNvGrpSpPr/>
          <p:nvPr/>
        </p:nvGrpSpPr>
        <p:grpSpPr>
          <a:xfrm>
            <a:off x="443676" y="4535034"/>
            <a:ext cx="1715239" cy="1095378"/>
            <a:chOff x="542532" y="4535034"/>
            <a:chExt cx="1715239" cy="1095378"/>
          </a:xfrm>
        </p:grpSpPr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0F3F645E-2692-2475-85DD-8C7FFDA8EB9C}"/>
                </a:ext>
              </a:extLst>
            </p:cNvPr>
            <p:cNvGrpSpPr/>
            <p:nvPr/>
          </p:nvGrpSpPr>
          <p:grpSpPr>
            <a:xfrm>
              <a:off x="542532" y="4535034"/>
              <a:ext cx="1715239" cy="412750"/>
              <a:chOff x="5271097" y="1861556"/>
              <a:chExt cx="2175589" cy="412750"/>
            </a:xfrm>
          </p:grpSpPr>
          <p:sp>
            <p:nvSpPr>
              <p:cNvPr id="70" name="Text Box 82">
                <a:extLst>
                  <a:ext uri="{FF2B5EF4-FFF2-40B4-BE49-F238E27FC236}">
                    <a16:creationId xmlns:a16="http://schemas.microsoft.com/office/drawing/2014/main" id="{F595A86B-D95F-28CB-C864-09CC2737A6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1097" y="1899656"/>
                <a:ext cx="2175589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plastic:Category</a:t>
                </a:r>
                <a:endPara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1" name="Rectangle 83">
                <a:extLst>
                  <a:ext uri="{FF2B5EF4-FFF2-40B4-BE49-F238E27FC236}">
                    <a16:creationId xmlns:a16="http://schemas.microsoft.com/office/drawing/2014/main" id="{7205BC6A-66F6-9CCE-1D2B-BF4EBE779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1097" y="1861556"/>
                <a:ext cx="2175589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170" name="Gruppieren 169">
              <a:extLst>
                <a:ext uri="{FF2B5EF4-FFF2-40B4-BE49-F238E27FC236}">
                  <a16:creationId xmlns:a16="http://schemas.microsoft.com/office/drawing/2014/main" id="{4DA0B20E-A8A6-E750-9C0D-D7613C00DE93}"/>
                </a:ext>
              </a:extLst>
            </p:cNvPr>
            <p:cNvGrpSpPr/>
            <p:nvPr/>
          </p:nvGrpSpPr>
          <p:grpSpPr>
            <a:xfrm>
              <a:off x="542532" y="4947564"/>
              <a:ext cx="1715239" cy="682848"/>
              <a:chOff x="5287004" y="1861556"/>
              <a:chExt cx="1415984" cy="682848"/>
            </a:xfrm>
          </p:grpSpPr>
          <p:sp>
            <p:nvSpPr>
              <p:cNvPr id="171" name="Text Box 82">
                <a:extLst>
                  <a:ext uri="{FF2B5EF4-FFF2-40B4-BE49-F238E27FC236}">
                    <a16:creationId xmlns:a16="http://schemas.microsoft.com/office/drawing/2014/main" id="{C677517F-1134-7111-FBC7-220DFCEE24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7004" y="1899656"/>
                <a:ext cx="1406595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kind = Item</a:t>
                </a:r>
                <a:b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</a:br>
                <a: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type = kg&lt;Float&gt;</a:t>
                </a:r>
              </a:p>
            </p:txBody>
          </p:sp>
          <p:sp>
            <p:nvSpPr>
              <p:cNvPr id="172" name="Rectangle 83">
                <a:extLst>
                  <a:ext uri="{FF2B5EF4-FFF2-40B4-BE49-F238E27FC236}">
                    <a16:creationId xmlns:a16="http://schemas.microsoft.com/office/drawing/2014/main" id="{5D6996C0-D637-7143-0566-7D2815C8D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682848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</p:grpSp>
      <p:sp>
        <p:nvSpPr>
          <p:cNvPr id="4" name="Rectangle 83">
            <a:extLst>
              <a:ext uri="{FF2B5EF4-FFF2-40B4-BE49-F238E27FC236}">
                <a16:creationId xmlns:a16="http://schemas.microsoft.com/office/drawing/2014/main" id="{FC8AB5C4-807C-3C6E-F0F0-C7425C344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632" y="2440853"/>
            <a:ext cx="797326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</a:t>
            </a:r>
            <a:r>
              <a:rPr lang="en-US" sz="1200" dirty="0"/>
              <a:t>granules</a:t>
            </a:r>
            <a:r>
              <a:rPr lang="en-US" sz="1200" dirty="0">
                <a:solidFill>
                  <a:srgbClr val="000000"/>
                </a:solidFill>
              </a:rPr>
              <a:t>”</a:t>
            </a:r>
            <a:endParaRPr lang="en-US" sz="1800" dirty="0"/>
          </a:p>
        </p:txBody>
      </p:sp>
      <p:sp>
        <p:nvSpPr>
          <p:cNvPr id="7" name="Rectangle 83">
            <a:extLst>
              <a:ext uri="{FF2B5EF4-FFF2-40B4-BE49-F238E27FC236}">
                <a16:creationId xmlns:a16="http://schemas.microsoft.com/office/drawing/2014/main" id="{C7F8A439-A2F0-A400-0F4C-C3EC14B49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7866" y="2440853"/>
            <a:ext cx="735048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“part”</a:t>
            </a:r>
            <a:endParaRPr lang="en-US" sz="1800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0E6904D-F670-2505-3732-B424E2B5DCF8}"/>
              </a:ext>
            </a:extLst>
          </p:cNvPr>
          <p:cNvGrpSpPr/>
          <p:nvPr/>
        </p:nvGrpSpPr>
        <p:grpSpPr>
          <a:xfrm>
            <a:off x="2589906" y="2821949"/>
            <a:ext cx="1194558" cy="824891"/>
            <a:chOff x="2868289" y="3804631"/>
            <a:chExt cx="1194558" cy="824891"/>
          </a:xfrm>
        </p:grpSpPr>
        <p:sp>
          <p:nvSpPr>
            <p:cNvPr id="14" name="Text Box 82">
              <a:extLst>
                <a:ext uri="{FF2B5EF4-FFF2-40B4-BE49-F238E27FC236}">
                  <a16:creationId xmlns:a16="http://schemas.microsoft.com/office/drawing/2014/main" id="{89501C9B-3F32-C852-BE73-0710CFCE7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3842731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:Value</a:t>
              </a:r>
            </a:p>
          </p:txBody>
        </p:sp>
        <p:sp>
          <p:nvSpPr>
            <p:cNvPr id="15" name="Rectangle 83">
              <a:extLst>
                <a:ext uri="{FF2B5EF4-FFF2-40B4-BE49-F238E27FC236}">
                  <a16:creationId xmlns:a16="http://schemas.microsoft.com/office/drawing/2014/main" id="{899895EC-665D-1AAD-4B88-5CDFC271F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3804631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" name="Text Box 82">
              <a:extLst>
                <a:ext uri="{FF2B5EF4-FFF2-40B4-BE49-F238E27FC236}">
                  <a16:creationId xmlns:a16="http://schemas.microsoft.com/office/drawing/2014/main" id="{6EEDD1B7-3DFF-799C-95E6-611CBA002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4254872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 = 1.2</a:t>
              </a:r>
            </a:p>
          </p:txBody>
        </p:sp>
        <p:sp>
          <p:nvSpPr>
            <p:cNvPr id="17" name="Rectangle 83">
              <a:extLst>
                <a:ext uri="{FF2B5EF4-FFF2-40B4-BE49-F238E27FC236}">
                  <a16:creationId xmlns:a16="http://schemas.microsoft.com/office/drawing/2014/main" id="{F460F745-746D-2936-2602-9F26E9367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4216772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5547AFEE-4927-CDE8-814F-5C995D691713}"/>
              </a:ext>
            </a:extLst>
          </p:cNvPr>
          <p:cNvGrpSpPr/>
          <p:nvPr/>
        </p:nvGrpSpPr>
        <p:grpSpPr>
          <a:xfrm>
            <a:off x="441998" y="3896842"/>
            <a:ext cx="1855395" cy="412750"/>
            <a:chOff x="540854" y="3896842"/>
            <a:chExt cx="1855395" cy="412750"/>
          </a:xfrm>
        </p:grpSpPr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AA77749F-FE49-485B-C600-F12F84BA2E6F}"/>
                </a:ext>
              </a:extLst>
            </p:cNvPr>
            <p:cNvGrpSpPr/>
            <p:nvPr/>
          </p:nvGrpSpPr>
          <p:grpSpPr>
            <a:xfrm>
              <a:off x="540854" y="3896842"/>
              <a:ext cx="1718595" cy="412750"/>
              <a:chOff x="5288525" y="1861556"/>
              <a:chExt cx="1414463" cy="412750"/>
            </a:xfrm>
          </p:grpSpPr>
          <p:sp>
            <p:nvSpPr>
              <p:cNvPr id="67" name="Text Box 82">
                <a:extLst>
                  <a:ext uri="{FF2B5EF4-FFF2-40B4-BE49-F238E27FC236}">
                    <a16:creationId xmlns:a16="http://schemas.microsoft.com/office/drawing/2014/main" id="{69533A7B-15F4-8902-AC06-90E70A3301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21994" y="1899656"/>
                <a:ext cx="744365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:Stream</a:t>
                </a:r>
              </a:p>
            </p:txBody>
          </p:sp>
          <p:sp>
            <p:nvSpPr>
              <p:cNvPr id="68" name="Rectangle 83">
                <a:extLst>
                  <a:ext uri="{FF2B5EF4-FFF2-40B4-BE49-F238E27FC236}">
                    <a16:creationId xmlns:a16="http://schemas.microsoft.com/office/drawing/2014/main" id="{C890BD00-3D61-8A1B-4151-50C4BEAEB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48" name="Rectangle 83">
              <a:extLst>
                <a:ext uri="{FF2B5EF4-FFF2-40B4-BE49-F238E27FC236}">
                  <a16:creationId xmlns:a16="http://schemas.microsoft.com/office/drawing/2014/main" id="{F26404AF-14B3-FE93-69B9-26F0F6DDD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449" y="3896842"/>
              <a:ext cx="136800" cy="13680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4</a:t>
              </a:r>
              <a:endParaRPr lang="en-US" sz="1600" dirty="0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8C19DD23-0CE1-5F77-45FF-21FEA7529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449" y="4034817"/>
              <a:ext cx="136800" cy="13680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/>
                <a:t>5</a:t>
              </a:r>
            </a:p>
          </p:txBody>
        </p:sp>
      </p:grpSp>
      <p:sp>
        <p:nvSpPr>
          <p:cNvPr id="62" name="Rectangle 83">
            <a:extLst>
              <a:ext uri="{FF2B5EF4-FFF2-40B4-BE49-F238E27FC236}">
                <a16:creationId xmlns:a16="http://schemas.microsoft.com/office/drawing/2014/main" id="{2F47D70C-F497-5201-60D5-BEC126C5C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4228" y="1399516"/>
            <a:ext cx="797326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</a:t>
            </a:r>
            <a:r>
              <a:rPr lang="en-US" sz="1200" dirty="0"/>
              <a:t>granules</a:t>
            </a:r>
            <a:r>
              <a:rPr lang="en-US" sz="1200" dirty="0">
                <a:solidFill>
                  <a:srgbClr val="000000"/>
                </a:solidFill>
              </a:rPr>
              <a:t>”</a:t>
            </a:r>
            <a:endParaRPr lang="en-US" sz="1800" dirty="0"/>
          </a:p>
        </p:txBody>
      </p:sp>
      <p:sp>
        <p:nvSpPr>
          <p:cNvPr id="73" name="Rectangle 83">
            <a:extLst>
              <a:ext uri="{FF2B5EF4-FFF2-40B4-BE49-F238E27FC236}">
                <a16:creationId xmlns:a16="http://schemas.microsoft.com/office/drawing/2014/main" id="{BCE07BA1-9256-60B5-C0D6-F2AD22D66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99516"/>
            <a:ext cx="797326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</a:t>
            </a:r>
            <a:r>
              <a:rPr lang="en-US" sz="1200" dirty="0"/>
              <a:t>part</a:t>
            </a:r>
            <a:r>
              <a:rPr lang="en-US" sz="1200" dirty="0">
                <a:solidFill>
                  <a:srgbClr val="000000"/>
                </a:solidFill>
              </a:rPr>
              <a:t>”</a:t>
            </a:r>
            <a:endParaRPr lang="en-US" sz="1800" dirty="0"/>
          </a:p>
        </p:txBody>
      </p: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44C9E07A-2292-5C54-23DC-27E551E6444D}"/>
              </a:ext>
            </a:extLst>
          </p:cNvPr>
          <p:cNvCxnSpPr>
            <a:cxnSpLocks/>
          </p:cNvCxnSpPr>
          <p:nvPr/>
        </p:nvCxnSpPr>
        <p:spPr>
          <a:xfrm>
            <a:off x="9475389" y="4286989"/>
            <a:ext cx="0" cy="225442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EDAE5F8A-D068-F857-BF81-7D02A3754A31}"/>
              </a:ext>
            </a:extLst>
          </p:cNvPr>
          <p:cNvCxnSpPr>
            <a:cxnSpLocks/>
          </p:cNvCxnSpPr>
          <p:nvPr/>
        </p:nvCxnSpPr>
        <p:spPr>
          <a:xfrm>
            <a:off x="9475389" y="3595340"/>
            <a:ext cx="0" cy="278899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23" name="Verbinder: gewinkelt 87">
            <a:extLst>
              <a:ext uri="{FF2B5EF4-FFF2-40B4-BE49-F238E27FC236}">
                <a16:creationId xmlns:a16="http://schemas.microsoft.com/office/drawing/2014/main" id="{CDA23822-085B-A33A-4B8D-7977AC4AD795}"/>
              </a:ext>
            </a:extLst>
          </p:cNvPr>
          <p:cNvCxnSpPr>
            <a:cxnSpLocks/>
            <a:stCxn id="102" idx="1"/>
            <a:endCxn id="132" idx="1"/>
          </p:cNvCxnSpPr>
          <p:nvPr/>
        </p:nvCxnSpPr>
        <p:spPr>
          <a:xfrm rot="10800000" flipV="1">
            <a:off x="8617770" y="3388964"/>
            <a:ext cx="17766" cy="1329841"/>
          </a:xfrm>
          <a:prstGeom prst="bentConnector3">
            <a:avLst>
              <a:gd name="adj1" fmla="val 1386727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1035B3AD-DFCD-AC8C-CC7B-606D1A945C8A}"/>
              </a:ext>
            </a:extLst>
          </p:cNvPr>
          <p:cNvGrpSpPr/>
          <p:nvPr/>
        </p:nvGrpSpPr>
        <p:grpSpPr>
          <a:xfrm>
            <a:off x="8617770" y="4512431"/>
            <a:ext cx="1715239" cy="1095378"/>
            <a:chOff x="542532" y="4535034"/>
            <a:chExt cx="1715239" cy="1095378"/>
          </a:xfrm>
        </p:grpSpPr>
        <p:grpSp>
          <p:nvGrpSpPr>
            <p:cNvPr id="126" name="Gruppieren 125">
              <a:extLst>
                <a:ext uri="{FF2B5EF4-FFF2-40B4-BE49-F238E27FC236}">
                  <a16:creationId xmlns:a16="http://schemas.microsoft.com/office/drawing/2014/main" id="{78340A27-A1D8-141F-3E5A-69E08B17F5C8}"/>
                </a:ext>
              </a:extLst>
            </p:cNvPr>
            <p:cNvGrpSpPr/>
            <p:nvPr/>
          </p:nvGrpSpPr>
          <p:grpSpPr>
            <a:xfrm>
              <a:off x="542532" y="4535034"/>
              <a:ext cx="1715239" cy="412750"/>
              <a:chOff x="5271097" y="1861556"/>
              <a:chExt cx="2175589" cy="412750"/>
            </a:xfrm>
          </p:grpSpPr>
          <p:sp>
            <p:nvSpPr>
              <p:cNvPr id="131" name="Text Box 82">
                <a:extLst>
                  <a:ext uri="{FF2B5EF4-FFF2-40B4-BE49-F238E27FC236}">
                    <a16:creationId xmlns:a16="http://schemas.microsoft.com/office/drawing/2014/main" id="{BB4B0A05-E31F-11B3-71AA-E7B6C1B9FD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1097" y="1899656"/>
                <a:ext cx="2175589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plastic:Category</a:t>
                </a:r>
                <a:endPara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2" name="Rectangle 83">
                <a:extLst>
                  <a:ext uri="{FF2B5EF4-FFF2-40B4-BE49-F238E27FC236}">
                    <a16:creationId xmlns:a16="http://schemas.microsoft.com/office/drawing/2014/main" id="{BE2D6DE5-DFB3-5975-ABCB-FB61E08C8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1097" y="1861556"/>
                <a:ext cx="2175589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128" name="Gruppieren 127">
              <a:extLst>
                <a:ext uri="{FF2B5EF4-FFF2-40B4-BE49-F238E27FC236}">
                  <a16:creationId xmlns:a16="http://schemas.microsoft.com/office/drawing/2014/main" id="{8D8EE09F-5592-DBB6-DE01-B2DC15318727}"/>
                </a:ext>
              </a:extLst>
            </p:cNvPr>
            <p:cNvGrpSpPr/>
            <p:nvPr/>
          </p:nvGrpSpPr>
          <p:grpSpPr>
            <a:xfrm>
              <a:off x="542532" y="4947564"/>
              <a:ext cx="1715239" cy="682848"/>
              <a:chOff x="5287004" y="1861556"/>
              <a:chExt cx="1415984" cy="682848"/>
            </a:xfrm>
          </p:grpSpPr>
          <p:sp>
            <p:nvSpPr>
              <p:cNvPr id="129" name="Text Box 82">
                <a:extLst>
                  <a:ext uri="{FF2B5EF4-FFF2-40B4-BE49-F238E27FC236}">
                    <a16:creationId xmlns:a16="http://schemas.microsoft.com/office/drawing/2014/main" id="{5CC0990B-F2D4-AB7F-A59E-5F7A4360D4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7004" y="1899656"/>
                <a:ext cx="1406595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kind = Material</a:t>
                </a:r>
                <a:b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</a:br>
                <a: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type = Part</a:t>
                </a:r>
              </a:p>
            </p:txBody>
          </p:sp>
          <p:sp>
            <p:nvSpPr>
              <p:cNvPr id="130" name="Rectangle 83">
                <a:extLst>
                  <a:ext uri="{FF2B5EF4-FFF2-40B4-BE49-F238E27FC236}">
                    <a16:creationId xmlns:a16="http://schemas.microsoft.com/office/drawing/2014/main" id="{C0B973AA-D9EB-CD86-EFB3-D4779928A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682848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725FEEC7-E406-C594-AC3D-ED0EB1110663}"/>
              </a:ext>
            </a:extLst>
          </p:cNvPr>
          <p:cNvGrpSpPr/>
          <p:nvPr/>
        </p:nvGrpSpPr>
        <p:grpSpPr>
          <a:xfrm>
            <a:off x="8616092" y="3874239"/>
            <a:ext cx="1855395" cy="412750"/>
            <a:chOff x="540854" y="3896842"/>
            <a:chExt cx="1855395" cy="412750"/>
          </a:xfrm>
        </p:grpSpPr>
        <p:grpSp>
          <p:nvGrpSpPr>
            <p:cNvPr id="135" name="Gruppieren 134">
              <a:extLst>
                <a:ext uri="{FF2B5EF4-FFF2-40B4-BE49-F238E27FC236}">
                  <a16:creationId xmlns:a16="http://schemas.microsoft.com/office/drawing/2014/main" id="{3F805AB0-8344-7886-8B3C-68A091571556}"/>
                </a:ext>
              </a:extLst>
            </p:cNvPr>
            <p:cNvGrpSpPr/>
            <p:nvPr/>
          </p:nvGrpSpPr>
          <p:grpSpPr>
            <a:xfrm>
              <a:off x="540854" y="3896842"/>
              <a:ext cx="1718595" cy="412750"/>
              <a:chOff x="5288525" y="1861556"/>
              <a:chExt cx="1414463" cy="412750"/>
            </a:xfrm>
          </p:grpSpPr>
          <p:sp>
            <p:nvSpPr>
              <p:cNvPr id="163" name="Text Box 82">
                <a:extLst>
                  <a:ext uri="{FF2B5EF4-FFF2-40B4-BE49-F238E27FC236}">
                    <a16:creationId xmlns:a16="http://schemas.microsoft.com/office/drawing/2014/main" id="{92F25F51-DBD7-55B2-CFA6-03F76510C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21994" y="1899656"/>
                <a:ext cx="744365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:Stream</a:t>
                </a:r>
              </a:p>
            </p:txBody>
          </p:sp>
          <p:sp>
            <p:nvSpPr>
              <p:cNvPr id="164" name="Rectangle 83">
                <a:extLst>
                  <a:ext uri="{FF2B5EF4-FFF2-40B4-BE49-F238E27FC236}">
                    <a16:creationId xmlns:a16="http://schemas.microsoft.com/office/drawing/2014/main" id="{BCCFFB77-3AA5-108A-B5FF-6CB43951B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37" name="Rectangle 83">
              <a:extLst>
                <a:ext uri="{FF2B5EF4-FFF2-40B4-BE49-F238E27FC236}">
                  <a16:creationId xmlns:a16="http://schemas.microsoft.com/office/drawing/2014/main" id="{99F24C9D-B819-FC7B-2619-2F04296A2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449" y="3896842"/>
              <a:ext cx="136800" cy="13680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4</a:t>
              </a:r>
              <a:endParaRPr lang="en-US" sz="1600" dirty="0"/>
            </a:p>
          </p:txBody>
        </p:sp>
        <p:sp>
          <p:nvSpPr>
            <p:cNvPr id="138" name="Rectangle 83">
              <a:extLst>
                <a:ext uri="{FF2B5EF4-FFF2-40B4-BE49-F238E27FC236}">
                  <a16:creationId xmlns:a16="http://schemas.microsoft.com/office/drawing/2014/main" id="{B649D132-F803-868C-765B-C75F58395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449" y="4034817"/>
              <a:ext cx="136800" cy="13680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/>
                <a:t>5</a:t>
              </a:r>
            </a:p>
          </p:txBody>
        </p:sp>
        <p:sp>
          <p:nvSpPr>
            <p:cNvPr id="160" name="Rectangle 83">
              <a:extLst>
                <a:ext uri="{FF2B5EF4-FFF2-40B4-BE49-F238E27FC236}">
                  <a16:creationId xmlns:a16="http://schemas.microsoft.com/office/drawing/2014/main" id="{007AB3F5-5F7F-00E4-E75F-B507E05AC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449" y="4172792"/>
              <a:ext cx="136800" cy="13680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6</a:t>
              </a:r>
              <a:endParaRPr lang="en-US" sz="1600" dirty="0"/>
            </a:p>
          </p:txBody>
        </p:sp>
      </p:grp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206F9603-0417-5708-EAE4-52F13A42D080}"/>
              </a:ext>
            </a:extLst>
          </p:cNvPr>
          <p:cNvCxnSpPr>
            <a:cxnSpLocks/>
            <a:stCxn id="7" idx="2"/>
            <a:endCxn id="102" idx="0"/>
          </p:cNvCxnSpPr>
          <p:nvPr/>
        </p:nvCxnSpPr>
        <p:spPr>
          <a:xfrm>
            <a:off x="9475390" y="2660144"/>
            <a:ext cx="0" cy="522446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69" name="Gruppieren 168">
            <a:extLst>
              <a:ext uri="{FF2B5EF4-FFF2-40B4-BE49-F238E27FC236}">
                <a16:creationId xmlns:a16="http://schemas.microsoft.com/office/drawing/2014/main" id="{0BACF1A3-6329-0A53-2E9F-A8C3C22C7056}"/>
              </a:ext>
            </a:extLst>
          </p:cNvPr>
          <p:cNvGrpSpPr/>
          <p:nvPr/>
        </p:nvGrpSpPr>
        <p:grpSpPr>
          <a:xfrm>
            <a:off x="10739219" y="3804326"/>
            <a:ext cx="1194558" cy="824891"/>
            <a:chOff x="2868289" y="3804631"/>
            <a:chExt cx="1194558" cy="824891"/>
          </a:xfrm>
        </p:grpSpPr>
        <p:sp>
          <p:nvSpPr>
            <p:cNvPr id="176" name="Text Box 82">
              <a:extLst>
                <a:ext uri="{FF2B5EF4-FFF2-40B4-BE49-F238E27FC236}">
                  <a16:creationId xmlns:a16="http://schemas.microsoft.com/office/drawing/2014/main" id="{0A80357F-8C9C-3B12-4F55-485C2E4E0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9129" y="3842731"/>
              <a:ext cx="115288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de-DE" sz="1600" b="0" i="0" u="sng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</a:t>
              </a:r>
              <a:r>
                <a:rPr lang="en-US" altLang="de-DE" sz="1600" u="sng" kern="0" dirty="0" err="1" smtClean="0">
                  <a:solidFill>
                    <a:prstClr val="black"/>
                  </a:solidFill>
                </a:rPr>
                <a:t>LegoBrick</a:t>
              </a:r>
              <a:endParaRPr kumimoji="0" lang="en-US" altLang="de-DE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7" name="Rectangle 83">
              <a:extLst>
                <a:ext uri="{FF2B5EF4-FFF2-40B4-BE49-F238E27FC236}">
                  <a16:creationId xmlns:a16="http://schemas.microsoft.com/office/drawing/2014/main" id="{9E4263E4-C7C6-8783-A938-42621CA66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3804631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8" name="Text Box 82">
              <a:extLst>
                <a:ext uri="{FF2B5EF4-FFF2-40B4-BE49-F238E27FC236}">
                  <a16:creationId xmlns:a16="http://schemas.microsoft.com/office/drawing/2014/main" id="{2D97B12B-3612-4C4F-9B2C-4A5D73B59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0643" y="4254872"/>
              <a:ext cx="38985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kern="0" dirty="0">
                  <a:solidFill>
                    <a:prstClr val="black"/>
                  </a:solidFill>
                </a:rPr>
                <a:t>…</a:t>
              </a:r>
              <a:endParaRPr kumimoji="0" lang="en-US" altLang="de-DE" sz="16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9" name="Rectangle 83">
              <a:extLst>
                <a:ext uri="{FF2B5EF4-FFF2-40B4-BE49-F238E27FC236}">
                  <a16:creationId xmlns:a16="http://schemas.microsoft.com/office/drawing/2014/main" id="{F483DC58-FDC2-DD5D-884D-0D418B41B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4216772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80" name="Gruppieren 179">
            <a:extLst>
              <a:ext uri="{FF2B5EF4-FFF2-40B4-BE49-F238E27FC236}">
                <a16:creationId xmlns:a16="http://schemas.microsoft.com/office/drawing/2014/main" id="{9FAD37F7-3050-A902-5F45-28B678B061CE}"/>
              </a:ext>
            </a:extLst>
          </p:cNvPr>
          <p:cNvGrpSpPr/>
          <p:nvPr/>
        </p:nvGrpSpPr>
        <p:grpSpPr>
          <a:xfrm>
            <a:off x="10739219" y="2821644"/>
            <a:ext cx="1194558" cy="824891"/>
            <a:chOff x="2868289" y="3804631"/>
            <a:chExt cx="1194558" cy="824891"/>
          </a:xfrm>
        </p:grpSpPr>
        <p:sp>
          <p:nvSpPr>
            <p:cNvPr id="181" name="Text Box 82">
              <a:extLst>
                <a:ext uri="{FF2B5EF4-FFF2-40B4-BE49-F238E27FC236}">
                  <a16:creationId xmlns:a16="http://schemas.microsoft.com/office/drawing/2014/main" id="{CAAB7746-4851-8D9D-FF36-4F6C5F872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9130" y="3842731"/>
              <a:ext cx="115288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</a:t>
              </a:r>
              <a:r>
                <a:rPr lang="en-US" altLang="de-DE" sz="1600" u="sng" kern="0" dirty="0" err="1" smtClean="0">
                  <a:solidFill>
                    <a:prstClr val="black"/>
                  </a:solidFill>
                </a:rPr>
                <a:t>LegoBrick</a:t>
              </a:r>
              <a:endParaRPr kumimoji="0" lang="en-US" altLang="de-DE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2" name="Rectangle 83">
              <a:extLst>
                <a:ext uri="{FF2B5EF4-FFF2-40B4-BE49-F238E27FC236}">
                  <a16:creationId xmlns:a16="http://schemas.microsoft.com/office/drawing/2014/main" id="{2C8048C6-CB58-7B29-13B3-332E4A28C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3804631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3" name="Text Box 82">
              <a:extLst>
                <a:ext uri="{FF2B5EF4-FFF2-40B4-BE49-F238E27FC236}">
                  <a16:creationId xmlns:a16="http://schemas.microsoft.com/office/drawing/2014/main" id="{1FA26872-2898-AB82-98BC-2039ACDF9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0643" y="4254872"/>
              <a:ext cx="38985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…</a:t>
              </a:r>
            </a:p>
          </p:txBody>
        </p:sp>
        <p:sp>
          <p:nvSpPr>
            <p:cNvPr id="184" name="Rectangle 83">
              <a:extLst>
                <a:ext uri="{FF2B5EF4-FFF2-40B4-BE49-F238E27FC236}">
                  <a16:creationId xmlns:a16="http://schemas.microsoft.com/office/drawing/2014/main" id="{5F569989-4173-3487-AD94-640E6DC15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4216772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85" name="Gruppieren 184">
            <a:extLst>
              <a:ext uri="{FF2B5EF4-FFF2-40B4-BE49-F238E27FC236}">
                <a16:creationId xmlns:a16="http://schemas.microsoft.com/office/drawing/2014/main" id="{8F111D09-78BA-0C26-8C77-DADDCCAAC4A6}"/>
              </a:ext>
            </a:extLst>
          </p:cNvPr>
          <p:cNvGrpSpPr/>
          <p:nvPr/>
        </p:nvGrpSpPr>
        <p:grpSpPr>
          <a:xfrm>
            <a:off x="10739219" y="4877498"/>
            <a:ext cx="1194558" cy="824891"/>
            <a:chOff x="2868289" y="3804631"/>
            <a:chExt cx="1194558" cy="824891"/>
          </a:xfrm>
        </p:grpSpPr>
        <p:sp>
          <p:nvSpPr>
            <p:cNvPr id="186" name="Text Box 82">
              <a:extLst>
                <a:ext uri="{FF2B5EF4-FFF2-40B4-BE49-F238E27FC236}">
                  <a16:creationId xmlns:a16="http://schemas.microsoft.com/office/drawing/2014/main" id="{2DD155CE-04BF-8BB4-0BEA-5DA116953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9128" y="3842731"/>
              <a:ext cx="115288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de-DE" sz="1600" b="0" i="0" u="sng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</a:t>
              </a:r>
              <a:r>
                <a:rPr lang="en-US" altLang="de-DE" sz="1600" u="sng" kern="0" dirty="0" err="1" smtClean="0">
                  <a:solidFill>
                    <a:prstClr val="black"/>
                  </a:solidFill>
                </a:rPr>
                <a:t>LegoBrick</a:t>
              </a:r>
              <a:endParaRPr kumimoji="0" lang="en-US" altLang="de-DE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7" name="Rectangle 83">
              <a:extLst>
                <a:ext uri="{FF2B5EF4-FFF2-40B4-BE49-F238E27FC236}">
                  <a16:creationId xmlns:a16="http://schemas.microsoft.com/office/drawing/2014/main" id="{EF92951C-1EF2-BEDF-7DE7-64D769919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3804631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8" name="Text Box 82">
              <a:extLst>
                <a:ext uri="{FF2B5EF4-FFF2-40B4-BE49-F238E27FC236}">
                  <a16:creationId xmlns:a16="http://schemas.microsoft.com/office/drawing/2014/main" id="{43A9212B-7FC0-118D-B2DD-305CA5FAC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0643" y="4254872"/>
              <a:ext cx="38985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…</a:t>
              </a:r>
            </a:p>
          </p:txBody>
        </p:sp>
        <p:sp>
          <p:nvSpPr>
            <p:cNvPr id="189" name="Rectangle 83">
              <a:extLst>
                <a:ext uri="{FF2B5EF4-FFF2-40B4-BE49-F238E27FC236}">
                  <a16:creationId xmlns:a16="http://schemas.microsoft.com/office/drawing/2014/main" id="{D5383BF2-9F79-043F-E701-FF9D8A93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4216772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90" name="Verbinder: gewinkelt 87">
            <a:extLst>
              <a:ext uri="{FF2B5EF4-FFF2-40B4-BE49-F238E27FC236}">
                <a16:creationId xmlns:a16="http://schemas.microsoft.com/office/drawing/2014/main" id="{F9E7EC61-CCD4-6173-33E2-68E9CA451DE8}"/>
              </a:ext>
            </a:extLst>
          </p:cNvPr>
          <p:cNvCxnSpPr>
            <a:cxnSpLocks/>
            <a:stCxn id="137" idx="3"/>
            <a:endCxn id="182" idx="1"/>
          </p:cNvCxnSpPr>
          <p:nvPr/>
        </p:nvCxnSpPr>
        <p:spPr>
          <a:xfrm flipV="1">
            <a:off x="10471487" y="3028019"/>
            <a:ext cx="267732" cy="91462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93" name="Verbinder: gewinkelt 87">
            <a:extLst>
              <a:ext uri="{FF2B5EF4-FFF2-40B4-BE49-F238E27FC236}">
                <a16:creationId xmlns:a16="http://schemas.microsoft.com/office/drawing/2014/main" id="{FCC0D500-CE15-AC87-636E-EAA802BC4266}"/>
              </a:ext>
            </a:extLst>
          </p:cNvPr>
          <p:cNvCxnSpPr>
            <a:cxnSpLocks/>
            <a:stCxn id="138" idx="3"/>
            <a:endCxn id="177" idx="1"/>
          </p:cNvCxnSpPr>
          <p:nvPr/>
        </p:nvCxnSpPr>
        <p:spPr>
          <a:xfrm flipV="1">
            <a:off x="10471487" y="4010701"/>
            <a:ext cx="267732" cy="699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97" name="Verbinder: gewinkelt 87">
            <a:extLst>
              <a:ext uri="{FF2B5EF4-FFF2-40B4-BE49-F238E27FC236}">
                <a16:creationId xmlns:a16="http://schemas.microsoft.com/office/drawing/2014/main" id="{C5246A4D-DAAF-1D3C-AD3F-791AE1ABDEF4}"/>
              </a:ext>
            </a:extLst>
          </p:cNvPr>
          <p:cNvCxnSpPr>
            <a:cxnSpLocks/>
            <a:stCxn id="160" idx="3"/>
            <a:endCxn id="187" idx="1"/>
          </p:cNvCxnSpPr>
          <p:nvPr/>
        </p:nvCxnSpPr>
        <p:spPr>
          <a:xfrm>
            <a:off x="10471487" y="4218589"/>
            <a:ext cx="267732" cy="86528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41" name="Gerade Verbindung mit Pfeil 240">
            <a:extLst>
              <a:ext uri="{FF2B5EF4-FFF2-40B4-BE49-F238E27FC236}">
                <a16:creationId xmlns:a16="http://schemas.microsoft.com/office/drawing/2014/main" id="{30248E9E-9CCD-22E0-451B-3766CFD3EB2B}"/>
              </a:ext>
            </a:extLst>
          </p:cNvPr>
          <p:cNvCxnSpPr>
            <a:cxnSpLocks/>
          </p:cNvCxnSpPr>
          <p:nvPr/>
        </p:nvCxnSpPr>
        <p:spPr>
          <a:xfrm>
            <a:off x="5364406" y="4281701"/>
            <a:ext cx="0" cy="225442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45" name="Gerade Verbindung mit Pfeil 244">
            <a:extLst>
              <a:ext uri="{FF2B5EF4-FFF2-40B4-BE49-F238E27FC236}">
                <a16:creationId xmlns:a16="http://schemas.microsoft.com/office/drawing/2014/main" id="{A30884F1-236C-0117-197E-B00DF8FB7123}"/>
              </a:ext>
            </a:extLst>
          </p:cNvPr>
          <p:cNvCxnSpPr>
            <a:cxnSpLocks/>
          </p:cNvCxnSpPr>
          <p:nvPr/>
        </p:nvCxnSpPr>
        <p:spPr>
          <a:xfrm>
            <a:off x="5364406" y="3590052"/>
            <a:ext cx="0" cy="278899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246" name="Verbinder: gewinkelt 87">
            <a:extLst>
              <a:ext uri="{FF2B5EF4-FFF2-40B4-BE49-F238E27FC236}">
                <a16:creationId xmlns:a16="http://schemas.microsoft.com/office/drawing/2014/main" id="{F03BF47B-3837-D5E0-7C4C-BA7BFD93B002}"/>
              </a:ext>
            </a:extLst>
          </p:cNvPr>
          <p:cNvCxnSpPr>
            <a:cxnSpLocks/>
            <a:stCxn id="244" idx="1"/>
            <a:endCxn id="253" idx="1"/>
          </p:cNvCxnSpPr>
          <p:nvPr/>
        </p:nvCxnSpPr>
        <p:spPr>
          <a:xfrm rot="10800000" flipV="1">
            <a:off x="4506787" y="3383676"/>
            <a:ext cx="17766" cy="1329841"/>
          </a:xfrm>
          <a:prstGeom prst="bentConnector3">
            <a:avLst>
              <a:gd name="adj1" fmla="val 1386727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D27DCDBD-061B-1E0C-0810-23AF77A75E14}"/>
              </a:ext>
            </a:extLst>
          </p:cNvPr>
          <p:cNvGrpSpPr/>
          <p:nvPr/>
        </p:nvGrpSpPr>
        <p:grpSpPr>
          <a:xfrm>
            <a:off x="4506787" y="4507143"/>
            <a:ext cx="1715239" cy="1095378"/>
            <a:chOff x="542532" y="4535034"/>
            <a:chExt cx="1715239" cy="1095378"/>
          </a:xfrm>
        </p:grpSpPr>
        <p:grpSp>
          <p:nvGrpSpPr>
            <p:cNvPr id="248" name="Gruppieren 247">
              <a:extLst>
                <a:ext uri="{FF2B5EF4-FFF2-40B4-BE49-F238E27FC236}">
                  <a16:creationId xmlns:a16="http://schemas.microsoft.com/office/drawing/2014/main" id="{0F2C00CB-7BE0-B310-EF17-E026E0466456}"/>
                </a:ext>
              </a:extLst>
            </p:cNvPr>
            <p:cNvGrpSpPr/>
            <p:nvPr/>
          </p:nvGrpSpPr>
          <p:grpSpPr>
            <a:xfrm>
              <a:off x="542532" y="4535034"/>
              <a:ext cx="1715239" cy="412750"/>
              <a:chOff x="5271097" y="1861556"/>
              <a:chExt cx="2175589" cy="412750"/>
            </a:xfrm>
          </p:grpSpPr>
          <p:sp>
            <p:nvSpPr>
              <p:cNvPr id="252" name="Text Box 82">
                <a:extLst>
                  <a:ext uri="{FF2B5EF4-FFF2-40B4-BE49-F238E27FC236}">
                    <a16:creationId xmlns:a16="http://schemas.microsoft.com/office/drawing/2014/main" id="{F6216BAE-D6E5-8F9A-20E2-4FE27B4929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71097" y="1899656"/>
                <a:ext cx="2175589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melt:Category</a:t>
                </a:r>
                <a:endPara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53" name="Rectangle 83">
                <a:extLst>
                  <a:ext uri="{FF2B5EF4-FFF2-40B4-BE49-F238E27FC236}">
                    <a16:creationId xmlns:a16="http://schemas.microsoft.com/office/drawing/2014/main" id="{E5AE26E1-2B73-81F7-CFCE-65A20C0AA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1097" y="1861556"/>
                <a:ext cx="2175589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9" name="Gruppieren 248">
              <a:extLst>
                <a:ext uri="{FF2B5EF4-FFF2-40B4-BE49-F238E27FC236}">
                  <a16:creationId xmlns:a16="http://schemas.microsoft.com/office/drawing/2014/main" id="{3BDB77EF-29DD-9B07-A30B-3CBC7168D55C}"/>
                </a:ext>
              </a:extLst>
            </p:cNvPr>
            <p:cNvGrpSpPr/>
            <p:nvPr/>
          </p:nvGrpSpPr>
          <p:grpSpPr>
            <a:xfrm>
              <a:off x="542532" y="4947564"/>
              <a:ext cx="1715239" cy="682848"/>
              <a:chOff x="5287004" y="1861556"/>
              <a:chExt cx="1415984" cy="682848"/>
            </a:xfrm>
          </p:grpSpPr>
          <p:sp>
            <p:nvSpPr>
              <p:cNvPr id="250" name="Text Box 82">
                <a:extLst>
                  <a:ext uri="{FF2B5EF4-FFF2-40B4-BE49-F238E27FC236}">
                    <a16:creationId xmlns:a16="http://schemas.microsoft.com/office/drawing/2014/main" id="{0B05E06B-A769-7E83-DA01-519680E1A5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7004" y="1899656"/>
                <a:ext cx="1406595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kind = Fluid</a:t>
                </a:r>
                <a:b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</a:br>
                <a:r>
                  <a:rPr kumimoji="0" lang="en-US" altLang="de-DE" sz="16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type = l/s&lt;Float&gt;</a:t>
                </a:r>
              </a:p>
            </p:txBody>
          </p:sp>
          <p:sp>
            <p:nvSpPr>
              <p:cNvPr id="251" name="Rectangle 83">
                <a:extLst>
                  <a:ext uri="{FF2B5EF4-FFF2-40B4-BE49-F238E27FC236}">
                    <a16:creationId xmlns:a16="http://schemas.microsoft.com/office/drawing/2014/main" id="{16F05263-4ABA-8DB0-19C8-4C63786AA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682848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</p:grpSp>
      <p:grpSp>
        <p:nvGrpSpPr>
          <p:cNvPr id="254" name="Gruppieren 253">
            <a:extLst>
              <a:ext uri="{FF2B5EF4-FFF2-40B4-BE49-F238E27FC236}">
                <a16:creationId xmlns:a16="http://schemas.microsoft.com/office/drawing/2014/main" id="{A91ADDD3-7E5B-84D7-D795-328FE8F7B5D9}"/>
              </a:ext>
            </a:extLst>
          </p:cNvPr>
          <p:cNvGrpSpPr/>
          <p:nvPr/>
        </p:nvGrpSpPr>
        <p:grpSpPr>
          <a:xfrm>
            <a:off x="4505109" y="3868951"/>
            <a:ext cx="1855395" cy="412750"/>
            <a:chOff x="540854" y="3896842"/>
            <a:chExt cx="1855395" cy="412750"/>
          </a:xfrm>
        </p:grpSpPr>
        <p:grpSp>
          <p:nvGrpSpPr>
            <p:cNvPr id="255" name="Gruppieren 254">
              <a:extLst>
                <a:ext uri="{FF2B5EF4-FFF2-40B4-BE49-F238E27FC236}">
                  <a16:creationId xmlns:a16="http://schemas.microsoft.com/office/drawing/2014/main" id="{19F8548D-8B7F-9DA6-7863-5A0E0566682A}"/>
                </a:ext>
              </a:extLst>
            </p:cNvPr>
            <p:cNvGrpSpPr/>
            <p:nvPr/>
          </p:nvGrpSpPr>
          <p:grpSpPr>
            <a:xfrm>
              <a:off x="540854" y="3896842"/>
              <a:ext cx="1718595" cy="412750"/>
              <a:chOff x="5288525" y="1861556"/>
              <a:chExt cx="1414463" cy="412750"/>
            </a:xfrm>
          </p:grpSpPr>
          <p:sp>
            <p:nvSpPr>
              <p:cNvPr id="259" name="Text Box 82">
                <a:extLst>
                  <a:ext uri="{FF2B5EF4-FFF2-40B4-BE49-F238E27FC236}">
                    <a16:creationId xmlns:a16="http://schemas.microsoft.com/office/drawing/2014/main" id="{8248A08E-DFB8-5BAB-05F0-5CB6B77F65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21994" y="1899656"/>
                <a:ext cx="744365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:Stream</a:t>
                </a:r>
              </a:p>
            </p:txBody>
          </p:sp>
          <p:sp>
            <p:nvSpPr>
              <p:cNvPr id="260" name="Rectangle 83">
                <a:extLst>
                  <a:ext uri="{FF2B5EF4-FFF2-40B4-BE49-F238E27FC236}">
                    <a16:creationId xmlns:a16="http://schemas.microsoft.com/office/drawing/2014/main" id="{6CC7845C-F196-1580-42C4-A394D834A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56" name="Rectangle 83">
              <a:extLst>
                <a:ext uri="{FF2B5EF4-FFF2-40B4-BE49-F238E27FC236}">
                  <a16:creationId xmlns:a16="http://schemas.microsoft.com/office/drawing/2014/main" id="{D1E4C455-D157-D555-0890-B04B856F2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449" y="3896842"/>
              <a:ext cx="136800" cy="13680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4</a:t>
              </a:r>
              <a:endParaRPr lang="en-US" sz="1600" dirty="0"/>
            </a:p>
          </p:txBody>
        </p:sp>
        <p:sp>
          <p:nvSpPr>
            <p:cNvPr id="257" name="Rectangle 83">
              <a:extLst>
                <a:ext uri="{FF2B5EF4-FFF2-40B4-BE49-F238E27FC236}">
                  <a16:creationId xmlns:a16="http://schemas.microsoft.com/office/drawing/2014/main" id="{45920DA1-ED19-532E-A05C-BDAE9336F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449" y="4034817"/>
              <a:ext cx="136800" cy="13680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/>
                <a:t>5</a:t>
              </a:r>
            </a:p>
          </p:txBody>
        </p:sp>
        <p:sp>
          <p:nvSpPr>
            <p:cNvPr id="258" name="Rectangle 83">
              <a:extLst>
                <a:ext uri="{FF2B5EF4-FFF2-40B4-BE49-F238E27FC236}">
                  <a16:creationId xmlns:a16="http://schemas.microsoft.com/office/drawing/2014/main" id="{9654C737-6807-95B7-0DFE-0F11E1AE6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9449" y="4172792"/>
              <a:ext cx="136800" cy="13680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6</a:t>
              </a:r>
              <a:endParaRPr lang="en-US" sz="1600" dirty="0"/>
            </a:p>
          </p:txBody>
        </p:sp>
      </p:grpSp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5B90618D-B70E-DC80-D4F1-6F5C636047EF}"/>
              </a:ext>
            </a:extLst>
          </p:cNvPr>
          <p:cNvGrpSpPr/>
          <p:nvPr/>
        </p:nvGrpSpPr>
        <p:grpSpPr>
          <a:xfrm>
            <a:off x="6628236" y="3799038"/>
            <a:ext cx="1194558" cy="824891"/>
            <a:chOff x="2868289" y="3804631"/>
            <a:chExt cx="1194558" cy="824891"/>
          </a:xfrm>
        </p:grpSpPr>
        <p:sp>
          <p:nvSpPr>
            <p:cNvPr id="262" name="Text Box 82">
              <a:extLst>
                <a:ext uri="{FF2B5EF4-FFF2-40B4-BE49-F238E27FC236}">
                  <a16:creationId xmlns:a16="http://schemas.microsoft.com/office/drawing/2014/main" id="{DD3CD60A-8C69-75CA-961F-9D30680F0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3842731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:Value</a:t>
              </a:r>
            </a:p>
          </p:txBody>
        </p:sp>
        <p:sp>
          <p:nvSpPr>
            <p:cNvPr id="263" name="Rectangle 83">
              <a:extLst>
                <a:ext uri="{FF2B5EF4-FFF2-40B4-BE49-F238E27FC236}">
                  <a16:creationId xmlns:a16="http://schemas.microsoft.com/office/drawing/2014/main" id="{EBE1CD7F-0F9D-A99C-AF18-4B415EAF9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3804631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4" name="Text Box 82">
              <a:extLst>
                <a:ext uri="{FF2B5EF4-FFF2-40B4-BE49-F238E27FC236}">
                  <a16:creationId xmlns:a16="http://schemas.microsoft.com/office/drawing/2014/main" id="{6B6BDD2F-B8F4-6E5A-A1EE-33F56F947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4254872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 = </a:t>
              </a:r>
              <a:r>
                <a:rPr lang="en-US" altLang="de-DE" sz="1600" kern="0" dirty="0">
                  <a:solidFill>
                    <a:prstClr val="black"/>
                  </a:solidFill>
                </a:rPr>
                <a:t>2.3</a:t>
              </a:r>
              <a:endParaRPr kumimoji="0" lang="en-US" altLang="de-DE" sz="16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5" name="Rectangle 83">
              <a:extLst>
                <a:ext uri="{FF2B5EF4-FFF2-40B4-BE49-F238E27FC236}">
                  <a16:creationId xmlns:a16="http://schemas.microsoft.com/office/drawing/2014/main" id="{14DA25B3-BC37-F7AB-91D4-A178FB8E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4216772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66" name="Gruppieren 265">
            <a:extLst>
              <a:ext uri="{FF2B5EF4-FFF2-40B4-BE49-F238E27FC236}">
                <a16:creationId xmlns:a16="http://schemas.microsoft.com/office/drawing/2014/main" id="{DBD3347C-5B4F-6DF9-7760-F6089722EF5F}"/>
              </a:ext>
            </a:extLst>
          </p:cNvPr>
          <p:cNvGrpSpPr/>
          <p:nvPr/>
        </p:nvGrpSpPr>
        <p:grpSpPr>
          <a:xfrm>
            <a:off x="6628236" y="2816356"/>
            <a:ext cx="1194558" cy="824891"/>
            <a:chOff x="2868289" y="3804631"/>
            <a:chExt cx="1194558" cy="824891"/>
          </a:xfrm>
        </p:grpSpPr>
        <p:sp>
          <p:nvSpPr>
            <p:cNvPr id="267" name="Text Box 82">
              <a:extLst>
                <a:ext uri="{FF2B5EF4-FFF2-40B4-BE49-F238E27FC236}">
                  <a16:creationId xmlns:a16="http://schemas.microsoft.com/office/drawing/2014/main" id="{6D974D66-6760-6CEC-9DB5-220C16DF1F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3842731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:Value</a:t>
              </a:r>
            </a:p>
          </p:txBody>
        </p:sp>
        <p:sp>
          <p:nvSpPr>
            <p:cNvPr id="268" name="Rectangle 83">
              <a:extLst>
                <a:ext uri="{FF2B5EF4-FFF2-40B4-BE49-F238E27FC236}">
                  <a16:creationId xmlns:a16="http://schemas.microsoft.com/office/drawing/2014/main" id="{ACD207B5-E722-D56A-2E71-CA778EC21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3804631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9" name="Text Box 82">
              <a:extLst>
                <a:ext uri="{FF2B5EF4-FFF2-40B4-BE49-F238E27FC236}">
                  <a16:creationId xmlns:a16="http://schemas.microsoft.com/office/drawing/2014/main" id="{6F804F52-A12C-99DC-D5E8-99B733DFA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4254872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 = </a:t>
              </a:r>
              <a:r>
                <a:rPr lang="en-US" altLang="de-DE" sz="1600" kern="0" dirty="0">
                  <a:solidFill>
                    <a:prstClr val="black"/>
                  </a:solidFill>
                </a:rPr>
                <a:t>2.9</a:t>
              </a:r>
              <a:endParaRPr kumimoji="0" lang="en-US" altLang="de-DE" sz="16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0" name="Rectangle 83">
              <a:extLst>
                <a:ext uri="{FF2B5EF4-FFF2-40B4-BE49-F238E27FC236}">
                  <a16:creationId xmlns:a16="http://schemas.microsoft.com/office/drawing/2014/main" id="{D418ACC1-78A5-16EA-351E-1B968E496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4216772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71" name="Gruppieren 270">
            <a:extLst>
              <a:ext uri="{FF2B5EF4-FFF2-40B4-BE49-F238E27FC236}">
                <a16:creationId xmlns:a16="http://schemas.microsoft.com/office/drawing/2014/main" id="{E776DB1E-908C-872A-DB6D-1346BCAB7549}"/>
              </a:ext>
            </a:extLst>
          </p:cNvPr>
          <p:cNvGrpSpPr/>
          <p:nvPr/>
        </p:nvGrpSpPr>
        <p:grpSpPr>
          <a:xfrm>
            <a:off x="6628236" y="4872210"/>
            <a:ext cx="1194558" cy="824891"/>
            <a:chOff x="2868289" y="3804631"/>
            <a:chExt cx="1194558" cy="824891"/>
          </a:xfrm>
        </p:grpSpPr>
        <p:sp>
          <p:nvSpPr>
            <p:cNvPr id="272" name="Text Box 82">
              <a:extLst>
                <a:ext uri="{FF2B5EF4-FFF2-40B4-BE49-F238E27FC236}">
                  <a16:creationId xmlns:a16="http://schemas.microsoft.com/office/drawing/2014/main" id="{E1237EAD-AF52-E0AC-7999-E2E22AB5D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3842731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:Value</a:t>
              </a:r>
            </a:p>
          </p:txBody>
        </p:sp>
        <p:sp>
          <p:nvSpPr>
            <p:cNvPr id="273" name="Rectangle 83">
              <a:extLst>
                <a:ext uri="{FF2B5EF4-FFF2-40B4-BE49-F238E27FC236}">
                  <a16:creationId xmlns:a16="http://schemas.microsoft.com/office/drawing/2014/main" id="{337EBE09-B2F4-F3CE-96FD-D947FF790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3804631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4" name="Text Box 82">
              <a:extLst>
                <a:ext uri="{FF2B5EF4-FFF2-40B4-BE49-F238E27FC236}">
                  <a16:creationId xmlns:a16="http://schemas.microsoft.com/office/drawing/2014/main" id="{B8CB8D46-ED81-62DD-351D-96596FD0C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289" y="4254872"/>
              <a:ext cx="11945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 = </a:t>
              </a:r>
              <a:r>
                <a:rPr lang="en-US" altLang="de-DE" sz="1600" kern="0" dirty="0">
                  <a:solidFill>
                    <a:prstClr val="black"/>
                  </a:solidFill>
                </a:rPr>
                <a:t>1.9</a:t>
              </a:r>
              <a:endParaRPr kumimoji="0" lang="en-US" altLang="de-DE" sz="1600" b="0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5" name="Rectangle 83">
              <a:extLst>
                <a:ext uri="{FF2B5EF4-FFF2-40B4-BE49-F238E27FC236}">
                  <a16:creationId xmlns:a16="http://schemas.microsoft.com/office/drawing/2014/main" id="{9357ED08-1BEC-2724-B38C-3C952EFB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289" y="4216772"/>
              <a:ext cx="119455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276" name="Verbinder: gewinkelt 87">
            <a:extLst>
              <a:ext uri="{FF2B5EF4-FFF2-40B4-BE49-F238E27FC236}">
                <a16:creationId xmlns:a16="http://schemas.microsoft.com/office/drawing/2014/main" id="{D3D12CA9-512A-C321-F8DB-F6DA464CB45A}"/>
              </a:ext>
            </a:extLst>
          </p:cNvPr>
          <p:cNvCxnSpPr>
            <a:cxnSpLocks/>
            <a:stCxn id="256" idx="3"/>
            <a:endCxn id="268" idx="1"/>
          </p:cNvCxnSpPr>
          <p:nvPr/>
        </p:nvCxnSpPr>
        <p:spPr>
          <a:xfrm flipV="1">
            <a:off x="6360504" y="3022731"/>
            <a:ext cx="267732" cy="91462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77" name="Verbinder: gewinkelt 87">
            <a:extLst>
              <a:ext uri="{FF2B5EF4-FFF2-40B4-BE49-F238E27FC236}">
                <a16:creationId xmlns:a16="http://schemas.microsoft.com/office/drawing/2014/main" id="{4BEC832B-0347-105D-99A9-A1E083213755}"/>
              </a:ext>
            </a:extLst>
          </p:cNvPr>
          <p:cNvCxnSpPr>
            <a:cxnSpLocks/>
            <a:stCxn id="257" idx="3"/>
            <a:endCxn id="262" idx="1"/>
          </p:cNvCxnSpPr>
          <p:nvPr/>
        </p:nvCxnSpPr>
        <p:spPr>
          <a:xfrm flipV="1">
            <a:off x="6360504" y="4006415"/>
            <a:ext cx="267732" cy="6891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78" name="Verbinder: gewinkelt 87">
            <a:extLst>
              <a:ext uri="{FF2B5EF4-FFF2-40B4-BE49-F238E27FC236}">
                <a16:creationId xmlns:a16="http://schemas.microsoft.com/office/drawing/2014/main" id="{F3EE148A-0F37-93B6-F19E-21D4B7ECA0E0}"/>
              </a:ext>
            </a:extLst>
          </p:cNvPr>
          <p:cNvCxnSpPr>
            <a:cxnSpLocks/>
            <a:stCxn id="258" idx="3"/>
            <a:endCxn id="273" idx="1"/>
          </p:cNvCxnSpPr>
          <p:nvPr/>
        </p:nvCxnSpPr>
        <p:spPr>
          <a:xfrm>
            <a:off x="6360504" y="4213301"/>
            <a:ext cx="267732" cy="86528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79" name="Verbinder: gewinkelt 87">
            <a:extLst>
              <a:ext uri="{FF2B5EF4-FFF2-40B4-BE49-F238E27FC236}">
                <a16:creationId xmlns:a16="http://schemas.microsoft.com/office/drawing/2014/main" id="{ACD1AC40-84D6-06C9-9058-B0B7997E0FEA}"/>
              </a:ext>
            </a:extLst>
          </p:cNvPr>
          <p:cNvCxnSpPr>
            <a:cxnSpLocks/>
            <a:stCxn id="62" idx="2"/>
            <a:endCxn id="282" idx="0"/>
          </p:cNvCxnSpPr>
          <p:nvPr/>
        </p:nvCxnSpPr>
        <p:spPr>
          <a:xfrm rot="5400000">
            <a:off x="2243561" y="1175863"/>
            <a:ext cx="1586386" cy="2472275"/>
          </a:xfrm>
          <a:prstGeom prst="bentConnector3">
            <a:avLst>
              <a:gd name="adj1" fmla="val 66812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283" name="Gruppieren 282">
            <a:extLst>
              <a:ext uri="{FF2B5EF4-FFF2-40B4-BE49-F238E27FC236}">
                <a16:creationId xmlns:a16="http://schemas.microsoft.com/office/drawing/2014/main" id="{337EE7BC-79D3-DC7A-8925-5F9FCA5AAA7D}"/>
              </a:ext>
            </a:extLst>
          </p:cNvPr>
          <p:cNvGrpSpPr/>
          <p:nvPr/>
        </p:nvGrpSpPr>
        <p:grpSpPr>
          <a:xfrm>
            <a:off x="461442" y="3205193"/>
            <a:ext cx="1679707" cy="412750"/>
            <a:chOff x="461442" y="3205193"/>
            <a:chExt cx="1679707" cy="412750"/>
          </a:xfrm>
        </p:grpSpPr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77D83545-CA7D-E1EF-451F-442B39AC48DB}"/>
                </a:ext>
              </a:extLst>
            </p:cNvPr>
            <p:cNvGrpSpPr/>
            <p:nvPr/>
          </p:nvGrpSpPr>
          <p:grpSpPr>
            <a:xfrm>
              <a:off x="461442" y="3205193"/>
              <a:ext cx="1679707" cy="412750"/>
              <a:chOff x="5288525" y="1861556"/>
              <a:chExt cx="1414463" cy="412750"/>
            </a:xfrm>
          </p:grpSpPr>
          <p:sp>
            <p:nvSpPr>
              <p:cNvPr id="89" name="Text Box 82">
                <a:extLst>
                  <a:ext uri="{FF2B5EF4-FFF2-40B4-BE49-F238E27FC236}">
                    <a16:creationId xmlns:a16="http://schemas.microsoft.com/office/drawing/2014/main" id="{922D9A58-9660-2FD2-4795-FC5115AE3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71529" y="1899656"/>
                <a:ext cx="845290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:Channel</a:t>
                </a:r>
              </a:p>
            </p:txBody>
          </p:sp>
          <p:sp>
            <p:nvSpPr>
              <p:cNvPr id="90" name="Rectangle 83">
                <a:extLst>
                  <a:ext uri="{FF2B5EF4-FFF2-40B4-BE49-F238E27FC236}">
                    <a16:creationId xmlns:a16="http://schemas.microsoft.com/office/drawing/2014/main" id="{6C93D162-1AF8-5295-1DB3-A9D739AFB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82" name="Rechteck 281">
              <a:extLst>
                <a:ext uri="{FF2B5EF4-FFF2-40B4-BE49-F238E27FC236}">
                  <a16:creationId xmlns:a16="http://schemas.microsoft.com/office/drawing/2014/main" id="{FB6604EB-5B58-2F6E-2628-4DF736525456}"/>
                </a:ext>
              </a:extLst>
            </p:cNvPr>
            <p:cNvSpPr/>
            <p:nvPr/>
          </p:nvSpPr>
          <p:spPr>
            <a:xfrm>
              <a:off x="1724476" y="3205193"/>
              <a:ext cx="152279" cy="128557"/>
            </a:xfrm>
            <a:prstGeom prst="rect">
              <a:avLst/>
            </a:prstGeom>
            <a:noFill/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87" name="Gruppieren 286">
            <a:extLst>
              <a:ext uri="{FF2B5EF4-FFF2-40B4-BE49-F238E27FC236}">
                <a16:creationId xmlns:a16="http://schemas.microsoft.com/office/drawing/2014/main" id="{7AE79251-4487-7640-CCCF-1F37C7894BC5}"/>
              </a:ext>
            </a:extLst>
          </p:cNvPr>
          <p:cNvGrpSpPr/>
          <p:nvPr/>
        </p:nvGrpSpPr>
        <p:grpSpPr>
          <a:xfrm>
            <a:off x="8635536" y="3182590"/>
            <a:ext cx="1679707" cy="412750"/>
            <a:chOff x="8635536" y="3182590"/>
            <a:chExt cx="1679707" cy="412750"/>
          </a:xfrm>
        </p:grpSpPr>
        <p:grpSp>
          <p:nvGrpSpPr>
            <p:cNvPr id="100" name="Gruppieren 99">
              <a:extLst>
                <a:ext uri="{FF2B5EF4-FFF2-40B4-BE49-F238E27FC236}">
                  <a16:creationId xmlns:a16="http://schemas.microsoft.com/office/drawing/2014/main" id="{8FC63796-5AF0-1B02-C8CE-FE3BC6DC03E0}"/>
                </a:ext>
              </a:extLst>
            </p:cNvPr>
            <p:cNvGrpSpPr/>
            <p:nvPr/>
          </p:nvGrpSpPr>
          <p:grpSpPr>
            <a:xfrm>
              <a:off x="8635536" y="3182590"/>
              <a:ext cx="1679707" cy="412750"/>
              <a:chOff x="5288525" y="1861556"/>
              <a:chExt cx="1414463" cy="412750"/>
            </a:xfrm>
          </p:grpSpPr>
          <p:sp>
            <p:nvSpPr>
              <p:cNvPr id="101" name="Text Box 82">
                <a:extLst>
                  <a:ext uri="{FF2B5EF4-FFF2-40B4-BE49-F238E27FC236}">
                    <a16:creationId xmlns:a16="http://schemas.microsoft.com/office/drawing/2014/main" id="{A1D3EA4F-ABAF-0F5C-4327-08A53794DE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71529" y="1899656"/>
                <a:ext cx="845290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:Channel</a:t>
                </a:r>
              </a:p>
            </p:txBody>
          </p:sp>
          <p:sp>
            <p:nvSpPr>
              <p:cNvPr id="102" name="Rectangle 83">
                <a:extLst>
                  <a:ext uri="{FF2B5EF4-FFF2-40B4-BE49-F238E27FC236}">
                    <a16:creationId xmlns:a16="http://schemas.microsoft.com/office/drawing/2014/main" id="{ABB6A9D1-D641-3E7A-4EBF-E516AF7D4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86" name="Rechteck 285">
              <a:extLst>
                <a:ext uri="{FF2B5EF4-FFF2-40B4-BE49-F238E27FC236}">
                  <a16:creationId xmlns:a16="http://schemas.microsoft.com/office/drawing/2014/main" id="{33C04F44-AC32-0CB9-54AB-BF0731AF2916}"/>
                </a:ext>
              </a:extLst>
            </p:cNvPr>
            <p:cNvSpPr/>
            <p:nvPr/>
          </p:nvSpPr>
          <p:spPr>
            <a:xfrm>
              <a:off x="8881609" y="3182590"/>
              <a:ext cx="152279" cy="128557"/>
            </a:xfrm>
            <a:prstGeom prst="rect">
              <a:avLst/>
            </a:prstGeom>
            <a:noFill/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88" name="Verbinder: gewinkelt 87">
            <a:extLst>
              <a:ext uri="{FF2B5EF4-FFF2-40B4-BE49-F238E27FC236}">
                <a16:creationId xmlns:a16="http://schemas.microsoft.com/office/drawing/2014/main" id="{64FA2869-267E-1DEF-CDF1-F40BE7D96AF6}"/>
              </a:ext>
            </a:extLst>
          </p:cNvPr>
          <p:cNvCxnSpPr>
            <a:cxnSpLocks/>
            <a:stCxn id="73" idx="2"/>
            <a:endCxn id="286" idx="0"/>
          </p:cNvCxnSpPr>
          <p:nvPr/>
        </p:nvCxnSpPr>
        <p:spPr>
          <a:xfrm rot="16200000" flipH="1">
            <a:off x="6944315" y="1169155"/>
            <a:ext cx="1563783" cy="2463086"/>
          </a:xfrm>
          <a:prstGeom prst="bentConnector3">
            <a:avLst>
              <a:gd name="adj1" fmla="val 67682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293" name="Rectangle 83">
            <a:extLst>
              <a:ext uri="{FF2B5EF4-FFF2-40B4-BE49-F238E27FC236}">
                <a16:creationId xmlns:a16="http://schemas.microsoft.com/office/drawing/2014/main" id="{A6B981F6-0D97-4FFE-5EB2-6713C31FA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326" y="2124832"/>
            <a:ext cx="499320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</a:t>
            </a:r>
            <a:r>
              <a:rPr lang="en-US" sz="1200" dirty="0"/>
              <a:t>melt</a:t>
            </a:r>
            <a:r>
              <a:rPr lang="en-US" sz="1200" dirty="0">
                <a:solidFill>
                  <a:srgbClr val="000000"/>
                </a:solidFill>
              </a:rPr>
              <a:t>”</a:t>
            </a:r>
            <a:endParaRPr lang="en-US" sz="1800" dirty="0"/>
          </a:p>
        </p:txBody>
      </p:sp>
      <p:sp>
        <p:nvSpPr>
          <p:cNvPr id="294" name="Rectangle 83">
            <a:extLst>
              <a:ext uri="{FF2B5EF4-FFF2-40B4-BE49-F238E27FC236}">
                <a16:creationId xmlns:a16="http://schemas.microsoft.com/office/drawing/2014/main" id="{69337CF9-1869-3CF9-3B02-4D9A2B773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195" y="2124832"/>
            <a:ext cx="499320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</a:t>
            </a:r>
            <a:r>
              <a:rPr lang="en-US" sz="1200" dirty="0"/>
              <a:t>melt</a:t>
            </a:r>
            <a:r>
              <a:rPr lang="en-US" sz="1200" dirty="0">
                <a:solidFill>
                  <a:srgbClr val="000000"/>
                </a:solidFill>
              </a:rPr>
              <a:t>”</a:t>
            </a:r>
            <a:endParaRPr lang="en-US" sz="1800" dirty="0"/>
          </a:p>
        </p:txBody>
      </p:sp>
      <p:grpSp>
        <p:nvGrpSpPr>
          <p:cNvPr id="297" name="Gruppieren 296">
            <a:extLst>
              <a:ext uri="{FF2B5EF4-FFF2-40B4-BE49-F238E27FC236}">
                <a16:creationId xmlns:a16="http://schemas.microsoft.com/office/drawing/2014/main" id="{859AB60D-5B81-B938-A4AC-3728B746CF8D}"/>
              </a:ext>
            </a:extLst>
          </p:cNvPr>
          <p:cNvGrpSpPr/>
          <p:nvPr/>
        </p:nvGrpSpPr>
        <p:grpSpPr>
          <a:xfrm>
            <a:off x="4524553" y="3177302"/>
            <a:ext cx="1679707" cy="412750"/>
            <a:chOff x="4524553" y="3177302"/>
            <a:chExt cx="1679707" cy="412750"/>
          </a:xfrm>
        </p:grpSpPr>
        <p:grpSp>
          <p:nvGrpSpPr>
            <p:cNvPr id="242" name="Gruppieren 241">
              <a:extLst>
                <a:ext uri="{FF2B5EF4-FFF2-40B4-BE49-F238E27FC236}">
                  <a16:creationId xmlns:a16="http://schemas.microsoft.com/office/drawing/2014/main" id="{852D6B68-1D92-DB68-494E-0FE0EECE7593}"/>
                </a:ext>
              </a:extLst>
            </p:cNvPr>
            <p:cNvGrpSpPr/>
            <p:nvPr/>
          </p:nvGrpSpPr>
          <p:grpSpPr>
            <a:xfrm>
              <a:off x="4524553" y="3177302"/>
              <a:ext cx="1679707" cy="412750"/>
              <a:chOff x="5288525" y="1861556"/>
              <a:chExt cx="1414463" cy="412750"/>
            </a:xfrm>
          </p:grpSpPr>
          <p:sp>
            <p:nvSpPr>
              <p:cNvPr id="243" name="Text Box 82">
                <a:extLst>
                  <a:ext uri="{FF2B5EF4-FFF2-40B4-BE49-F238E27FC236}">
                    <a16:creationId xmlns:a16="http://schemas.microsoft.com/office/drawing/2014/main" id="{BA03573C-17EA-B75D-9FE3-2EDF20117D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71529" y="1899656"/>
                <a:ext cx="845290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sng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:Channel</a:t>
                </a:r>
              </a:p>
            </p:txBody>
          </p:sp>
          <p:sp>
            <p:nvSpPr>
              <p:cNvPr id="244" name="Rectangle 83">
                <a:extLst>
                  <a:ext uri="{FF2B5EF4-FFF2-40B4-BE49-F238E27FC236}">
                    <a16:creationId xmlns:a16="http://schemas.microsoft.com/office/drawing/2014/main" id="{FA90878B-0F41-1192-70D1-ACC0C3738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525" y="1861556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95" name="Rechteck 294">
              <a:extLst>
                <a:ext uri="{FF2B5EF4-FFF2-40B4-BE49-F238E27FC236}">
                  <a16:creationId xmlns:a16="http://schemas.microsoft.com/office/drawing/2014/main" id="{F2F81F05-F929-1B67-38BD-3A93B1A73770}"/>
                </a:ext>
              </a:extLst>
            </p:cNvPr>
            <p:cNvSpPr/>
            <p:nvPr/>
          </p:nvSpPr>
          <p:spPr>
            <a:xfrm>
              <a:off x="4843320" y="3177302"/>
              <a:ext cx="152279" cy="128557"/>
            </a:xfrm>
            <a:prstGeom prst="rect">
              <a:avLst/>
            </a:prstGeom>
            <a:noFill/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6" name="Rechteck 295">
              <a:extLst>
                <a:ext uri="{FF2B5EF4-FFF2-40B4-BE49-F238E27FC236}">
                  <a16:creationId xmlns:a16="http://schemas.microsoft.com/office/drawing/2014/main" id="{30C1A89C-0718-8B91-ED48-6FB4CA44C37E}"/>
                </a:ext>
              </a:extLst>
            </p:cNvPr>
            <p:cNvSpPr/>
            <p:nvPr/>
          </p:nvSpPr>
          <p:spPr>
            <a:xfrm>
              <a:off x="5774051" y="3177302"/>
              <a:ext cx="152279" cy="128557"/>
            </a:xfrm>
            <a:prstGeom prst="rect">
              <a:avLst/>
            </a:prstGeom>
            <a:noFill/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04" name="Rechteck 303">
            <a:extLst>
              <a:ext uri="{FF2B5EF4-FFF2-40B4-BE49-F238E27FC236}">
                <a16:creationId xmlns:a16="http://schemas.microsoft.com/office/drawing/2014/main" id="{5B9A1EA2-FFF8-FF0B-8E1B-DC38996BA670}"/>
              </a:ext>
            </a:extLst>
          </p:cNvPr>
          <p:cNvSpPr/>
          <p:nvPr/>
        </p:nvSpPr>
        <p:spPr>
          <a:xfrm>
            <a:off x="6442710" y="1800225"/>
            <a:ext cx="100965" cy="95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5" name="Rechteck 304">
            <a:extLst>
              <a:ext uri="{FF2B5EF4-FFF2-40B4-BE49-F238E27FC236}">
                <a16:creationId xmlns:a16="http://schemas.microsoft.com/office/drawing/2014/main" id="{420980FD-EA88-F719-E65A-F8BDE1D9BD96}"/>
              </a:ext>
            </a:extLst>
          </p:cNvPr>
          <p:cNvSpPr/>
          <p:nvPr/>
        </p:nvSpPr>
        <p:spPr>
          <a:xfrm>
            <a:off x="6442710" y="2180743"/>
            <a:ext cx="100965" cy="95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6" name="Rechteck 305">
            <a:extLst>
              <a:ext uri="{FF2B5EF4-FFF2-40B4-BE49-F238E27FC236}">
                <a16:creationId xmlns:a16="http://schemas.microsoft.com/office/drawing/2014/main" id="{FA487C7B-D792-0011-D7FF-5F0AB4A5F6A2}"/>
              </a:ext>
            </a:extLst>
          </p:cNvPr>
          <p:cNvSpPr/>
          <p:nvPr/>
        </p:nvSpPr>
        <p:spPr>
          <a:xfrm>
            <a:off x="4223880" y="1800225"/>
            <a:ext cx="100965" cy="95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7" name="Rechteck 306">
            <a:extLst>
              <a:ext uri="{FF2B5EF4-FFF2-40B4-BE49-F238E27FC236}">
                <a16:creationId xmlns:a16="http://schemas.microsoft.com/office/drawing/2014/main" id="{F4DE35F4-AF41-1E1D-8CB8-D180E06CC57B}"/>
              </a:ext>
            </a:extLst>
          </p:cNvPr>
          <p:cNvSpPr/>
          <p:nvPr/>
        </p:nvSpPr>
        <p:spPr>
          <a:xfrm>
            <a:off x="4222408" y="2188195"/>
            <a:ext cx="100965" cy="952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0" name="Verbinder: gewinkelt 87">
            <a:extLst>
              <a:ext uri="{FF2B5EF4-FFF2-40B4-BE49-F238E27FC236}">
                <a16:creationId xmlns:a16="http://schemas.microsoft.com/office/drawing/2014/main" id="{110805D1-C648-08D7-785A-D3A7468A6780}"/>
              </a:ext>
            </a:extLst>
          </p:cNvPr>
          <p:cNvCxnSpPr>
            <a:cxnSpLocks/>
            <a:stCxn id="22" idx="2"/>
            <a:endCxn id="41" idx="0"/>
          </p:cNvCxnSpPr>
          <p:nvPr/>
        </p:nvCxnSpPr>
        <p:spPr>
          <a:xfrm rot="5400000">
            <a:off x="3143328" y="-161766"/>
            <a:ext cx="365490" cy="401424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3" name="Verbinder: gewinkelt 87">
            <a:extLst>
              <a:ext uri="{FF2B5EF4-FFF2-40B4-BE49-F238E27FC236}">
                <a16:creationId xmlns:a16="http://schemas.microsoft.com/office/drawing/2014/main" id="{AB6458DF-32AE-A941-E80C-5E202ADB90E4}"/>
              </a:ext>
            </a:extLst>
          </p:cNvPr>
          <p:cNvCxnSpPr>
            <a:cxnSpLocks/>
            <a:stCxn id="22" idx="2"/>
            <a:endCxn id="61" idx="0"/>
          </p:cNvCxnSpPr>
          <p:nvPr/>
        </p:nvCxnSpPr>
        <p:spPr>
          <a:xfrm rot="16200000" flipH="1">
            <a:off x="7221548" y="-225739"/>
            <a:ext cx="365490" cy="414219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8" name="Verbinder: gewinkelt 87">
            <a:extLst>
              <a:ext uri="{FF2B5EF4-FFF2-40B4-BE49-F238E27FC236}">
                <a16:creationId xmlns:a16="http://schemas.microsoft.com/office/drawing/2014/main" id="{6058138E-5DAF-B338-4603-41AA78D8F1B5}"/>
              </a:ext>
            </a:extLst>
          </p:cNvPr>
          <p:cNvCxnSpPr>
            <a:cxnSpLocks/>
            <a:stCxn id="293" idx="3"/>
            <a:endCxn id="295" idx="0"/>
          </p:cNvCxnSpPr>
          <p:nvPr/>
        </p:nvCxnSpPr>
        <p:spPr>
          <a:xfrm>
            <a:off x="2895646" y="2234478"/>
            <a:ext cx="2023814" cy="94282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01" name="Verbinder: gewinkelt 87">
            <a:extLst>
              <a:ext uri="{FF2B5EF4-FFF2-40B4-BE49-F238E27FC236}">
                <a16:creationId xmlns:a16="http://schemas.microsoft.com/office/drawing/2014/main" id="{86BB0B22-DF87-F8AF-2B63-244AECD37EF8}"/>
              </a:ext>
            </a:extLst>
          </p:cNvPr>
          <p:cNvCxnSpPr>
            <a:cxnSpLocks/>
            <a:stCxn id="294" idx="1"/>
            <a:endCxn id="296" idx="0"/>
          </p:cNvCxnSpPr>
          <p:nvPr/>
        </p:nvCxnSpPr>
        <p:spPr>
          <a:xfrm rot="10800000" flipV="1">
            <a:off x="5850191" y="2234478"/>
            <a:ext cx="1998004" cy="94282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6564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7E4ACA-16A8-B016-6373-E18AC055D17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Connectors of the outer-most component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Connector between sibling components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Connector from outer- to sub-component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Connector down the component hierarchy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Connector up and down the component hierarchy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Connector split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Connector </a:t>
            </a:r>
            <a:r>
              <a:rPr lang="de-DE" dirty="0" err="1"/>
              <a:t>split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outer</a:t>
            </a:r>
            <a:r>
              <a:rPr lang="de-DE" dirty="0"/>
              <a:t>- </a:t>
            </a:r>
            <a:r>
              <a:rPr lang="de-DE" dirty="0" err="1"/>
              <a:t>to</a:t>
            </a:r>
            <a:r>
              <a:rPr lang="de-DE" dirty="0"/>
              <a:t> sub-</a:t>
            </a:r>
            <a:r>
              <a:rPr lang="de-DE" dirty="0" err="1"/>
              <a:t>components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FE74D-ECF6-C113-311D-9B8B9F01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Connectors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032B7B8-21FC-8069-DE13-240A65B2168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To fully understand how different kinds of connectors are stored, we take a look on the following examples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83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B272F56-17AC-C117-D06B-48EA9A9F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Connectors of the outer-most component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66038CB-A434-963D-CCEA-82AABF130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182" y="1375464"/>
            <a:ext cx="1141028" cy="874382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/>
          <a:lstStyle/>
          <a:p>
            <a:r>
              <a:rPr lang="en-US" b="1" dirty="0"/>
              <a:t> F</a:t>
            </a:r>
          </a:p>
        </p:txBody>
      </p:sp>
      <p:sp>
        <p:nvSpPr>
          <p:cNvPr id="12" name="Rechteck 23">
            <a:extLst>
              <a:ext uri="{FF2B5EF4-FFF2-40B4-BE49-F238E27FC236}">
                <a16:creationId xmlns:a16="http://schemas.microsoft.com/office/drawing/2014/main" id="{85939B06-99C1-34FE-F3C1-B335B6320FF5}"/>
              </a:ext>
            </a:extLst>
          </p:cNvPr>
          <p:cNvSpPr/>
          <p:nvPr/>
        </p:nvSpPr>
        <p:spPr>
          <a:xfrm>
            <a:off x="1831244" y="1704655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7" name="Rectangle 83">
            <a:extLst>
              <a:ext uri="{FF2B5EF4-FFF2-40B4-BE49-F238E27FC236}">
                <a16:creationId xmlns:a16="http://schemas.microsoft.com/office/drawing/2014/main" id="{5A958DA1-909E-2121-57B1-9D7C3AFCB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932" y="3152013"/>
            <a:ext cx="1700321" cy="412750"/>
          </a:xfrm>
          <a:prstGeom prst="rect">
            <a:avLst/>
          </a:prstGeom>
          <a:solidFill>
            <a:srgbClr val="FFFFFF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kern="0" dirty="0">
                <a:solidFill>
                  <a:prstClr val="black"/>
                </a:solidFill>
              </a:rPr>
              <a:t>:Channel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7" name="Gruppieren 31">
            <a:extLst>
              <a:ext uri="{FF2B5EF4-FFF2-40B4-BE49-F238E27FC236}">
                <a16:creationId xmlns:a16="http://schemas.microsoft.com/office/drawing/2014/main" id="{366F3BE3-7755-A88A-9E4B-DA36EF10E5DB}"/>
              </a:ext>
            </a:extLst>
          </p:cNvPr>
          <p:cNvGrpSpPr/>
          <p:nvPr/>
        </p:nvGrpSpPr>
        <p:grpSpPr>
          <a:xfrm>
            <a:off x="8535611" y="1976086"/>
            <a:ext cx="1428729" cy="412750"/>
            <a:chOff x="4787230" y="1861556"/>
            <a:chExt cx="2417054" cy="412750"/>
          </a:xfrm>
        </p:grpSpPr>
        <p:sp>
          <p:nvSpPr>
            <p:cNvPr id="38" name="Text Box 82">
              <a:extLst>
                <a:ext uri="{FF2B5EF4-FFF2-40B4-BE49-F238E27FC236}">
                  <a16:creationId xmlns:a16="http://schemas.microsoft.com/office/drawing/2014/main" id="{403168C2-89B6-CF6C-09CB-79643B52F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8980" y="1899656"/>
              <a:ext cx="195038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F</a:t>
              </a:r>
              <a:r>
                <a:rPr kumimoji="0" lang="en-US" altLang="de-DE" sz="1600" b="0" i="0" u="sng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  <a:endParaRPr kumimoji="0" lang="en-US" altLang="de-DE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9" name="Rectangle 83">
              <a:extLst>
                <a:ext uri="{FF2B5EF4-FFF2-40B4-BE49-F238E27FC236}">
                  <a16:creationId xmlns:a16="http://schemas.microsoft.com/office/drawing/2014/main" id="{AE812385-F266-C1B4-739D-4EF1EF5D0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0" name="Rechteck 23">
            <a:extLst>
              <a:ext uri="{FF2B5EF4-FFF2-40B4-BE49-F238E27FC236}">
                <a16:creationId xmlns:a16="http://schemas.microsoft.com/office/drawing/2014/main" id="{AA961898-FC1D-6D34-7CCB-218373C26D20}"/>
              </a:ext>
            </a:extLst>
          </p:cNvPr>
          <p:cNvSpPr/>
          <p:nvPr/>
        </p:nvSpPr>
        <p:spPr>
          <a:xfrm>
            <a:off x="8661993" y="2388836"/>
            <a:ext cx="481158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“a”</a:t>
            </a:r>
          </a:p>
        </p:txBody>
      </p:sp>
      <p:sp>
        <p:nvSpPr>
          <p:cNvPr id="43" name="Textfeld 169">
            <a:extLst>
              <a:ext uri="{FF2B5EF4-FFF2-40B4-BE49-F238E27FC236}">
                <a16:creationId xmlns:a16="http://schemas.microsoft.com/office/drawing/2014/main" id="{9C4C7B46-B678-C6D8-8930-9615B4D3574D}"/>
              </a:ext>
            </a:extLst>
          </p:cNvPr>
          <p:cNvSpPr txBox="1"/>
          <p:nvPr/>
        </p:nvSpPr>
        <p:spPr>
          <a:xfrm>
            <a:off x="7789556" y="2870279"/>
            <a:ext cx="384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44" name="Textfeld 169">
            <a:extLst>
              <a:ext uri="{FF2B5EF4-FFF2-40B4-BE49-F238E27FC236}">
                <a16:creationId xmlns:a16="http://schemas.microsoft.com/office/drawing/2014/main" id="{E0603582-BFAF-2E70-210C-8583AFB2A56D}"/>
              </a:ext>
            </a:extLst>
          </p:cNvPr>
          <p:cNvSpPr txBox="1"/>
          <p:nvPr/>
        </p:nvSpPr>
        <p:spPr>
          <a:xfrm>
            <a:off x="9993281" y="287027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out</a:t>
            </a:r>
          </a:p>
        </p:txBody>
      </p:sp>
      <p:sp>
        <p:nvSpPr>
          <p:cNvPr id="45" name="Rechteck 23">
            <a:extLst>
              <a:ext uri="{FF2B5EF4-FFF2-40B4-BE49-F238E27FC236}">
                <a16:creationId xmlns:a16="http://schemas.microsoft.com/office/drawing/2014/main" id="{EB374F99-207D-0BD7-55CB-F13B7BE56400}"/>
              </a:ext>
            </a:extLst>
          </p:cNvPr>
          <p:cNvSpPr/>
          <p:nvPr/>
        </p:nvSpPr>
        <p:spPr>
          <a:xfrm>
            <a:off x="2974148" y="1704655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C08674C4-3B50-C80D-2070-2C1BD9B48F90}"/>
              </a:ext>
            </a:extLst>
          </p:cNvPr>
          <p:cNvCxnSpPr>
            <a:stCxn id="45" idx="3"/>
          </p:cNvCxnSpPr>
          <p:nvPr/>
        </p:nvCxnSpPr>
        <p:spPr>
          <a:xfrm>
            <a:off x="3190148" y="1812655"/>
            <a:ext cx="385349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4347255-7766-D15D-432D-9A45E9EF6D1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445895" y="1812655"/>
            <a:ext cx="385349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57" name="Rectangle 83">
            <a:extLst>
              <a:ext uri="{FF2B5EF4-FFF2-40B4-BE49-F238E27FC236}">
                <a16:creationId xmlns:a16="http://schemas.microsoft.com/office/drawing/2014/main" id="{2992C110-E77A-9616-FE6C-21BB26C43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8698" y="3152013"/>
            <a:ext cx="1700321" cy="412750"/>
          </a:xfrm>
          <a:prstGeom prst="rect">
            <a:avLst/>
          </a:prstGeom>
          <a:solidFill>
            <a:srgbClr val="FFFFFF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kern="0" dirty="0">
                <a:solidFill>
                  <a:prstClr val="black"/>
                </a:solidFill>
              </a:rPr>
              <a:t>:Channel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0" name="Rechteck 23">
            <a:extLst>
              <a:ext uri="{FF2B5EF4-FFF2-40B4-BE49-F238E27FC236}">
                <a16:creationId xmlns:a16="http://schemas.microsoft.com/office/drawing/2014/main" id="{780D7BBE-915F-DDA4-2CDD-D5E9C6F16967}"/>
              </a:ext>
            </a:extLst>
          </p:cNvPr>
          <p:cNvSpPr/>
          <p:nvPr/>
        </p:nvSpPr>
        <p:spPr>
          <a:xfrm>
            <a:off x="9334424" y="2388836"/>
            <a:ext cx="5068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“b”</a:t>
            </a:r>
          </a:p>
        </p:txBody>
      </p:sp>
      <p:cxnSp>
        <p:nvCxnSpPr>
          <p:cNvPr id="61" name="Verbinder: gewinkelt 87">
            <a:extLst>
              <a:ext uri="{FF2B5EF4-FFF2-40B4-BE49-F238E27FC236}">
                <a16:creationId xmlns:a16="http://schemas.microsoft.com/office/drawing/2014/main" id="{5A0C152A-F5D5-B811-470A-8843A7A50EA4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rot="5400000">
            <a:off x="8223245" y="2472685"/>
            <a:ext cx="547177" cy="81147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64" name="Verbinder: gewinkelt 87">
            <a:extLst>
              <a:ext uri="{FF2B5EF4-FFF2-40B4-BE49-F238E27FC236}">
                <a16:creationId xmlns:a16="http://schemas.microsoft.com/office/drawing/2014/main" id="{13C9A6D8-5094-C0AB-F90B-E34BC737C26B}"/>
              </a:ext>
            </a:extLst>
          </p:cNvPr>
          <p:cNvCxnSpPr>
            <a:cxnSpLocks/>
            <a:stCxn id="60" idx="2"/>
            <a:endCxn id="57" idx="0"/>
          </p:cNvCxnSpPr>
          <p:nvPr/>
        </p:nvCxnSpPr>
        <p:spPr>
          <a:xfrm rot="16200000" flipH="1">
            <a:off x="9724773" y="2467926"/>
            <a:ext cx="547177" cy="82099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0DF3770B-95C4-3A07-015F-AB8634184CDE}"/>
              </a:ext>
            </a:extLst>
          </p:cNvPr>
          <p:cNvCxnSpPr>
            <a:cxnSpLocks/>
            <a:stCxn id="144" idx="2"/>
            <a:endCxn id="132" idx="0"/>
          </p:cNvCxnSpPr>
          <p:nvPr/>
        </p:nvCxnSpPr>
        <p:spPr>
          <a:xfrm>
            <a:off x="4174072" y="4093251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92" name="Textfeld 169">
            <a:extLst>
              <a:ext uri="{FF2B5EF4-FFF2-40B4-BE49-F238E27FC236}">
                <a16:creationId xmlns:a16="http://schemas.microsoft.com/office/drawing/2014/main" id="{DE951DBB-65D5-ED41-F270-772344BECED4}"/>
              </a:ext>
            </a:extLst>
          </p:cNvPr>
          <p:cNvSpPr txBox="1"/>
          <p:nvPr/>
        </p:nvSpPr>
        <p:spPr>
          <a:xfrm>
            <a:off x="1673480" y="34438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3" name="Textfeld 169">
            <a:extLst>
              <a:ext uri="{FF2B5EF4-FFF2-40B4-BE49-F238E27FC236}">
                <a16:creationId xmlns:a16="http://schemas.microsoft.com/office/drawing/2014/main" id="{AC65C734-276A-1D98-E318-97ED49C2ECC3}"/>
              </a:ext>
            </a:extLst>
          </p:cNvPr>
          <p:cNvSpPr txBox="1"/>
          <p:nvPr/>
        </p:nvSpPr>
        <p:spPr>
          <a:xfrm>
            <a:off x="2927498" y="3871115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94" name="Textfeld 169">
            <a:extLst>
              <a:ext uri="{FF2B5EF4-FFF2-40B4-BE49-F238E27FC236}">
                <a16:creationId xmlns:a16="http://schemas.microsoft.com/office/drawing/2014/main" id="{90606D88-80E0-2E05-066E-8734DADB87E7}"/>
              </a:ext>
            </a:extLst>
          </p:cNvPr>
          <p:cNvSpPr txBox="1"/>
          <p:nvPr/>
        </p:nvSpPr>
        <p:spPr>
          <a:xfrm>
            <a:off x="3195115" y="36141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95" name="Textfeld 169">
            <a:extLst>
              <a:ext uri="{FF2B5EF4-FFF2-40B4-BE49-F238E27FC236}">
                <a16:creationId xmlns:a16="http://schemas.microsoft.com/office/drawing/2014/main" id="{021BBD68-E34D-3AD8-A0A4-D234691CE326}"/>
              </a:ext>
            </a:extLst>
          </p:cNvPr>
          <p:cNvSpPr txBox="1"/>
          <p:nvPr/>
        </p:nvSpPr>
        <p:spPr>
          <a:xfrm>
            <a:off x="1953126" y="4289595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6" name="Textfeld 169">
            <a:extLst>
              <a:ext uri="{FF2B5EF4-FFF2-40B4-BE49-F238E27FC236}">
                <a16:creationId xmlns:a16="http://schemas.microsoft.com/office/drawing/2014/main" id="{94CB497B-7601-63A8-0266-362B07F59AB4}"/>
              </a:ext>
            </a:extLst>
          </p:cNvPr>
          <p:cNvSpPr txBox="1"/>
          <p:nvPr/>
        </p:nvSpPr>
        <p:spPr>
          <a:xfrm>
            <a:off x="1361736" y="4289595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7" name="Textfeld 169">
            <a:extLst>
              <a:ext uri="{FF2B5EF4-FFF2-40B4-BE49-F238E27FC236}">
                <a16:creationId xmlns:a16="http://schemas.microsoft.com/office/drawing/2014/main" id="{867348D2-8F09-35C1-729B-0E25CBFBC18B}"/>
              </a:ext>
            </a:extLst>
          </p:cNvPr>
          <p:cNvSpPr txBox="1"/>
          <p:nvPr/>
        </p:nvSpPr>
        <p:spPr>
          <a:xfrm>
            <a:off x="1952286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8" name="Textfeld 169">
            <a:extLst>
              <a:ext uri="{FF2B5EF4-FFF2-40B4-BE49-F238E27FC236}">
                <a16:creationId xmlns:a16="http://schemas.microsoft.com/office/drawing/2014/main" id="{C3B5E466-C00B-D8AB-4215-C1BCA9817D28}"/>
              </a:ext>
            </a:extLst>
          </p:cNvPr>
          <p:cNvSpPr txBox="1"/>
          <p:nvPr/>
        </p:nvSpPr>
        <p:spPr>
          <a:xfrm>
            <a:off x="1365310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99" name="Textfeld 169">
            <a:extLst>
              <a:ext uri="{FF2B5EF4-FFF2-40B4-BE49-F238E27FC236}">
                <a16:creationId xmlns:a16="http://schemas.microsoft.com/office/drawing/2014/main" id="{7A38082E-EFCB-DE45-C143-A89239CDE51D}"/>
              </a:ext>
            </a:extLst>
          </p:cNvPr>
          <p:cNvSpPr txBox="1"/>
          <p:nvPr/>
        </p:nvSpPr>
        <p:spPr>
          <a:xfrm>
            <a:off x="3704657" y="4068398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0" name="Textfeld 169">
            <a:extLst>
              <a:ext uri="{FF2B5EF4-FFF2-40B4-BE49-F238E27FC236}">
                <a16:creationId xmlns:a16="http://schemas.microsoft.com/office/drawing/2014/main" id="{DBACD550-0963-6FF0-CACC-79172A0F4660}"/>
              </a:ext>
            </a:extLst>
          </p:cNvPr>
          <p:cNvSpPr txBox="1"/>
          <p:nvPr/>
        </p:nvSpPr>
        <p:spPr>
          <a:xfrm>
            <a:off x="3188499" y="515529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1" name="Textfeld 169">
            <a:extLst>
              <a:ext uri="{FF2B5EF4-FFF2-40B4-BE49-F238E27FC236}">
                <a16:creationId xmlns:a16="http://schemas.microsoft.com/office/drawing/2014/main" id="{0CA4C15A-F992-469B-F01C-1DCFC9259BB9}"/>
              </a:ext>
            </a:extLst>
          </p:cNvPr>
          <p:cNvSpPr txBox="1"/>
          <p:nvPr/>
        </p:nvSpPr>
        <p:spPr>
          <a:xfrm>
            <a:off x="4139382" y="49217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2" name="Textfeld 169">
            <a:extLst>
              <a:ext uri="{FF2B5EF4-FFF2-40B4-BE49-F238E27FC236}">
                <a16:creationId xmlns:a16="http://schemas.microsoft.com/office/drawing/2014/main" id="{903225C5-1EA7-28C8-C4D0-FF52A00D9F44}"/>
              </a:ext>
            </a:extLst>
          </p:cNvPr>
          <p:cNvSpPr txBox="1"/>
          <p:nvPr/>
        </p:nvSpPr>
        <p:spPr>
          <a:xfrm>
            <a:off x="4139381" y="409776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3" name="Textfeld 169">
            <a:extLst>
              <a:ext uri="{FF2B5EF4-FFF2-40B4-BE49-F238E27FC236}">
                <a16:creationId xmlns:a16="http://schemas.microsoft.com/office/drawing/2014/main" id="{7DCD140D-0257-0798-C585-66F87196384D}"/>
              </a:ext>
            </a:extLst>
          </p:cNvPr>
          <p:cNvSpPr txBox="1"/>
          <p:nvPr/>
        </p:nvSpPr>
        <p:spPr>
          <a:xfrm>
            <a:off x="564934" y="338530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4" name="Textfeld 169">
            <a:extLst>
              <a:ext uri="{FF2B5EF4-FFF2-40B4-BE49-F238E27FC236}">
                <a16:creationId xmlns:a16="http://schemas.microsoft.com/office/drawing/2014/main" id="{9834B9D1-2B49-7149-443C-F24B41B91465}"/>
              </a:ext>
            </a:extLst>
          </p:cNvPr>
          <p:cNvSpPr txBox="1"/>
          <p:nvPr/>
        </p:nvSpPr>
        <p:spPr>
          <a:xfrm>
            <a:off x="221002" y="386303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E12363FF-EFD7-D77A-30BC-7A11717BB55F}"/>
              </a:ext>
            </a:extLst>
          </p:cNvPr>
          <p:cNvSpPr txBox="1"/>
          <p:nvPr/>
        </p:nvSpPr>
        <p:spPr>
          <a:xfrm>
            <a:off x="2522530" y="3614128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06" name="Textfeld 169">
            <a:extLst>
              <a:ext uri="{FF2B5EF4-FFF2-40B4-BE49-F238E27FC236}">
                <a16:creationId xmlns:a16="http://schemas.microsoft.com/office/drawing/2014/main" id="{A2ED027B-4F28-578D-5406-240EBEB1904D}"/>
              </a:ext>
            </a:extLst>
          </p:cNvPr>
          <p:cNvSpPr txBox="1"/>
          <p:nvPr/>
        </p:nvSpPr>
        <p:spPr>
          <a:xfrm>
            <a:off x="323785" y="3636516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938839C8-15A9-572E-08BD-45E39A7F2A4F}"/>
              </a:ext>
            </a:extLst>
          </p:cNvPr>
          <p:cNvGrpSpPr/>
          <p:nvPr/>
        </p:nvGrpSpPr>
        <p:grpSpPr>
          <a:xfrm>
            <a:off x="714671" y="3679010"/>
            <a:ext cx="1930787" cy="635024"/>
            <a:chOff x="4316210" y="1861556"/>
            <a:chExt cx="1930787" cy="635024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527285FD-7981-46AF-8B04-6B43129208CF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111" name="Verbinder: gewinkelt 87">
                <a:extLst>
                  <a:ext uri="{FF2B5EF4-FFF2-40B4-BE49-F238E27FC236}">
                    <a16:creationId xmlns:a16="http://schemas.microsoft.com/office/drawing/2014/main" id="{398D081C-C3CA-A6C9-7211-8E80562E2071}"/>
                  </a:ext>
                </a:extLst>
              </p:cNvPr>
              <p:cNvCxnSpPr>
                <a:cxnSpLocks/>
                <a:stCxn id="114" idx="2"/>
                <a:endCxn id="113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12" name="Text Box 82">
                <a:extLst>
                  <a:ext uri="{FF2B5EF4-FFF2-40B4-BE49-F238E27FC236}">
                    <a16:creationId xmlns:a16="http://schemas.microsoft.com/office/drawing/2014/main" id="{A8FE25DB-B89E-4536-D8DB-955E1C3E3E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113" name="Rectangle 83">
                <a:extLst>
                  <a:ext uri="{FF2B5EF4-FFF2-40B4-BE49-F238E27FC236}">
                    <a16:creationId xmlns:a16="http://schemas.microsoft.com/office/drawing/2014/main" id="{BB049998-034D-008F-BDF8-E4F02D3A7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4" name="AutoShape 50">
                <a:extLst>
                  <a:ext uri="{FF2B5EF4-FFF2-40B4-BE49-F238E27FC236}">
                    <a16:creationId xmlns:a16="http://schemas.microsoft.com/office/drawing/2014/main" id="{5856C936-82B3-07E3-5B83-5D0257F70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5" name="Textfeld 169">
                <a:extLst>
                  <a:ext uri="{FF2B5EF4-FFF2-40B4-BE49-F238E27FC236}">
                    <a16:creationId xmlns:a16="http://schemas.microsoft.com/office/drawing/2014/main" id="{AE6235A1-04B1-FAE8-1E25-D66B9F628058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16" name="Textfeld 169">
                <a:extLst>
                  <a:ext uri="{FF2B5EF4-FFF2-40B4-BE49-F238E27FC236}">
                    <a16:creationId xmlns:a16="http://schemas.microsoft.com/office/drawing/2014/main" id="{C0980FFB-8C51-4886-10C3-21CA64165635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17" name="AutoShape 50">
                <a:extLst>
                  <a:ext uri="{FF2B5EF4-FFF2-40B4-BE49-F238E27FC236}">
                    <a16:creationId xmlns:a16="http://schemas.microsoft.com/office/drawing/2014/main" id="{3876ACAB-F2EB-1AA2-F8DF-6DECDAA63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9" name="Rectangle 83">
              <a:extLst>
                <a:ext uri="{FF2B5EF4-FFF2-40B4-BE49-F238E27FC236}">
                  <a16:creationId xmlns:a16="http://schemas.microsoft.com/office/drawing/2014/main" id="{EFBAE506-71E4-F130-F2FF-CD9C2C7D2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0" name="Rectangle 83">
              <a:extLst>
                <a:ext uri="{FF2B5EF4-FFF2-40B4-BE49-F238E27FC236}">
                  <a16:creationId xmlns:a16="http://schemas.microsoft.com/office/drawing/2014/main" id="{204E0A05-7FD7-629C-A96D-6EEAF7DBD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18" name="Textfeld 169">
            <a:extLst>
              <a:ext uri="{FF2B5EF4-FFF2-40B4-BE49-F238E27FC236}">
                <a16:creationId xmlns:a16="http://schemas.microsoft.com/office/drawing/2014/main" id="{B57766E1-E3BD-A7F9-5CE7-5D147ED7B4A1}"/>
              </a:ext>
            </a:extLst>
          </p:cNvPr>
          <p:cNvSpPr txBox="1"/>
          <p:nvPr/>
        </p:nvSpPr>
        <p:spPr>
          <a:xfrm>
            <a:off x="2401121" y="491204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19" name="Textfeld 169">
            <a:extLst>
              <a:ext uri="{FF2B5EF4-FFF2-40B4-BE49-F238E27FC236}">
                <a16:creationId xmlns:a16="http://schemas.microsoft.com/office/drawing/2014/main" id="{B161B965-31AC-92E3-A172-57DF14FD7F86}"/>
              </a:ext>
            </a:extLst>
          </p:cNvPr>
          <p:cNvSpPr txBox="1"/>
          <p:nvPr/>
        </p:nvSpPr>
        <p:spPr>
          <a:xfrm>
            <a:off x="2548250" y="520694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690D2163-19CE-8604-1535-91B3D94925F1}"/>
              </a:ext>
            </a:extLst>
          </p:cNvPr>
          <p:cNvGrpSpPr/>
          <p:nvPr/>
        </p:nvGrpSpPr>
        <p:grpSpPr>
          <a:xfrm>
            <a:off x="966520" y="5205529"/>
            <a:ext cx="1632590" cy="412750"/>
            <a:chOff x="5282178" y="3388075"/>
            <a:chExt cx="1632590" cy="412750"/>
          </a:xfrm>
        </p:grpSpPr>
        <p:grpSp>
          <p:nvGrpSpPr>
            <p:cNvPr id="121" name="Group 87">
              <a:extLst>
                <a:ext uri="{FF2B5EF4-FFF2-40B4-BE49-F238E27FC236}">
                  <a16:creationId xmlns:a16="http://schemas.microsoft.com/office/drawing/2014/main" id="{A81C3F2D-CC58-B55D-5B62-E84F8EDB96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126" name="Text Box 82">
                <a:extLst>
                  <a:ext uri="{FF2B5EF4-FFF2-40B4-BE49-F238E27FC236}">
                    <a16:creationId xmlns:a16="http://schemas.microsoft.com/office/drawing/2014/main" id="{E1682552-FF98-BCA4-6A0C-30D4278893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127" name="Rectangle 83">
                <a:extLst>
                  <a:ext uri="{FF2B5EF4-FFF2-40B4-BE49-F238E27FC236}">
                    <a16:creationId xmlns:a16="http://schemas.microsoft.com/office/drawing/2014/main" id="{ACA804C7-CBBA-C116-F906-EE5C45758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22" name="Textfeld 169">
              <a:extLst>
                <a:ext uri="{FF2B5EF4-FFF2-40B4-BE49-F238E27FC236}">
                  <a16:creationId xmlns:a16="http://schemas.microsoft.com/office/drawing/2014/main" id="{27C12677-5AE1-58F2-FD12-696042FB42F0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3" name="Textfeld 169">
              <a:extLst>
                <a:ext uri="{FF2B5EF4-FFF2-40B4-BE49-F238E27FC236}">
                  <a16:creationId xmlns:a16="http://schemas.microsoft.com/office/drawing/2014/main" id="{BF85B592-5B75-49ED-C80B-00A2D3EFCF1B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4" name="Textfeld 169">
              <a:extLst>
                <a:ext uri="{FF2B5EF4-FFF2-40B4-BE49-F238E27FC236}">
                  <a16:creationId xmlns:a16="http://schemas.microsoft.com/office/drawing/2014/main" id="{3A5CCB46-77AE-AF50-9B6F-8EB0CB70AD1A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5" name="Textfeld 169">
              <a:extLst>
                <a:ext uri="{FF2B5EF4-FFF2-40B4-BE49-F238E27FC236}">
                  <a16:creationId xmlns:a16="http://schemas.microsoft.com/office/drawing/2014/main" id="{2B8BA972-5A1B-C0BE-FB45-2D6278ABA8DD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28" name="Textfeld 169">
            <a:extLst>
              <a:ext uri="{FF2B5EF4-FFF2-40B4-BE49-F238E27FC236}">
                <a16:creationId xmlns:a16="http://schemas.microsoft.com/office/drawing/2014/main" id="{DD57B690-D1C4-94BF-E33D-D7F5C1914599}"/>
              </a:ext>
            </a:extLst>
          </p:cNvPr>
          <p:cNvSpPr txBox="1"/>
          <p:nvPr/>
        </p:nvSpPr>
        <p:spPr>
          <a:xfrm>
            <a:off x="1105948" y="4912043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29" name="Textfeld 169">
            <a:extLst>
              <a:ext uri="{FF2B5EF4-FFF2-40B4-BE49-F238E27FC236}">
                <a16:creationId xmlns:a16="http://schemas.microsoft.com/office/drawing/2014/main" id="{7794CA28-3FEC-7061-4BEC-3A07E65F068B}"/>
              </a:ext>
            </a:extLst>
          </p:cNvPr>
          <p:cNvSpPr txBox="1"/>
          <p:nvPr/>
        </p:nvSpPr>
        <p:spPr>
          <a:xfrm>
            <a:off x="1593838" y="4912043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F9FD29C0-5654-1AB1-4024-7F0F85B348A2}"/>
              </a:ext>
            </a:extLst>
          </p:cNvPr>
          <p:cNvGrpSpPr/>
          <p:nvPr/>
        </p:nvGrpSpPr>
        <p:grpSpPr>
          <a:xfrm>
            <a:off x="3466841" y="5205529"/>
            <a:ext cx="1415042" cy="412750"/>
            <a:chOff x="7782499" y="3595251"/>
            <a:chExt cx="1415042" cy="412750"/>
          </a:xfrm>
        </p:grpSpPr>
        <p:sp>
          <p:nvSpPr>
            <p:cNvPr id="131" name="Text Box 82">
              <a:extLst>
                <a:ext uri="{FF2B5EF4-FFF2-40B4-BE49-F238E27FC236}">
                  <a16:creationId xmlns:a16="http://schemas.microsoft.com/office/drawing/2014/main" id="{725E6E77-F6B3-0734-EE54-695006D4D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132" name="Rectangle 83">
              <a:extLst>
                <a:ext uri="{FF2B5EF4-FFF2-40B4-BE49-F238E27FC236}">
                  <a16:creationId xmlns:a16="http://schemas.microsoft.com/office/drawing/2014/main" id="{831C9A63-5E2B-D092-D2F3-4BC700199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33" name="Textfeld 169">
              <a:extLst>
                <a:ext uri="{FF2B5EF4-FFF2-40B4-BE49-F238E27FC236}">
                  <a16:creationId xmlns:a16="http://schemas.microsoft.com/office/drawing/2014/main" id="{74360FE3-C9AE-D024-17AA-6D3B6B642314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34" name="Textfeld 169">
              <a:extLst>
                <a:ext uri="{FF2B5EF4-FFF2-40B4-BE49-F238E27FC236}">
                  <a16:creationId xmlns:a16="http://schemas.microsoft.com/office/drawing/2014/main" id="{A5A8A74B-6EDB-E126-2BDF-9C2FB9D36958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35" name="Textfeld 169">
              <a:extLst>
                <a:ext uri="{FF2B5EF4-FFF2-40B4-BE49-F238E27FC236}">
                  <a16:creationId xmlns:a16="http://schemas.microsoft.com/office/drawing/2014/main" id="{A694D045-27E4-136A-1D6E-994BD22D4DE9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36" name="Textfeld 169">
              <a:extLst>
                <a:ext uri="{FF2B5EF4-FFF2-40B4-BE49-F238E27FC236}">
                  <a16:creationId xmlns:a16="http://schemas.microsoft.com/office/drawing/2014/main" id="{AF733A28-9B82-259C-C4AD-873959B2BC1E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426D813E-687B-8637-9EBC-45077CEC2087}"/>
              </a:ext>
            </a:extLst>
          </p:cNvPr>
          <p:cNvCxnSpPr>
            <a:cxnSpLocks/>
            <a:stCxn id="110" idx="2"/>
            <a:endCxn id="125" idx="0"/>
          </p:cNvCxnSpPr>
          <p:nvPr/>
        </p:nvCxnSpPr>
        <p:spPr>
          <a:xfrm flipH="1">
            <a:off x="1994200" y="4314034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CAF68503-36BA-5B9F-985B-D9E50BA32414}"/>
              </a:ext>
            </a:extLst>
          </p:cNvPr>
          <p:cNvCxnSpPr>
            <a:cxnSpLocks/>
            <a:stCxn id="109" idx="2"/>
            <a:endCxn id="124" idx="0"/>
          </p:cNvCxnSpPr>
          <p:nvPr/>
        </p:nvCxnSpPr>
        <p:spPr>
          <a:xfrm flipH="1">
            <a:off x="1409544" y="4314033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EC32F6F8-8E22-7F39-2E4D-B16B161808DA}"/>
              </a:ext>
            </a:extLst>
          </p:cNvPr>
          <p:cNvGrpSpPr/>
          <p:nvPr/>
        </p:nvGrpSpPr>
        <p:grpSpPr>
          <a:xfrm>
            <a:off x="3469224" y="3680501"/>
            <a:ext cx="1410052" cy="412750"/>
            <a:chOff x="7784882" y="1863047"/>
            <a:chExt cx="1410052" cy="412750"/>
          </a:xfrm>
        </p:grpSpPr>
        <p:grpSp>
          <p:nvGrpSpPr>
            <p:cNvPr id="140" name="Gruppieren 139">
              <a:extLst>
                <a:ext uri="{FF2B5EF4-FFF2-40B4-BE49-F238E27FC236}">
                  <a16:creationId xmlns:a16="http://schemas.microsoft.com/office/drawing/2014/main" id="{D38F47F0-C67B-7B28-C9E5-06159755FB3E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143" name="Text Box 82">
                <a:extLst>
                  <a:ext uri="{FF2B5EF4-FFF2-40B4-BE49-F238E27FC236}">
                    <a16:creationId xmlns:a16="http://schemas.microsoft.com/office/drawing/2014/main" id="{BE1D8730-5F12-9C60-4E15-ED3044CEFD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144" name="Rectangle 83">
                <a:extLst>
                  <a:ext uri="{FF2B5EF4-FFF2-40B4-BE49-F238E27FC236}">
                    <a16:creationId xmlns:a16="http://schemas.microsoft.com/office/drawing/2014/main" id="{91BAB719-9833-7A8A-C079-DEC00B41C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5" name="Textfeld 169">
                <a:extLst>
                  <a:ext uri="{FF2B5EF4-FFF2-40B4-BE49-F238E27FC236}">
                    <a16:creationId xmlns:a16="http://schemas.microsoft.com/office/drawing/2014/main" id="{0FE3904A-222C-D6CE-E880-99D27CAEA347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46" name="Textfeld 169">
                <a:extLst>
                  <a:ext uri="{FF2B5EF4-FFF2-40B4-BE49-F238E27FC236}">
                    <a16:creationId xmlns:a16="http://schemas.microsoft.com/office/drawing/2014/main" id="{6687A685-6F7D-DF04-0A99-285CBFAFF10B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47" name="Textfeld 169">
                <a:extLst>
                  <a:ext uri="{FF2B5EF4-FFF2-40B4-BE49-F238E27FC236}">
                    <a16:creationId xmlns:a16="http://schemas.microsoft.com/office/drawing/2014/main" id="{DCCE2D0E-C8B3-FD32-C7A8-AB3DD14F87B9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48" name="Textfeld 169">
                <a:extLst>
                  <a:ext uri="{FF2B5EF4-FFF2-40B4-BE49-F238E27FC236}">
                    <a16:creationId xmlns:a16="http://schemas.microsoft.com/office/drawing/2014/main" id="{1427678C-F2DC-C354-9897-B881766542CD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49" name="Textfeld 169">
                <a:extLst>
                  <a:ext uri="{FF2B5EF4-FFF2-40B4-BE49-F238E27FC236}">
                    <a16:creationId xmlns:a16="http://schemas.microsoft.com/office/drawing/2014/main" id="{2245A195-33CE-C91E-497B-913EE6F99123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141" name="Textfeld 169">
              <a:extLst>
                <a:ext uri="{FF2B5EF4-FFF2-40B4-BE49-F238E27FC236}">
                  <a16:creationId xmlns:a16="http://schemas.microsoft.com/office/drawing/2014/main" id="{750EA72E-1644-92C8-D4ED-57AED33B93DD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2" name="Textfeld 169">
              <a:extLst>
                <a:ext uri="{FF2B5EF4-FFF2-40B4-BE49-F238E27FC236}">
                  <a16:creationId xmlns:a16="http://schemas.microsoft.com/office/drawing/2014/main" id="{202D3CE0-206D-135D-116B-FD28E8C0C908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FAC6383C-B915-39AC-CE03-58042B4677AD}"/>
              </a:ext>
            </a:extLst>
          </p:cNvPr>
          <p:cNvCxnSpPr>
            <a:cxnSpLocks/>
            <a:stCxn id="117" idx="2"/>
            <a:endCxn id="144" idx="1"/>
          </p:cNvCxnSpPr>
          <p:nvPr/>
        </p:nvCxnSpPr>
        <p:spPr>
          <a:xfrm flipV="1">
            <a:off x="2645458" y="3886876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51" name="Verbinder: gewinkelt 87">
            <a:extLst>
              <a:ext uri="{FF2B5EF4-FFF2-40B4-BE49-F238E27FC236}">
                <a16:creationId xmlns:a16="http://schemas.microsoft.com/office/drawing/2014/main" id="{F3AF5511-C194-7E99-DD76-3531D55DA735}"/>
              </a:ext>
            </a:extLst>
          </p:cNvPr>
          <p:cNvCxnSpPr>
            <a:cxnSpLocks/>
            <a:stCxn id="122" idx="0"/>
            <a:endCxn id="142" idx="2"/>
          </p:cNvCxnSpPr>
          <p:nvPr/>
        </p:nvCxnSpPr>
        <p:spPr>
          <a:xfrm rot="5400000" flipH="1" flipV="1">
            <a:off x="2537322" y="4003024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52" name="Gerade Verbindung mit Pfeil 151">
            <a:extLst>
              <a:ext uri="{FF2B5EF4-FFF2-40B4-BE49-F238E27FC236}">
                <a16:creationId xmlns:a16="http://schemas.microsoft.com/office/drawing/2014/main" id="{200018B3-961B-F048-2565-A16EF3FF2DC1}"/>
              </a:ext>
            </a:extLst>
          </p:cNvPr>
          <p:cNvCxnSpPr>
            <a:cxnSpLocks/>
            <a:stCxn id="127" idx="3"/>
            <a:endCxn id="132" idx="1"/>
          </p:cNvCxnSpPr>
          <p:nvPr/>
        </p:nvCxnSpPr>
        <p:spPr>
          <a:xfrm>
            <a:off x="2598471" y="5411904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56" name="Freihandform: Form 155">
            <a:extLst>
              <a:ext uri="{FF2B5EF4-FFF2-40B4-BE49-F238E27FC236}">
                <a16:creationId xmlns:a16="http://schemas.microsoft.com/office/drawing/2014/main" id="{36D3AB27-83EC-7004-EC91-A65F8E9198CF}"/>
              </a:ext>
            </a:extLst>
          </p:cNvPr>
          <p:cNvSpPr/>
          <p:nvPr/>
        </p:nvSpPr>
        <p:spPr>
          <a:xfrm>
            <a:off x="2830640" y="3314368"/>
            <a:ext cx="1085116" cy="2631673"/>
          </a:xfrm>
          <a:custGeom>
            <a:avLst/>
            <a:gdLst>
              <a:gd name="connsiteX0" fmla="*/ 991331 w 1085116"/>
              <a:gd name="connsiteY0" fmla="*/ 0 h 2702170"/>
              <a:gd name="connsiteX1" fmla="*/ 211747 w 1085116"/>
              <a:gd name="connsiteY1" fmla="*/ 416170 h 2702170"/>
              <a:gd name="connsiteX2" fmla="*/ 731 w 1085116"/>
              <a:gd name="connsiteY2" fmla="*/ 1383323 h 2702170"/>
              <a:gd name="connsiteX3" fmla="*/ 258639 w 1085116"/>
              <a:gd name="connsiteY3" fmla="*/ 2379785 h 2702170"/>
              <a:gd name="connsiteX4" fmla="*/ 1085116 w 1085116"/>
              <a:gd name="connsiteY4" fmla="*/ 2702170 h 27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116" h="2702170">
                <a:moveTo>
                  <a:pt x="991331" y="0"/>
                </a:moveTo>
                <a:cubicBezTo>
                  <a:pt x="684089" y="92808"/>
                  <a:pt x="376847" y="185616"/>
                  <a:pt x="211747" y="416170"/>
                </a:cubicBezTo>
                <a:cubicBezTo>
                  <a:pt x="46647" y="646724"/>
                  <a:pt x="-7084" y="1056054"/>
                  <a:pt x="731" y="1383323"/>
                </a:cubicBezTo>
                <a:cubicBezTo>
                  <a:pt x="8546" y="1710592"/>
                  <a:pt x="77908" y="2159977"/>
                  <a:pt x="258639" y="2379785"/>
                </a:cubicBezTo>
                <a:cubicBezTo>
                  <a:pt x="439370" y="2599593"/>
                  <a:pt x="762243" y="2650881"/>
                  <a:pt x="1085116" y="270217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89C6E68F-5974-85DA-2BE1-F4D6969C8989}"/>
              </a:ext>
            </a:extLst>
          </p:cNvPr>
          <p:cNvSpPr txBox="1"/>
          <p:nvPr/>
        </p:nvSpPr>
        <p:spPr>
          <a:xfrm>
            <a:off x="3201539" y="3396187"/>
            <a:ext cx="252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i="1">
                <a:solidFill>
                  <a:srgbClr val="00549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sz="1600" dirty="0"/>
              <a:t>Omitted for Simplicity</a:t>
            </a:r>
          </a:p>
        </p:txBody>
      </p:sp>
      <p:sp>
        <p:nvSpPr>
          <p:cNvPr id="161" name="AutoShape 40">
            <a:extLst>
              <a:ext uri="{FF2B5EF4-FFF2-40B4-BE49-F238E27FC236}">
                <a16:creationId xmlns:a16="http://schemas.microsoft.com/office/drawing/2014/main" id="{AA72828F-39AC-F860-1AA6-65AE2ED4F77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58843" y="3229232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162" name="AutoShape 40">
            <a:extLst>
              <a:ext uri="{FF2B5EF4-FFF2-40B4-BE49-F238E27FC236}">
                <a16:creationId xmlns:a16="http://schemas.microsoft.com/office/drawing/2014/main" id="{3BD7EEEA-2605-25D1-74CB-6247F91A07E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28436" y="1147819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dirty="0">
                <a:solidFill>
                  <a:prstClr val="black"/>
                </a:solidFill>
              </a:rPr>
              <a:t>O</a:t>
            </a: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35487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51E4636-4869-B6F1-1066-8FAB5D181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</a:t>
            </a:r>
            <a:r>
              <a:rPr lang="de-DE" dirty="0" err="1"/>
              <a:t>onnector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sibling</a:t>
            </a:r>
            <a:r>
              <a:rPr lang="de-DE" dirty="0"/>
              <a:t> </a:t>
            </a:r>
            <a:r>
              <a:rPr lang="de-DE" dirty="0" err="1"/>
              <a:t>components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B2689FE-3F5A-CA4E-6A5A-2BBCDE53D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65" y="1059927"/>
            <a:ext cx="4302660" cy="1770728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/>
          <a:lstStyle/>
          <a:p>
            <a:r>
              <a:rPr lang="en-US" b="1" dirty="0"/>
              <a:t> F</a:t>
            </a:r>
          </a:p>
        </p:txBody>
      </p:sp>
      <p:sp>
        <p:nvSpPr>
          <p:cNvPr id="10" name="Rectangle 41">
            <a:extLst>
              <a:ext uri="{FF2B5EF4-FFF2-40B4-BE49-F238E27FC236}">
                <a16:creationId xmlns:a16="http://schemas.microsoft.com/office/drawing/2014/main" id="{AF30C7A9-57C2-F819-FE12-46210F70B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095" y="1938558"/>
            <a:ext cx="1250344" cy="673211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G</a:t>
            </a:r>
            <a:endParaRPr lang="en-US" sz="2000" dirty="0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F9E33087-6973-CBC8-2D19-4F2D4F653267}"/>
              </a:ext>
            </a:extLst>
          </p:cNvPr>
          <p:cNvSpPr txBox="1"/>
          <p:nvPr/>
        </p:nvSpPr>
        <p:spPr>
          <a:xfrm>
            <a:off x="4184506" y="19955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grpSp>
        <p:nvGrpSpPr>
          <p:cNvPr id="15" name="Gruppieren 31">
            <a:extLst>
              <a:ext uri="{FF2B5EF4-FFF2-40B4-BE49-F238E27FC236}">
                <a16:creationId xmlns:a16="http://schemas.microsoft.com/office/drawing/2014/main" id="{A436FFE2-9B64-B39B-E944-7FA0F8071574}"/>
              </a:ext>
            </a:extLst>
          </p:cNvPr>
          <p:cNvGrpSpPr/>
          <p:nvPr/>
        </p:nvGrpSpPr>
        <p:grpSpPr>
          <a:xfrm>
            <a:off x="8547372" y="1342931"/>
            <a:ext cx="1428729" cy="412750"/>
            <a:chOff x="4787230" y="1861556"/>
            <a:chExt cx="2417054" cy="412750"/>
          </a:xfrm>
        </p:grpSpPr>
        <p:sp>
          <p:nvSpPr>
            <p:cNvPr id="16" name="Text Box 82">
              <a:extLst>
                <a:ext uri="{FF2B5EF4-FFF2-40B4-BE49-F238E27FC236}">
                  <a16:creationId xmlns:a16="http://schemas.microsoft.com/office/drawing/2014/main" id="{013761E3-98D5-B39B-0FF0-A9DFAE04B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7732" y="1899656"/>
              <a:ext cx="11528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F:Function</a:t>
              </a:r>
            </a:p>
          </p:txBody>
        </p:sp>
        <p:sp>
          <p:nvSpPr>
            <p:cNvPr id="17" name="Rectangle 83">
              <a:extLst>
                <a:ext uri="{FF2B5EF4-FFF2-40B4-BE49-F238E27FC236}">
                  <a16:creationId xmlns:a16="http://schemas.microsoft.com/office/drawing/2014/main" id="{8978B156-0E3F-839D-02F5-6F8A7C0F2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8" name="AutoShape 50">
            <a:extLst>
              <a:ext uri="{FF2B5EF4-FFF2-40B4-BE49-F238E27FC236}">
                <a16:creationId xmlns:a16="http://schemas.microsoft.com/office/drawing/2014/main" id="{C08EE485-FD57-ACE7-0A11-6A99AEB95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7598" y="1771235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" name="Rectangle 83">
            <a:extLst>
              <a:ext uri="{FF2B5EF4-FFF2-40B4-BE49-F238E27FC236}">
                <a16:creationId xmlns:a16="http://schemas.microsoft.com/office/drawing/2014/main" id="{5DCF390C-B868-9EF2-C93C-D531ED6EF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108" y="3612283"/>
            <a:ext cx="1700321" cy="4127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kern="0" dirty="0">
                <a:solidFill>
                  <a:prstClr val="black"/>
                </a:solidFill>
              </a:rPr>
              <a:t>:Channel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" name="Rechteck 23">
            <a:extLst>
              <a:ext uri="{FF2B5EF4-FFF2-40B4-BE49-F238E27FC236}">
                <a16:creationId xmlns:a16="http://schemas.microsoft.com/office/drawing/2014/main" id="{CF0F04E2-5D1C-1E0C-282E-9B6E9F6B51BF}"/>
              </a:ext>
            </a:extLst>
          </p:cNvPr>
          <p:cNvSpPr/>
          <p:nvPr/>
        </p:nvSpPr>
        <p:spPr>
          <a:xfrm>
            <a:off x="10345531" y="3125388"/>
            <a:ext cx="5068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“b”</a:t>
            </a:r>
            <a:endParaRPr lang="en-US" dirty="0"/>
          </a:p>
        </p:txBody>
      </p:sp>
      <p:cxnSp>
        <p:nvCxnSpPr>
          <p:cNvPr id="34" name="Verbinder: gewinkelt 87">
            <a:extLst>
              <a:ext uri="{FF2B5EF4-FFF2-40B4-BE49-F238E27FC236}">
                <a16:creationId xmlns:a16="http://schemas.microsoft.com/office/drawing/2014/main" id="{6E138B69-7FE3-B5B5-D178-FE457878AC89}"/>
              </a:ext>
            </a:extLst>
          </p:cNvPr>
          <p:cNvCxnSpPr>
            <a:cxnSpLocks/>
            <a:stCxn id="33" idx="2"/>
            <a:endCxn id="27" idx="3"/>
          </p:cNvCxnSpPr>
          <p:nvPr/>
        </p:nvCxnSpPr>
        <p:spPr>
          <a:xfrm rot="5400000">
            <a:off x="9470565" y="2690252"/>
            <a:ext cx="477270" cy="1779542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37" name="Gruppieren 31">
            <a:extLst>
              <a:ext uri="{FF2B5EF4-FFF2-40B4-BE49-F238E27FC236}">
                <a16:creationId xmlns:a16="http://schemas.microsoft.com/office/drawing/2014/main" id="{B85836FC-FB57-9FED-1847-1087D20973F9}"/>
              </a:ext>
            </a:extLst>
          </p:cNvPr>
          <p:cNvGrpSpPr/>
          <p:nvPr/>
        </p:nvGrpSpPr>
        <p:grpSpPr>
          <a:xfrm>
            <a:off x="7254903" y="2712637"/>
            <a:ext cx="1428729" cy="412750"/>
            <a:chOff x="4787230" y="1861556"/>
            <a:chExt cx="2417054" cy="412750"/>
          </a:xfrm>
        </p:grpSpPr>
        <p:sp>
          <p:nvSpPr>
            <p:cNvPr id="38" name="Text Box 82">
              <a:extLst>
                <a:ext uri="{FF2B5EF4-FFF2-40B4-BE49-F238E27FC236}">
                  <a16:creationId xmlns:a16="http://schemas.microsoft.com/office/drawing/2014/main" id="{2554484D-789C-B5A1-EA0F-13D73572A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147" y="1899656"/>
              <a:ext cx="201004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G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39" name="Rectangle 83">
              <a:extLst>
                <a:ext uri="{FF2B5EF4-FFF2-40B4-BE49-F238E27FC236}">
                  <a16:creationId xmlns:a16="http://schemas.microsoft.com/office/drawing/2014/main" id="{E5974773-EFD9-F31D-303E-C937D1B1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0" name="Rechteck 23">
            <a:extLst>
              <a:ext uri="{FF2B5EF4-FFF2-40B4-BE49-F238E27FC236}">
                <a16:creationId xmlns:a16="http://schemas.microsoft.com/office/drawing/2014/main" id="{87F3656B-BAF1-9E1E-FD8A-C2A08561B61E}"/>
              </a:ext>
            </a:extLst>
          </p:cNvPr>
          <p:cNvSpPr/>
          <p:nvPr/>
        </p:nvSpPr>
        <p:spPr>
          <a:xfrm>
            <a:off x="7727750" y="3125204"/>
            <a:ext cx="481158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“a”</a:t>
            </a:r>
          </a:p>
        </p:txBody>
      </p:sp>
      <p:cxnSp>
        <p:nvCxnSpPr>
          <p:cNvPr id="41" name="Verbinder: gewinkelt 87">
            <a:extLst>
              <a:ext uri="{FF2B5EF4-FFF2-40B4-BE49-F238E27FC236}">
                <a16:creationId xmlns:a16="http://schemas.microsoft.com/office/drawing/2014/main" id="{800310E4-1128-5345-8FA5-FF8A1BE2CEED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rot="16200000" flipH="1">
            <a:off x="7833260" y="3476273"/>
            <a:ext cx="271079" cy="94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42" name="Verbinder: gewinkelt 87">
            <a:extLst>
              <a:ext uri="{FF2B5EF4-FFF2-40B4-BE49-F238E27FC236}">
                <a16:creationId xmlns:a16="http://schemas.microsoft.com/office/drawing/2014/main" id="{15606465-22F3-7E8F-B069-9C6528A7DCDA}"/>
              </a:ext>
            </a:extLst>
          </p:cNvPr>
          <p:cNvCxnSpPr>
            <a:cxnSpLocks/>
            <a:stCxn id="18" idx="2"/>
            <a:endCxn id="39" idx="0"/>
          </p:cNvCxnSpPr>
          <p:nvPr/>
        </p:nvCxnSpPr>
        <p:spPr>
          <a:xfrm rot="5400000">
            <a:off x="8271007" y="1721908"/>
            <a:ext cx="688990" cy="129246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3" name="Textfeld 169">
            <a:extLst>
              <a:ext uri="{FF2B5EF4-FFF2-40B4-BE49-F238E27FC236}">
                <a16:creationId xmlns:a16="http://schemas.microsoft.com/office/drawing/2014/main" id="{5945CDAE-104A-A68F-76CF-97C0E76A21F1}"/>
              </a:ext>
            </a:extLst>
          </p:cNvPr>
          <p:cNvSpPr txBox="1"/>
          <p:nvPr/>
        </p:nvSpPr>
        <p:spPr>
          <a:xfrm>
            <a:off x="8849870" y="3515111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44" name="Textfeld 169">
            <a:extLst>
              <a:ext uri="{FF2B5EF4-FFF2-40B4-BE49-F238E27FC236}">
                <a16:creationId xmlns:a16="http://schemas.microsoft.com/office/drawing/2014/main" id="{B7AECD4B-770B-3BC8-4851-3E83488D2531}"/>
              </a:ext>
            </a:extLst>
          </p:cNvPr>
          <p:cNvSpPr txBox="1"/>
          <p:nvPr/>
        </p:nvSpPr>
        <p:spPr>
          <a:xfrm>
            <a:off x="7550676" y="3328786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out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2FC7087-529B-AFED-3ED5-677F19960AF2}"/>
              </a:ext>
            </a:extLst>
          </p:cNvPr>
          <p:cNvCxnSpPr>
            <a:cxnSpLocks/>
            <a:stCxn id="50" idx="3"/>
            <a:endCxn id="12" idx="1"/>
          </p:cNvCxnSpPr>
          <p:nvPr/>
        </p:nvCxnSpPr>
        <p:spPr>
          <a:xfrm>
            <a:off x="2464633" y="2256903"/>
            <a:ext cx="349436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50" name="Rechteck 23">
            <a:extLst>
              <a:ext uri="{FF2B5EF4-FFF2-40B4-BE49-F238E27FC236}">
                <a16:creationId xmlns:a16="http://schemas.microsoft.com/office/drawing/2014/main" id="{DB47CED6-C088-4FD7-6380-B32A5FC9C57E}"/>
              </a:ext>
            </a:extLst>
          </p:cNvPr>
          <p:cNvSpPr/>
          <p:nvPr/>
        </p:nvSpPr>
        <p:spPr>
          <a:xfrm>
            <a:off x="2248633" y="2148903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0" name="Rectangle 41">
            <a:extLst>
              <a:ext uri="{FF2B5EF4-FFF2-40B4-BE49-F238E27FC236}">
                <a16:creationId xmlns:a16="http://schemas.microsoft.com/office/drawing/2014/main" id="{9F435328-85F6-2816-F3F4-5187756B0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263" y="1938558"/>
            <a:ext cx="1250344" cy="673211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H</a:t>
            </a:r>
            <a:endParaRPr lang="en-US" sz="2000" dirty="0"/>
          </a:p>
        </p:txBody>
      </p:sp>
      <p:sp>
        <p:nvSpPr>
          <p:cNvPr id="12" name="Rechteck 23">
            <a:extLst>
              <a:ext uri="{FF2B5EF4-FFF2-40B4-BE49-F238E27FC236}">
                <a16:creationId xmlns:a16="http://schemas.microsoft.com/office/drawing/2014/main" id="{D29E88E7-6F98-5D8E-0D14-82258BDECFFD}"/>
              </a:ext>
            </a:extLst>
          </p:cNvPr>
          <p:cNvSpPr/>
          <p:nvPr/>
        </p:nvSpPr>
        <p:spPr>
          <a:xfrm>
            <a:off x="2814069" y="2148903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9F70AC30-987A-75BD-115C-542B8CD3BEFF}"/>
              </a:ext>
            </a:extLst>
          </p:cNvPr>
          <p:cNvSpPr txBox="1"/>
          <p:nvPr/>
        </p:nvSpPr>
        <p:spPr>
          <a:xfrm>
            <a:off x="704859" y="199557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grpSp>
        <p:nvGrpSpPr>
          <p:cNvPr id="62" name="Gruppieren 31">
            <a:extLst>
              <a:ext uri="{FF2B5EF4-FFF2-40B4-BE49-F238E27FC236}">
                <a16:creationId xmlns:a16="http://schemas.microsoft.com/office/drawing/2014/main" id="{02577F75-AEAD-849A-C088-A5B7FD589A77}"/>
              </a:ext>
            </a:extLst>
          </p:cNvPr>
          <p:cNvGrpSpPr/>
          <p:nvPr/>
        </p:nvGrpSpPr>
        <p:grpSpPr>
          <a:xfrm>
            <a:off x="9839841" y="2712637"/>
            <a:ext cx="1428729" cy="412750"/>
            <a:chOff x="4787230" y="1861556"/>
            <a:chExt cx="2417054" cy="412750"/>
          </a:xfrm>
        </p:grpSpPr>
        <p:sp>
          <p:nvSpPr>
            <p:cNvPr id="63" name="Text Box 82">
              <a:extLst>
                <a:ext uri="{FF2B5EF4-FFF2-40B4-BE49-F238E27FC236}">
                  <a16:creationId xmlns:a16="http://schemas.microsoft.com/office/drawing/2014/main" id="{30430DB1-D610-1820-CEF4-4C01A9AC5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995" y="1899656"/>
              <a:ext cx="198835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noProof="0" dirty="0">
                  <a:solidFill>
                    <a:prstClr val="black"/>
                  </a:solidFill>
                </a:rPr>
                <a:t>H</a:t>
              </a:r>
              <a:r>
                <a:rPr kumimoji="0" lang="en-US" altLang="de-DE" sz="1600" b="0" i="0" u="sng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  <a:endParaRPr kumimoji="0" lang="en-US" altLang="de-DE" sz="16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4" name="Rectangle 83">
              <a:extLst>
                <a:ext uri="{FF2B5EF4-FFF2-40B4-BE49-F238E27FC236}">
                  <a16:creationId xmlns:a16="http://schemas.microsoft.com/office/drawing/2014/main" id="{FE314026-EED1-F84D-5DBB-D3042EAB0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66" name="Verbinder: gewinkelt 87">
            <a:extLst>
              <a:ext uri="{FF2B5EF4-FFF2-40B4-BE49-F238E27FC236}">
                <a16:creationId xmlns:a16="http://schemas.microsoft.com/office/drawing/2014/main" id="{BDFAB3CA-8988-00FC-DDC3-AFF7369D78D8}"/>
              </a:ext>
            </a:extLst>
          </p:cNvPr>
          <p:cNvCxnSpPr>
            <a:cxnSpLocks/>
            <a:stCxn id="18" idx="2"/>
            <a:endCxn id="64" idx="0"/>
          </p:cNvCxnSpPr>
          <p:nvPr/>
        </p:nvCxnSpPr>
        <p:spPr>
          <a:xfrm rot="16200000" flipH="1">
            <a:off x="9563476" y="1721907"/>
            <a:ext cx="688990" cy="129247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E2655874-F422-CBD3-34BB-45B7D2C23FA0}"/>
              </a:ext>
            </a:extLst>
          </p:cNvPr>
          <p:cNvCxnSpPr>
            <a:cxnSpLocks/>
            <a:stCxn id="150" idx="2"/>
            <a:endCxn id="138" idx="0"/>
          </p:cNvCxnSpPr>
          <p:nvPr/>
        </p:nvCxnSpPr>
        <p:spPr>
          <a:xfrm>
            <a:off x="4174072" y="4093251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98" name="Textfeld 169">
            <a:extLst>
              <a:ext uri="{FF2B5EF4-FFF2-40B4-BE49-F238E27FC236}">
                <a16:creationId xmlns:a16="http://schemas.microsoft.com/office/drawing/2014/main" id="{F1D30BBB-D61D-D0D8-363B-40B71E89AED1}"/>
              </a:ext>
            </a:extLst>
          </p:cNvPr>
          <p:cNvSpPr txBox="1"/>
          <p:nvPr/>
        </p:nvSpPr>
        <p:spPr>
          <a:xfrm>
            <a:off x="1673480" y="34438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9" name="Textfeld 169">
            <a:extLst>
              <a:ext uri="{FF2B5EF4-FFF2-40B4-BE49-F238E27FC236}">
                <a16:creationId xmlns:a16="http://schemas.microsoft.com/office/drawing/2014/main" id="{CF6EA04A-8ECD-14AE-E57A-6EEB41205C85}"/>
              </a:ext>
            </a:extLst>
          </p:cNvPr>
          <p:cNvSpPr txBox="1"/>
          <p:nvPr/>
        </p:nvSpPr>
        <p:spPr>
          <a:xfrm>
            <a:off x="2927498" y="3871115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100" name="Textfeld 169">
            <a:extLst>
              <a:ext uri="{FF2B5EF4-FFF2-40B4-BE49-F238E27FC236}">
                <a16:creationId xmlns:a16="http://schemas.microsoft.com/office/drawing/2014/main" id="{45EFCD3F-AEE2-666A-EB1F-767FCA0C6C1A}"/>
              </a:ext>
            </a:extLst>
          </p:cNvPr>
          <p:cNvSpPr txBox="1"/>
          <p:nvPr/>
        </p:nvSpPr>
        <p:spPr>
          <a:xfrm>
            <a:off x="3195115" y="36141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1" name="Textfeld 169">
            <a:extLst>
              <a:ext uri="{FF2B5EF4-FFF2-40B4-BE49-F238E27FC236}">
                <a16:creationId xmlns:a16="http://schemas.microsoft.com/office/drawing/2014/main" id="{88F993A2-4F6A-8156-B216-29BA538E0C7A}"/>
              </a:ext>
            </a:extLst>
          </p:cNvPr>
          <p:cNvSpPr txBox="1"/>
          <p:nvPr/>
        </p:nvSpPr>
        <p:spPr>
          <a:xfrm>
            <a:off x="1953126" y="4289595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2" name="Textfeld 169">
            <a:extLst>
              <a:ext uri="{FF2B5EF4-FFF2-40B4-BE49-F238E27FC236}">
                <a16:creationId xmlns:a16="http://schemas.microsoft.com/office/drawing/2014/main" id="{FCA5AA0F-C3CD-EA6D-CC19-AF19ADEDE7CF}"/>
              </a:ext>
            </a:extLst>
          </p:cNvPr>
          <p:cNvSpPr txBox="1"/>
          <p:nvPr/>
        </p:nvSpPr>
        <p:spPr>
          <a:xfrm>
            <a:off x="1361736" y="4289595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3" name="Textfeld 169">
            <a:extLst>
              <a:ext uri="{FF2B5EF4-FFF2-40B4-BE49-F238E27FC236}">
                <a16:creationId xmlns:a16="http://schemas.microsoft.com/office/drawing/2014/main" id="{73AD5112-C73C-AFAD-524A-03DC3CF006BA}"/>
              </a:ext>
            </a:extLst>
          </p:cNvPr>
          <p:cNvSpPr txBox="1"/>
          <p:nvPr/>
        </p:nvSpPr>
        <p:spPr>
          <a:xfrm>
            <a:off x="1952286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4" name="Textfeld 169">
            <a:extLst>
              <a:ext uri="{FF2B5EF4-FFF2-40B4-BE49-F238E27FC236}">
                <a16:creationId xmlns:a16="http://schemas.microsoft.com/office/drawing/2014/main" id="{2E1D3536-84D5-4FE3-354F-E4B44CE47095}"/>
              </a:ext>
            </a:extLst>
          </p:cNvPr>
          <p:cNvSpPr txBox="1"/>
          <p:nvPr/>
        </p:nvSpPr>
        <p:spPr>
          <a:xfrm>
            <a:off x="1365310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F6D4E690-B7A2-4338-F2D0-A5B8DC731086}"/>
              </a:ext>
            </a:extLst>
          </p:cNvPr>
          <p:cNvSpPr txBox="1"/>
          <p:nvPr/>
        </p:nvSpPr>
        <p:spPr>
          <a:xfrm>
            <a:off x="3704657" y="4068398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6" name="Textfeld 169">
            <a:extLst>
              <a:ext uri="{FF2B5EF4-FFF2-40B4-BE49-F238E27FC236}">
                <a16:creationId xmlns:a16="http://schemas.microsoft.com/office/drawing/2014/main" id="{14B8416A-ED8D-9C25-A576-39FB1845A3DF}"/>
              </a:ext>
            </a:extLst>
          </p:cNvPr>
          <p:cNvSpPr txBox="1"/>
          <p:nvPr/>
        </p:nvSpPr>
        <p:spPr>
          <a:xfrm>
            <a:off x="3188499" y="515529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7" name="Textfeld 169">
            <a:extLst>
              <a:ext uri="{FF2B5EF4-FFF2-40B4-BE49-F238E27FC236}">
                <a16:creationId xmlns:a16="http://schemas.microsoft.com/office/drawing/2014/main" id="{90B6F34E-BB4E-07FC-21A5-6B0592236090}"/>
              </a:ext>
            </a:extLst>
          </p:cNvPr>
          <p:cNvSpPr txBox="1"/>
          <p:nvPr/>
        </p:nvSpPr>
        <p:spPr>
          <a:xfrm>
            <a:off x="4139382" y="49217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8" name="Textfeld 169">
            <a:extLst>
              <a:ext uri="{FF2B5EF4-FFF2-40B4-BE49-F238E27FC236}">
                <a16:creationId xmlns:a16="http://schemas.microsoft.com/office/drawing/2014/main" id="{96F2BC85-29D1-051B-5262-DBFCA856AA66}"/>
              </a:ext>
            </a:extLst>
          </p:cNvPr>
          <p:cNvSpPr txBox="1"/>
          <p:nvPr/>
        </p:nvSpPr>
        <p:spPr>
          <a:xfrm>
            <a:off x="4139381" y="409776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9" name="Textfeld 169">
            <a:extLst>
              <a:ext uri="{FF2B5EF4-FFF2-40B4-BE49-F238E27FC236}">
                <a16:creationId xmlns:a16="http://schemas.microsoft.com/office/drawing/2014/main" id="{98205535-A575-D744-AB07-7EA4F9E7D19E}"/>
              </a:ext>
            </a:extLst>
          </p:cNvPr>
          <p:cNvSpPr txBox="1"/>
          <p:nvPr/>
        </p:nvSpPr>
        <p:spPr>
          <a:xfrm>
            <a:off x="564934" y="338530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0" name="Textfeld 169">
            <a:extLst>
              <a:ext uri="{FF2B5EF4-FFF2-40B4-BE49-F238E27FC236}">
                <a16:creationId xmlns:a16="http://schemas.microsoft.com/office/drawing/2014/main" id="{1C196A6F-7F49-F207-55C9-3538D6C366D2}"/>
              </a:ext>
            </a:extLst>
          </p:cNvPr>
          <p:cNvSpPr txBox="1"/>
          <p:nvPr/>
        </p:nvSpPr>
        <p:spPr>
          <a:xfrm>
            <a:off x="221002" y="386303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111" name="Textfeld 169">
            <a:extLst>
              <a:ext uri="{FF2B5EF4-FFF2-40B4-BE49-F238E27FC236}">
                <a16:creationId xmlns:a16="http://schemas.microsoft.com/office/drawing/2014/main" id="{B5DE5819-4AF1-962B-E7D2-42C4A47C2969}"/>
              </a:ext>
            </a:extLst>
          </p:cNvPr>
          <p:cNvSpPr txBox="1"/>
          <p:nvPr/>
        </p:nvSpPr>
        <p:spPr>
          <a:xfrm>
            <a:off x="2522530" y="3614128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12" name="Textfeld 169">
            <a:extLst>
              <a:ext uri="{FF2B5EF4-FFF2-40B4-BE49-F238E27FC236}">
                <a16:creationId xmlns:a16="http://schemas.microsoft.com/office/drawing/2014/main" id="{E2470090-4F31-02F0-9500-AE1915835BD1}"/>
              </a:ext>
            </a:extLst>
          </p:cNvPr>
          <p:cNvSpPr txBox="1"/>
          <p:nvPr/>
        </p:nvSpPr>
        <p:spPr>
          <a:xfrm>
            <a:off x="323785" y="3636516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71FCEBBD-1B29-01CE-AD39-32D6CC136CA6}"/>
              </a:ext>
            </a:extLst>
          </p:cNvPr>
          <p:cNvGrpSpPr/>
          <p:nvPr/>
        </p:nvGrpSpPr>
        <p:grpSpPr>
          <a:xfrm>
            <a:off x="714671" y="3679010"/>
            <a:ext cx="1930787" cy="635024"/>
            <a:chOff x="4316210" y="1861556"/>
            <a:chExt cx="1930787" cy="635024"/>
          </a:xfrm>
        </p:grpSpPr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4FE092C9-5007-3882-80A6-C9EFC15FD4DD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117" name="Verbinder: gewinkelt 87">
                <a:extLst>
                  <a:ext uri="{FF2B5EF4-FFF2-40B4-BE49-F238E27FC236}">
                    <a16:creationId xmlns:a16="http://schemas.microsoft.com/office/drawing/2014/main" id="{CEB7A995-925E-4153-5672-C7ED67E67603}"/>
                  </a:ext>
                </a:extLst>
              </p:cNvPr>
              <p:cNvCxnSpPr>
                <a:cxnSpLocks/>
                <a:stCxn id="120" idx="2"/>
                <a:endCxn id="119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18" name="Text Box 82">
                <a:extLst>
                  <a:ext uri="{FF2B5EF4-FFF2-40B4-BE49-F238E27FC236}">
                    <a16:creationId xmlns:a16="http://schemas.microsoft.com/office/drawing/2014/main" id="{F224A2BF-45F2-4D90-12D2-10A11744E8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119" name="Rectangle 83">
                <a:extLst>
                  <a:ext uri="{FF2B5EF4-FFF2-40B4-BE49-F238E27FC236}">
                    <a16:creationId xmlns:a16="http://schemas.microsoft.com/office/drawing/2014/main" id="{EE85B1B3-105C-48EC-F10F-2F033CB83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0" name="AutoShape 50">
                <a:extLst>
                  <a:ext uri="{FF2B5EF4-FFF2-40B4-BE49-F238E27FC236}">
                    <a16:creationId xmlns:a16="http://schemas.microsoft.com/office/drawing/2014/main" id="{3177E710-705E-A962-36CE-3101E74F1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1" name="Textfeld 169">
                <a:extLst>
                  <a:ext uri="{FF2B5EF4-FFF2-40B4-BE49-F238E27FC236}">
                    <a16:creationId xmlns:a16="http://schemas.microsoft.com/office/drawing/2014/main" id="{3131276B-C3A2-69A1-0C4F-3D9E0227E91B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22" name="Textfeld 169">
                <a:extLst>
                  <a:ext uri="{FF2B5EF4-FFF2-40B4-BE49-F238E27FC236}">
                    <a16:creationId xmlns:a16="http://schemas.microsoft.com/office/drawing/2014/main" id="{284656EE-938B-C05E-A57E-8A75BE22EF29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23" name="AutoShape 50">
                <a:extLst>
                  <a:ext uri="{FF2B5EF4-FFF2-40B4-BE49-F238E27FC236}">
                    <a16:creationId xmlns:a16="http://schemas.microsoft.com/office/drawing/2014/main" id="{7A2EBB20-94FB-62C0-12DD-BF0423C1D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5" name="Rectangle 83">
              <a:extLst>
                <a:ext uri="{FF2B5EF4-FFF2-40B4-BE49-F238E27FC236}">
                  <a16:creationId xmlns:a16="http://schemas.microsoft.com/office/drawing/2014/main" id="{6F17CA0C-E088-0836-7C52-14645C2AF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16" name="Rectangle 83">
              <a:extLst>
                <a:ext uri="{FF2B5EF4-FFF2-40B4-BE49-F238E27FC236}">
                  <a16:creationId xmlns:a16="http://schemas.microsoft.com/office/drawing/2014/main" id="{B08A2115-2D2F-6473-E3CF-064C31011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24" name="Textfeld 169">
            <a:extLst>
              <a:ext uri="{FF2B5EF4-FFF2-40B4-BE49-F238E27FC236}">
                <a16:creationId xmlns:a16="http://schemas.microsoft.com/office/drawing/2014/main" id="{C1411359-E73D-719E-FBB9-571D9BD05C3A}"/>
              </a:ext>
            </a:extLst>
          </p:cNvPr>
          <p:cNvSpPr txBox="1"/>
          <p:nvPr/>
        </p:nvSpPr>
        <p:spPr>
          <a:xfrm>
            <a:off x="2401121" y="491204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25" name="Textfeld 169">
            <a:extLst>
              <a:ext uri="{FF2B5EF4-FFF2-40B4-BE49-F238E27FC236}">
                <a16:creationId xmlns:a16="http://schemas.microsoft.com/office/drawing/2014/main" id="{7853B060-D7F8-BA0C-1100-93BCD2C63AC2}"/>
              </a:ext>
            </a:extLst>
          </p:cNvPr>
          <p:cNvSpPr txBox="1"/>
          <p:nvPr/>
        </p:nvSpPr>
        <p:spPr>
          <a:xfrm>
            <a:off x="2548250" y="520694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E3F2C5F5-9896-A00D-74F2-77FE080BF6E1}"/>
              </a:ext>
            </a:extLst>
          </p:cNvPr>
          <p:cNvGrpSpPr/>
          <p:nvPr/>
        </p:nvGrpSpPr>
        <p:grpSpPr>
          <a:xfrm>
            <a:off x="966520" y="5205529"/>
            <a:ext cx="1632590" cy="412750"/>
            <a:chOff x="5282178" y="3388075"/>
            <a:chExt cx="1632590" cy="412750"/>
          </a:xfrm>
        </p:grpSpPr>
        <p:grpSp>
          <p:nvGrpSpPr>
            <p:cNvPr id="127" name="Group 87">
              <a:extLst>
                <a:ext uri="{FF2B5EF4-FFF2-40B4-BE49-F238E27FC236}">
                  <a16:creationId xmlns:a16="http://schemas.microsoft.com/office/drawing/2014/main" id="{474CFFD4-2932-B02F-651C-8F5198393B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132" name="Text Box 82">
                <a:extLst>
                  <a:ext uri="{FF2B5EF4-FFF2-40B4-BE49-F238E27FC236}">
                    <a16:creationId xmlns:a16="http://schemas.microsoft.com/office/drawing/2014/main" id="{A470B049-BAB0-204F-B9C8-4640B60807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133" name="Rectangle 83">
                <a:extLst>
                  <a:ext uri="{FF2B5EF4-FFF2-40B4-BE49-F238E27FC236}">
                    <a16:creationId xmlns:a16="http://schemas.microsoft.com/office/drawing/2014/main" id="{914F9E6B-BFE0-2F72-87F9-EE3472257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28" name="Textfeld 169">
              <a:extLst>
                <a:ext uri="{FF2B5EF4-FFF2-40B4-BE49-F238E27FC236}">
                  <a16:creationId xmlns:a16="http://schemas.microsoft.com/office/drawing/2014/main" id="{5259E186-C8E2-D3A0-9698-5ACCA845F4BC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D154080A-7AA8-AF36-F7F6-FE0CFD04A820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30" name="Textfeld 169">
              <a:extLst>
                <a:ext uri="{FF2B5EF4-FFF2-40B4-BE49-F238E27FC236}">
                  <a16:creationId xmlns:a16="http://schemas.microsoft.com/office/drawing/2014/main" id="{DBB7714C-74C5-1C80-70A6-52C6443AFF33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31" name="Textfeld 169">
              <a:extLst>
                <a:ext uri="{FF2B5EF4-FFF2-40B4-BE49-F238E27FC236}">
                  <a16:creationId xmlns:a16="http://schemas.microsoft.com/office/drawing/2014/main" id="{A16C8FAE-17A9-06A2-BBEC-546B70FF58FC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34" name="Textfeld 169">
            <a:extLst>
              <a:ext uri="{FF2B5EF4-FFF2-40B4-BE49-F238E27FC236}">
                <a16:creationId xmlns:a16="http://schemas.microsoft.com/office/drawing/2014/main" id="{5AA9181D-2461-3117-1663-980A10077E7F}"/>
              </a:ext>
            </a:extLst>
          </p:cNvPr>
          <p:cNvSpPr txBox="1"/>
          <p:nvPr/>
        </p:nvSpPr>
        <p:spPr>
          <a:xfrm>
            <a:off x="1105948" y="4912043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35" name="Textfeld 169">
            <a:extLst>
              <a:ext uri="{FF2B5EF4-FFF2-40B4-BE49-F238E27FC236}">
                <a16:creationId xmlns:a16="http://schemas.microsoft.com/office/drawing/2014/main" id="{52E7BF4A-7492-044A-77C2-D66AC9D53811}"/>
              </a:ext>
            </a:extLst>
          </p:cNvPr>
          <p:cNvSpPr txBox="1"/>
          <p:nvPr/>
        </p:nvSpPr>
        <p:spPr>
          <a:xfrm>
            <a:off x="1593838" y="4912043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984D78CE-8BFA-3778-3951-ADB736CE29D1}"/>
              </a:ext>
            </a:extLst>
          </p:cNvPr>
          <p:cNvGrpSpPr/>
          <p:nvPr/>
        </p:nvGrpSpPr>
        <p:grpSpPr>
          <a:xfrm>
            <a:off x="3466841" y="5205529"/>
            <a:ext cx="1415042" cy="412750"/>
            <a:chOff x="7782499" y="3595251"/>
            <a:chExt cx="1415042" cy="412750"/>
          </a:xfrm>
        </p:grpSpPr>
        <p:sp>
          <p:nvSpPr>
            <p:cNvPr id="137" name="Text Box 82">
              <a:extLst>
                <a:ext uri="{FF2B5EF4-FFF2-40B4-BE49-F238E27FC236}">
                  <a16:creationId xmlns:a16="http://schemas.microsoft.com/office/drawing/2014/main" id="{B17EF5A3-EF54-DE19-4E03-3A8F75A7E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138" name="Rectangle 83">
              <a:extLst>
                <a:ext uri="{FF2B5EF4-FFF2-40B4-BE49-F238E27FC236}">
                  <a16:creationId xmlns:a16="http://schemas.microsoft.com/office/drawing/2014/main" id="{BD8DC63F-C9ED-397A-5232-70D7624FA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39" name="Textfeld 169">
              <a:extLst>
                <a:ext uri="{FF2B5EF4-FFF2-40B4-BE49-F238E27FC236}">
                  <a16:creationId xmlns:a16="http://schemas.microsoft.com/office/drawing/2014/main" id="{ACBF0062-62B5-29E2-4F03-5AE8FFF1C3CC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0" name="Textfeld 169">
              <a:extLst>
                <a:ext uri="{FF2B5EF4-FFF2-40B4-BE49-F238E27FC236}">
                  <a16:creationId xmlns:a16="http://schemas.microsoft.com/office/drawing/2014/main" id="{F20DCFCA-E301-E862-103E-DB4FAF5FE869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1" name="Textfeld 169">
              <a:extLst>
                <a:ext uri="{FF2B5EF4-FFF2-40B4-BE49-F238E27FC236}">
                  <a16:creationId xmlns:a16="http://schemas.microsoft.com/office/drawing/2014/main" id="{D11642A5-D1B4-67E4-C274-D118BA1B6694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2" name="Textfeld 169">
              <a:extLst>
                <a:ext uri="{FF2B5EF4-FFF2-40B4-BE49-F238E27FC236}">
                  <a16:creationId xmlns:a16="http://schemas.microsoft.com/office/drawing/2014/main" id="{49561851-8F2B-9345-1164-6D2CB8027758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43" name="Gerade Verbindung mit Pfeil 142">
            <a:extLst>
              <a:ext uri="{FF2B5EF4-FFF2-40B4-BE49-F238E27FC236}">
                <a16:creationId xmlns:a16="http://schemas.microsoft.com/office/drawing/2014/main" id="{2F9122BC-1FF0-3B79-CE1E-CAA7152AD340}"/>
              </a:ext>
            </a:extLst>
          </p:cNvPr>
          <p:cNvCxnSpPr>
            <a:cxnSpLocks/>
            <a:stCxn id="116" idx="2"/>
            <a:endCxn id="131" idx="0"/>
          </p:cNvCxnSpPr>
          <p:nvPr/>
        </p:nvCxnSpPr>
        <p:spPr>
          <a:xfrm flipH="1">
            <a:off x="1994200" y="4314034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39ED28C9-2107-5635-1091-424C7E20537F}"/>
              </a:ext>
            </a:extLst>
          </p:cNvPr>
          <p:cNvCxnSpPr>
            <a:cxnSpLocks/>
            <a:stCxn id="115" idx="2"/>
            <a:endCxn id="130" idx="0"/>
          </p:cNvCxnSpPr>
          <p:nvPr/>
        </p:nvCxnSpPr>
        <p:spPr>
          <a:xfrm flipH="1">
            <a:off x="1409544" y="4314033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8169986E-4486-BFA4-49F4-9C91D176AAE5}"/>
              </a:ext>
            </a:extLst>
          </p:cNvPr>
          <p:cNvGrpSpPr/>
          <p:nvPr/>
        </p:nvGrpSpPr>
        <p:grpSpPr>
          <a:xfrm>
            <a:off x="3469224" y="3680501"/>
            <a:ext cx="1410052" cy="412750"/>
            <a:chOff x="7784882" y="1863047"/>
            <a:chExt cx="1410052" cy="412750"/>
          </a:xfrm>
        </p:grpSpPr>
        <p:grpSp>
          <p:nvGrpSpPr>
            <p:cNvPr id="146" name="Gruppieren 145">
              <a:extLst>
                <a:ext uri="{FF2B5EF4-FFF2-40B4-BE49-F238E27FC236}">
                  <a16:creationId xmlns:a16="http://schemas.microsoft.com/office/drawing/2014/main" id="{BC9FF76F-BAFB-858A-D5B7-6D4F2B0F6F6C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149" name="Text Box 82">
                <a:extLst>
                  <a:ext uri="{FF2B5EF4-FFF2-40B4-BE49-F238E27FC236}">
                    <a16:creationId xmlns:a16="http://schemas.microsoft.com/office/drawing/2014/main" id="{F5167E26-F3D7-86B0-BF65-644ED2D20F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150" name="Rectangle 83">
                <a:extLst>
                  <a:ext uri="{FF2B5EF4-FFF2-40B4-BE49-F238E27FC236}">
                    <a16:creationId xmlns:a16="http://schemas.microsoft.com/office/drawing/2014/main" id="{CA02B542-41A6-2BBC-404D-AE3EF3BAC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51" name="Textfeld 169">
                <a:extLst>
                  <a:ext uri="{FF2B5EF4-FFF2-40B4-BE49-F238E27FC236}">
                    <a16:creationId xmlns:a16="http://schemas.microsoft.com/office/drawing/2014/main" id="{1EB34CF9-641E-F233-2EBC-D4376978002C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2" name="Textfeld 169">
                <a:extLst>
                  <a:ext uri="{FF2B5EF4-FFF2-40B4-BE49-F238E27FC236}">
                    <a16:creationId xmlns:a16="http://schemas.microsoft.com/office/drawing/2014/main" id="{4D5E3271-3C69-2EF8-028B-8B27C999701C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3" name="Textfeld 169">
                <a:extLst>
                  <a:ext uri="{FF2B5EF4-FFF2-40B4-BE49-F238E27FC236}">
                    <a16:creationId xmlns:a16="http://schemas.microsoft.com/office/drawing/2014/main" id="{94671F27-0038-1479-39B1-C41F7108704E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4" name="Textfeld 169">
                <a:extLst>
                  <a:ext uri="{FF2B5EF4-FFF2-40B4-BE49-F238E27FC236}">
                    <a16:creationId xmlns:a16="http://schemas.microsoft.com/office/drawing/2014/main" id="{568398C0-4690-E6D8-5D07-D435465FBFC4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5" name="Textfeld 169">
                <a:extLst>
                  <a:ext uri="{FF2B5EF4-FFF2-40B4-BE49-F238E27FC236}">
                    <a16:creationId xmlns:a16="http://schemas.microsoft.com/office/drawing/2014/main" id="{9546DD54-D198-C66B-CBA3-B36A939CAE35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147" name="Textfeld 169">
              <a:extLst>
                <a:ext uri="{FF2B5EF4-FFF2-40B4-BE49-F238E27FC236}">
                  <a16:creationId xmlns:a16="http://schemas.microsoft.com/office/drawing/2014/main" id="{7C255384-CDA8-7776-A750-338483D0EB69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8" name="Textfeld 169">
              <a:extLst>
                <a:ext uri="{FF2B5EF4-FFF2-40B4-BE49-F238E27FC236}">
                  <a16:creationId xmlns:a16="http://schemas.microsoft.com/office/drawing/2014/main" id="{07BF5E99-ED91-9C87-188E-AA0673D2B8E3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56" name="Gerade Verbindung mit Pfeil 155">
            <a:extLst>
              <a:ext uri="{FF2B5EF4-FFF2-40B4-BE49-F238E27FC236}">
                <a16:creationId xmlns:a16="http://schemas.microsoft.com/office/drawing/2014/main" id="{52612DEC-3F2D-AE3D-2BB0-E7EE3E353851}"/>
              </a:ext>
            </a:extLst>
          </p:cNvPr>
          <p:cNvCxnSpPr>
            <a:cxnSpLocks/>
            <a:stCxn id="123" idx="2"/>
            <a:endCxn id="150" idx="1"/>
          </p:cNvCxnSpPr>
          <p:nvPr/>
        </p:nvCxnSpPr>
        <p:spPr>
          <a:xfrm flipV="1">
            <a:off x="2645458" y="3886876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57" name="Verbinder: gewinkelt 87">
            <a:extLst>
              <a:ext uri="{FF2B5EF4-FFF2-40B4-BE49-F238E27FC236}">
                <a16:creationId xmlns:a16="http://schemas.microsoft.com/office/drawing/2014/main" id="{EF70F39D-2CED-CCE6-E1D5-676E4BC95DC3}"/>
              </a:ext>
            </a:extLst>
          </p:cNvPr>
          <p:cNvCxnSpPr>
            <a:cxnSpLocks/>
            <a:stCxn id="128" idx="0"/>
            <a:endCxn id="148" idx="2"/>
          </p:cNvCxnSpPr>
          <p:nvPr/>
        </p:nvCxnSpPr>
        <p:spPr>
          <a:xfrm rot="5400000" flipH="1" flipV="1">
            <a:off x="2537322" y="4003024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6ECA6EB3-F7D3-72E6-7D5A-8F48197AB0F6}"/>
              </a:ext>
            </a:extLst>
          </p:cNvPr>
          <p:cNvCxnSpPr>
            <a:cxnSpLocks/>
            <a:stCxn id="133" idx="3"/>
            <a:endCxn id="138" idx="1"/>
          </p:cNvCxnSpPr>
          <p:nvPr/>
        </p:nvCxnSpPr>
        <p:spPr>
          <a:xfrm>
            <a:off x="2598471" y="5411904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2BA2B64A-15A0-40D4-30E4-978968AB22CB}"/>
              </a:ext>
            </a:extLst>
          </p:cNvPr>
          <p:cNvSpPr txBox="1"/>
          <p:nvPr/>
        </p:nvSpPr>
        <p:spPr>
          <a:xfrm>
            <a:off x="3201539" y="3396187"/>
            <a:ext cx="252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i="1">
                <a:solidFill>
                  <a:srgbClr val="00549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sz="1600" dirty="0"/>
              <a:t>Omitted for Simplicity</a:t>
            </a:r>
          </a:p>
        </p:txBody>
      </p:sp>
      <p:sp>
        <p:nvSpPr>
          <p:cNvPr id="164" name="AutoShape 40">
            <a:extLst>
              <a:ext uri="{FF2B5EF4-FFF2-40B4-BE49-F238E27FC236}">
                <a16:creationId xmlns:a16="http://schemas.microsoft.com/office/drawing/2014/main" id="{3430F543-84E8-58D8-C81D-DF9B2A617B4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58843" y="3229232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165" name="Freihandform: Form 164">
            <a:extLst>
              <a:ext uri="{FF2B5EF4-FFF2-40B4-BE49-F238E27FC236}">
                <a16:creationId xmlns:a16="http://schemas.microsoft.com/office/drawing/2014/main" id="{6DEA4010-FE32-A827-2588-8AD3FE014D0F}"/>
              </a:ext>
            </a:extLst>
          </p:cNvPr>
          <p:cNvSpPr/>
          <p:nvPr/>
        </p:nvSpPr>
        <p:spPr>
          <a:xfrm>
            <a:off x="2830640" y="3314368"/>
            <a:ext cx="1085116" cy="2631673"/>
          </a:xfrm>
          <a:custGeom>
            <a:avLst/>
            <a:gdLst>
              <a:gd name="connsiteX0" fmla="*/ 991331 w 1085116"/>
              <a:gd name="connsiteY0" fmla="*/ 0 h 2702170"/>
              <a:gd name="connsiteX1" fmla="*/ 211747 w 1085116"/>
              <a:gd name="connsiteY1" fmla="*/ 416170 h 2702170"/>
              <a:gd name="connsiteX2" fmla="*/ 731 w 1085116"/>
              <a:gd name="connsiteY2" fmla="*/ 1383323 h 2702170"/>
              <a:gd name="connsiteX3" fmla="*/ 258639 w 1085116"/>
              <a:gd name="connsiteY3" fmla="*/ 2379785 h 2702170"/>
              <a:gd name="connsiteX4" fmla="*/ 1085116 w 1085116"/>
              <a:gd name="connsiteY4" fmla="*/ 2702170 h 27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116" h="2702170">
                <a:moveTo>
                  <a:pt x="991331" y="0"/>
                </a:moveTo>
                <a:cubicBezTo>
                  <a:pt x="684089" y="92808"/>
                  <a:pt x="376847" y="185616"/>
                  <a:pt x="211747" y="416170"/>
                </a:cubicBezTo>
                <a:cubicBezTo>
                  <a:pt x="46647" y="646724"/>
                  <a:pt x="-7084" y="1056054"/>
                  <a:pt x="731" y="1383323"/>
                </a:cubicBezTo>
                <a:cubicBezTo>
                  <a:pt x="8546" y="1710592"/>
                  <a:pt x="77908" y="2159977"/>
                  <a:pt x="258639" y="2379785"/>
                </a:cubicBezTo>
                <a:cubicBezTo>
                  <a:pt x="439370" y="2599593"/>
                  <a:pt x="762243" y="2650881"/>
                  <a:pt x="1085116" y="270217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6" name="AutoShape 40">
            <a:extLst>
              <a:ext uri="{FF2B5EF4-FFF2-40B4-BE49-F238E27FC236}">
                <a16:creationId xmlns:a16="http://schemas.microsoft.com/office/drawing/2014/main" id="{A6829A5E-332C-C3A6-4CC2-7F00A588146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28436" y="1147819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dirty="0">
                <a:solidFill>
                  <a:prstClr val="black"/>
                </a:solidFill>
              </a:rPr>
              <a:t>O</a:t>
            </a: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58222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51E4636-4869-B6F1-1066-8FAB5D181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de-DE" dirty="0"/>
              <a:t>Connector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outer</a:t>
            </a:r>
            <a:r>
              <a:rPr lang="de-DE" dirty="0"/>
              <a:t>- </a:t>
            </a:r>
            <a:r>
              <a:rPr lang="de-DE" dirty="0" err="1"/>
              <a:t>to</a:t>
            </a:r>
            <a:r>
              <a:rPr lang="de-DE" dirty="0"/>
              <a:t> sub-</a:t>
            </a:r>
            <a:r>
              <a:rPr lang="de-DE" dirty="0" err="1"/>
              <a:t>component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B2689FE-3F5A-CA4E-6A5A-2BBCDE53D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65" y="1059927"/>
            <a:ext cx="2408359" cy="1818088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/>
          <a:lstStyle/>
          <a:p>
            <a:r>
              <a:rPr lang="en-US" b="1" dirty="0"/>
              <a:t> F</a:t>
            </a:r>
          </a:p>
        </p:txBody>
      </p:sp>
      <p:sp>
        <p:nvSpPr>
          <p:cNvPr id="10" name="Rectangle 41">
            <a:extLst>
              <a:ext uri="{FF2B5EF4-FFF2-40B4-BE49-F238E27FC236}">
                <a16:creationId xmlns:a16="http://schemas.microsoft.com/office/drawing/2014/main" id="{AF30C7A9-57C2-F819-FE12-46210F70B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095" y="1938558"/>
            <a:ext cx="1250344" cy="673211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G</a:t>
            </a:r>
            <a:endParaRPr lang="en-US" sz="2000" dirty="0"/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F9E33087-6973-CBC8-2D19-4F2D4F653267}"/>
              </a:ext>
            </a:extLst>
          </p:cNvPr>
          <p:cNvSpPr txBox="1"/>
          <p:nvPr/>
        </p:nvSpPr>
        <p:spPr>
          <a:xfrm>
            <a:off x="2384366" y="20502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12" name="Rechteck 23">
            <a:extLst>
              <a:ext uri="{FF2B5EF4-FFF2-40B4-BE49-F238E27FC236}">
                <a16:creationId xmlns:a16="http://schemas.microsoft.com/office/drawing/2014/main" id="{D29E88E7-6F98-5D8E-0D14-82258BDECFFD}"/>
              </a:ext>
            </a:extLst>
          </p:cNvPr>
          <p:cNvSpPr/>
          <p:nvPr/>
        </p:nvSpPr>
        <p:spPr>
          <a:xfrm>
            <a:off x="983923" y="2167163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15" name="Gruppieren 31">
            <a:extLst>
              <a:ext uri="{FF2B5EF4-FFF2-40B4-BE49-F238E27FC236}">
                <a16:creationId xmlns:a16="http://schemas.microsoft.com/office/drawing/2014/main" id="{A436FFE2-9B64-B39B-E944-7FA0F8071574}"/>
              </a:ext>
            </a:extLst>
          </p:cNvPr>
          <p:cNvGrpSpPr/>
          <p:nvPr/>
        </p:nvGrpSpPr>
        <p:grpSpPr>
          <a:xfrm>
            <a:off x="9204777" y="1760887"/>
            <a:ext cx="1428729" cy="412750"/>
            <a:chOff x="4787230" y="1861556"/>
            <a:chExt cx="2417054" cy="412750"/>
          </a:xfrm>
        </p:grpSpPr>
        <p:sp>
          <p:nvSpPr>
            <p:cNvPr id="16" name="Text Box 82">
              <a:extLst>
                <a:ext uri="{FF2B5EF4-FFF2-40B4-BE49-F238E27FC236}">
                  <a16:creationId xmlns:a16="http://schemas.microsoft.com/office/drawing/2014/main" id="{013761E3-98D5-B39B-0FF0-A9DFAE04B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7732" y="1899656"/>
              <a:ext cx="11528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F:Function</a:t>
              </a:r>
            </a:p>
          </p:txBody>
        </p:sp>
        <p:sp>
          <p:nvSpPr>
            <p:cNvPr id="17" name="Rectangle 83">
              <a:extLst>
                <a:ext uri="{FF2B5EF4-FFF2-40B4-BE49-F238E27FC236}">
                  <a16:creationId xmlns:a16="http://schemas.microsoft.com/office/drawing/2014/main" id="{8978B156-0E3F-839D-02F5-6F8A7C0F2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8" name="AutoShape 50">
            <a:extLst>
              <a:ext uri="{FF2B5EF4-FFF2-40B4-BE49-F238E27FC236}">
                <a16:creationId xmlns:a16="http://schemas.microsoft.com/office/drawing/2014/main" id="{C08EE485-FD57-ACE7-0A11-6A99AEB95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7801" y="2189191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" name="Rechteck 23">
            <a:extLst>
              <a:ext uri="{FF2B5EF4-FFF2-40B4-BE49-F238E27FC236}">
                <a16:creationId xmlns:a16="http://schemas.microsoft.com/office/drawing/2014/main" id="{CF0F04E2-5D1C-1E0C-282E-9B6E9F6B51BF}"/>
              </a:ext>
            </a:extLst>
          </p:cNvPr>
          <p:cNvSpPr/>
          <p:nvPr/>
        </p:nvSpPr>
        <p:spPr>
          <a:xfrm>
            <a:off x="9872254" y="2171802"/>
            <a:ext cx="5068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“a”</a:t>
            </a:r>
          </a:p>
        </p:txBody>
      </p:sp>
      <p:cxnSp>
        <p:nvCxnSpPr>
          <p:cNvPr id="34" name="Verbinder: gewinkelt 87">
            <a:extLst>
              <a:ext uri="{FF2B5EF4-FFF2-40B4-BE49-F238E27FC236}">
                <a16:creationId xmlns:a16="http://schemas.microsoft.com/office/drawing/2014/main" id="{6E138B69-7FE3-B5B5-D178-FE457878AC89}"/>
              </a:ext>
            </a:extLst>
          </p:cNvPr>
          <p:cNvCxnSpPr>
            <a:cxnSpLocks/>
            <a:stCxn id="33" idx="2"/>
          </p:cNvCxnSpPr>
          <p:nvPr/>
        </p:nvCxnSpPr>
        <p:spPr>
          <a:xfrm rot="5400000">
            <a:off x="9290420" y="3066010"/>
            <a:ext cx="1513483" cy="15706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37" name="Gruppieren 31">
            <a:extLst>
              <a:ext uri="{FF2B5EF4-FFF2-40B4-BE49-F238E27FC236}">
                <a16:creationId xmlns:a16="http://schemas.microsoft.com/office/drawing/2014/main" id="{B85836FC-FB57-9FED-1847-1087D20973F9}"/>
              </a:ext>
            </a:extLst>
          </p:cNvPr>
          <p:cNvGrpSpPr/>
          <p:nvPr/>
        </p:nvGrpSpPr>
        <p:grpSpPr>
          <a:xfrm>
            <a:off x="8047720" y="2925435"/>
            <a:ext cx="1428729" cy="412750"/>
            <a:chOff x="4787230" y="1861556"/>
            <a:chExt cx="2417054" cy="412750"/>
          </a:xfrm>
        </p:grpSpPr>
        <p:sp>
          <p:nvSpPr>
            <p:cNvPr id="38" name="Text Box 82">
              <a:extLst>
                <a:ext uri="{FF2B5EF4-FFF2-40B4-BE49-F238E27FC236}">
                  <a16:creationId xmlns:a16="http://schemas.microsoft.com/office/drawing/2014/main" id="{2554484D-789C-B5A1-EA0F-13D73572A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147" y="1899656"/>
              <a:ext cx="201004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G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39" name="Rectangle 83">
              <a:extLst>
                <a:ext uri="{FF2B5EF4-FFF2-40B4-BE49-F238E27FC236}">
                  <a16:creationId xmlns:a16="http://schemas.microsoft.com/office/drawing/2014/main" id="{E5974773-EFD9-F31D-303E-C937D1B1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0" name="Rechteck 23">
            <a:extLst>
              <a:ext uri="{FF2B5EF4-FFF2-40B4-BE49-F238E27FC236}">
                <a16:creationId xmlns:a16="http://schemas.microsoft.com/office/drawing/2014/main" id="{87F3656B-BAF1-9E1E-FD8A-C2A08561B61E}"/>
              </a:ext>
            </a:extLst>
          </p:cNvPr>
          <p:cNvSpPr/>
          <p:nvPr/>
        </p:nvSpPr>
        <p:spPr>
          <a:xfrm>
            <a:off x="8520567" y="3338002"/>
            <a:ext cx="481158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“b”</a:t>
            </a:r>
          </a:p>
        </p:txBody>
      </p:sp>
      <p:cxnSp>
        <p:nvCxnSpPr>
          <p:cNvPr id="41" name="Verbinder: gewinkelt 87">
            <a:extLst>
              <a:ext uri="{FF2B5EF4-FFF2-40B4-BE49-F238E27FC236}">
                <a16:creationId xmlns:a16="http://schemas.microsoft.com/office/drawing/2014/main" id="{800310E4-1128-5345-8FA5-FF8A1BE2CEED}"/>
              </a:ext>
            </a:extLst>
          </p:cNvPr>
          <p:cNvCxnSpPr>
            <a:cxnSpLocks/>
            <a:stCxn id="40" idx="2"/>
            <a:endCxn id="27" idx="0"/>
          </p:cNvCxnSpPr>
          <p:nvPr/>
        </p:nvCxnSpPr>
        <p:spPr>
          <a:xfrm rot="16200000" flipH="1">
            <a:off x="8957256" y="3357892"/>
            <a:ext cx="347281" cy="739500"/>
          </a:xfrm>
          <a:prstGeom prst="bentConnector3">
            <a:avLst>
              <a:gd name="adj1" fmla="val 26371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42" name="Verbinder: gewinkelt 87">
            <a:extLst>
              <a:ext uri="{FF2B5EF4-FFF2-40B4-BE49-F238E27FC236}">
                <a16:creationId xmlns:a16="http://schemas.microsoft.com/office/drawing/2014/main" id="{15606465-22F3-7E8F-B069-9C6528A7DCDA}"/>
              </a:ext>
            </a:extLst>
          </p:cNvPr>
          <p:cNvCxnSpPr>
            <a:cxnSpLocks/>
            <a:stCxn id="18" idx="2"/>
            <a:endCxn id="39" idx="0"/>
          </p:cNvCxnSpPr>
          <p:nvPr/>
        </p:nvCxnSpPr>
        <p:spPr>
          <a:xfrm rot="5400000">
            <a:off x="8870096" y="2333592"/>
            <a:ext cx="483832" cy="69985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3" name="Textfeld 169">
            <a:extLst>
              <a:ext uri="{FF2B5EF4-FFF2-40B4-BE49-F238E27FC236}">
                <a16:creationId xmlns:a16="http://schemas.microsoft.com/office/drawing/2014/main" id="{5945CDAE-104A-A68F-76CF-97C0E76A21F1}"/>
              </a:ext>
            </a:extLst>
          </p:cNvPr>
          <p:cNvSpPr txBox="1"/>
          <p:nvPr/>
        </p:nvSpPr>
        <p:spPr>
          <a:xfrm>
            <a:off x="9992825" y="3623198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44" name="Textfeld 169">
            <a:extLst>
              <a:ext uri="{FF2B5EF4-FFF2-40B4-BE49-F238E27FC236}">
                <a16:creationId xmlns:a16="http://schemas.microsoft.com/office/drawing/2014/main" id="{B7AECD4B-770B-3BC8-4851-3E83488D2531}"/>
              </a:ext>
            </a:extLst>
          </p:cNvPr>
          <p:cNvSpPr txBox="1"/>
          <p:nvPr/>
        </p:nvSpPr>
        <p:spPr>
          <a:xfrm>
            <a:off x="9171775" y="3621938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2FC7087-529B-AFED-3ED5-677F19960AF2}"/>
              </a:ext>
            </a:extLst>
          </p:cNvPr>
          <p:cNvCxnSpPr>
            <a:cxnSpLocks/>
            <a:stCxn id="50" idx="3"/>
            <a:endCxn id="12" idx="1"/>
          </p:cNvCxnSpPr>
          <p:nvPr/>
        </p:nvCxnSpPr>
        <p:spPr>
          <a:xfrm>
            <a:off x="634487" y="2275163"/>
            <a:ext cx="349436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50" name="Rechteck 23">
            <a:extLst>
              <a:ext uri="{FF2B5EF4-FFF2-40B4-BE49-F238E27FC236}">
                <a16:creationId xmlns:a16="http://schemas.microsoft.com/office/drawing/2014/main" id="{DB47CED6-C088-4FD7-6380-B32A5FC9C57E}"/>
              </a:ext>
            </a:extLst>
          </p:cNvPr>
          <p:cNvSpPr/>
          <p:nvPr/>
        </p:nvSpPr>
        <p:spPr>
          <a:xfrm>
            <a:off x="418487" y="2167163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7" name="Rectangle 83">
            <a:extLst>
              <a:ext uri="{FF2B5EF4-FFF2-40B4-BE49-F238E27FC236}">
                <a16:creationId xmlns:a16="http://schemas.microsoft.com/office/drawing/2014/main" id="{5DCF390C-B868-9EF2-C93C-D531ED6EF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485" y="3901283"/>
            <a:ext cx="1700321" cy="412750"/>
          </a:xfrm>
          <a:prstGeom prst="rect">
            <a:avLst/>
          </a:prstGeom>
          <a:solidFill>
            <a:srgbClr val="FFFFFF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kern="0" dirty="0">
                <a:solidFill>
                  <a:prstClr val="black"/>
                </a:solidFill>
              </a:rPr>
              <a:t>:Channel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2DA78AFC-7208-3742-1113-393E8FEE7AB3}"/>
              </a:ext>
            </a:extLst>
          </p:cNvPr>
          <p:cNvCxnSpPr>
            <a:cxnSpLocks/>
            <a:stCxn id="82" idx="2"/>
            <a:endCxn id="70" idx="0"/>
          </p:cNvCxnSpPr>
          <p:nvPr/>
        </p:nvCxnSpPr>
        <p:spPr>
          <a:xfrm>
            <a:off x="4174072" y="4093251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5" name="Textfeld 169">
            <a:extLst>
              <a:ext uri="{FF2B5EF4-FFF2-40B4-BE49-F238E27FC236}">
                <a16:creationId xmlns:a16="http://schemas.microsoft.com/office/drawing/2014/main" id="{D7385E96-43F2-0343-0DE3-BEA73C729117}"/>
              </a:ext>
            </a:extLst>
          </p:cNvPr>
          <p:cNvSpPr txBox="1"/>
          <p:nvPr/>
        </p:nvSpPr>
        <p:spPr>
          <a:xfrm>
            <a:off x="1673480" y="34438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6" name="Textfeld 169">
            <a:extLst>
              <a:ext uri="{FF2B5EF4-FFF2-40B4-BE49-F238E27FC236}">
                <a16:creationId xmlns:a16="http://schemas.microsoft.com/office/drawing/2014/main" id="{59B02F2A-BD11-9293-A773-DCD50E5DB0E4}"/>
              </a:ext>
            </a:extLst>
          </p:cNvPr>
          <p:cNvSpPr txBox="1"/>
          <p:nvPr/>
        </p:nvSpPr>
        <p:spPr>
          <a:xfrm>
            <a:off x="2927498" y="3871115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7" name="Textfeld 169">
            <a:extLst>
              <a:ext uri="{FF2B5EF4-FFF2-40B4-BE49-F238E27FC236}">
                <a16:creationId xmlns:a16="http://schemas.microsoft.com/office/drawing/2014/main" id="{87F23000-9D9A-7082-0C2B-EB2D5D96B27A}"/>
              </a:ext>
            </a:extLst>
          </p:cNvPr>
          <p:cNvSpPr txBox="1"/>
          <p:nvPr/>
        </p:nvSpPr>
        <p:spPr>
          <a:xfrm>
            <a:off x="3195115" y="36141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8" name="Textfeld 169">
            <a:extLst>
              <a:ext uri="{FF2B5EF4-FFF2-40B4-BE49-F238E27FC236}">
                <a16:creationId xmlns:a16="http://schemas.microsoft.com/office/drawing/2014/main" id="{E5E9565D-C0B0-1C13-FE31-7F98545A9F3D}"/>
              </a:ext>
            </a:extLst>
          </p:cNvPr>
          <p:cNvSpPr txBox="1"/>
          <p:nvPr/>
        </p:nvSpPr>
        <p:spPr>
          <a:xfrm>
            <a:off x="1953126" y="4289595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B410FF2D-B98F-A37E-AA5B-E03D6304A196}"/>
              </a:ext>
            </a:extLst>
          </p:cNvPr>
          <p:cNvSpPr txBox="1"/>
          <p:nvPr/>
        </p:nvSpPr>
        <p:spPr>
          <a:xfrm>
            <a:off x="1361736" y="4289595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3" name="Textfeld 169">
            <a:extLst>
              <a:ext uri="{FF2B5EF4-FFF2-40B4-BE49-F238E27FC236}">
                <a16:creationId xmlns:a16="http://schemas.microsoft.com/office/drawing/2014/main" id="{D2A4024D-2DFB-77FD-26A1-0AFC49FFA609}"/>
              </a:ext>
            </a:extLst>
          </p:cNvPr>
          <p:cNvSpPr txBox="1"/>
          <p:nvPr/>
        </p:nvSpPr>
        <p:spPr>
          <a:xfrm>
            <a:off x="1952286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" name="Textfeld 169">
            <a:extLst>
              <a:ext uri="{FF2B5EF4-FFF2-40B4-BE49-F238E27FC236}">
                <a16:creationId xmlns:a16="http://schemas.microsoft.com/office/drawing/2014/main" id="{90D55F2E-FADF-FD7B-B7E7-E96FF713F406}"/>
              </a:ext>
            </a:extLst>
          </p:cNvPr>
          <p:cNvSpPr txBox="1"/>
          <p:nvPr/>
        </p:nvSpPr>
        <p:spPr>
          <a:xfrm>
            <a:off x="1365310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625B6310-CAF8-FD0F-A0EB-AD676EF55233}"/>
              </a:ext>
            </a:extLst>
          </p:cNvPr>
          <p:cNvSpPr txBox="1"/>
          <p:nvPr/>
        </p:nvSpPr>
        <p:spPr>
          <a:xfrm>
            <a:off x="3704657" y="4068398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" name="Textfeld 169">
            <a:extLst>
              <a:ext uri="{FF2B5EF4-FFF2-40B4-BE49-F238E27FC236}">
                <a16:creationId xmlns:a16="http://schemas.microsoft.com/office/drawing/2014/main" id="{4758C0F8-8A30-02A8-143F-D2771EE4B275}"/>
              </a:ext>
            </a:extLst>
          </p:cNvPr>
          <p:cNvSpPr txBox="1"/>
          <p:nvPr/>
        </p:nvSpPr>
        <p:spPr>
          <a:xfrm>
            <a:off x="3188499" y="515529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1" name="Textfeld 169">
            <a:extLst>
              <a:ext uri="{FF2B5EF4-FFF2-40B4-BE49-F238E27FC236}">
                <a16:creationId xmlns:a16="http://schemas.microsoft.com/office/drawing/2014/main" id="{5FC22F69-2929-48D0-EE1B-0F4D7936E205}"/>
              </a:ext>
            </a:extLst>
          </p:cNvPr>
          <p:cNvSpPr txBox="1"/>
          <p:nvPr/>
        </p:nvSpPr>
        <p:spPr>
          <a:xfrm>
            <a:off x="4139382" y="49217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2" name="Textfeld 169">
            <a:extLst>
              <a:ext uri="{FF2B5EF4-FFF2-40B4-BE49-F238E27FC236}">
                <a16:creationId xmlns:a16="http://schemas.microsoft.com/office/drawing/2014/main" id="{8881510C-7879-65CA-94C8-F9A94216A03C}"/>
              </a:ext>
            </a:extLst>
          </p:cNvPr>
          <p:cNvSpPr txBox="1"/>
          <p:nvPr/>
        </p:nvSpPr>
        <p:spPr>
          <a:xfrm>
            <a:off x="4139381" y="409776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23" name="Textfeld 169">
            <a:extLst>
              <a:ext uri="{FF2B5EF4-FFF2-40B4-BE49-F238E27FC236}">
                <a16:creationId xmlns:a16="http://schemas.microsoft.com/office/drawing/2014/main" id="{075EE5BD-D6E8-C1AB-A949-583EED0889D7}"/>
              </a:ext>
            </a:extLst>
          </p:cNvPr>
          <p:cNvSpPr txBox="1"/>
          <p:nvPr/>
        </p:nvSpPr>
        <p:spPr>
          <a:xfrm>
            <a:off x="564934" y="338530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4" name="Textfeld 169">
            <a:extLst>
              <a:ext uri="{FF2B5EF4-FFF2-40B4-BE49-F238E27FC236}">
                <a16:creationId xmlns:a16="http://schemas.microsoft.com/office/drawing/2014/main" id="{E5791832-EAC4-FABE-BC42-721F67FADD50}"/>
              </a:ext>
            </a:extLst>
          </p:cNvPr>
          <p:cNvSpPr txBox="1"/>
          <p:nvPr/>
        </p:nvSpPr>
        <p:spPr>
          <a:xfrm>
            <a:off x="221002" y="386303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31" name="Textfeld 169">
            <a:extLst>
              <a:ext uri="{FF2B5EF4-FFF2-40B4-BE49-F238E27FC236}">
                <a16:creationId xmlns:a16="http://schemas.microsoft.com/office/drawing/2014/main" id="{9C3BFF6C-0087-CAC0-1C2C-5FEB88067123}"/>
              </a:ext>
            </a:extLst>
          </p:cNvPr>
          <p:cNvSpPr txBox="1"/>
          <p:nvPr/>
        </p:nvSpPr>
        <p:spPr>
          <a:xfrm>
            <a:off x="2522530" y="3614128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2" name="Textfeld 169">
            <a:extLst>
              <a:ext uri="{FF2B5EF4-FFF2-40B4-BE49-F238E27FC236}">
                <a16:creationId xmlns:a16="http://schemas.microsoft.com/office/drawing/2014/main" id="{2F9E20D6-C6BA-B2F8-8D4D-9AA2BB9D0F85}"/>
              </a:ext>
            </a:extLst>
          </p:cNvPr>
          <p:cNvSpPr txBox="1"/>
          <p:nvPr/>
        </p:nvSpPr>
        <p:spPr>
          <a:xfrm>
            <a:off x="323785" y="3636516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9D1BF88A-8F75-2588-A301-D04E078CDDD0}"/>
              </a:ext>
            </a:extLst>
          </p:cNvPr>
          <p:cNvGrpSpPr/>
          <p:nvPr/>
        </p:nvGrpSpPr>
        <p:grpSpPr>
          <a:xfrm>
            <a:off x="714671" y="3679010"/>
            <a:ext cx="1930787" cy="635024"/>
            <a:chOff x="4316210" y="1861556"/>
            <a:chExt cx="1930787" cy="635024"/>
          </a:xfrm>
        </p:grpSpPr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96AACDC5-7AA4-F10A-A43C-48CEB7B99159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48" name="Verbinder: gewinkelt 87">
                <a:extLst>
                  <a:ext uri="{FF2B5EF4-FFF2-40B4-BE49-F238E27FC236}">
                    <a16:creationId xmlns:a16="http://schemas.microsoft.com/office/drawing/2014/main" id="{E3FDADB6-EE8D-B295-96BE-D2D8A1B44EEA}"/>
                  </a:ext>
                </a:extLst>
              </p:cNvPr>
              <p:cNvCxnSpPr>
                <a:cxnSpLocks/>
                <a:stCxn id="52" idx="2"/>
                <a:endCxn id="51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49" name="Text Box 82">
                <a:extLst>
                  <a:ext uri="{FF2B5EF4-FFF2-40B4-BE49-F238E27FC236}">
                    <a16:creationId xmlns:a16="http://schemas.microsoft.com/office/drawing/2014/main" id="{AC17CD05-C0D6-CEA8-0DCF-E8512C7EF4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51" name="Rectangle 83">
                <a:extLst>
                  <a:ext uri="{FF2B5EF4-FFF2-40B4-BE49-F238E27FC236}">
                    <a16:creationId xmlns:a16="http://schemas.microsoft.com/office/drawing/2014/main" id="{DC539853-E459-1406-A738-87C0A8F26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2" name="AutoShape 50">
                <a:extLst>
                  <a:ext uri="{FF2B5EF4-FFF2-40B4-BE49-F238E27FC236}">
                    <a16:creationId xmlns:a16="http://schemas.microsoft.com/office/drawing/2014/main" id="{579549BF-8EB1-537B-7DDA-DC14080B0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3" name="Textfeld 169">
                <a:extLst>
                  <a:ext uri="{FF2B5EF4-FFF2-40B4-BE49-F238E27FC236}">
                    <a16:creationId xmlns:a16="http://schemas.microsoft.com/office/drawing/2014/main" id="{20A1330B-C836-AF9A-54BA-A0C0D645D940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54" name="Textfeld 169">
                <a:extLst>
                  <a:ext uri="{FF2B5EF4-FFF2-40B4-BE49-F238E27FC236}">
                    <a16:creationId xmlns:a16="http://schemas.microsoft.com/office/drawing/2014/main" id="{F7524A59-2B5A-C876-F432-E698AE2F5BEB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55" name="AutoShape 50">
                <a:extLst>
                  <a:ext uri="{FF2B5EF4-FFF2-40B4-BE49-F238E27FC236}">
                    <a16:creationId xmlns:a16="http://schemas.microsoft.com/office/drawing/2014/main" id="{521E959D-C988-24FC-76F0-2C2E81D61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45" name="Rectangle 83">
              <a:extLst>
                <a:ext uri="{FF2B5EF4-FFF2-40B4-BE49-F238E27FC236}">
                  <a16:creationId xmlns:a16="http://schemas.microsoft.com/office/drawing/2014/main" id="{3A44B988-685E-F06C-E88A-773D98832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6" name="Rectangle 83">
              <a:extLst>
                <a:ext uri="{FF2B5EF4-FFF2-40B4-BE49-F238E27FC236}">
                  <a16:creationId xmlns:a16="http://schemas.microsoft.com/office/drawing/2014/main" id="{06E14DBA-5C82-A190-7705-A1F676B14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6" name="Textfeld 169">
            <a:extLst>
              <a:ext uri="{FF2B5EF4-FFF2-40B4-BE49-F238E27FC236}">
                <a16:creationId xmlns:a16="http://schemas.microsoft.com/office/drawing/2014/main" id="{1FE7F3BF-B8CA-80DC-30E4-56A6D0060AA1}"/>
              </a:ext>
            </a:extLst>
          </p:cNvPr>
          <p:cNvSpPr txBox="1"/>
          <p:nvPr/>
        </p:nvSpPr>
        <p:spPr>
          <a:xfrm>
            <a:off x="2401121" y="491204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57" name="Textfeld 169">
            <a:extLst>
              <a:ext uri="{FF2B5EF4-FFF2-40B4-BE49-F238E27FC236}">
                <a16:creationId xmlns:a16="http://schemas.microsoft.com/office/drawing/2014/main" id="{31ACCC63-5B81-3310-C859-8EBE498A8735}"/>
              </a:ext>
            </a:extLst>
          </p:cNvPr>
          <p:cNvSpPr txBox="1"/>
          <p:nvPr/>
        </p:nvSpPr>
        <p:spPr>
          <a:xfrm>
            <a:off x="2548250" y="520694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EA04623-1098-7160-357F-A2F5B3DEFCEE}"/>
              </a:ext>
            </a:extLst>
          </p:cNvPr>
          <p:cNvGrpSpPr/>
          <p:nvPr/>
        </p:nvGrpSpPr>
        <p:grpSpPr>
          <a:xfrm>
            <a:off x="966520" y="5205529"/>
            <a:ext cx="1632590" cy="412750"/>
            <a:chOff x="5282178" y="3388075"/>
            <a:chExt cx="1632590" cy="412750"/>
          </a:xfrm>
        </p:grpSpPr>
        <p:grpSp>
          <p:nvGrpSpPr>
            <p:cNvPr id="59" name="Group 87">
              <a:extLst>
                <a:ext uri="{FF2B5EF4-FFF2-40B4-BE49-F238E27FC236}">
                  <a16:creationId xmlns:a16="http://schemas.microsoft.com/office/drawing/2014/main" id="{4C44A3B0-763A-8D56-BD9D-E376D2695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64" name="Text Box 82">
                <a:extLst>
                  <a:ext uri="{FF2B5EF4-FFF2-40B4-BE49-F238E27FC236}">
                    <a16:creationId xmlns:a16="http://schemas.microsoft.com/office/drawing/2014/main" id="{B9938B6D-B374-845C-ED15-EEA459BB82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65" name="Rectangle 83">
                <a:extLst>
                  <a:ext uri="{FF2B5EF4-FFF2-40B4-BE49-F238E27FC236}">
                    <a16:creationId xmlns:a16="http://schemas.microsoft.com/office/drawing/2014/main" id="{F5F259CE-F086-D41D-947B-E2B668DA8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60" name="Textfeld 169">
              <a:extLst>
                <a:ext uri="{FF2B5EF4-FFF2-40B4-BE49-F238E27FC236}">
                  <a16:creationId xmlns:a16="http://schemas.microsoft.com/office/drawing/2014/main" id="{4A2E27A1-ED5C-E493-F936-91A8A1FD2C8D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1" name="Textfeld 169">
              <a:extLst>
                <a:ext uri="{FF2B5EF4-FFF2-40B4-BE49-F238E27FC236}">
                  <a16:creationId xmlns:a16="http://schemas.microsoft.com/office/drawing/2014/main" id="{DE4934B3-87EE-D4EF-F2AF-4C6877E8F4F0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2" name="Textfeld 169">
              <a:extLst>
                <a:ext uri="{FF2B5EF4-FFF2-40B4-BE49-F238E27FC236}">
                  <a16:creationId xmlns:a16="http://schemas.microsoft.com/office/drawing/2014/main" id="{C5445816-C75B-6397-F8F3-916727743F4C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3" name="Textfeld 169">
              <a:extLst>
                <a:ext uri="{FF2B5EF4-FFF2-40B4-BE49-F238E27FC236}">
                  <a16:creationId xmlns:a16="http://schemas.microsoft.com/office/drawing/2014/main" id="{B3827B3E-176B-C55C-E070-1CCEF3463FC4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66" name="Textfeld 169">
            <a:extLst>
              <a:ext uri="{FF2B5EF4-FFF2-40B4-BE49-F238E27FC236}">
                <a16:creationId xmlns:a16="http://schemas.microsoft.com/office/drawing/2014/main" id="{2F8091D9-BBE4-BCFA-25F1-60EC12F3EA54}"/>
              </a:ext>
            </a:extLst>
          </p:cNvPr>
          <p:cNvSpPr txBox="1"/>
          <p:nvPr/>
        </p:nvSpPr>
        <p:spPr>
          <a:xfrm>
            <a:off x="1105948" y="4912043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67" name="Textfeld 169">
            <a:extLst>
              <a:ext uri="{FF2B5EF4-FFF2-40B4-BE49-F238E27FC236}">
                <a16:creationId xmlns:a16="http://schemas.microsoft.com/office/drawing/2014/main" id="{1AD797B8-DD0D-0CAC-8F17-4CB51C511A2E}"/>
              </a:ext>
            </a:extLst>
          </p:cNvPr>
          <p:cNvSpPr txBox="1"/>
          <p:nvPr/>
        </p:nvSpPr>
        <p:spPr>
          <a:xfrm>
            <a:off x="1593838" y="4912043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ED8F786C-1295-FCF7-7EAB-6C9CF25576F8}"/>
              </a:ext>
            </a:extLst>
          </p:cNvPr>
          <p:cNvGrpSpPr/>
          <p:nvPr/>
        </p:nvGrpSpPr>
        <p:grpSpPr>
          <a:xfrm>
            <a:off x="3466841" y="5205529"/>
            <a:ext cx="1415042" cy="412750"/>
            <a:chOff x="7782499" y="3595251"/>
            <a:chExt cx="1415042" cy="412750"/>
          </a:xfrm>
        </p:grpSpPr>
        <p:sp>
          <p:nvSpPr>
            <p:cNvPr id="69" name="Text Box 82">
              <a:extLst>
                <a:ext uri="{FF2B5EF4-FFF2-40B4-BE49-F238E27FC236}">
                  <a16:creationId xmlns:a16="http://schemas.microsoft.com/office/drawing/2014/main" id="{3AE9708A-1A0A-3679-A894-1EF9B92250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70" name="Rectangle 83">
              <a:extLst>
                <a:ext uri="{FF2B5EF4-FFF2-40B4-BE49-F238E27FC236}">
                  <a16:creationId xmlns:a16="http://schemas.microsoft.com/office/drawing/2014/main" id="{00D57D12-C831-411F-583A-08F9F8816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1" name="Textfeld 169">
              <a:extLst>
                <a:ext uri="{FF2B5EF4-FFF2-40B4-BE49-F238E27FC236}">
                  <a16:creationId xmlns:a16="http://schemas.microsoft.com/office/drawing/2014/main" id="{9AACAB52-5991-1564-92F5-6CB070B389DE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2" name="Textfeld 169">
              <a:extLst>
                <a:ext uri="{FF2B5EF4-FFF2-40B4-BE49-F238E27FC236}">
                  <a16:creationId xmlns:a16="http://schemas.microsoft.com/office/drawing/2014/main" id="{0C9971A7-2F6F-4729-19B8-416480F5EE57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3" name="Textfeld 169">
              <a:extLst>
                <a:ext uri="{FF2B5EF4-FFF2-40B4-BE49-F238E27FC236}">
                  <a16:creationId xmlns:a16="http://schemas.microsoft.com/office/drawing/2014/main" id="{026A5866-0902-659A-4AF8-1A2D923D8F01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4" name="Textfeld 169">
              <a:extLst>
                <a:ext uri="{FF2B5EF4-FFF2-40B4-BE49-F238E27FC236}">
                  <a16:creationId xmlns:a16="http://schemas.microsoft.com/office/drawing/2014/main" id="{63970AAB-2C2C-AC58-EF5A-94EE14B617B3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DB6E9F2D-ADD9-C18B-C81D-CA155C9238EB}"/>
              </a:ext>
            </a:extLst>
          </p:cNvPr>
          <p:cNvCxnSpPr>
            <a:cxnSpLocks/>
            <a:stCxn id="46" idx="2"/>
            <a:endCxn id="63" idx="0"/>
          </p:cNvCxnSpPr>
          <p:nvPr/>
        </p:nvCxnSpPr>
        <p:spPr>
          <a:xfrm flipH="1">
            <a:off x="1994200" y="4314034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76821F69-20B9-ED17-3DA2-23ED0B0E122B}"/>
              </a:ext>
            </a:extLst>
          </p:cNvPr>
          <p:cNvCxnSpPr>
            <a:cxnSpLocks/>
            <a:stCxn id="45" idx="2"/>
            <a:endCxn id="62" idx="0"/>
          </p:cNvCxnSpPr>
          <p:nvPr/>
        </p:nvCxnSpPr>
        <p:spPr>
          <a:xfrm flipH="1">
            <a:off x="1409544" y="4314033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0088B906-D081-4336-DB2B-389E6EBC91F7}"/>
              </a:ext>
            </a:extLst>
          </p:cNvPr>
          <p:cNvGrpSpPr/>
          <p:nvPr/>
        </p:nvGrpSpPr>
        <p:grpSpPr>
          <a:xfrm>
            <a:off x="3469224" y="3680501"/>
            <a:ext cx="1410052" cy="412750"/>
            <a:chOff x="7784882" y="1863047"/>
            <a:chExt cx="1410052" cy="412750"/>
          </a:xfrm>
        </p:grpSpPr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BC08FE7E-2628-429F-D83E-C575A0D5158D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81" name="Text Box 82">
                <a:extLst>
                  <a:ext uri="{FF2B5EF4-FFF2-40B4-BE49-F238E27FC236}">
                    <a16:creationId xmlns:a16="http://schemas.microsoft.com/office/drawing/2014/main" id="{BD713EC5-5FBD-625D-6835-C0524AE3B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82" name="Rectangle 83">
                <a:extLst>
                  <a:ext uri="{FF2B5EF4-FFF2-40B4-BE49-F238E27FC236}">
                    <a16:creationId xmlns:a16="http://schemas.microsoft.com/office/drawing/2014/main" id="{9501EA88-AB30-5376-F8E9-9EE218496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3" name="Textfeld 169">
                <a:extLst>
                  <a:ext uri="{FF2B5EF4-FFF2-40B4-BE49-F238E27FC236}">
                    <a16:creationId xmlns:a16="http://schemas.microsoft.com/office/drawing/2014/main" id="{3792BDB9-608A-0FB3-8794-52F60020A541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84" name="Textfeld 169">
                <a:extLst>
                  <a:ext uri="{FF2B5EF4-FFF2-40B4-BE49-F238E27FC236}">
                    <a16:creationId xmlns:a16="http://schemas.microsoft.com/office/drawing/2014/main" id="{C3644C64-6D69-F947-F13E-957D0EA2A97F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85" name="Textfeld 169">
                <a:extLst>
                  <a:ext uri="{FF2B5EF4-FFF2-40B4-BE49-F238E27FC236}">
                    <a16:creationId xmlns:a16="http://schemas.microsoft.com/office/drawing/2014/main" id="{57A6E9D2-D226-54E9-E245-1CF38320B402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86" name="Textfeld 169">
                <a:extLst>
                  <a:ext uri="{FF2B5EF4-FFF2-40B4-BE49-F238E27FC236}">
                    <a16:creationId xmlns:a16="http://schemas.microsoft.com/office/drawing/2014/main" id="{582F6679-7173-5A6F-0AA7-4F93AE891942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87" name="Textfeld 169">
                <a:extLst>
                  <a:ext uri="{FF2B5EF4-FFF2-40B4-BE49-F238E27FC236}">
                    <a16:creationId xmlns:a16="http://schemas.microsoft.com/office/drawing/2014/main" id="{2998342B-F0B1-943C-AD99-044049290C50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79" name="Textfeld 169">
              <a:extLst>
                <a:ext uri="{FF2B5EF4-FFF2-40B4-BE49-F238E27FC236}">
                  <a16:creationId xmlns:a16="http://schemas.microsoft.com/office/drawing/2014/main" id="{B2096293-BF72-C16D-B451-7AC434DCF61E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0" name="Textfeld 169">
              <a:extLst>
                <a:ext uri="{FF2B5EF4-FFF2-40B4-BE49-F238E27FC236}">
                  <a16:creationId xmlns:a16="http://schemas.microsoft.com/office/drawing/2014/main" id="{DFEDBEE1-0A9C-8C4A-61B4-D58C59B29196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E681ED20-C3DD-1A0A-F2BC-6A4E016346C5}"/>
              </a:ext>
            </a:extLst>
          </p:cNvPr>
          <p:cNvCxnSpPr>
            <a:cxnSpLocks/>
            <a:stCxn id="55" idx="2"/>
            <a:endCxn id="82" idx="1"/>
          </p:cNvCxnSpPr>
          <p:nvPr/>
        </p:nvCxnSpPr>
        <p:spPr>
          <a:xfrm flipV="1">
            <a:off x="2645458" y="3886876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89" name="Verbinder: gewinkelt 87">
            <a:extLst>
              <a:ext uri="{FF2B5EF4-FFF2-40B4-BE49-F238E27FC236}">
                <a16:creationId xmlns:a16="http://schemas.microsoft.com/office/drawing/2014/main" id="{77FC3882-9199-3C7E-8AD2-2097AF63AC47}"/>
              </a:ext>
            </a:extLst>
          </p:cNvPr>
          <p:cNvCxnSpPr>
            <a:cxnSpLocks/>
            <a:stCxn id="60" idx="0"/>
            <a:endCxn id="80" idx="2"/>
          </p:cNvCxnSpPr>
          <p:nvPr/>
        </p:nvCxnSpPr>
        <p:spPr>
          <a:xfrm rot="5400000" flipH="1" flipV="1">
            <a:off x="2537322" y="4003024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71723F54-3DF6-3D1B-0D48-F269FDEDF130}"/>
              </a:ext>
            </a:extLst>
          </p:cNvPr>
          <p:cNvCxnSpPr>
            <a:cxnSpLocks/>
            <a:stCxn id="65" idx="3"/>
            <a:endCxn id="70" idx="1"/>
          </p:cNvCxnSpPr>
          <p:nvPr/>
        </p:nvCxnSpPr>
        <p:spPr>
          <a:xfrm>
            <a:off x="2598471" y="5411904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95" name="Textfeld 94">
            <a:extLst>
              <a:ext uri="{FF2B5EF4-FFF2-40B4-BE49-F238E27FC236}">
                <a16:creationId xmlns:a16="http://schemas.microsoft.com/office/drawing/2014/main" id="{0E262CF7-9510-3BBE-520E-21FC4016CA0F}"/>
              </a:ext>
            </a:extLst>
          </p:cNvPr>
          <p:cNvSpPr txBox="1"/>
          <p:nvPr/>
        </p:nvSpPr>
        <p:spPr>
          <a:xfrm>
            <a:off x="3201539" y="3396187"/>
            <a:ext cx="252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i="1">
                <a:solidFill>
                  <a:srgbClr val="00549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sz="1600" dirty="0"/>
              <a:t>Omitted for Simplicity</a:t>
            </a:r>
          </a:p>
        </p:txBody>
      </p:sp>
      <p:sp>
        <p:nvSpPr>
          <p:cNvPr id="96" name="AutoShape 40">
            <a:extLst>
              <a:ext uri="{FF2B5EF4-FFF2-40B4-BE49-F238E27FC236}">
                <a16:creationId xmlns:a16="http://schemas.microsoft.com/office/drawing/2014/main" id="{E63C4BA4-7628-EB22-6586-B13F4B87AA3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58843" y="3229232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97" name="Freihandform: Form 96">
            <a:extLst>
              <a:ext uri="{FF2B5EF4-FFF2-40B4-BE49-F238E27FC236}">
                <a16:creationId xmlns:a16="http://schemas.microsoft.com/office/drawing/2014/main" id="{7A2409F8-EC8F-792E-CA52-69E5F6A28A3B}"/>
              </a:ext>
            </a:extLst>
          </p:cNvPr>
          <p:cNvSpPr/>
          <p:nvPr/>
        </p:nvSpPr>
        <p:spPr>
          <a:xfrm>
            <a:off x="2830640" y="3314368"/>
            <a:ext cx="1085116" cy="2631673"/>
          </a:xfrm>
          <a:custGeom>
            <a:avLst/>
            <a:gdLst>
              <a:gd name="connsiteX0" fmla="*/ 991331 w 1085116"/>
              <a:gd name="connsiteY0" fmla="*/ 0 h 2702170"/>
              <a:gd name="connsiteX1" fmla="*/ 211747 w 1085116"/>
              <a:gd name="connsiteY1" fmla="*/ 416170 h 2702170"/>
              <a:gd name="connsiteX2" fmla="*/ 731 w 1085116"/>
              <a:gd name="connsiteY2" fmla="*/ 1383323 h 2702170"/>
              <a:gd name="connsiteX3" fmla="*/ 258639 w 1085116"/>
              <a:gd name="connsiteY3" fmla="*/ 2379785 h 2702170"/>
              <a:gd name="connsiteX4" fmla="*/ 1085116 w 1085116"/>
              <a:gd name="connsiteY4" fmla="*/ 2702170 h 27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116" h="2702170">
                <a:moveTo>
                  <a:pt x="991331" y="0"/>
                </a:moveTo>
                <a:cubicBezTo>
                  <a:pt x="684089" y="92808"/>
                  <a:pt x="376847" y="185616"/>
                  <a:pt x="211747" y="416170"/>
                </a:cubicBezTo>
                <a:cubicBezTo>
                  <a:pt x="46647" y="646724"/>
                  <a:pt x="-7084" y="1056054"/>
                  <a:pt x="731" y="1383323"/>
                </a:cubicBezTo>
                <a:cubicBezTo>
                  <a:pt x="8546" y="1710592"/>
                  <a:pt x="77908" y="2159977"/>
                  <a:pt x="258639" y="2379785"/>
                </a:cubicBezTo>
                <a:cubicBezTo>
                  <a:pt x="439370" y="2599593"/>
                  <a:pt x="762243" y="2650881"/>
                  <a:pt x="1085116" y="270217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8" name="AutoShape 40">
            <a:extLst>
              <a:ext uri="{FF2B5EF4-FFF2-40B4-BE49-F238E27FC236}">
                <a16:creationId xmlns:a16="http://schemas.microsoft.com/office/drawing/2014/main" id="{73691884-0AED-929E-1C2C-E23DC971C27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28436" y="1147819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dirty="0">
                <a:solidFill>
                  <a:prstClr val="black"/>
                </a:solidFill>
              </a:rPr>
              <a:t>O</a:t>
            </a: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4928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5D4DAFC-9515-42DB-8509-9110B315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Connector down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hierarchy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DA6B46-C5D8-E480-53FB-AFB19D13F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31" y="1024756"/>
            <a:ext cx="4815590" cy="2117516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/>
          <a:lstStyle/>
          <a:p>
            <a:r>
              <a:rPr lang="en-US" b="1" dirty="0"/>
              <a:t> 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CD728-AD34-800E-FE56-CBFACE6C198F}"/>
              </a:ext>
            </a:extLst>
          </p:cNvPr>
          <p:cNvSpPr txBox="1"/>
          <p:nvPr/>
        </p:nvSpPr>
        <p:spPr>
          <a:xfrm>
            <a:off x="4498782" y="204035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2" name="Rectangle 41">
            <a:extLst>
              <a:ext uri="{FF2B5EF4-FFF2-40B4-BE49-F238E27FC236}">
                <a16:creationId xmlns:a16="http://schemas.microsoft.com/office/drawing/2014/main" id="{8DF26C13-0674-DF7E-E1D3-83341CDDF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523" y="1536000"/>
            <a:ext cx="3202408" cy="1383788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1600" dirty="0">
                <a:solidFill>
                  <a:srgbClr val="000000"/>
                </a:solidFill>
              </a:rPr>
              <a:t>G</a:t>
            </a:r>
          </a:p>
          <a:p>
            <a:endParaRPr lang="en-US" sz="1600" dirty="0">
              <a:solidFill>
                <a:srgbClr val="000000"/>
              </a:solidFill>
            </a:endParaRPr>
          </a:p>
          <a:p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sz="2000" dirty="0"/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35906E61-9F41-869D-4349-E594AD980B23}"/>
              </a:ext>
            </a:extLst>
          </p:cNvPr>
          <p:cNvSpPr/>
          <p:nvPr/>
        </p:nvSpPr>
        <p:spPr>
          <a:xfrm>
            <a:off x="938539" y="2190265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26" name="Gruppieren 31">
            <a:extLst>
              <a:ext uri="{FF2B5EF4-FFF2-40B4-BE49-F238E27FC236}">
                <a16:creationId xmlns:a16="http://schemas.microsoft.com/office/drawing/2014/main" id="{0FAD04DB-477F-E277-F2DF-54C9813B5F1F}"/>
              </a:ext>
            </a:extLst>
          </p:cNvPr>
          <p:cNvGrpSpPr/>
          <p:nvPr/>
        </p:nvGrpSpPr>
        <p:grpSpPr>
          <a:xfrm>
            <a:off x="10192347" y="1774246"/>
            <a:ext cx="1428729" cy="412750"/>
            <a:chOff x="4787230" y="1861556"/>
            <a:chExt cx="2417054" cy="412750"/>
          </a:xfrm>
        </p:grpSpPr>
        <p:sp>
          <p:nvSpPr>
            <p:cNvPr id="27" name="Text Box 82">
              <a:extLst>
                <a:ext uri="{FF2B5EF4-FFF2-40B4-BE49-F238E27FC236}">
                  <a16:creationId xmlns:a16="http://schemas.microsoft.com/office/drawing/2014/main" id="{75FC926D-D7E4-D1AD-8A44-E2C567704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7732" y="1899656"/>
              <a:ext cx="11528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F:Function</a:t>
              </a:r>
            </a:p>
          </p:txBody>
        </p:sp>
        <p:sp>
          <p:nvSpPr>
            <p:cNvPr id="28" name="Rectangle 83">
              <a:extLst>
                <a:ext uri="{FF2B5EF4-FFF2-40B4-BE49-F238E27FC236}">
                  <a16:creationId xmlns:a16="http://schemas.microsoft.com/office/drawing/2014/main" id="{D8BB1FF3-CECE-3D3C-7A32-9147140B9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9" name="AutoShape 50">
            <a:extLst>
              <a:ext uri="{FF2B5EF4-FFF2-40B4-BE49-F238E27FC236}">
                <a16:creationId xmlns:a16="http://schemas.microsoft.com/office/drawing/2014/main" id="{2924C306-41CB-5480-AF19-9E02F1A8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1636" y="2202550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0" name="Gruppieren 31">
            <a:extLst>
              <a:ext uri="{FF2B5EF4-FFF2-40B4-BE49-F238E27FC236}">
                <a16:creationId xmlns:a16="http://schemas.microsoft.com/office/drawing/2014/main" id="{E88528DE-525A-4DFB-F1CB-859757ACEE32}"/>
              </a:ext>
            </a:extLst>
          </p:cNvPr>
          <p:cNvGrpSpPr/>
          <p:nvPr/>
        </p:nvGrpSpPr>
        <p:grpSpPr>
          <a:xfrm>
            <a:off x="10192347" y="2641546"/>
            <a:ext cx="1428729" cy="412750"/>
            <a:chOff x="4787230" y="1861556"/>
            <a:chExt cx="2417054" cy="412750"/>
          </a:xfrm>
        </p:grpSpPr>
        <p:sp>
          <p:nvSpPr>
            <p:cNvPr id="31" name="Text Box 82">
              <a:extLst>
                <a:ext uri="{FF2B5EF4-FFF2-40B4-BE49-F238E27FC236}">
                  <a16:creationId xmlns:a16="http://schemas.microsoft.com/office/drawing/2014/main" id="{D4021D41-94C2-D94F-5708-C4ACD4D7D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147" y="1899656"/>
              <a:ext cx="201004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G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32" name="Rectangle 83">
              <a:extLst>
                <a:ext uri="{FF2B5EF4-FFF2-40B4-BE49-F238E27FC236}">
                  <a16:creationId xmlns:a16="http://schemas.microsoft.com/office/drawing/2014/main" id="{07248A72-C5C0-CADC-EF0F-6201A4ABF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uppieren 31">
            <a:extLst>
              <a:ext uri="{FF2B5EF4-FFF2-40B4-BE49-F238E27FC236}">
                <a16:creationId xmlns:a16="http://schemas.microsoft.com/office/drawing/2014/main" id="{B8A27310-FE05-59FD-F118-6C1340F08867}"/>
              </a:ext>
            </a:extLst>
          </p:cNvPr>
          <p:cNvGrpSpPr/>
          <p:nvPr/>
        </p:nvGrpSpPr>
        <p:grpSpPr>
          <a:xfrm>
            <a:off x="10191408" y="4279541"/>
            <a:ext cx="1428729" cy="412750"/>
            <a:chOff x="4787230" y="1861556"/>
            <a:chExt cx="2417054" cy="412750"/>
          </a:xfrm>
        </p:grpSpPr>
        <p:sp>
          <p:nvSpPr>
            <p:cNvPr id="34" name="Text Box 82">
              <a:extLst>
                <a:ext uri="{FF2B5EF4-FFF2-40B4-BE49-F238E27FC236}">
                  <a16:creationId xmlns:a16="http://schemas.microsoft.com/office/drawing/2014/main" id="{F6CB80D4-4774-B384-2E16-502D0D76B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927" y="1899656"/>
              <a:ext cx="183648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I:Function</a:t>
              </a:r>
            </a:p>
          </p:txBody>
        </p:sp>
        <p:sp>
          <p:nvSpPr>
            <p:cNvPr id="35" name="Rectangle 83">
              <a:extLst>
                <a:ext uri="{FF2B5EF4-FFF2-40B4-BE49-F238E27FC236}">
                  <a16:creationId xmlns:a16="http://schemas.microsoft.com/office/drawing/2014/main" id="{86E46246-B01A-F327-A926-697D659DA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8" name="Rectangle 83">
            <a:extLst>
              <a:ext uri="{FF2B5EF4-FFF2-40B4-BE49-F238E27FC236}">
                <a16:creationId xmlns:a16="http://schemas.microsoft.com/office/drawing/2014/main" id="{B185D740-BF6A-4951-CD1F-7E510C949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079" y="2475136"/>
            <a:ext cx="1700321" cy="4127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kern="0" dirty="0">
                <a:solidFill>
                  <a:prstClr val="black"/>
                </a:solidFill>
              </a:rPr>
              <a:t>:Channel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44" name="Verbinder: gewinkelt 87">
            <a:extLst>
              <a:ext uri="{FF2B5EF4-FFF2-40B4-BE49-F238E27FC236}">
                <a16:creationId xmlns:a16="http://schemas.microsoft.com/office/drawing/2014/main" id="{9403F1B2-1645-F6BF-4E61-97EFAC12F88F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10812951" y="2547785"/>
            <a:ext cx="186584" cy="9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9" name="Rechteck 23">
            <a:extLst>
              <a:ext uri="{FF2B5EF4-FFF2-40B4-BE49-F238E27FC236}">
                <a16:creationId xmlns:a16="http://schemas.microsoft.com/office/drawing/2014/main" id="{BAD1B925-FAD5-D7C7-A90A-9AC703A81008}"/>
              </a:ext>
            </a:extLst>
          </p:cNvPr>
          <p:cNvSpPr/>
          <p:nvPr/>
        </p:nvSpPr>
        <p:spPr>
          <a:xfrm>
            <a:off x="9679447" y="4393841"/>
            <a:ext cx="504831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“d”</a:t>
            </a:r>
          </a:p>
        </p:txBody>
      </p:sp>
      <p:sp>
        <p:nvSpPr>
          <p:cNvPr id="63" name="Textfeld 169">
            <a:extLst>
              <a:ext uri="{FF2B5EF4-FFF2-40B4-BE49-F238E27FC236}">
                <a16:creationId xmlns:a16="http://schemas.microsoft.com/office/drawing/2014/main" id="{FFC13C49-1200-03E9-4F5B-1F29B6D4D3F7}"/>
              </a:ext>
            </a:extLst>
          </p:cNvPr>
          <p:cNvSpPr txBox="1"/>
          <p:nvPr/>
        </p:nvSpPr>
        <p:spPr>
          <a:xfrm>
            <a:off x="8165040" y="2354905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59B447F1-397B-7471-EADD-81699250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288" y="1803965"/>
            <a:ext cx="1645651" cy="899822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1600" dirty="0">
                <a:solidFill>
                  <a:srgbClr val="000000"/>
                </a:solidFill>
              </a:rPr>
              <a:t>H</a:t>
            </a:r>
          </a:p>
          <a:p>
            <a:pPr algn="ctr"/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sz="2000" dirty="0"/>
          </a:p>
        </p:txBody>
      </p:sp>
      <p:sp>
        <p:nvSpPr>
          <p:cNvPr id="18" name="Rechteck 23">
            <a:extLst>
              <a:ext uri="{FF2B5EF4-FFF2-40B4-BE49-F238E27FC236}">
                <a16:creationId xmlns:a16="http://schemas.microsoft.com/office/drawing/2014/main" id="{A3F15343-E89B-2CFA-A284-6C183DFC49A0}"/>
              </a:ext>
            </a:extLst>
          </p:cNvPr>
          <p:cNvSpPr/>
          <p:nvPr/>
        </p:nvSpPr>
        <p:spPr>
          <a:xfrm>
            <a:off x="144908" y="2186996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E0CD9A24-691F-6E8C-12C4-1BDFF7875E2B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360908" y="2294996"/>
            <a:ext cx="577631" cy="326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uppieren 31">
            <a:extLst>
              <a:ext uri="{FF2B5EF4-FFF2-40B4-BE49-F238E27FC236}">
                <a16:creationId xmlns:a16="http://schemas.microsoft.com/office/drawing/2014/main" id="{AC479B88-8C5F-BBC9-FAF1-4C70F2EAFDE4}"/>
              </a:ext>
            </a:extLst>
          </p:cNvPr>
          <p:cNvGrpSpPr/>
          <p:nvPr/>
        </p:nvGrpSpPr>
        <p:grpSpPr>
          <a:xfrm>
            <a:off x="10192347" y="3495932"/>
            <a:ext cx="1428729" cy="412750"/>
            <a:chOff x="4787230" y="1861556"/>
            <a:chExt cx="2417054" cy="412750"/>
          </a:xfrm>
        </p:grpSpPr>
        <p:sp>
          <p:nvSpPr>
            <p:cNvPr id="78" name="Text Box 82">
              <a:extLst>
                <a:ext uri="{FF2B5EF4-FFF2-40B4-BE49-F238E27FC236}">
                  <a16:creationId xmlns:a16="http://schemas.microsoft.com/office/drawing/2014/main" id="{258D4251-209C-312F-1A60-55B24F214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996" y="1899656"/>
              <a:ext cx="198835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H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79" name="Rectangle 83">
              <a:extLst>
                <a:ext uri="{FF2B5EF4-FFF2-40B4-BE49-F238E27FC236}">
                  <a16:creationId xmlns:a16="http://schemas.microsoft.com/office/drawing/2014/main" id="{F7691709-FE5A-54D4-803C-4E589A268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86" name="AutoShape 50">
            <a:extLst>
              <a:ext uri="{FF2B5EF4-FFF2-40B4-BE49-F238E27FC236}">
                <a16:creationId xmlns:a16="http://schemas.microsoft.com/office/drawing/2014/main" id="{84FE69C5-1868-82AA-1F2E-97CCA4511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1636" y="3907356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7" name="AutoShape 50">
            <a:extLst>
              <a:ext uri="{FF2B5EF4-FFF2-40B4-BE49-F238E27FC236}">
                <a16:creationId xmlns:a16="http://schemas.microsoft.com/office/drawing/2014/main" id="{293C570C-A6B2-A387-721A-786E1503EF6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0821636" y="3037146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1" name="Rechteck 23">
            <a:extLst>
              <a:ext uri="{FF2B5EF4-FFF2-40B4-BE49-F238E27FC236}">
                <a16:creationId xmlns:a16="http://schemas.microsoft.com/office/drawing/2014/main" id="{06B276DB-6A39-0A72-2349-BA1E5D5FF7E8}"/>
              </a:ext>
            </a:extLst>
          </p:cNvPr>
          <p:cNvSpPr/>
          <p:nvPr/>
        </p:nvSpPr>
        <p:spPr>
          <a:xfrm>
            <a:off x="9709590" y="1871028"/>
            <a:ext cx="475804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“a”</a:t>
            </a:r>
          </a:p>
        </p:txBody>
      </p: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B7B59B09-73FC-9450-E85F-DDE604371F3D}"/>
              </a:ext>
            </a:extLst>
          </p:cNvPr>
          <p:cNvCxnSpPr>
            <a:cxnSpLocks/>
            <a:stCxn id="86" idx="2"/>
            <a:endCxn id="35" idx="0"/>
          </p:cNvCxnSpPr>
          <p:nvPr/>
        </p:nvCxnSpPr>
        <p:spPr>
          <a:xfrm flipH="1">
            <a:off x="10905773" y="4159768"/>
            <a:ext cx="1" cy="119773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4E695396-4A1D-FC78-3201-F539C1DC19E1}"/>
              </a:ext>
            </a:extLst>
          </p:cNvPr>
          <p:cNvCxnSpPr>
            <a:cxnSpLocks/>
            <a:stCxn id="87" idx="0"/>
            <a:endCxn id="79" idx="0"/>
          </p:cNvCxnSpPr>
          <p:nvPr/>
        </p:nvCxnSpPr>
        <p:spPr>
          <a:xfrm>
            <a:off x="10905773" y="3289558"/>
            <a:ext cx="939" cy="20637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41">
            <a:extLst>
              <a:ext uri="{FF2B5EF4-FFF2-40B4-BE49-F238E27FC236}">
                <a16:creationId xmlns:a16="http://schemas.microsoft.com/office/drawing/2014/main" id="{57FBCB5F-B397-7AE7-A9C3-8B8E54247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839" y="2056709"/>
            <a:ext cx="676388" cy="460895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I</a:t>
            </a:r>
            <a:endParaRPr lang="en-US" sz="2000" dirty="0"/>
          </a:p>
        </p:txBody>
      </p:sp>
      <p:sp>
        <p:nvSpPr>
          <p:cNvPr id="5" name="Rechteck 23">
            <a:extLst>
              <a:ext uri="{FF2B5EF4-FFF2-40B4-BE49-F238E27FC236}">
                <a16:creationId xmlns:a16="http://schemas.microsoft.com/office/drawing/2014/main" id="{01B73916-3AEA-B975-9760-984A505949DC}"/>
              </a:ext>
            </a:extLst>
          </p:cNvPr>
          <p:cNvSpPr/>
          <p:nvPr/>
        </p:nvSpPr>
        <p:spPr>
          <a:xfrm>
            <a:off x="1696657" y="2190265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Rechteck 23">
            <a:extLst>
              <a:ext uri="{FF2B5EF4-FFF2-40B4-BE49-F238E27FC236}">
                <a16:creationId xmlns:a16="http://schemas.microsoft.com/office/drawing/2014/main" id="{49A23915-FDF5-22D5-4444-8AB9B14E9D14}"/>
              </a:ext>
            </a:extLst>
          </p:cNvPr>
          <p:cNvSpPr/>
          <p:nvPr/>
        </p:nvSpPr>
        <p:spPr>
          <a:xfrm>
            <a:off x="2179053" y="2190265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596BB25-C8DF-8494-5065-68CA43EA102B}"/>
              </a:ext>
            </a:extLst>
          </p:cNvPr>
          <p:cNvSpPr txBox="1"/>
          <p:nvPr/>
        </p:nvSpPr>
        <p:spPr>
          <a:xfrm>
            <a:off x="3710960" y="202805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D28B8920-954B-5EEB-E55D-2FCFD87EC72A}"/>
              </a:ext>
            </a:extLst>
          </p:cNvPr>
          <p:cNvSpPr txBox="1"/>
          <p:nvPr/>
        </p:nvSpPr>
        <p:spPr>
          <a:xfrm>
            <a:off x="2978207" y="202805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D6E13DA-8F5E-8E52-6BC4-3236619F3BB4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>
            <a:off x="1154539" y="2298265"/>
            <a:ext cx="54211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752B7B3A-7C3E-9F7C-EF5A-BF21DEB23441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1912657" y="2298265"/>
            <a:ext cx="266396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hteck 23">
            <a:extLst>
              <a:ext uri="{FF2B5EF4-FFF2-40B4-BE49-F238E27FC236}">
                <a16:creationId xmlns:a16="http://schemas.microsoft.com/office/drawing/2014/main" id="{FD4DBFE0-7DA9-9027-B862-A75E0AE21D5D}"/>
              </a:ext>
            </a:extLst>
          </p:cNvPr>
          <p:cNvSpPr/>
          <p:nvPr/>
        </p:nvSpPr>
        <p:spPr>
          <a:xfrm>
            <a:off x="9709590" y="3590028"/>
            <a:ext cx="475804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“c”</a:t>
            </a:r>
          </a:p>
        </p:txBody>
      </p:sp>
      <p:cxnSp>
        <p:nvCxnSpPr>
          <p:cNvPr id="69" name="Verbinder: gewinkelt 87">
            <a:extLst>
              <a:ext uri="{FF2B5EF4-FFF2-40B4-BE49-F238E27FC236}">
                <a16:creationId xmlns:a16="http://schemas.microsoft.com/office/drawing/2014/main" id="{615B8622-7E2D-8AC6-707A-6E0D303B7E54}"/>
              </a:ext>
            </a:extLst>
          </p:cNvPr>
          <p:cNvCxnSpPr>
            <a:cxnSpLocks/>
            <a:stCxn id="91" idx="1"/>
          </p:cNvCxnSpPr>
          <p:nvPr/>
        </p:nvCxnSpPr>
        <p:spPr>
          <a:xfrm rot="10800000" flipV="1">
            <a:off x="7021544" y="1979027"/>
            <a:ext cx="2688047" cy="495945"/>
          </a:xfrm>
          <a:prstGeom prst="bentConnector3">
            <a:avLst>
              <a:gd name="adj1" fmla="val 100034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75" name="Verbinder: gewinkelt 87">
            <a:extLst>
              <a:ext uri="{FF2B5EF4-FFF2-40B4-BE49-F238E27FC236}">
                <a16:creationId xmlns:a16="http://schemas.microsoft.com/office/drawing/2014/main" id="{C2D8F10A-53CE-04BE-9D96-B759FF5767DF}"/>
              </a:ext>
            </a:extLst>
          </p:cNvPr>
          <p:cNvCxnSpPr>
            <a:cxnSpLocks/>
            <a:stCxn id="60" idx="1"/>
          </p:cNvCxnSpPr>
          <p:nvPr/>
        </p:nvCxnSpPr>
        <p:spPr>
          <a:xfrm rot="10800000">
            <a:off x="8136400" y="2600240"/>
            <a:ext cx="1573190" cy="109778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81" name="Verbinder: gewinkelt 87">
            <a:extLst>
              <a:ext uri="{FF2B5EF4-FFF2-40B4-BE49-F238E27FC236}">
                <a16:creationId xmlns:a16="http://schemas.microsoft.com/office/drawing/2014/main" id="{A4659CFD-4F79-9923-B67B-251D7EB70584}"/>
              </a:ext>
            </a:extLst>
          </p:cNvPr>
          <p:cNvCxnSpPr>
            <a:cxnSpLocks/>
          </p:cNvCxnSpPr>
          <p:nvPr/>
        </p:nvCxnSpPr>
        <p:spPr>
          <a:xfrm rot="10800000">
            <a:off x="8142751" y="2795811"/>
            <a:ext cx="1550679" cy="1706030"/>
          </a:xfrm>
          <a:prstGeom prst="bentConnector3">
            <a:avLst>
              <a:gd name="adj1" fmla="val 56961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72" name="Verbinder: gewinkelt 87">
            <a:extLst>
              <a:ext uri="{FF2B5EF4-FFF2-40B4-BE49-F238E27FC236}">
                <a16:creationId xmlns:a16="http://schemas.microsoft.com/office/drawing/2014/main" id="{1152D979-FF9D-A7F2-F523-3893AA541EFC}"/>
              </a:ext>
            </a:extLst>
          </p:cNvPr>
          <p:cNvCxnSpPr>
            <a:cxnSpLocks/>
          </p:cNvCxnSpPr>
          <p:nvPr/>
        </p:nvCxnSpPr>
        <p:spPr>
          <a:xfrm rot="10800000">
            <a:off x="7499290" y="2475136"/>
            <a:ext cx="2581397" cy="388584"/>
          </a:xfrm>
          <a:prstGeom prst="bentConnector4">
            <a:avLst>
              <a:gd name="adj1" fmla="val 33533"/>
              <a:gd name="adj2" fmla="val 158829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97" name="Textfeld 169">
            <a:extLst>
              <a:ext uri="{FF2B5EF4-FFF2-40B4-BE49-F238E27FC236}">
                <a16:creationId xmlns:a16="http://schemas.microsoft.com/office/drawing/2014/main" id="{5D2B00D6-689F-002A-0FA3-8F79D15A5565}"/>
              </a:ext>
            </a:extLst>
          </p:cNvPr>
          <p:cNvSpPr txBox="1"/>
          <p:nvPr/>
        </p:nvSpPr>
        <p:spPr>
          <a:xfrm>
            <a:off x="8173120" y="2552406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98" name="Textfeld 169">
            <a:extLst>
              <a:ext uri="{FF2B5EF4-FFF2-40B4-BE49-F238E27FC236}">
                <a16:creationId xmlns:a16="http://schemas.microsoft.com/office/drawing/2014/main" id="{2FFE5B80-0394-1B3E-BBF4-144595BC6481}"/>
              </a:ext>
            </a:extLst>
          </p:cNvPr>
          <p:cNvSpPr txBox="1"/>
          <p:nvPr/>
        </p:nvSpPr>
        <p:spPr>
          <a:xfrm>
            <a:off x="7473566" y="220887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100" name="Textfeld 169">
            <a:extLst>
              <a:ext uri="{FF2B5EF4-FFF2-40B4-BE49-F238E27FC236}">
                <a16:creationId xmlns:a16="http://schemas.microsoft.com/office/drawing/2014/main" id="{772F0A46-6025-8DF5-3791-D3414C5F8DBD}"/>
              </a:ext>
            </a:extLst>
          </p:cNvPr>
          <p:cNvSpPr txBox="1"/>
          <p:nvPr/>
        </p:nvSpPr>
        <p:spPr>
          <a:xfrm>
            <a:off x="6984532" y="220887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58" name="Rechteck 23">
            <a:extLst>
              <a:ext uri="{FF2B5EF4-FFF2-40B4-BE49-F238E27FC236}">
                <a16:creationId xmlns:a16="http://schemas.microsoft.com/office/drawing/2014/main" id="{37122928-276D-3314-9D13-05460D4BE8FA}"/>
              </a:ext>
            </a:extLst>
          </p:cNvPr>
          <p:cNvSpPr/>
          <p:nvPr/>
        </p:nvSpPr>
        <p:spPr>
          <a:xfrm>
            <a:off x="9709590" y="2755719"/>
            <a:ext cx="475804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“b”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B86B31B-D4DC-CC28-E364-E86451FCB77E}"/>
              </a:ext>
            </a:extLst>
          </p:cNvPr>
          <p:cNvCxnSpPr>
            <a:cxnSpLocks/>
            <a:stCxn id="112" idx="2"/>
            <a:endCxn id="99" idx="0"/>
          </p:cNvCxnSpPr>
          <p:nvPr/>
        </p:nvCxnSpPr>
        <p:spPr>
          <a:xfrm>
            <a:off x="4174072" y="4093251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39" name="Textfeld 169">
            <a:extLst>
              <a:ext uri="{FF2B5EF4-FFF2-40B4-BE49-F238E27FC236}">
                <a16:creationId xmlns:a16="http://schemas.microsoft.com/office/drawing/2014/main" id="{A261BADB-51FF-FDE7-2C95-B7FCF5D93C7D}"/>
              </a:ext>
            </a:extLst>
          </p:cNvPr>
          <p:cNvSpPr txBox="1"/>
          <p:nvPr/>
        </p:nvSpPr>
        <p:spPr>
          <a:xfrm>
            <a:off x="1673480" y="34438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40" name="Textfeld 169">
            <a:extLst>
              <a:ext uri="{FF2B5EF4-FFF2-40B4-BE49-F238E27FC236}">
                <a16:creationId xmlns:a16="http://schemas.microsoft.com/office/drawing/2014/main" id="{F36BC9CB-FE5E-129C-E9AA-D0616AAA26D8}"/>
              </a:ext>
            </a:extLst>
          </p:cNvPr>
          <p:cNvSpPr txBox="1"/>
          <p:nvPr/>
        </p:nvSpPr>
        <p:spPr>
          <a:xfrm>
            <a:off x="2927498" y="3871115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45" name="Textfeld 169">
            <a:extLst>
              <a:ext uri="{FF2B5EF4-FFF2-40B4-BE49-F238E27FC236}">
                <a16:creationId xmlns:a16="http://schemas.microsoft.com/office/drawing/2014/main" id="{0B92A4C2-8714-AE35-173F-22A8A516E849}"/>
              </a:ext>
            </a:extLst>
          </p:cNvPr>
          <p:cNvSpPr txBox="1"/>
          <p:nvPr/>
        </p:nvSpPr>
        <p:spPr>
          <a:xfrm>
            <a:off x="3195115" y="36141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46" name="Textfeld 169">
            <a:extLst>
              <a:ext uri="{FF2B5EF4-FFF2-40B4-BE49-F238E27FC236}">
                <a16:creationId xmlns:a16="http://schemas.microsoft.com/office/drawing/2014/main" id="{39DF7D68-E19B-54BE-B706-7FEB324DD1A4}"/>
              </a:ext>
            </a:extLst>
          </p:cNvPr>
          <p:cNvSpPr txBox="1"/>
          <p:nvPr/>
        </p:nvSpPr>
        <p:spPr>
          <a:xfrm>
            <a:off x="1953126" y="4289595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47" name="Textfeld 169">
            <a:extLst>
              <a:ext uri="{FF2B5EF4-FFF2-40B4-BE49-F238E27FC236}">
                <a16:creationId xmlns:a16="http://schemas.microsoft.com/office/drawing/2014/main" id="{D453120A-3C9E-EBB3-5FDF-4E9275A002E0}"/>
              </a:ext>
            </a:extLst>
          </p:cNvPr>
          <p:cNvSpPr txBox="1"/>
          <p:nvPr/>
        </p:nvSpPr>
        <p:spPr>
          <a:xfrm>
            <a:off x="1361736" y="4289595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48" name="Textfeld 169">
            <a:extLst>
              <a:ext uri="{FF2B5EF4-FFF2-40B4-BE49-F238E27FC236}">
                <a16:creationId xmlns:a16="http://schemas.microsoft.com/office/drawing/2014/main" id="{DF4E4E8C-6FD1-16CB-0C5D-89855D90FD78}"/>
              </a:ext>
            </a:extLst>
          </p:cNvPr>
          <p:cNvSpPr txBox="1"/>
          <p:nvPr/>
        </p:nvSpPr>
        <p:spPr>
          <a:xfrm>
            <a:off x="1952286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0" name="Textfeld 169">
            <a:extLst>
              <a:ext uri="{FF2B5EF4-FFF2-40B4-BE49-F238E27FC236}">
                <a16:creationId xmlns:a16="http://schemas.microsoft.com/office/drawing/2014/main" id="{8BDDB08F-8C91-5FB0-B7B7-58B547AEF816}"/>
              </a:ext>
            </a:extLst>
          </p:cNvPr>
          <p:cNvSpPr txBox="1"/>
          <p:nvPr/>
        </p:nvSpPr>
        <p:spPr>
          <a:xfrm>
            <a:off x="1365310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51" name="Textfeld 169">
            <a:extLst>
              <a:ext uri="{FF2B5EF4-FFF2-40B4-BE49-F238E27FC236}">
                <a16:creationId xmlns:a16="http://schemas.microsoft.com/office/drawing/2014/main" id="{A3ED7F9F-528B-B30A-B854-0E5FEB9CCE99}"/>
              </a:ext>
            </a:extLst>
          </p:cNvPr>
          <p:cNvSpPr txBox="1"/>
          <p:nvPr/>
        </p:nvSpPr>
        <p:spPr>
          <a:xfrm>
            <a:off x="3704657" y="4068398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2" name="Textfeld 169">
            <a:extLst>
              <a:ext uri="{FF2B5EF4-FFF2-40B4-BE49-F238E27FC236}">
                <a16:creationId xmlns:a16="http://schemas.microsoft.com/office/drawing/2014/main" id="{B7C67AD0-2D4E-B5FF-143A-673156515AD2}"/>
              </a:ext>
            </a:extLst>
          </p:cNvPr>
          <p:cNvSpPr txBox="1"/>
          <p:nvPr/>
        </p:nvSpPr>
        <p:spPr>
          <a:xfrm>
            <a:off x="3188499" y="515529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53" name="Textfeld 169">
            <a:extLst>
              <a:ext uri="{FF2B5EF4-FFF2-40B4-BE49-F238E27FC236}">
                <a16:creationId xmlns:a16="http://schemas.microsoft.com/office/drawing/2014/main" id="{1754EBB1-A711-48C8-9CC7-043EAD114CFF}"/>
              </a:ext>
            </a:extLst>
          </p:cNvPr>
          <p:cNvSpPr txBox="1"/>
          <p:nvPr/>
        </p:nvSpPr>
        <p:spPr>
          <a:xfrm>
            <a:off x="4139382" y="49217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54" name="Textfeld 169">
            <a:extLst>
              <a:ext uri="{FF2B5EF4-FFF2-40B4-BE49-F238E27FC236}">
                <a16:creationId xmlns:a16="http://schemas.microsoft.com/office/drawing/2014/main" id="{3F70FA41-9F5C-15CA-889C-D7D224F44E3D}"/>
              </a:ext>
            </a:extLst>
          </p:cNvPr>
          <p:cNvSpPr txBox="1"/>
          <p:nvPr/>
        </p:nvSpPr>
        <p:spPr>
          <a:xfrm>
            <a:off x="4139381" y="409776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55" name="Textfeld 169">
            <a:extLst>
              <a:ext uri="{FF2B5EF4-FFF2-40B4-BE49-F238E27FC236}">
                <a16:creationId xmlns:a16="http://schemas.microsoft.com/office/drawing/2014/main" id="{1CB31230-88EB-BDC7-F320-A6002821C6CE}"/>
              </a:ext>
            </a:extLst>
          </p:cNvPr>
          <p:cNvSpPr txBox="1"/>
          <p:nvPr/>
        </p:nvSpPr>
        <p:spPr>
          <a:xfrm>
            <a:off x="564934" y="338530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" name="Textfeld 169">
            <a:extLst>
              <a:ext uri="{FF2B5EF4-FFF2-40B4-BE49-F238E27FC236}">
                <a16:creationId xmlns:a16="http://schemas.microsoft.com/office/drawing/2014/main" id="{6782ED4E-49C7-B661-F2FC-504B97F6B4AD}"/>
              </a:ext>
            </a:extLst>
          </p:cNvPr>
          <p:cNvSpPr txBox="1"/>
          <p:nvPr/>
        </p:nvSpPr>
        <p:spPr>
          <a:xfrm>
            <a:off x="221002" y="386303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57" name="Textfeld 169">
            <a:extLst>
              <a:ext uri="{FF2B5EF4-FFF2-40B4-BE49-F238E27FC236}">
                <a16:creationId xmlns:a16="http://schemas.microsoft.com/office/drawing/2014/main" id="{9795F0BC-949A-1999-7CD1-F50446C223A0}"/>
              </a:ext>
            </a:extLst>
          </p:cNvPr>
          <p:cNvSpPr txBox="1"/>
          <p:nvPr/>
        </p:nvSpPr>
        <p:spPr>
          <a:xfrm>
            <a:off x="2522530" y="3614128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59" name="Textfeld 169">
            <a:extLst>
              <a:ext uri="{FF2B5EF4-FFF2-40B4-BE49-F238E27FC236}">
                <a16:creationId xmlns:a16="http://schemas.microsoft.com/office/drawing/2014/main" id="{FE3FB8E1-27FE-BAE4-8EBC-8646FE93464F}"/>
              </a:ext>
            </a:extLst>
          </p:cNvPr>
          <p:cNvSpPr txBox="1"/>
          <p:nvPr/>
        </p:nvSpPr>
        <p:spPr>
          <a:xfrm>
            <a:off x="323785" y="3636516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691AAB0E-C0DB-4F60-45CB-5125E7FFFEFF}"/>
              </a:ext>
            </a:extLst>
          </p:cNvPr>
          <p:cNvGrpSpPr/>
          <p:nvPr/>
        </p:nvGrpSpPr>
        <p:grpSpPr>
          <a:xfrm>
            <a:off x="714671" y="3679010"/>
            <a:ext cx="1930787" cy="635024"/>
            <a:chOff x="4316210" y="1861556"/>
            <a:chExt cx="1930787" cy="635024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AC548CEB-EF96-E18D-3D9C-E813E34E1859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66" name="Verbinder: gewinkelt 87">
                <a:extLst>
                  <a:ext uri="{FF2B5EF4-FFF2-40B4-BE49-F238E27FC236}">
                    <a16:creationId xmlns:a16="http://schemas.microsoft.com/office/drawing/2014/main" id="{30D95D21-BBAC-3403-9765-1E81E5C5D76F}"/>
                  </a:ext>
                </a:extLst>
              </p:cNvPr>
              <p:cNvCxnSpPr>
                <a:cxnSpLocks/>
                <a:stCxn id="70" idx="2"/>
                <a:endCxn id="68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67" name="Text Box 82">
                <a:extLst>
                  <a:ext uri="{FF2B5EF4-FFF2-40B4-BE49-F238E27FC236}">
                    <a16:creationId xmlns:a16="http://schemas.microsoft.com/office/drawing/2014/main" id="{E6D278A1-BAE3-B73A-1C65-66B0719B93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68" name="Rectangle 83">
                <a:extLst>
                  <a:ext uri="{FF2B5EF4-FFF2-40B4-BE49-F238E27FC236}">
                    <a16:creationId xmlns:a16="http://schemas.microsoft.com/office/drawing/2014/main" id="{5E671F61-3CE8-7B3A-C1F8-4973C70E3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0" name="AutoShape 50">
                <a:extLst>
                  <a:ext uri="{FF2B5EF4-FFF2-40B4-BE49-F238E27FC236}">
                    <a16:creationId xmlns:a16="http://schemas.microsoft.com/office/drawing/2014/main" id="{D3603AE2-3FAF-DE94-B0D8-FDEB3DD5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1" name="Textfeld 169">
                <a:extLst>
                  <a:ext uri="{FF2B5EF4-FFF2-40B4-BE49-F238E27FC236}">
                    <a16:creationId xmlns:a16="http://schemas.microsoft.com/office/drawing/2014/main" id="{246E122C-6BAD-D0C2-9262-5823E47C0B40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73" name="Textfeld 169">
                <a:extLst>
                  <a:ext uri="{FF2B5EF4-FFF2-40B4-BE49-F238E27FC236}">
                    <a16:creationId xmlns:a16="http://schemas.microsoft.com/office/drawing/2014/main" id="{BE7E148E-1FCC-65CD-5DD4-FEF4B911ABE4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74" name="AutoShape 50">
                <a:extLst>
                  <a:ext uri="{FF2B5EF4-FFF2-40B4-BE49-F238E27FC236}">
                    <a16:creationId xmlns:a16="http://schemas.microsoft.com/office/drawing/2014/main" id="{043C4EC1-E657-2EBA-7379-35967A935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64" name="Rectangle 83">
              <a:extLst>
                <a:ext uri="{FF2B5EF4-FFF2-40B4-BE49-F238E27FC236}">
                  <a16:creationId xmlns:a16="http://schemas.microsoft.com/office/drawing/2014/main" id="{954A10F3-242D-D8C4-4C46-2CA5BD496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5" name="Rectangle 83">
              <a:extLst>
                <a:ext uri="{FF2B5EF4-FFF2-40B4-BE49-F238E27FC236}">
                  <a16:creationId xmlns:a16="http://schemas.microsoft.com/office/drawing/2014/main" id="{8669A803-076A-8486-A9BD-DE80FC565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76" name="Textfeld 169">
            <a:extLst>
              <a:ext uri="{FF2B5EF4-FFF2-40B4-BE49-F238E27FC236}">
                <a16:creationId xmlns:a16="http://schemas.microsoft.com/office/drawing/2014/main" id="{A84CABF0-D479-CC79-9A2B-C6CCD23F4252}"/>
              </a:ext>
            </a:extLst>
          </p:cNvPr>
          <p:cNvSpPr txBox="1"/>
          <p:nvPr/>
        </p:nvSpPr>
        <p:spPr>
          <a:xfrm>
            <a:off x="2401121" y="491204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80" name="Textfeld 169">
            <a:extLst>
              <a:ext uri="{FF2B5EF4-FFF2-40B4-BE49-F238E27FC236}">
                <a16:creationId xmlns:a16="http://schemas.microsoft.com/office/drawing/2014/main" id="{CB685989-F740-C012-18FF-2E46ED19E7CC}"/>
              </a:ext>
            </a:extLst>
          </p:cNvPr>
          <p:cNvSpPr txBox="1"/>
          <p:nvPr/>
        </p:nvSpPr>
        <p:spPr>
          <a:xfrm>
            <a:off x="2548250" y="520694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9ADA896B-8E40-541F-0ADF-7EE45338CA89}"/>
              </a:ext>
            </a:extLst>
          </p:cNvPr>
          <p:cNvGrpSpPr/>
          <p:nvPr/>
        </p:nvGrpSpPr>
        <p:grpSpPr>
          <a:xfrm>
            <a:off x="966520" y="5205529"/>
            <a:ext cx="1632590" cy="412750"/>
            <a:chOff x="5282178" y="3388075"/>
            <a:chExt cx="1632590" cy="412750"/>
          </a:xfrm>
        </p:grpSpPr>
        <p:grpSp>
          <p:nvGrpSpPr>
            <p:cNvPr id="83" name="Group 87">
              <a:extLst>
                <a:ext uri="{FF2B5EF4-FFF2-40B4-BE49-F238E27FC236}">
                  <a16:creationId xmlns:a16="http://schemas.microsoft.com/office/drawing/2014/main" id="{77A3292F-1567-8934-3AB2-02E68DA9F8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90" name="Text Box 82">
                <a:extLst>
                  <a:ext uri="{FF2B5EF4-FFF2-40B4-BE49-F238E27FC236}">
                    <a16:creationId xmlns:a16="http://schemas.microsoft.com/office/drawing/2014/main" id="{74BE8EE3-B130-7B20-9B29-7A3352CD0F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92" name="Rectangle 83">
                <a:extLst>
                  <a:ext uri="{FF2B5EF4-FFF2-40B4-BE49-F238E27FC236}">
                    <a16:creationId xmlns:a16="http://schemas.microsoft.com/office/drawing/2014/main" id="{8037E089-3E00-B65F-4784-5423EE7A8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4" name="Textfeld 169">
              <a:extLst>
                <a:ext uri="{FF2B5EF4-FFF2-40B4-BE49-F238E27FC236}">
                  <a16:creationId xmlns:a16="http://schemas.microsoft.com/office/drawing/2014/main" id="{7EAF41CA-5D57-62B2-27BE-FEEB12946356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5" name="Textfeld 169">
              <a:extLst>
                <a:ext uri="{FF2B5EF4-FFF2-40B4-BE49-F238E27FC236}">
                  <a16:creationId xmlns:a16="http://schemas.microsoft.com/office/drawing/2014/main" id="{DAFDDFE5-F5DE-7ADD-A4C8-EFA8965EFBB3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8" name="Textfeld 169">
              <a:extLst>
                <a:ext uri="{FF2B5EF4-FFF2-40B4-BE49-F238E27FC236}">
                  <a16:creationId xmlns:a16="http://schemas.microsoft.com/office/drawing/2014/main" id="{1CCA5AAC-6A00-DD25-B991-3040E5592BC8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9" name="Textfeld 169">
              <a:extLst>
                <a:ext uri="{FF2B5EF4-FFF2-40B4-BE49-F238E27FC236}">
                  <a16:creationId xmlns:a16="http://schemas.microsoft.com/office/drawing/2014/main" id="{B3C0E4DC-2BD5-7EE5-E78F-F67AAA24A99A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93" name="Textfeld 169">
            <a:extLst>
              <a:ext uri="{FF2B5EF4-FFF2-40B4-BE49-F238E27FC236}">
                <a16:creationId xmlns:a16="http://schemas.microsoft.com/office/drawing/2014/main" id="{B45313B5-24FA-43F8-581B-5713BB27848C}"/>
              </a:ext>
            </a:extLst>
          </p:cNvPr>
          <p:cNvSpPr txBox="1"/>
          <p:nvPr/>
        </p:nvSpPr>
        <p:spPr>
          <a:xfrm>
            <a:off x="1105948" y="4912043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94" name="Textfeld 169">
            <a:extLst>
              <a:ext uri="{FF2B5EF4-FFF2-40B4-BE49-F238E27FC236}">
                <a16:creationId xmlns:a16="http://schemas.microsoft.com/office/drawing/2014/main" id="{41FFC16D-2CA8-AD65-FEF4-426925A98016}"/>
              </a:ext>
            </a:extLst>
          </p:cNvPr>
          <p:cNvSpPr txBox="1"/>
          <p:nvPr/>
        </p:nvSpPr>
        <p:spPr>
          <a:xfrm>
            <a:off x="1593838" y="4912043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BF171D48-AA00-71BD-07F6-8824ADD3DB63}"/>
              </a:ext>
            </a:extLst>
          </p:cNvPr>
          <p:cNvGrpSpPr/>
          <p:nvPr/>
        </p:nvGrpSpPr>
        <p:grpSpPr>
          <a:xfrm>
            <a:off x="3466841" y="5205529"/>
            <a:ext cx="1415042" cy="412750"/>
            <a:chOff x="7782499" y="3595251"/>
            <a:chExt cx="1415042" cy="412750"/>
          </a:xfrm>
        </p:grpSpPr>
        <p:sp>
          <p:nvSpPr>
            <p:cNvPr id="96" name="Text Box 82">
              <a:extLst>
                <a:ext uri="{FF2B5EF4-FFF2-40B4-BE49-F238E27FC236}">
                  <a16:creationId xmlns:a16="http://schemas.microsoft.com/office/drawing/2014/main" id="{96B4AF94-345D-1438-2734-C818E162C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99" name="Rectangle 83">
              <a:extLst>
                <a:ext uri="{FF2B5EF4-FFF2-40B4-BE49-F238E27FC236}">
                  <a16:creationId xmlns:a16="http://schemas.microsoft.com/office/drawing/2014/main" id="{C5961382-01EF-78D7-2C38-00296C46D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1" name="Textfeld 169">
              <a:extLst>
                <a:ext uri="{FF2B5EF4-FFF2-40B4-BE49-F238E27FC236}">
                  <a16:creationId xmlns:a16="http://schemas.microsoft.com/office/drawing/2014/main" id="{39EC7B7B-E35A-D044-FC29-C1DC635D50EF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02" name="Textfeld 169">
              <a:extLst>
                <a:ext uri="{FF2B5EF4-FFF2-40B4-BE49-F238E27FC236}">
                  <a16:creationId xmlns:a16="http://schemas.microsoft.com/office/drawing/2014/main" id="{1443752F-4CB6-4BA0-8D38-C75876CD5627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03" name="Textfeld 169">
              <a:extLst>
                <a:ext uri="{FF2B5EF4-FFF2-40B4-BE49-F238E27FC236}">
                  <a16:creationId xmlns:a16="http://schemas.microsoft.com/office/drawing/2014/main" id="{D1E05675-22A3-0FE0-B798-C3297D7D3A33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04" name="Textfeld 169">
              <a:extLst>
                <a:ext uri="{FF2B5EF4-FFF2-40B4-BE49-F238E27FC236}">
                  <a16:creationId xmlns:a16="http://schemas.microsoft.com/office/drawing/2014/main" id="{1511E0C9-AAC6-E4EE-92D8-3377605F63D2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78B0719D-ECEF-0261-A44E-9DB0B33910E7}"/>
              </a:ext>
            </a:extLst>
          </p:cNvPr>
          <p:cNvCxnSpPr>
            <a:cxnSpLocks/>
            <a:stCxn id="65" idx="2"/>
            <a:endCxn id="89" idx="0"/>
          </p:cNvCxnSpPr>
          <p:nvPr/>
        </p:nvCxnSpPr>
        <p:spPr>
          <a:xfrm flipH="1">
            <a:off x="1994200" y="4314034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685B4764-2915-E679-AFDA-5517EF00BBB2}"/>
              </a:ext>
            </a:extLst>
          </p:cNvPr>
          <p:cNvCxnSpPr>
            <a:cxnSpLocks/>
            <a:stCxn id="64" idx="2"/>
            <a:endCxn id="88" idx="0"/>
          </p:cNvCxnSpPr>
          <p:nvPr/>
        </p:nvCxnSpPr>
        <p:spPr>
          <a:xfrm flipH="1">
            <a:off x="1409544" y="4314033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2D79E84F-BE8C-04C4-AA21-92C3C24867C8}"/>
              </a:ext>
            </a:extLst>
          </p:cNvPr>
          <p:cNvGrpSpPr/>
          <p:nvPr/>
        </p:nvGrpSpPr>
        <p:grpSpPr>
          <a:xfrm>
            <a:off x="3469224" y="3680501"/>
            <a:ext cx="1410052" cy="412750"/>
            <a:chOff x="7784882" y="1863047"/>
            <a:chExt cx="1410052" cy="412750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35B6A84E-377A-5662-8E00-DE6260FDFFA5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111" name="Text Box 82">
                <a:extLst>
                  <a:ext uri="{FF2B5EF4-FFF2-40B4-BE49-F238E27FC236}">
                    <a16:creationId xmlns:a16="http://schemas.microsoft.com/office/drawing/2014/main" id="{8D2F0FD4-1439-5F55-EA86-9E5BA95AEF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112" name="Rectangle 83">
                <a:extLst>
                  <a:ext uri="{FF2B5EF4-FFF2-40B4-BE49-F238E27FC236}">
                    <a16:creationId xmlns:a16="http://schemas.microsoft.com/office/drawing/2014/main" id="{466D5E16-C7B6-6D33-33F4-52B6EC3B3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13" name="Textfeld 169">
                <a:extLst>
                  <a:ext uri="{FF2B5EF4-FFF2-40B4-BE49-F238E27FC236}">
                    <a16:creationId xmlns:a16="http://schemas.microsoft.com/office/drawing/2014/main" id="{2D89C312-41E3-8D56-1111-F5CA1D0F667E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14" name="Textfeld 169">
                <a:extLst>
                  <a:ext uri="{FF2B5EF4-FFF2-40B4-BE49-F238E27FC236}">
                    <a16:creationId xmlns:a16="http://schemas.microsoft.com/office/drawing/2014/main" id="{5517CC35-2131-A34B-FC5E-876A5016C5EE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15" name="Textfeld 169">
                <a:extLst>
                  <a:ext uri="{FF2B5EF4-FFF2-40B4-BE49-F238E27FC236}">
                    <a16:creationId xmlns:a16="http://schemas.microsoft.com/office/drawing/2014/main" id="{F7A4D47C-ABE8-F21C-01FE-26A2D27864DF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16" name="Textfeld 169">
                <a:extLst>
                  <a:ext uri="{FF2B5EF4-FFF2-40B4-BE49-F238E27FC236}">
                    <a16:creationId xmlns:a16="http://schemas.microsoft.com/office/drawing/2014/main" id="{676B311E-9B54-9849-0413-094DBB708CA6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17" name="Textfeld 169">
                <a:extLst>
                  <a:ext uri="{FF2B5EF4-FFF2-40B4-BE49-F238E27FC236}">
                    <a16:creationId xmlns:a16="http://schemas.microsoft.com/office/drawing/2014/main" id="{70EEF535-DB30-1CCC-DB20-CF9B2020F5DA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109" name="Textfeld 169">
              <a:extLst>
                <a:ext uri="{FF2B5EF4-FFF2-40B4-BE49-F238E27FC236}">
                  <a16:creationId xmlns:a16="http://schemas.microsoft.com/office/drawing/2014/main" id="{A06898E2-5217-D8B7-90A4-56131F3E70F8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10" name="Textfeld 169">
              <a:extLst>
                <a:ext uri="{FF2B5EF4-FFF2-40B4-BE49-F238E27FC236}">
                  <a16:creationId xmlns:a16="http://schemas.microsoft.com/office/drawing/2014/main" id="{8DBBFFE5-1194-FA75-AFAC-2349416CD86F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FAF265ED-1940-8E30-6101-E42B68D4D0C6}"/>
              </a:ext>
            </a:extLst>
          </p:cNvPr>
          <p:cNvCxnSpPr>
            <a:cxnSpLocks/>
            <a:stCxn id="74" idx="2"/>
            <a:endCxn id="112" idx="1"/>
          </p:cNvCxnSpPr>
          <p:nvPr/>
        </p:nvCxnSpPr>
        <p:spPr>
          <a:xfrm flipV="1">
            <a:off x="2645458" y="3886876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19" name="Verbinder: gewinkelt 87">
            <a:extLst>
              <a:ext uri="{FF2B5EF4-FFF2-40B4-BE49-F238E27FC236}">
                <a16:creationId xmlns:a16="http://schemas.microsoft.com/office/drawing/2014/main" id="{01640849-DD8D-9FBD-7303-18414BBA63C0}"/>
              </a:ext>
            </a:extLst>
          </p:cNvPr>
          <p:cNvCxnSpPr>
            <a:cxnSpLocks/>
            <a:stCxn id="84" idx="0"/>
            <a:endCxn id="110" idx="2"/>
          </p:cNvCxnSpPr>
          <p:nvPr/>
        </p:nvCxnSpPr>
        <p:spPr>
          <a:xfrm rot="5400000" flipH="1" flipV="1">
            <a:off x="2537322" y="4003024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C18FE73E-4740-0648-2A86-4D05FB65B4A8}"/>
              </a:ext>
            </a:extLst>
          </p:cNvPr>
          <p:cNvCxnSpPr>
            <a:cxnSpLocks/>
            <a:stCxn id="92" idx="3"/>
            <a:endCxn id="99" idx="1"/>
          </p:cNvCxnSpPr>
          <p:nvPr/>
        </p:nvCxnSpPr>
        <p:spPr>
          <a:xfrm>
            <a:off x="2598471" y="5411904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28" name="Textfeld 127">
            <a:extLst>
              <a:ext uri="{FF2B5EF4-FFF2-40B4-BE49-F238E27FC236}">
                <a16:creationId xmlns:a16="http://schemas.microsoft.com/office/drawing/2014/main" id="{00E862CC-45AF-0091-2624-F6FD8E3838A3}"/>
              </a:ext>
            </a:extLst>
          </p:cNvPr>
          <p:cNvSpPr txBox="1"/>
          <p:nvPr/>
        </p:nvSpPr>
        <p:spPr>
          <a:xfrm>
            <a:off x="3201539" y="3396187"/>
            <a:ext cx="252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i="1">
                <a:solidFill>
                  <a:srgbClr val="00549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sz="1600" dirty="0"/>
              <a:t>Omitted for Simplicity</a:t>
            </a:r>
          </a:p>
        </p:txBody>
      </p:sp>
      <p:sp>
        <p:nvSpPr>
          <p:cNvPr id="129" name="AutoShape 40">
            <a:extLst>
              <a:ext uri="{FF2B5EF4-FFF2-40B4-BE49-F238E27FC236}">
                <a16:creationId xmlns:a16="http://schemas.microsoft.com/office/drawing/2014/main" id="{D7A99E06-6DE7-F208-E12A-A64919C3B49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58843" y="3229232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130" name="Freihandform: Form 129">
            <a:extLst>
              <a:ext uri="{FF2B5EF4-FFF2-40B4-BE49-F238E27FC236}">
                <a16:creationId xmlns:a16="http://schemas.microsoft.com/office/drawing/2014/main" id="{B4495F39-2711-650F-D6C2-18FD8B1D644D}"/>
              </a:ext>
            </a:extLst>
          </p:cNvPr>
          <p:cNvSpPr/>
          <p:nvPr/>
        </p:nvSpPr>
        <p:spPr>
          <a:xfrm>
            <a:off x="2830640" y="3314368"/>
            <a:ext cx="1085116" cy="2631673"/>
          </a:xfrm>
          <a:custGeom>
            <a:avLst/>
            <a:gdLst>
              <a:gd name="connsiteX0" fmla="*/ 991331 w 1085116"/>
              <a:gd name="connsiteY0" fmla="*/ 0 h 2702170"/>
              <a:gd name="connsiteX1" fmla="*/ 211747 w 1085116"/>
              <a:gd name="connsiteY1" fmla="*/ 416170 h 2702170"/>
              <a:gd name="connsiteX2" fmla="*/ 731 w 1085116"/>
              <a:gd name="connsiteY2" fmla="*/ 1383323 h 2702170"/>
              <a:gd name="connsiteX3" fmla="*/ 258639 w 1085116"/>
              <a:gd name="connsiteY3" fmla="*/ 2379785 h 2702170"/>
              <a:gd name="connsiteX4" fmla="*/ 1085116 w 1085116"/>
              <a:gd name="connsiteY4" fmla="*/ 2702170 h 27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116" h="2702170">
                <a:moveTo>
                  <a:pt x="991331" y="0"/>
                </a:moveTo>
                <a:cubicBezTo>
                  <a:pt x="684089" y="92808"/>
                  <a:pt x="376847" y="185616"/>
                  <a:pt x="211747" y="416170"/>
                </a:cubicBezTo>
                <a:cubicBezTo>
                  <a:pt x="46647" y="646724"/>
                  <a:pt x="-7084" y="1056054"/>
                  <a:pt x="731" y="1383323"/>
                </a:cubicBezTo>
                <a:cubicBezTo>
                  <a:pt x="8546" y="1710592"/>
                  <a:pt x="77908" y="2159977"/>
                  <a:pt x="258639" y="2379785"/>
                </a:cubicBezTo>
                <a:cubicBezTo>
                  <a:pt x="439370" y="2599593"/>
                  <a:pt x="762243" y="2650881"/>
                  <a:pt x="1085116" y="270217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1" name="AutoShape 40">
            <a:extLst>
              <a:ext uri="{FF2B5EF4-FFF2-40B4-BE49-F238E27FC236}">
                <a16:creationId xmlns:a16="http://schemas.microsoft.com/office/drawing/2014/main" id="{13D4FCE3-B202-C56F-21D6-7F5D507F5D2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28436" y="1147819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dirty="0">
                <a:solidFill>
                  <a:prstClr val="black"/>
                </a:solidFill>
              </a:rPr>
              <a:t>O</a:t>
            </a: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7870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5D4DAFC-9515-42DB-8509-9110B315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5. Connector </a:t>
            </a:r>
            <a:r>
              <a:rPr lang="de-DE" dirty="0" err="1"/>
              <a:t>up</a:t>
            </a:r>
            <a:r>
              <a:rPr lang="de-DE" dirty="0"/>
              <a:t> and down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hierarchy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DA6B46-C5D8-E480-53FB-AFB19D13F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31" y="1024756"/>
            <a:ext cx="4815590" cy="2062135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/>
          <a:lstStyle/>
          <a:p>
            <a:r>
              <a:rPr lang="en-US" b="1" dirty="0"/>
              <a:t> 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CD728-AD34-800E-FE56-CBFACE6C198F}"/>
              </a:ext>
            </a:extLst>
          </p:cNvPr>
          <p:cNvSpPr txBox="1"/>
          <p:nvPr/>
        </p:nvSpPr>
        <p:spPr>
          <a:xfrm>
            <a:off x="4710254" y="202805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2" name="Rectangle 41">
            <a:extLst>
              <a:ext uri="{FF2B5EF4-FFF2-40B4-BE49-F238E27FC236}">
                <a16:creationId xmlns:a16="http://schemas.microsoft.com/office/drawing/2014/main" id="{8DF26C13-0674-DF7E-E1D3-83341CDDF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06" y="1711352"/>
            <a:ext cx="1480599" cy="908445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1600" dirty="0">
                <a:solidFill>
                  <a:srgbClr val="000000"/>
                </a:solidFill>
              </a:rPr>
              <a:t>G</a:t>
            </a:r>
          </a:p>
          <a:p>
            <a:pPr algn="ctr"/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A5050-D724-3B8A-C51D-B17BA26D7EC1}"/>
              </a:ext>
            </a:extLst>
          </p:cNvPr>
          <p:cNvSpPr txBox="1"/>
          <p:nvPr/>
        </p:nvSpPr>
        <p:spPr>
          <a:xfrm>
            <a:off x="227898" y="20218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35906E61-9F41-869D-4349-E594AD980B23}"/>
              </a:ext>
            </a:extLst>
          </p:cNvPr>
          <p:cNvSpPr/>
          <p:nvPr/>
        </p:nvSpPr>
        <p:spPr>
          <a:xfrm>
            <a:off x="1971274" y="2096509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grpSp>
        <p:nvGrpSpPr>
          <p:cNvPr id="26" name="Gruppieren 31">
            <a:extLst>
              <a:ext uri="{FF2B5EF4-FFF2-40B4-BE49-F238E27FC236}">
                <a16:creationId xmlns:a16="http://schemas.microsoft.com/office/drawing/2014/main" id="{0FAD04DB-477F-E277-F2DF-54C9813B5F1F}"/>
              </a:ext>
            </a:extLst>
          </p:cNvPr>
          <p:cNvGrpSpPr/>
          <p:nvPr/>
        </p:nvGrpSpPr>
        <p:grpSpPr>
          <a:xfrm>
            <a:off x="8695734" y="1123249"/>
            <a:ext cx="1428729" cy="412750"/>
            <a:chOff x="4787230" y="1861556"/>
            <a:chExt cx="2417054" cy="412750"/>
          </a:xfrm>
        </p:grpSpPr>
        <p:sp>
          <p:nvSpPr>
            <p:cNvPr id="27" name="Text Box 82">
              <a:extLst>
                <a:ext uri="{FF2B5EF4-FFF2-40B4-BE49-F238E27FC236}">
                  <a16:creationId xmlns:a16="http://schemas.microsoft.com/office/drawing/2014/main" id="{75FC926D-D7E4-D1AD-8A44-E2C567704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7732" y="1899656"/>
              <a:ext cx="11528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F:Function</a:t>
              </a:r>
            </a:p>
          </p:txBody>
        </p:sp>
        <p:sp>
          <p:nvSpPr>
            <p:cNvPr id="28" name="Rectangle 83">
              <a:extLst>
                <a:ext uri="{FF2B5EF4-FFF2-40B4-BE49-F238E27FC236}">
                  <a16:creationId xmlns:a16="http://schemas.microsoft.com/office/drawing/2014/main" id="{D8BB1FF3-CECE-3D3C-7A32-9147140B9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9" name="AutoShape 50">
            <a:extLst>
              <a:ext uri="{FF2B5EF4-FFF2-40B4-BE49-F238E27FC236}">
                <a16:creationId xmlns:a16="http://schemas.microsoft.com/office/drawing/2014/main" id="{2924C306-41CB-5480-AF19-9E02F1A8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023" y="1551553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0" name="Gruppieren 31">
            <a:extLst>
              <a:ext uri="{FF2B5EF4-FFF2-40B4-BE49-F238E27FC236}">
                <a16:creationId xmlns:a16="http://schemas.microsoft.com/office/drawing/2014/main" id="{E88528DE-525A-4DFB-F1CB-859757ACEE32}"/>
              </a:ext>
            </a:extLst>
          </p:cNvPr>
          <p:cNvGrpSpPr/>
          <p:nvPr/>
        </p:nvGrpSpPr>
        <p:grpSpPr>
          <a:xfrm>
            <a:off x="6494135" y="2360937"/>
            <a:ext cx="1428729" cy="412750"/>
            <a:chOff x="4787230" y="1861556"/>
            <a:chExt cx="2417054" cy="412750"/>
          </a:xfrm>
        </p:grpSpPr>
        <p:sp>
          <p:nvSpPr>
            <p:cNvPr id="31" name="Text Box 82">
              <a:extLst>
                <a:ext uri="{FF2B5EF4-FFF2-40B4-BE49-F238E27FC236}">
                  <a16:creationId xmlns:a16="http://schemas.microsoft.com/office/drawing/2014/main" id="{D4021D41-94C2-D94F-5708-C4ACD4D7D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147" y="1899656"/>
              <a:ext cx="201004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G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32" name="Rectangle 83">
              <a:extLst>
                <a:ext uri="{FF2B5EF4-FFF2-40B4-BE49-F238E27FC236}">
                  <a16:creationId xmlns:a16="http://schemas.microsoft.com/office/drawing/2014/main" id="{07248A72-C5C0-CADC-EF0F-6201A4ABF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uppieren 31">
            <a:extLst>
              <a:ext uri="{FF2B5EF4-FFF2-40B4-BE49-F238E27FC236}">
                <a16:creationId xmlns:a16="http://schemas.microsoft.com/office/drawing/2014/main" id="{B8A27310-FE05-59FD-F118-6C1340F08867}"/>
              </a:ext>
            </a:extLst>
          </p:cNvPr>
          <p:cNvGrpSpPr/>
          <p:nvPr/>
        </p:nvGrpSpPr>
        <p:grpSpPr>
          <a:xfrm>
            <a:off x="10167280" y="2360937"/>
            <a:ext cx="1428729" cy="412750"/>
            <a:chOff x="4787230" y="1861556"/>
            <a:chExt cx="2417054" cy="412750"/>
          </a:xfrm>
        </p:grpSpPr>
        <p:sp>
          <p:nvSpPr>
            <p:cNvPr id="34" name="Text Box 82">
              <a:extLst>
                <a:ext uri="{FF2B5EF4-FFF2-40B4-BE49-F238E27FC236}">
                  <a16:creationId xmlns:a16="http://schemas.microsoft.com/office/drawing/2014/main" id="{F6CB80D4-4774-B384-2E16-502D0D76B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927" y="1899656"/>
              <a:ext cx="183648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I:Function</a:t>
              </a:r>
            </a:p>
          </p:txBody>
        </p:sp>
        <p:sp>
          <p:nvSpPr>
            <p:cNvPr id="35" name="Rectangle 83">
              <a:extLst>
                <a:ext uri="{FF2B5EF4-FFF2-40B4-BE49-F238E27FC236}">
                  <a16:creationId xmlns:a16="http://schemas.microsoft.com/office/drawing/2014/main" id="{86E46246-B01A-F327-A926-697D659DA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8" name="Rectangle 83">
            <a:extLst>
              <a:ext uri="{FF2B5EF4-FFF2-40B4-BE49-F238E27FC236}">
                <a16:creationId xmlns:a16="http://schemas.microsoft.com/office/drawing/2014/main" id="{B185D740-BF6A-4951-CD1F-7E510C949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143" y="4073803"/>
            <a:ext cx="1700321" cy="4127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kern="0" dirty="0">
                <a:solidFill>
                  <a:prstClr val="black"/>
                </a:solidFill>
              </a:rPr>
              <a:t>:Channel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44" name="Verbinder: gewinkelt 87">
            <a:extLst>
              <a:ext uri="{FF2B5EF4-FFF2-40B4-BE49-F238E27FC236}">
                <a16:creationId xmlns:a16="http://schemas.microsoft.com/office/drawing/2014/main" id="{9403F1B2-1645-F6BF-4E61-97EFAC12F88F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5400000">
            <a:off x="8030345" y="982121"/>
            <a:ext cx="556972" cy="220066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45" name="Verbinder: gewinkelt 87">
            <a:extLst>
              <a:ext uri="{FF2B5EF4-FFF2-40B4-BE49-F238E27FC236}">
                <a16:creationId xmlns:a16="http://schemas.microsoft.com/office/drawing/2014/main" id="{2AFB883D-1F18-AE3D-AC1E-1F4B0F418B68}"/>
              </a:ext>
            </a:extLst>
          </p:cNvPr>
          <p:cNvCxnSpPr>
            <a:cxnSpLocks/>
            <a:stCxn id="29" idx="2"/>
            <a:endCxn id="35" idx="0"/>
          </p:cNvCxnSpPr>
          <p:nvPr/>
        </p:nvCxnSpPr>
        <p:spPr>
          <a:xfrm rot="16200000" flipH="1">
            <a:off x="9866917" y="1346209"/>
            <a:ext cx="556972" cy="147248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6" name="Rechteck 23">
            <a:extLst>
              <a:ext uri="{FF2B5EF4-FFF2-40B4-BE49-F238E27FC236}">
                <a16:creationId xmlns:a16="http://schemas.microsoft.com/office/drawing/2014/main" id="{DB8BE2DF-4FBE-678D-38F7-C918CF7ACFB0}"/>
              </a:ext>
            </a:extLst>
          </p:cNvPr>
          <p:cNvSpPr/>
          <p:nvPr/>
        </p:nvSpPr>
        <p:spPr>
          <a:xfrm>
            <a:off x="6817658" y="2771822"/>
            <a:ext cx="5068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“b”</a:t>
            </a:r>
          </a:p>
        </p:txBody>
      </p:sp>
      <p:cxnSp>
        <p:nvCxnSpPr>
          <p:cNvPr id="48" name="Verbinder: gewinkelt 87">
            <a:extLst>
              <a:ext uri="{FF2B5EF4-FFF2-40B4-BE49-F238E27FC236}">
                <a16:creationId xmlns:a16="http://schemas.microsoft.com/office/drawing/2014/main" id="{133F86D3-60A0-78BF-180D-BB9C8D1F9031}"/>
              </a:ext>
            </a:extLst>
          </p:cNvPr>
          <p:cNvCxnSpPr>
            <a:cxnSpLocks/>
            <a:stCxn id="49" idx="2"/>
          </p:cNvCxnSpPr>
          <p:nvPr/>
        </p:nvCxnSpPr>
        <p:spPr>
          <a:xfrm rot="5400000">
            <a:off x="8738005" y="2296378"/>
            <a:ext cx="1444720" cy="2827608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9" name="Rechteck 23">
            <a:extLst>
              <a:ext uri="{FF2B5EF4-FFF2-40B4-BE49-F238E27FC236}">
                <a16:creationId xmlns:a16="http://schemas.microsoft.com/office/drawing/2014/main" id="{BAD1B925-FAD5-D7C7-A90A-9AC703A81008}"/>
              </a:ext>
            </a:extLst>
          </p:cNvPr>
          <p:cNvSpPr/>
          <p:nvPr/>
        </p:nvSpPr>
        <p:spPr>
          <a:xfrm>
            <a:off x="10648514" y="2771822"/>
            <a:ext cx="45131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“c”</a:t>
            </a:r>
          </a:p>
        </p:txBody>
      </p:sp>
      <p:sp>
        <p:nvSpPr>
          <p:cNvPr id="62" name="Textfeld 169">
            <a:extLst>
              <a:ext uri="{FF2B5EF4-FFF2-40B4-BE49-F238E27FC236}">
                <a16:creationId xmlns:a16="http://schemas.microsoft.com/office/drawing/2014/main" id="{FBE7F8F2-3CDB-F794-90D3-C3115C22EF53}"/>
              </a:ext>
            </a:extLst>
          </p:cNvPr>
          <p:cNvSpPr txBox="1"/>
          <p:nvPr/>
        </p:nvSpPr>
        <p:spPr>
          <a:xfrm>
            <a:off x="8082475" y="3982455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63" name="Textfeld 169">
            <a:extLst>
              <a:ext uri="{FF2B5EF4-FFF2-40B4-BE49-F238E27FC236}">
                <a16:creationId xmlns:a16="http://schemas.microsoft.com/office/drawing/2014/main" id="{FFC13C49-1200-03E9-4F5B-1F29B6D4D3F7}"/>
              </a:ext>
            </a:extLst>
          </p:cNvPr>
          <p:cNvSpPr txBox="1"/>
          <p:nvPr/>
        </p:nvSpPr>
        <p:spPr>
          <a:xfrm>
            <a:off x="6667334" y="3776537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out</a:t>
            </a: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59B447F1-397B-7471-EADD-81699250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57" y="1963763"/>
            <a:ext cx="676388" cy="460895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H</a:t>
            </a:r>
            <a:endParaRPr lang="en-US" sz="2000" dirty="0"/>
          </a:p>
        </p:txBody>
      </p:sp>
      <p:sp>
        <p:nvSpPr>
          <p:cNvPr id="15" name="Rectangle 41">
            <a:extLst>
              <a:ext uri="{FF2B5EF4-FFF2-40B4-BE49-F238E27FC236}">
                <a16:creationId xmlns:a16="http://schemas.microsoft.com/office/drawing/2014/main" id="{BE7B76BD-A696-6D89-C705-E4247C98F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842" y="1711351"/>
            <a:ext cx="1480599" cy="908445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1600" dirty="0">
                <a:solidFill>
                  <a:srgbClr val="000000"/>
                </a:solidFill>
              </a:rPr>
              <a:t>I</a:t>
            </a:r>
          </a:p>
          <a:p>
            <a:pPr algn="ctr"/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sz="2000" dirty="0"/>
          </a:p>
        </p:txBody>
      </p:sp>
      <p:sp>
        <p:nvSpPr>
          <p:cNvPr id="18" name="Rechteck 23">
            <a:extLst>
              <a:ext uri="{FF2B5EF4-FFF2-40B4-BE49-F238E27FC236}">
                <a16:creationId xmlns:a16="http://schemas.microsoft.com/office/drawing/2014/main" id="{A3F15343-E89B-2CFA-A284-6C183DFC49A0}"/>
              </a:ext>
            </a:extLst>
          </p:cNvPr>
          <p:cNvSpPr/>
          <p:nvPr/>
        </p:nvSpPr>
        <p:spPr>
          <a:xfrm>
            <a:off x="1448666" y="2096509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3" name="Rechteck 23">
            <a:extLst>
              <a:ext uri="{FF2B5EF4-FFF2-40B4-BE49-F238E27FC236}">
                <a16:creationId xmlns:a16="http://schemas.microsoft.com/office/drawing/2014/main" id="{45120770-9BA1-0BF5-AD97-F6BDEBF744B8}"/>
              </a:ext>
            </a:extLst>
          </p:cNvPr>
          <p:cNvSpPr/>
          <p:nvPr/>
        </p:nvSpPr>
        <p:spPr>
          <a:xfrm>
            <a:off x="3116599" y="2096509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9" name="Rectangle 41">
            <a:extLst>
              <a:ext uri="{FF2B5EF4-FFF2-40B4-BE49-F238E27FC236}">
                <a16:creationId xmlns:a16="http://schemas.microsoft.com/office/drawing/2014/main" id="{0E2659C0-4BB4-B1DF-6443-6739B8605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48" y="1960110"/>
            <a:ext cx="676388" cy="460895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J</a:t>
            </a:r>
            <a:endParaRPr lang="en-US" sz="2000" dirty="0"/>
          </a:p>
        </p:txBody>
      </p:sp>
      <p:sp>
        <p:nvSpPr>
          <p:cNvPr id="14" name="Rechteck 23">
            <a:extLst>
              <a:ext uri="{FF2B5EF4-FFF2-40B4-BE49-F238E27FC236}">
                <a16:creationId xmlns:a16="http://schemas.microsoft.com/office/drawing/2014/main" id="{1360FD4B-18A6-6DCA-F5C8-EF353F8C40AA}"/>
              </a:ext>
            </a:extLst>
          </p:cNvPr>
          <p:cNvSpPr/>
          <p:nvPr/>
        </p:nvSpPr>
        <p:spPr>
          <a:xfrm>
            <a:off x="3715583" y="2092258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E0CD9A24-691F-6E8C-12C4-1BDFF7875E2B}"/>
              </a:ext>
            </a:extLst>
          </p:cNvPr>
          <p:cNvCxnSpPr>
            <a:endCxn id="21" idx="1"/>
          </p:cNvCxnSpPr>
          <p:nvPr/>
        </p:nvCxnSpPr>
        <p:spPr>
          <a:xfrm>
            <a:off x="1664666" y="2200258"/>
            <a:ext cx="306608" cy="42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5D543BB-5187-938D-FC9A-1D32BC9A5129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2187274" y="2204509"/>
            <a:ext cx="929325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A0B47D9A-0247-8EEB-C9F4-A3FD0307F098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332599" y="2200258"/>
            <a:ext cx="374971" cy="42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uppieren 31">
            <a:extLst>
              <a:ext uri="{FF2B5EF4-FFF2-40B4-BE49-F238E27FC236}">
                <a16:creationId xmlns:a16="http://schemas.microsoft.com/office/drawing/2014/main" id="{D44D9199-5048-347E-D1A2-C075510C1B8C}"/>
              </a:ext>
            </a:extLst>
          </p:cNvPr>
          <p:cNvGrpSpPr/>
          <p:nvPr/>
        </p:nvGrpSpPr>
        <p:grpSpPr>
          <a:xfrm>
            <a:off x="7558100" y="3174325"/>
            <a:ext cx="1428729" cy="412750"/>
            <a:chOff x="4787230" y="1861556"/>
            <a:chExt cx="2417054" cy="412750"/>
          </a:xfrm>
        </p:grpSpPr>
        <p:sp>
          <p:nvSpPr>
            <p:cNvPr id="67" name="Text Box 82">
              <a:extLst>
                <a:ext uri="{FF2B5EF4-FFF2-40B4-BE49-F238E27FC236}">
                  <a16:creationId xmlns:a16="http://schemas.microsoft.com/office/drawing/2014/main" id="{9A812EF5-6DC2-4BE9-3C63-647BAFC0A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996" y="1899656"/>
              <a:ext cx="198835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H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68" name="Rectangle 83">
              <a:extLst>
                <a:ext uri="{FF2B5EF4-FFF2-40B4-BE49-F238E27FC236}">
                  <a16:creationId xmlns:a16="http://schemas.microsoft.com/office/drawing/2014/main" id="{A2C312BE-CD99-5994-9F64-9E814946B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77" name="Gruppieren 31">
            <a:extLst>
              <a:ext uri="{FF2B5EF4-FFF2-40B4-BE49-F238E27FC236}">
                <a16:creationId xmlns:a16="http://schemas.microsoft.com/office/drawing/2014/main" id="{AC479B88-8C5F-BBC9-FAF1-4C70F2EAFDE4}"/>
              </a:ext>
            </a:extLst>
          </p:cNvPr>
          <p:cNvGrpSpPr/>
          <p:nvPr/>
        </p:nvGrpSpPr>
        <p:grpSpPr>
          <a:xfrm>
            <a:off x="9176425" y="3174325"/>
            <a:ext cx="1428729" cy="412750"/>
            <a:chOff x="4787230" y="1861556"/>
            <a:chExt cx="2417054" cy="412750"/>
          </a:xfrm>
        </p:grpSpPr>
        <p:sp>
          <p:nvSpPr>
            <p:cNvPr id="78" name="Text Box 82">
              <a:extLst>
                <a:ext uri="{FF2B5EF4-FFF2-40B4-BE49-F238E27FC236}">
                  <a16:creationId xmlns:a16="http://schemas.microsoft.com/office/drawing/2014/main" id="{258D4251-209C-312F-1A60-55B24F214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996" y="1899656"/>
              <a:ext cx="198835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J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79" name="Rectangle 83">
              <a:extLst>
                <a:ext uri="{FF2B5EF4-FFF2-40B4-BE49-F238E27FC236}">
                  <a16:creationId xmlns:a16="http://schemas.microsoft.com/office/drawing/2014/main" id="{F7691709-FE5A-54D4-803C-4E589A268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86" name="AutoShape 50">
            <a:extLst>
              <a:ext uri="{FF2B5EF4-FFF2-40B4-BE49-F238E27FC236}">
                <a16:creationId xmlns:a16="http://schemas.microsoft.com/office/drawing/2014/main" id="{84FE69C5-1868-82AA-1F2E-97CCA4511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887" y="2773687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7" name="AutoShape 50">
            <a:extLst>
              <a:ext uri="{FF2B5EF4-FFF2-40B4-BE49-F238E27FC236}">
                <a16:creationId xmlns:a16="http://schemas.microsoft.com/office/drawing/2014/main" id="{293C570C-A6B2-A387-721A-786E1503EF6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0231720" y="2773689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CC08CEF5-3BB6-0DD1-5126-F3A1FC413BDB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7071098" y="2987822"/>
            <a:ext cx="3839" cy="1085981"/>
          </a:xfrm>
          <a:prstGeom prst="straightConnector1">
            <a:avLst/>
          </a:prstGeom>
          <a:ln w="9525" cap="flat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hteck 23">
            <a:extLst>
              <a:ext uri="{FF2B5EF4-FFF2-40B4-BE49-F238E27FC236}">
                <a16:creationId xmlns:a16="http://schemas.microsoft.com/office/drawing/2014/main" id="{06B276DB-6A39-0A72-2349-BA1E5D5FF7E8}"/>
              </a:ext>
            </a:extLst>
          </p:cNvPr>
          <p:cNvSpPr/>
          <p:nvPr/>
        </p:nvSpPr>
        <p:spPr>
          <a:xfrm>
            <a:off x="8056462" y="3594142"/>
            <a:ext cx="5068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“a”</a:t>
            </a:r>
          </a:p>
        </p:txBody>
      </p:sp>
      <p:sp>
        <p:nvSpPr>
          <p:cNvPr id="92" name="Rechteck 23">
            <a:extLst>
              <a:ext uri="{FF2B5EF4-FFF2-40B4-BE49-F238E27FC236}">
                <a16:creationId xmlns:a16="http://schemas.microsoft.com/office/drawing/2014/main" id="{0539A2E3-6306-FD9C-6A9B-9118D5400892}"/>
              </a:ext>
            </a:extLst>
          </p:cNvPr>
          <p:cNvSpPr/>
          <p:nvPr/>
        </p:nvSpPr>
        <p:spPr>
          <a:xfrm>
            <a:off x="9680482" y="3589079"/>
            <a:ext cx="5068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“d”</a:t>
            </a:r>
          </a:p>
        </p:txBody>
      </p:sp>
      <p:cxnSp>
        <p:nvCxnSpPr>
          <p:cNvPr id="93" name="Verbinder: gewinkelt 87">
            <a:extLst>
              <a:ext uri="{FF2B5EF4-FFF2-40B4-BE49-F238E27FC236}">
                <a16:creationId xmlns:a16="http://schemas.microsoft.com/office/drawing/2014/main" id="{441F59A1-0052-5994-C018-00CA7A0A7167}"/>
              </a:ext>
            </a:extLst>
          </p:cNvPr>
          <p:cNvCxnSpPr>
            <a:cxnSpLocks/>
            <a:stCxn id="92" idx="2"/>
          </p:cNvCxnSpPr>
          <p:nvPr/>
        </p:nvCxnSpPr>
        <p:spPr>
          <a:xfrm rot="5400000">
            <a:off x="8773485" y="3088060"/>
            <a:ext cx="443418" cy="1877457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99" name="Verbinder: gewinkelt 87">
            <a:extLst>
              <a:ext uri="{FF2B5EF4-FFF2-40B4-BE49-F238E27FC236}">
                <a16:creationId xmlns:a16="http://schemas.microsoft.com/office/drawing/2014/main" id="{5D785A06-97FE-2DB7-D14B-25A9BB80B451}"/>
              </a:ext>
            </a:extLst>
          </p:cNvPr>
          <p:cNvCxnSpPr>
            <a:cxnSpLocks/>
            <a:stCxn id="91" idx="2"/>
            <a:endCxn id="38" idx="0"/>
          </p:cNvCxnSpPr>
          <p:nvPr/>
        </p:nvCxnSpPr>
        <p:spPr>
          <a:xfrm rot="5400000">
            <a:off x="7626273" y="3390173"/>
            <a:ext cx="263661" cy="110359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B7B59B09-73FC-9450-E85F-DDE604371F3D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7801636" y="3026099"/>
            <a:ext cx="1389" cy="1521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4E695396-4A1D-FC78-3201-F539C1DC19E1}"/>
              </a:ext>
            </a:extLst>
          </p:cNvPr>
          <p:cNvCxnSpPr>
            <a:cxnSpLocks/>
          </p:cNvCxnSpPr>
          <p:nvPr/>
        </p:nvCxnSpPr>
        <p:spPr>
          <a:xfrm flipH="1">
            <a:off x="10314468" y="3022128"/>
            <a:ext cx="1389" cy="15219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feld 169">
            <a:extLst>
              <a:ext uri="{FF2B5EF4-FFF2-40B4-BE49-F238E27FC236}">
                <a16:creationId xmlns:a16="http://schemas.microsoft.com/office/drawing/2014/main" id="{DBDE07A8-64AB-E7F6-9381-55DA876DD4F5}"/>
              </a:ext>
            </a:extLst>
          </p:cNvPr>
          <p:cNvSpPr txBox="1"/>
          <p:nvPr/>
        </p:nvSpPr>
        <p:spPr>
          <a:xfrm>
            <a:off x="8082476" y="4195920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135" name="Textfeld 169">
            <a:extLst>
              <a:ext uri="{FF2B5EF4-FFF2-40B4-BE49-F238E27FC236}">
                <a16:creationId xmlns:a16="http://schemas.microsoft.com/office/drawing/2014/main" id="{7AAAF90C-41BC-2CAC-A513-F0B35A74339D}"/>
              </a:ext>
            </a:extLst>
          </p:cNvPr>
          <p:cNvSpPr txBox="1"/>
          <p:nvPr/>
        </p:nvSpPr>
        <p:spPr>
          <a:xfrm>
            <a:off x="7136603" y="3634306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out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AA71221E-8975-66DB-44A3-FCD7EF20F091}"/>
              </a:ext>
            </a:extLst>
          </p:cNvPr>
          <p:cNvCxnSpPr>
            <a:cxnSpLocks/>
            <a:stCxn id="106" idx="2"/>
            <a:endCxn id="90" idx="0"/>
          </p:cNvCxnSpPr>
          <p:nvPr/>
        </p:nvCxnSpPr>
        <p:spPr>
          <a:xfrm>
            <a:off x="4174072" y="4093251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5" name="Textfeld 169">
            <a:extLst>
              <a:ext uri="{FF2B5EF4-FFF2-40B4-BE49-F238E27FC236}">
                <a16:creationId xmlns:a16="http://schemas.microsoft.com/office/drawing/2014/main" id="{070591C8-352F-B4B5-8059-E73A726E8366}"/>
              </a:ext>
            </a:extLst>
          </p:cNvPr>
          <p:cNvSpPr txBox="1"/>
          <p:nvPr/>
        </p:nvSpPr>
        <p:spPr>
          <a:xfrm>
            <a:off x="1673480" y="34438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8" name="Textfeld 169">
            <a:extLst>
              <a:ext uri="{FF2B5EF4-FFF2-40B4-BE49-F238E27FC236}">
                <a16:creationId xmlns:a16="http://schemas.microsoft.com/office/drawing/2014/main" id="{72B16727-BDD6-C2E6-6094-862028F06287}"/>
              </a:ext>
            </a:extLst>
          </p:cNvPr>
          <p:cNvSpPr txBox="1"/>
          <p:nvPr/>
        </p:nvSpPr>
        <p:spPr>
          <a:xfrm>
            <a:off x="2927498" y="3871115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D7036405-880B-6802-193D-0A8201968081}"/>
              </a:ext>
            </a:extLst>
          </p:cNvPr>
          <p:cNvSpPr txBox="1"/>
          <p:nvPr/>
        </p:nvSpPr>
        <p:spPr>
          <a:xfrm>
            <a:off x="3195115" y="36141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" name="Textfeld 169">
            <a:extLst>
              <a:ext uri="{FF2B5EF4-FFF2-40B4-BE49-F238E27FC236}">
                <a16:creationId xmlns:a16="http://schemas.microsoft.com/office/drawing/2014/main" id="{92AF37BD-282E-F0CA-F930-320756D0C3FB}"/>
              </a:ext>
            </a:extLst>
          </p:cNvPr>
          <p:cNvSpPr txBox="1"/>
          <p:nvPr/>
        </p:nvSpPr>
        <p:spPr>
          <a:xfrm>
            <a:off x="1953126" y="4289595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1" name="Textfeld 169">
            <a:extLst>
              <a:ext uri="{FF2B5EF4-FFF2-40B4-BE49-F238E27FC236}">
                <a16:creationId xmlns:a16="http://schemas.microsoft.com/office/drawing/2014/main" id="{2FB3E0EC-82FA-CE6D-1EA8-1F2CB07304D5}"/>
              </a:ext>
            </a:extLst>
          </p:cNvPr>
          <p:cNvSpPr txBox="1"/>
          <p:nvPr/>
        </p:nvSpPr>
        <p:spPr>
          <a:xfrm>
            <a:off x="1361736" y="4289595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2" name="Textfeld 169">
            <a:extLst>
              <a:ext uri="{FF2B5EF4-FFF2-40B4-BE49-F238E27FC236}">
                <a16:creationId xmlns:a16="http://schemas.microsoft.com/office/drawing/2014/main" id="{41AA6435-7B6D-74CA-832A-620053C80198}"/>
              </a:ext>
            </a:extLst>
          </p:cNvPr>
          <p:cNvSpPr txBox="1"/>
          <p:nvPr/>
        </p:nvSpPr>
        <p:spPr>
          <a:xfrm>
            <a:off x="1952286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Textfeld 169">
            <a:extLst>
              <a:ext uri="{FF2B5EF4-FFF2-40B4-BE49-F238E27FC236}">
                <a16:creationId xmlns:a16="http://schemas.microsoft.com/office/drawing/2014/main" id="{97139BE4-454A-BA46-3B65-2EF535298E22}"/>
              </a:ext>
            </a:extLst>
          </p:cNvPr>
          <p:cNvSpPr txBox="1"/>
          <p:nvPr/>
        </p:nvSpPr>
        <p:spPr>
          <a:xfrm>
            <a:off x="1365310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0" name="Textfeld 169">
            <a:extLst>
              <a:ext uri="{FF2B5EF4-FFF2-40B4-BE49-F238E27FC236}">
                <a16:creationId xmlns:a16="http://schemas.microsoft.com/office/drawing/2014/main" id="{E8AC2AFA-45E0-0A5C-99E8-708882693604}"/>
              </a:ext>
            </a:extLst>
          </p:cNvPr>
          <p:cNvSpPr txBox="1"/>
          <p:nvPr/>
        </p:nvSpPr>
        <p:spPr>
          <a:xfrm>
            <a:off x="3704657" y="4068398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" name="Textfeld 169">
            <a:extLst>
              <a:ext uri="{FF2B5EF4-FFF2-40B4-BE49-F238E27FC236}">
                <a16:creationId xmlns:a16="http://schemas.microsoft.com/office/drawing/2014/main" id="{75BB1F6C-6E70-A975-7D22-781D5CC5C2BE}"/>
              </a:ext>
            </a:extLst>
          </p:cNvPr>
          <p:cNvSpPr txBox="1"/>
          <p:nvPr/>
        </p:nvSpPr>
        <p:spPr>
          <a:xfrm>
            <a:off x="3188499" y="515529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39" name="Textfeld 169">
            <a:extLst>
              <a:ext uri="{FF2B5EF4-FFF2-40B4-BE49-F238E27FC236}">
                <a16:creationId xmlns:a16="http://schemas.microsoft.com/office/drawing/2014/main" id="{E71F55C5-867E-0664-ED45-A033A65F7310}"/>
              </a:ext>
            </a:extLst>
          </p:cNvPr>
          <p:cNvSpPr txBox="1"/>
          <p:nvPr/>
        </p:nvSpPr>
        <p:spPr>
          <a:xfrm>
            <a:off x="4139382" y="49217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47" name="Textfeld 169">
            <a:extLst>
              <a:ext uri="{FF2B5EF4-FFF2-40B4-BE49-F238E27FC236}">
                <a16:creationId xmlns:a16="http://schemas.microsoft.com/office/drawing/2014/main" id="{1A4C9FCA-D6E6-53A5-A6D1-74E1749B34B3}"/>
              </a:ext>
            </a:extLst>
          </p:cNvPr>
          <p:cNvSpPr txBox="1"/>
          <p:nvPr/>
        </p:nvSpPr>
        <p:spPr>
          <a:xfrm>
            <a:off x="4139381" y="409776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50" name="Textfeld 169">
            <a:extLst>
              <a:ext uri="{FF2B5EF4-FFF2-40B4-BE49-F238E27FC236}">
                <a16:creationId xmlns:a16="http://schemas.microsoft.com/office/drawing/2014/main" id="{AE6111F4-F374-575C-6773-72ACFB6C16A6}"/>
              </a:ext>
            </a:extLst>
          </p:cNvPr>
          <p:cNvSpPr txBox="1"/>
          <p:nvPr/>
        </p:nvSpPr>
        <p:spPr>
          <a:xfrm>
            <a:off x="564934" y="338530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" name="Textfeld 169">
            <a:extLst>
              <a:ext uri="{FF2B5EF4-FFF2-40B4-BE49-F238E27FC236}">
                <a16:creationId xmlns:a16="http://schemas.microsoft.com/office/drawing/2014/main" id="{E9B5363D-CE8A-2D14-8175-E6ABDB0B0C29}"/>
              </a:ext>
            </a:extLst>
          </p:cNvPr>
          <p:cNvSpPr txBox="1"/>
          <p:nvPr/>
        </p:nvSpPr>
        <p:spPr>
          <a:xfrm>
            <a:off x="221002" y="386303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52" name="Textfeld 169">
            <a:extLst>
              <a:ext uri="{FF2B5EF4-FFF2-40B4-BE49-F238E27FC236}">
                <a16:creationId xmlns:a16="http://schemas.microsoft.com/office/drawing/2014/main" id="{5CD9CE11-47C7-CC69-A930-A12B78C5D214}"/>
              </a:ext>
            </a:extLst>
          </p:cNvPr>
          <p:cNvSpPr txBox="1"/>
          <p:nvPr/>
        </p:nvSpPr>
        <p:spPr>
          <a:xfrm>
            <a:off x="2522530" y="3614128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53" name="Textfeld 169">
            <a:extLst>
              <a:ext uri="{FF2B5EF4-FFF2-40B4-BE49-F238E27FC236}">
                <a16:creationId xmlns:a16="http://schemas.microsoft.com/office/drawing/2014/main" id="{AC28676B-2D37-A9E7-B8CC-D4E38BCB5793}"/>
              </a:ext>
            </a:extLst>
          </p:cNvPr>
          <p:cNvSpPr txBox="1"/>
          <p:nvPr/>
        </p:nvSpPr>
        <p:spPr>
          <a:xfrm>
            <a:off x="323785" y="3636516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9F92A7EB-C54E-FF52-3BD0-3D94541B6CC6}"/>
              </a:ext>
            </a:extLst>
          </p:cNvPr>
          <p:cNvGrpSpPr/>
          <p:nvPr/>
        </p:nvGrpSpPr>
        <p:grpSpPr>
          <a:xfrm>
            <a:off x="714671" y="3679010"/>
            <a:ext cx="1930787" cy="635024"/>
            <a:chOff x="4316210" y="1861556"/>
            <a:chExt cx="1930787" cy="635024"/>
          </a:xfrm>
        </p:grpSpPr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AF1A94CB-D7CE-EB05-8630-E94FFE5CE43E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58" name="Verbinder: gewinkelt 87">
                <a:extLst>
                  <a:ext uri="{FF2B5EF4-FFF2-40B4-BE49-F238E27FC236}">
                    <a16:creationId xmlns:a16="http://schemas.microsoft.com/office/drawing/2014/main" id="{C7DDB80E-CD51-3CAF-F9D9-ACB6419AECF6}"/>
                  </a:ext>
                </a:extLst>
              </p:cNvPr>
              <p:cNvCxnSpPr>
                <a:cxnSpLocks/>
                <a:stCxn id="61" idx="2"/>
                <a:endCxn id="60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59" name="Text Box 82">
                <a:extLst>
                  <a:ext uri="{FF2B5EF4-FFF2-40B4-BE49-F238E27FC236}">
                    <a16:creationId xmlns:a16="http://schemas.microsoft.com/office/drawing/2014/main" id="{E042328E-2A48-4D2F-251F-9C9196213E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60" name="Rectangle 83">
                <a:extLst>
                  <a:ext uri="{FF2B5EF4-FFF2-40B4-BE49-F238E27FC236}">
                    <a16:creationId xmlns:a16="http://schemas.microsoft.com/office/drawing/2014/main" id="{527D1E13-9CB0-0862-1E4F-2F7BFA205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1" name="AutoShape 50">
                <a:extLst>
                  <a:ext uri="{FF2B5EF4-FFF2-40B4-BE49-F238E27FC236}">
                    <a16:creationId xmlns:a16="http://schemas.microsoft.com/office/drawing/2014/main" id="{8B8E73AA-D47F-8B90-23A8-FB3646673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4" name="Textfeld 169">
                <a:extLst>
                  <a:ext uri="{FF2B5EF4-FFF2-40B4-BE49-F238E27FC236}">
                    <a16:creationId xmlns:a16="http://schemas.microsoft.com/office/drawing/2014/main" id="{7B27EF0C-A655-A626-43BA-871ED5B5911F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5" name="Textfeld 169">
                <a:extLst>
                  <a:ext uri="{FF2B5EF4-FFF2-40B4-BE49-F238E27FC236}">
                    <a16:creationId xmlns:a16="http://schemas.microsoft.com/office/drawing/2014/main" id="{5E93D98C-D09E-C5EA-D90E-14D78C91659F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69" name="AutoShape 50">
                <a:extLst>
                  <a:ext uri="{FF2B5EF4-FFF2-40B4-BE49-F238E27FC236}">
                    <a16:creationId xmlns:a16="http://schemas.microsoft.com/office/drawing/2014/main" id="{62C12515-13F1-CA17-2C93-AD9A4AD5C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56" name="Rectangle 83">
              <a:extLst>
                <a:ext uri="{FF2B5EF4-FFF2-40B4-BE49-F238E27FC236}">
                  <a16:creationId xmlns:a16="http://schemas.microsoft.com/office/drawing/2014/main" id="{D4857F7E-3582-224C-A42B-E84ECA9D5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7" name="Rectangle 83">
              <a:extLst>
                <a:ext uri="{FF2B5EF4-FFF2-40B4-BE49-F238E27FC236}">
                  <a16:creationId xmlns:a16="http://schemas.microsoft.com/office/drawing/2014/main" id="{483CD332-FBAD-3056-CD3A-55664C4CD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70" name="Textfeld 169">
            <a:extLst>
              <a:ext uri="{FF2B5EF4-FFF2-40B4-BE49-F238E27FC236}">
                <a16:creationId xmlns:a16="http://schemas.microsoft.com/office/drawing/2014/main" id="{55406D08-3CEF-269D-783B-0C80CF8C25CE}"/>
              </a:ext>
            </a:extLst>
          </p:cNvPr>
          <p:cNvSpPr txBox="1"/>
          <p:nvPr/>
        </p:nvSpPr>
        <p:spPr>
          <a:xfrm>
            <a:off x="2401121" y="491204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71" name="Textfeld 169">
            <a:extLst>
              <a:ext uri="{FF2B5EF4-FFF2-40B4-BE49-F238E27FC236}">
                <a16:creationId xmlns:a16="http://schemas.microsoft.com/office/drawing/2014/main" id="{6E398C13-1F6E-5432-E254-B5145C3480A7}"/>
              </a:ext>
            </a:extLst>
          </p:cNvPr>
          <p:cNvSpPr txBox="1"/>
          <p:nvPr/>
        </p:nvSpPr>
        <p:spPr>
          <a:xfrm>
            <a:off x="2548250" y="520694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BA9CAEFA-C2F1-36F5-02AB-6EB2FDC2872B}"/>
              </a:ext>
            </a:extLst>
          </p:cNvPr>
          <p:cNvGrpSpPr/>
          <p:nvPr/>
        </p:nvGrpSpPr>
        <p:grpSpPr>
          <a:xfrm>
            <a:off x="966520" y="5205529"/>
            <a:ext cx="1632590" cy="412750"/>
            <a:chOff x="5282178" y="3388075"/>
            <a:chExt cx="1632590" cy="412750"/>
          </a:xfrm>
        </p:grpSpPr>
        <p:grpSp>
          <p:nvGrpSpPr>
            <p:cNvPr id="73" name="Group 87">
              <a:extLst>
                <a:ext uri="{FF2B5EF4-FFF2-40B4-BE49-F238E27FC236}">
                  <a16:creationId xmlns:a16="http://schemas.microsoft.com/office/drawing/2014/main" id="{4670B9EB-B60B-DE4F-57E1-1DC08E3A3E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81" name="Text Box 82">
                <a:extLst>
                  <a:ext uri="{FF2B5EF4-FFF2-40B4-BE49-F238E27FC236}">
                    <a16:creationId xmlns:a16="http://schemas.microsoft.com/office/drawing/2014/main" id="{59392068-2D29-10A5-10C1-4810F42F40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82" name="Rectangle 83">
                <a:extLst>
                  <a:ext uri="{FF2B5EF4-FFF2-40B4-BE49-F238E27FC236}">
                    <a16:creationId xmlns:a16="http://schemas.microsoft.com/office/drawing/2014/main" id="{A05E100F-2501-CF3F-4208-67B688A09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4" name="Textfeld 169">
              <a:extLst>
                <a:ext uri="{FF2B5EF4-FFF2-40B4-BE49-F238E27FC236}">
                  <a16:creationId xmlns:a16="http://schemas.microsoft.com/office/drawing/2014/main" id="{A022C5E9-F90A-5F83-A27E-9E4EC2EBEB84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5" name="Textfeld 169">
              <a:extLst>
                <a:ext uri="{FF2B5EF4-FFF2-40B4-BE49-F238E27FC236}">
                  <a16:creationId xmlns:a16="http://schemas.microsoft.com/office/drawing/2014/main" id="{C485E994-DB60-5076-3CAD-79E9D1FF3111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5AA24586-34A9-933B-5969-78AE764A0802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0" name="Textfeld 169">
              <a:extLst>
                <a:ext uri="{FF2B5EF4-FFF2-40B4-BE49-F238E27FC236}">
                  <a16:creationId xmlns:a16="http://schemas.microsoft.com/office/drawing/2014/main" id="{850CBA6B-2A24-2A1E-51A8-954B0C2A04BE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83" name="Textfeld 169">
            <a:extLst>
              <a:ext uri="{FF2B5EF4-FFF2-40B4-BE49-F238E27FC236}">
                <a16:creationId xmlns:a16="http://schemas.microsoft.com/office/drawing/2014/main" id="{5AE2B68D-EC54-C1B3-AE98-5892FAA6B6F9}"/>
              </a:ext>
            </a:extLst>
          </p:cNvPr>
          <p:cNvSpPr txBox="1"/>
          <p:nvPr/>
        </p:nvSpPr>
        <p:spPr>
          <a:xfrm>
            <a:off x="1105948" y="4912043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84" name="Textfeld 169">
            <a:extLst>
              <a:ext uri="{FF2B5EF4-FFF2-40B4-BE49-F238E27FC236}">
                <a16:creationId xmlns:a16="http://schemas.microsoft.com/office/drawing/2014/main" id="{36872EA5-DDF2-D681-EA48-16289AAA90CB}"/>
              </a:ext>
            </a:extLst>
          </p:cNvPr>
          <p:cNvSpPr txBox="1"/>
          <p:nvPr/>
        </p:nvSpPr>
        <p:spPr>
          <a:xfrm>
            <a:off x="1593838" y="4912043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5F14B6BB-0DF9-919F-608A-80EA1876C26A}"/>
              </a:ext>
            </a:extLst>
          </p:cNvPr>
          <p:cNvGrpSpPr/>
          <p:nvPr/>
        </p:nvGrpSpPr>
        <p:grpSpPr>
          <a:xfrm>
            <a:off x="3466841" y="5205529"/>
            <a:ext cx="1415042" cy="412750"/>
            <a:chOff x="7782499" y="3595251"/>
            <a:chExt cx="1415042" cy="412750"/>
          </a:xfrm>
        </p:grpSpPr>
        <p:sp>
          <p:nvSpPr>
            <p:cNvPr id="89" name="Text Box 82">
              <a:extLst>
                <a:ext uri="{FF2B5EF4-FFF2-40B4-BE49-F238E27FC236}">
                  <a16:creationId xmlns:a16="http://schemas.microsoft.com/office/drawing/2014/main" id="{353CC136-8887-A052-3851-6ABEA4930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90" name="Rectangle 83">
              <a:extLst>
                <a:ext uri="{FF2B5EF4-FFF2-40B4-BE49-F238E27FC236}">
                  <a16:creationId xmlns:a16="http://schemas.microsoft.com/office/drawing/2014/main" id="{918D3F4B-1569-CDAB-988A-9F1A2BC35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4" name="Textfeld 169">
              <a:extLst>
                <a:ext uri="{FF2B5EF4-FFF2-40B4-BE49-F238E27FC236}">
                  <a16:creationId xmlns:a16="http://schemas.microsoft.com/office/drawing/2014/main" id="{5D369729-8BC3-EC44-6EA0-0BAEF9C4783F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95" name="Textfeld 169">
              <a:extLst>
                <a:ext uri="{FF2B5EF4-FFF2-40B4-BE49-F238E27FC236}">
                  <a16:creationId xmlns:a16="http://schemas.microsoft.com/office/drawing/2014/main" id="{CB9052B7-F5A5-9B7F-AFA4-8208C7571CC7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96" name="Textfeld 169">
              <a:extLst>
                <a:ext uri="{FF2B5EF4-FFF2-40B4-BE49-F238E27FC236}">
                  <a16:creationId xmlns:a16="http://schemas.microsoft.com/office/drawing/2014/main" id="{53511924-55EE-E975-2ECE-58D69E6A9E24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97" name="Textfeld 169">
              <a:extLst>
                <a:ext uri="{FF2B5EF4-FFF2-40B4-BE49-F238E27FC236}">
                  <a16:creationId xmlns:a16="http://schemas.microsoft.com/office/drawing/2014/main" id="{8AB39F4F-24B2-F926-398E-0C2D6C90D647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32A4F7F7-EF96-99BE-EF5E-194E2324ECA7}"/>
              </a:ext>
            </a:extLst>
          </p:cNvPr>
          <p:cNvCxnSpPr>
            <a:cxnSpLocks/>
            <a:stCxn id="57" idx="2"/>
            <a:endCxn id="80" idx="0"/>
          </p:cNvCxnSpPr>
          <p:nvPr/>
        </p:nvCxnSpPr>
        <p:spPr>
          <a:xfrm flipH="1">
            <a:off x="1994200" y="4314034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47826697-87AC-9909-1A36-547B67DBACEE}"/>
              </a:ext>
            </a:extLst>
          </p:cNvPr>
          <p:cNvCxnSpPr>
            <a:cxnSpLocks/>
            <a:stCxn id="56" idx="2"/>
            <a:endCxn id="76" idx="0"/>
          </p:cNvCxnSpPr>
          <p:nvPr/>
        </p:nvCxnSpPr>
        <p:spPr>
          <a:xfrm flipH="1">
            <a:off x="1409544" y="4314033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AE020039-3DF3-4D0A-948B-F2498AF9316C}"/>
              </a:ext>
            </a:extLst>
          </p:cNvPr>
          <p:cNvGrpSpPr/>
          <p:nvPr/>
        </p:nvGrpSpPr>
        <p:grpSpPr>
          <a:xfrm>
            <a:off x="3469224" y="3680501"/>
            <a:ext cx="1410052" cy="412750"/>
            <a:chOff x="7784882" y="1863047"/>
            <a:chExt cx="1410052" cy="412750"/>
          </a:xfrm>
        </p:grpSpPr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EFA9243A-BD75-980C-C223-004ABBC7F23B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105" name="Text Box 82">
                <a:extLst>
                  <a:ext uri="{FF2B5EF4-FFF2-40B4-BE49-F238E27FC236}">
                    <a16:creationId xmlns:a16="http://schemas.microsoft.com/office/drawing/2014/main" id="{ED65B60D-CFF1-1945-89F8-01439FCBCD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106" name="Rectangle 83">
                <a:extLst>
                  <a:ext uri="{FF2B5EF4-FFF2-40B4-BE49-F238E27FC236}">
                    <a16:creationId xmlns:a16="http://schemas.microsoft.com/office/drawing/2014/main" id="{9194B156-B5F5-1B1B-ADC7-9C0800E9B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07" name="Textfeld 169">
                <a:extLst>
                  <a:ext uri="{FF2B5EF4-FFF2-40B4-BE49-F238E27FC236}">
                    <a16:creationId xmlns:a16="http://schemas.microsoft.com/office/drawing/2014/main" id="{F11103B9-DB21-01C8-0F87-712AA74813ED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08" name="Textfeld 169">
                <a:extLst>
                  <a:ext uri="{FF2B5EF4-FFF2-40B4-BE49-F238E27FC236}">
                    <a16:creationId xmlns:a16="http://schemas.microsoft.com/office/drawing/2014/main" id="{446875B1-BE4E-1C40-2D83-C156734C0EB7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09" name="Textfeld 169">
                <a:extLst>
                  <a:ext uri="{FF2B5EF4-FFF2-40B4-BE49-F238E27FC236}">
                    <a16:creationId xmlns:a16="http://schemas.microsoft.com/office/drawing/2014/main" id="{204045B4-C996-0BC2-6F09-1CEB6FE15376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10" name="Textfeld 169">
                <a:extLst>
                  <a:ext uri="{FF2B5EF4-FFF2-40B4-BE49-F238E27FC236}">
                    <a16:creationId xmlns:a16="http://schemas.microsoft.com/office/drawing/2014/main" id="{79796909-644C-AD79-A890-FE6C1D51D368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11" name="Textfeld 169">
                <a:extLst>
                  <a:ext uri="{FF2B5EF4-FFF2-40B4-BE49-F238E27FC236}">
                    <a16:creationId xmlns:a16="http://schemas.microsoft.com/office/drawing/2014/main" id="{3D140E71-ACF9-5DD4-597D-8421208A4461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103" name="Textfeld 169">
              <a:extLst>
                <a:ext uri="{FF2B5EF4-FFF2-40B4-BE49-F238E27FC236}">
                  <a16:creationId xmlns:a16="http://schemas.microsoft.com/office/drawing/2014/main" id="{1AE278C0-8383-DFC0-1DEC-FE3CCBFCB183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04" name="Textfeld 169">
              <a:extLst>
                <a:ext uri="{FF2B5EF4-FFF2-40B4-BE49-F238E27FC236}">
                  <a16:creationId xmlns:a16="http://schemas.microsoft.com/office/drawing/2014/main" id="{381F05AA-2096-0415-1CDE-FC7F61B5EFA9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1961D867-2C1E-A4E4-DDA8-2B60C3B6DFAC}"/>
              </a:ext>
            </a:extLst>
          </p:cNvPr>
          <p:cNvCxnSpPr>
            <a:cxnSpLocks/>
            <a:stCxn id="69" idx="2"/>
            <a:endCxn id="106" idx="1"/>
          </p:cNvCxnSpPr>
          <p:nvPr/>
        </p:nvCxnSpPr>
        <p:spPr>
          <a:xfrm flipV="1">
            <a:off x="2645458" y="3886876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13" name="Verbinder: gewinkelt 87">
            <a:extLst>
              <a:ext uri="{FF2B5EF4-FFF2-40B4-BE49-F238E27FC236}">
                <a16:creationId xmlns:a16="http://schemas.microsoft.com/office/drawing/2014/main" id="{1D682EE7-6318-BED9-4123-693F2F0DBB5D}"/>
              </a:ext>
            </a:extLst>
          </p:cNvPr>
          <p:cNvCxnSpPr>
            <a:cxnSpLocks/>
            <a:stCxn id="74" idx="0"/>
            <a:endCxn id="104" idx="2"/>
          </p:cNvCxnSpPr>
          <p:nvPr/>
        </p:nvCxnSpPr>
        <p:spPr>
          <a:xfrm rot="5400000" flipH="1" flipV="1">
            <a:off x="2537322" y="4003024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7FE0A810-44FD-AB14-9B7B-938DA62C11CF}"/>
              </a:ext>
            </a:extLst>
          </p:cNvPr>
          <p:cNvCxnSpPr>
            <a:cxnSpLocks/>
            <a:stCxn id="82" idx="3"/>
            <a:endCxn id="90" idx="1"/>
          </p:cNvCxnSpPr>
          <p:nvPr/>
        </p:nvCxnSpPr>
        <p:spPr>
          <a:xfrm>
            <a:off x="2598471" y="5411904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19" name="Textfeld 118">
            <a:extLst>
              <a:ext uri="{FF2B5EF4-FFF2-40B4-BE49-F238E27FC236}">
                <a16:creationId xmlns:a16="http://schemas.microsoft.com/office/drawing/2014/main" id="{4C88FF78-ADA4-9CB3-2FDD-11E82139E337}"/>
              </a:ext>
            </a:extLst>
          </p:cNvPr>
          <p:cNvSpPr txBox="1"/>
          <p:nvPr/>
        </p:nvSpPr>
        <p:spPr>
          <a:xfrm>
            <a:off x="3201539" y="3396187"/>
            <a:ext cx="252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i="1">
                <a:solidFill>
                  <a:srgbClr val="00549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sz="1600" dirty="0"/>
              <a:t>Omitted for Simplicity</a:t>
            </a:r>
          </a:p>
        </p:txBody>
      </p:sp>
      <p:sp>
        <p:nvSpPr>
          <p:cNvPr id="120" name="AutoShape 40">
            <a:extLst>
              <a:ext uri="{FF2B5EF4-FFF2-40B4-BE49-F238E27FC236}">
                <a16:creationId xmlns:a16="http://schemas.microsoft.com/office/drawing/2014/main" id="{B02A0B45-9D94-0433-2080-2D3E40DBF77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58843" y="3229232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122" name="Freihandform: Form 121">
            <a:extLst>
              <a:ext uri="{FF2B5EF4-FFF2-40B4-BE49-F238E27FC236}">
                <a16:creationId xmlns:a16="http://schemas.microsoft.com/office/drawing/2014/main" id="{66155A6F-F306-5AE7-7471-3F218DA9A2CB}"/>
              </a:ext>
            </a:extLst>
          </p:cNvPr>
          <p:cNvSpPr/>
          <p:nvPr/>
        </p:nvSpPr>
        <p:spPr>
          <a:xfrm>
            <a:off x="2830640" y="3314368"/>
            <a:ext cx="1085116" cy="2631673"/>
          </a:xfrm>
          <a:custGeom>
            <a:avLst/>
            <a:gdLst>
              <a:gd name="connsiteX0" fmla="*/ 991331 w 1085116"/>
              <a:gd name="connsiteY0" fmla="*/ 0 h 2702170"/>
              <a:gd name="connsiteX1" fmla="*/ 211747 w 1085116"/>
              <a:gd name="connsiteY1" fmla="*/ 416170 h 2702170"/>
              <a:gd name="connsiteX2" fmla="*/ 731 w 1085116"/>
              <a:gd name="connsiteY2" fmla="*/ 1383323 h 2702170"/>
              <a:gd name="connsiteX3" fmla="*/ 258639 w 1085116"/>
              <a:gd name="connsiteY3" fmla="*/ 2379785 h 2702170"/>
              <a:gd name="connsiteX4" fmla="*/ 1085116 w 1085116"/>
              <a:gd name="connsiteY4" fmla="*/ 2702170 h 27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116" h="2702170">
                <a:moveTo>
                  <a:pt x="991331" y="0"/>
                </a:moveTo>
                <a:cubicBezTo>
                  <a:pt x="684089" y="92808"/>
                  <a:pt x="376847" y="185616"/>
                  <a:pt x="211747" y="416170"/>
                </a:cubicBezTo>
                <a:cubicBezTo>
                  <a:pt x="46647" y="646724"/>
                  <a:pt x="-7084" y="1056054"/>
                  <a:pt x="731" y="1383323"/>
                </a:cubicBezTo>
                <a:cubicBezTo>
                  <a:pt x="8546" y="1710592"/>
                  <a:pt x="77908" y="2159977"/>
                  <a:pt x="258639" y="2379785"/>
                </a:cubicBezTo>
                <a:cubicBezTo>
                  <a:pt x="439370" y="2599593"/>
                  <a:pt x="762243" y="2650881"/>
                  <a:pt x="1085116" y="270217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3" name="AutoShape 40">
            <a:extLst>
              <a:ext uri="{FF2B5EF4-FFF2-40B4-BE49-F238E27FC236}">
                <a16:creationId xmlns:a16="http://schemas.microsoft.com/office/drawing/2014/main" id="{538D7AC2-98B4-8993-5E38-9191C26AD27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28436" y="1147819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dirty="0">
                <a:solidFill>
                  <a:prstClr val="black"/>
                </a:solidFill>
              </a:rPr>
              <a:t>O</a:t>
            </a: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70416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5D4DAFC-9515-42DB-8509-9110B315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 Connector </a:t>
            </a:r>
            <a:r>
              <a:rPr lang="de-DE" dirty="0" err="1"/>
              <a:t>split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DA6B46-C5D8-E480-53FB-AFB19D13F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31" y="1024756"/>
            <a:ext cx="4815590" cy="2200632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/>
          <a:lstStyle/>
          <a:p>
            <a:r>
              <a:rPr lang="en-US" b="1" dirty="0"/>
              <a:t> F</a:t>
            </a: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59B447F1-397B-7471-EADD-81699250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7468" y="1134951"/>
            <a:ext cx="1250344" cy="673211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G</a:t>
            </a:r>
            <a:endParaRPr lang="en-US" sz="2000" dirty="0"/>
          </a:p>
        </p:txBody>
      </p:sp>
      <p:sp>
        <p:nvSpPr>
          <p:cNvPr id="10" name="Rectangle 41">
            <a:extLst>
              <a:ext uri="{FF2B5EF4-FFF2-40B4-BE49-F238E27FC236}">
                <a16:creationId xmlns:a16="http://schemas.microsoft.com/office/drawing/2014/main" id="{7E335D61-B997-FF3A-8987-AD908F856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9213" y="2421655"/>
            <a:ext cx="1250344" cy="673211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H</a:t>
            </a:r>
            <a:endParaRPr lang="en-US" sz="2000" dirty="0"/>
          </a:p>
        </p:txBody>
      </p:sp>
      <p:cxnSp>
        <p:nvCxnSpPr>
          <p:cNvPr id="11" name="Verbinder: gewinkelt 36">
            <a:extLst>
              <a:ext uri="{FF2B5EF4-FFF2-40B4-BE49-F238E27FC236}">
                <a16:creationId xmlns:a16="http://schemas.microsoft.com/office/drawing/2014/main" id="{F2A32D55-2E1D-6144-1FF8-B9CE5D6C06E5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187678" y="1477233"/>
            <a:ext cx="944506" cy="682860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Verbinder: gewinkelt 36">
            <a:extLst>
              <a:ext uri="{FF2B5EF4-FFF2-40B4-BE49-F238E27FC236}">
                <a16:creationId xmlns:a16="http://schemas.microsoft.com/office/drawing/2014/main" id="{83B6BA5B-7089-EA97-FEAD-686D489174AB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2187678" y="2160093"/>
            <a:ext cx="932293" cy="583676"/>
          </a:xfrm>
          <a:prstGeom prst="bentConnector3">
            <a:avLst>
              <a:gd name="adj1" fmla="val 50402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B2CD728-AD34-800E-FE56-CBFACE6C198F}"/>
              </a:ext>
            </a:extLst>
          </p:cNvPr>
          <p:cNvSpPr txBox="1"/>
          <p:nvPr/>
        </p:nvSpPr>
        <p:spPr>
          <a:xfrm>
            <a:off x="4545774" y="19322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2" name="Rectangle 41">
            <a:extLst>
              <a:ext uri="{FF2B5EF4-FFF2-40B4-BE49-F238E27FC236}">
                <a16:creationId xmlns:a16="http://schemas.microsoft.com/office/drawing/2014/main" id="{8DF26C13-0674-DF7E-E1D3-83341CDDF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461" y="1823488"/>
            <a:ext cx="1250344" cy="673211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I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A5050-D724-3B8A-C51D-B17BA26D7EC1}"/>
              </a:ext>
            </a:extLst>
          </p:cNvPr>
          <p:cNvSpPr txBox="1"/>
          <p:nvPr/>
        </p:nvSpPr>
        <p:spPr>
          <a:xfrm>
            <a:off x="321050" y="189725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18" name="Rechteck 23">
            <a:extLst>
              <a:ext uri="{FF2B5EF4-FFF2-40B4-BE49-F238E27FC236}">
                <a16:creationId xmlns:a16="http://schemas.microsoft.com/office/drawing/2014/main" id="{A3F15343-E89B-2CFA-A284-6C183DFC49A0}"/>
              </a:ext>
            </a:extLst>
          </p:cNvPr>
          <p:cNvSpPr/>
          <p:nvPr/>
        </p:nvSpPr>
        <p:spPr>
          <a:xfrm>
            <a:off x="1971678" y="2052093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35906E61-9F41-869D-4349-E594AD980B23}"/>
              </a:ext>
            </a:extLst>
          </p:cNvPr>
          <p:cNvSpPr/>
          <p:nvPr/>
        </p:nvSpPr>
        <p:spPr>
          <a:xfrm>
            <a:off x="3132184" y="1360417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3" name="Rechteck 23">
            <a:extLst>
              <a:ext uri="{FF2B5EF4-FFF2-40B4-BE49-F238E27FC236}">
                <a16:creationId xmlns:a16="http://schemas.microsoft.com/office/drawing/2014/main" id="{45120770-9BA1-0BF5-AD97-F6BDEBF744B8}"/>
              </a:ext>
            </a:extLst>
          </p:cNvPr>
          <p:cNvSpPr/>
          <p:nvPr/>
        </p:nvSpPr>
        <p:spPr>
          <a:xfrm>
            <a:off x="3119971" y="2635769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grpSp>
        <p:nvGrpSpPr>
          <p:cNvPr id="26" name="Gruppieren 31">
            <a:extLst>
              <a:ext uri="{FF2B5EF4-FFF2-40B4-BE49-F238E27FC236}">
                <a16:creationId xmlns:a16="http://schemas.microsoft.com/office/drawing/2014/main" id="{0FAD04DB-477F-E277-F2DF-54C9813B5F1F}"/>
              </a:ext>
            </a:extLst>
          </p:cNvPr>
          <p:cNvGrpSpPr/>
          <p:nvPr/>
        </p:nvGrpSpPr>
        <p:grpSpPr>
          <a:xfrm>
            <a:off x="8695734" y="1283048"/>
            <a:ext cx="1428729" cy="412750"/>
            <a:chOff x="4787230" y="1861556"/>
            <a:chExt cx="2417054" cy="412750"/>
          </a:xfrm>
        </p:grpSpPr>
        <p:sp>
          <p:nvSpPr>
            <p:cNvPr id="27" name="Text Box 82">
              <a:extLst>
                <a:ext uri="{FF2B5EF4-FFF2-40B4-BE49-F238E27FC236}">
                  <a16:creationId xmlns:a16="http://schemas.microsoft.com/office/drawing/2014/main" id="{75FC926D-D7E4-D1AD-8A44-E2C567704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7732" y="1899656"/>
              <a:ext cx="11528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F:Function</a:t>
              </a:r>
            </a:p>
          </p:txBody>
        </p:sp>
        <p:sp>
          <p:nvSpPr>
            <p:cNvPr id="28" name="Rectangle 83">
              <a:extLst>
                <a:ext uri="{FF2B5EF4-FFF2-40B4-BE49-F238E27FC236}">
                  <a16:creationId xmlns:a16="http://schemas.microsoft.com/office/drawing/2014/main" id="{D8BB1FF3-CECE-3D3C-7A32-9147140B9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9" name="AutoShape 50">
            <a:extLst>
              <a:ext uri="{FF2B5EF4-FFF2-40B4-BE49-F238E27FC236}">
                <a16:creationId xmlns:a16="http://schemas.microsoft.com/office/drawing/2014/main" id="{2924C306-41CB-5480-AF19-9E02F1A8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023" y="1711352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0" name="Gruppieren 31">
            <a:extLst>
              <a:ext uri="{FF2B5EF4-FFF2-40B4-BE49-F238E27FC236}">
                <a16:creationId xmlns:a16="http://schemas.microsoft.com/office/drawing/2014/main" id="{E88528DE-525A-4DFB-F1CB-859757ACEE32}"/>
              </a:ext>
            </a:extLst>
          </p:cNvPr>
          <p:cNvGrpSpPr/>
          <p:nvPr/>
        </p:nvGrpSpPr>
        <p:grpSpPr>
          <a:xfrm>
            <a:off x="8695734" y="2652938"/>
            <a:ext cx="1428729" cy="412750"/>
            <a:chOff x="4787230" y="1861556"/>
            <a:chExt cx="2417054" cy="412750"/>
          </a:xfrm>
        </p:grpSpPr>
        <p:sp>
          <p:nvSpPr>
            <p:cNvPr id="31" name="Text Box 82">
              <a:extLst>
                <a:ext uri="{FF2B5EF4-FFF2-40B4-BE49-F238E27FC236}">
                  <a16:creationId xmlns:a16="http://schemas.microsoft.com/office/drawing/2014/main" id="{D4021D41-94C2-D94F-5708-C4ACD4D7D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147" y="1899656"/>
              <a:ext cx="201004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G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32" name="Rectangle 83">
              <a:extLst>
                <a:ext uri="{FF2B5EF4-FFF2-40B4-BE49-F238E27FC236}">
                  <a16:creationId xmlns:a16="http://schemas.microsoft.com/office/drawing/2014/main" id="{07248A72-C5C0-CADC-EF0F-6201A4ABF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uppieren 31">
            <a:extLst>
              <a:ext uri="{FF2B5EF4-FFF2-40B4-BE49-F238E27FC236}">
                <a16:creationId xmlns:a16="http://schemas.microsoft.com/office/drawing/2014/main" id="{B8A27310-FE05-59FD-F118-6C1340F08867}"/>
              </a:ext>
            </a:extLst>
          </p:cNvPr>
          <p:cNvGrpSpPr/>
          <p:nvPr/>
        </p:nvGrpSpPr>
        <p:grpSpPr>
          <a:xfrm>
            <a:off x="10515009" y="2652755"/>
            <a:ext cx="1428729" cy="412750"/>
            <a:chOff x="4787230" y="1861556"/>
            <a:chExt cx="2417054" cy="412750"/>
          </a:xfrm>
        </p:grpSpPr>
        <p:sp>
          <p:nvSpPr>
            <p:cNvPr id="34" name="Text Box 82">
              <a:extLst>
                <a:ext uri="{FF2B5EF4-FFF2-40B4-BE49-F238E27FC236}">
                  <a16:creationId xmlns:a16="http://schemas.microsoft.com/office/drawing/2014/main" id="{F6CB80D4-4774-B384-2E16-502D0D76B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995" y="1899656"/>
              <a:ext cx="198835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H:Function</a:t>
              </a:r>
            </a:p>
          </p:txBody>
        </p:sp>
        <p:sp>
          <p:nvSpPr>
            <p:cNvPr id="35" name="Rectangle 83">
              <a:extLst>
                <a:ext uri="{FF2B5EF4-FFF2-40B4-BE49-F238E27FC236}">
                  <a16:creationId xmlns:a16="http://schemas.microsoft.com/office/drawing/2014/main" id="{86E46246-B01A-F327-A926-697D659DA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8" name="Rectangle 83">
            <a:extLst>
              <a:ext uri="{FF2B5EF4-FFF2-40B4-BE49-F238E27FC236}">
                <a16:creationId xmlns:a16="http://schemas.microsoft.com/office/drawing/2014/main" id="{B185D740-BF6A-4951-CD1F-7E510C949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297" y="3552400"/>
            <a:ext cx="1700321" cy="4127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kern="0" dirty="0">
                <a:solidFill>
                  <a:prstClr val="black"/>
                </a:solidFill>
              </a:rPr>
              <a:t>:Channel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44" name="Verbinder: gewinkelt 87">
            <a:extLst>
              <a:ext uri="{FF2B5EF4-FFF2-40B4-BE49-F238E27FC236}">
                <a16:creationId xmlns:a16="http://schemas.microsoft.com/office/drawing/2014/main" id="{9403F1B2-1645-F6BF-4E61-97EFAC12F88F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9065043" y="2307882"/>
            <a:ext cx="689174" cy="9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45" name="Verbinder: gewinkelt 87">
            <a:extLst>
              <a:ext uri="{FF2B5EF4-FFF2-40B4-BE49-F238E27FC236}">
                <a16:creationId xmlns:a16="http://schemas.microsoft.com/office/drawing/2014/main" id="{2AFB883D-1F18-AE3D-AC1E-1F4B0F418B68}"/>
              </a:ext>
            </a:extLst>
          </p:cNvPr>
          <p:cNvCxnSpPr>
            <a:cxnSpLocks/>
            <a:stCxn id="29" idx="2"/>
            <a:endCxn id="35" idx="0"/>
          </p:cNvCxnSpPr>
          <p:nvPr/>
        </p:nvCxnSpPr>
        <p:spPr>
          <a:xfrm rot="16200000" flipH="1">
            <a:off x="9974772" y="1398152"/>
            <a:ext cx="688991" cy="18202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6" name="Rechteck 23">
            <a:extLst>
              <a:ext uri="{FF2B5EF4-FFF2-40B4-BE49-F238E27FC236}">
                <a16:creationId xmlns:a16="http://schemas.microsoft.com/office/drawing/2014/main" id="{DB8BE2DF-4FBE-678D-38F7-C918CF7ACFB0}"/>
              </a:ext>
            </a:extLst>
          </p:cNvPr>
          <p:cNvSpPr/>
          <p:nvPr/>
        </p:nvSpPr>
        <p:spPr>
          <a:xfrm>
            <a:off x="9155720" y="3065505"/>
            <a:ext cx="5068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“b”</a:t>
            </a:r>
          </a:p>
        </p:txBody>
      </p:sp>
      <p:cxnSp>
        <p:nvCxnSpPr>
          <p:cNvPr id="47" name="Verbinder: gewinkelt 87">
            <a:extLst>
              <a:ext uri="{FF2B5EF4-FFF2-40B4-BE49-F238E27FC236}">
                <a16:creationId xmlns:a16="http://schemas.microsoft.com/office/drawing/2014/main" id="{20C1FDC2-B3E6-D37E-8A07-108B580168D5}"/>
              </a:ext>
            </a:extLst>
          </p:cNvPr>
          <p:cNvCxnSpPr>
            <a:cxnSpLocks/>
            <a:stCxn id="46" idx="2"/>
          </p:cNvCxnSpPr>
          <p:nvPr/>
        </p:nvCxnSpPr>
        <p:spPr>
          <a:xfrm rot="5400000">
            <a:off x="8344742" y="2566381"/>
            <a:ext cx="349295" cy="177954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48" name="Verbinder: gewinkelt 87">
            <a:extLst>
              <a:ext uri="{FF2B5EF4-FFF2-40B4-BE49-F238E27FC236}">
                <a16:creationId xmlns:a16="http://schemas.microsoft.com/office/drawing/2014/main" id="{133F86D3-60A0-78BF-180D-BB9C8D1F9031}"/>
              </a:ext>
            </a:extLst>
          </p:cNvPr>
          <p:cNvCxnSpPr>
            <a:cxnSpLocks/>
            <a:stCxn id="49" idx="2"/>
          </p:cNvCxnSpPr>
          <p:nvPr/>
        </p:nvCxnSpPr>
        <p:spPr>
          <a:xfrm rot="5400000">
            <a:off x="9121077" y="1790048"/>
            <a:ext cx="615902" cy="3598817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9" name="Rechteck 23">
            <a:extLst>
              <a:ext uri="{FF2B5EF4-FFF2-40B4-BE49-F238E27FC236}">
                <a16:creationId xmlns:a16="http://schemas.microsoft.com/office/drawing/2014/main" id="{BAD1B925-FAD5-D7C7-A90A-9AC703A81008}"/>
              </a:ext>
            </a:extLst>
          </p:cNvPr>
          <p:cNvSpPr/>
          <p:nvPr/>
        </p:nvSpPr>
        <p:spPr>
          <a:xfrm>
            <a:off x="11002781" y="3065505"/>
            <a:ext cx="45131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“c”</a:t>
            </a:r>
          </a:p>
        </p:txBody>
      </p:sp>
      <p:grpSp>
        <p:nvGrpSpPr>
          <p:cNvPr id="51" name="Gruppieren 31">
            <a:extLst>
              <a:ext uri="{FF2B5EF4-FFF2-40B4-BE49-F238E27FC236}">
                <a16:creationId xmlns:a16="http://schemas.microsoft.com/office/drawing/2014/main" id="{CC35215D-7CCB-33E4-8515-FBDF27C16715}"/>
              </a:ext>
            </a:extLst>
          </p:cNvPr>
          <p:cNvGrpSpPr/>
          <p:nvPr/>
        </p:nvGrpSpPr>
        <p:grpSpPr>
          <a:xfrm>
            <a:off x="6065092" y="2652754"/>
            <a:ext cx="1428729" cy="412750"/>
            <a:chOff x="4787230" y="1861556"/>
            <a:chExt cx="2417054" cy="412750"/>
          </a:xfrm>
        </p:grpSpPr>
        <p:sp>
          <p:nvSpPr>
            <p:cNvPr id="52" name="Text Box 82">
              <a:extLst>
                <a:ext uri="{FF2B5EF4-FFF2-40B4-BE49-F238E27FC236}">
                  <a16:creationId xmlns:a16="http://schemas.microsoft.com/office/drawing/2014/main" id="{4690CB4A-9264-7CB0-61C8-E6DC14C74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927" y="1899656"/>
              <a:ext cx="183648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I:Function</a:t>
              </a:r>
            </a:p>
          </p:txBody>
        </p:sp>
        <p:sp>
          <p:nvSpPr>
            <p:cNvPr id="53" name="Rectangle 83">
              <a:extLst>
                <a:ext uri="{FF2B5EF4-FFF2-40B4-BE49-F238E27FC236}">
                  <a16:creationId xmlns:a16="http://schemas.microsoft.com/office/drawing/2014/main" id="{E761484D-2E6F-0646-576F-6B028B961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4" name="Rechteck 23">
            <a:extLst>
              <a:ext uri="{FF2B5EF4-FFF2-40B4-BE49-F238E27FC236}">
                <a16:creationId xmlns:a16="http://schemas.microsoft.com/office/drawing/2014/main" id="{204AD31F-9C8F-08B8-2076-7D6378002C6E}"/>
              </a:ext>
            </a:extLst>
          </p:cNvPr>
          <p:cNvSpPr/>
          <p:nvPr/>
        </p:nvSpPr>
        <p:spPr>
          <a:xfrm>
            <a:off x="6537939" y="3065321"/>
            <a:ext cx="481158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“a”</a:t>
            </a:r>
          </a:p>
        </p:txBody>
      </p:sp>
      <p:cxnSp>
        <p:nvCxnSpPr>
          <p:cNvPr id="55" name="Verbinder: gewinkelt 87">
            <a:extLst>
              <a:ext uri="{FF2B5EF4-FFF2-40B4-BE49-F238E27FC236}">
                <a16:creationId xmlns:a16="http://schemas.microsoft.com/office/drawing/2014/main" id="{D96C7707-6CB7-EAA6-FCA1-8EA78AB68BC1}"/>
              </a:ext>
            </a:extLst>
          </p:cNvPr>
          <p:cNvCxnSpPr>
            <a:cxnSpLocks/>
            <a:stCxn id="54" idx="2"/>
            <a:endCxn id="38" idx="0"/>
          </p:cNvCxnSpPr>
          <p:nvPr/>
        </p:nvCxnSpPr>
        <p:spPr>
          <a:xfrm rot="16200000" flipH="1">
            <a:off x="6643449" y="3416390"/>
            <a:ext cx="271079" cy="94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8" name="Verbinder: gewinkelt 87">
            <a:extLst>
              <a:ext uri="{FF2B5EF4-FFF2-40B4-BE49-F238E27FC236}">
                <a16:creationId xmlns:a16="http://schemas.microsoft.com/office/drawing/2014/main" id="{CFDD9B0D-3056-5549-1176-F88AD26065D3}"/>
              </a:ext>
            </a:extLst>
          </p:cNvPr>
          <p:cNvCxnSpPr>
            <a:cxnSpLocks/>
            <a:stCxn id="29" idx="2"/>
            <a:endCxn id="53" idx="0"/>
          </p:cNvCxnSpPr>
          <p:nvPr/>
        </p:nvCxnSpPr>
        <p:spPr>
          <a:xfrm rot="5400000">
            <a:off x="7749814" y="993407"/>
            <a:ext cx="688990" cy="262970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62" name="Textfeld 169">
            <a:extLst>
              <a:ext uri="{FF2B5EF4-FFF2-40B4-BE49-F238E27FC236}">
                <a16:creationId xmlns:a16="http://schemas.microsoft.com/office/drawing/2014/main" id="{FBE7F8F2-3CDB-F794-90D3-C3115C22EF53}"/>
              </a:ext>
            </a:extLst>
          </p:cNvPr>
          <p:cNvSpPr txBox="1"/>
          <p:nvPr/>
        </p:nvSpPr>
        <p:spPr>
          <a:xfrm>
            <a:off x="7668584" y="3356894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63" name="Textfeld 169">
            <a:extLst>
              <a:ext uri="{FF2B5EF4-FFF2-40B4-BE49-F238E27FC236}">
                <a16:creationId xmlns:a16="http://schemas.microsoft.com/office/drawing/2014/main" id="{FFC13C49-1200-03E9-4F5B-1F29B6D4D3F7}"/>
              </a:ext>
            </a:extLst>
          </p:cNvPr>
          <p:cNvSpPr txBox="1"/>
          <p:nvPr/>
        </p:nvSpPr>
        <p:spPr>
          <a:xfrm>
            <a:off x="6799053" y="3275111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out</a:t>
            </a:r>
          </a:p>
        </p:txBody>
      </p:sp>
      <p:sp>
        <p:nvSpPr>
          <p:cNvPr id="4" name="Textfeld 169">
            <a:extLst>
              <a:ext uri="{FF2B5EF4-FFF2-40B4-BE49-F238E27FC236}">
                <a16:creationId xmlns:a16="http://schemas.microsoft.com/office/drawing/2014/main" id="{D5175A60-3D50-4787-859D-023FAD520A36}"/>
              </a:ext>
            </a:extLst>
          </p:cNvPr>
          <p:cNvSpPr txBox="1"/>
          <p:nvPr/>
        </p:nvSpPr>
        <p:spPr>
          <a:xfrm>
            <a:off x="7670099" y="3630800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E26F6E07-F898-D38D-56A0-9CB7ED6F37C0}"/>
              </a:ext>
            </a:extLst>
          </p:cNvPr>
          <p:cNvCxnSpPr>
            <a:cxnSpLocks/>
            <a:stCxn id="98" idx="2"/>
            <a:endCxn id="86" idx="0"/>
          </p:cNvCxnSpPr>
          <p:nvPr/>
        </p:nvCxnSpPr>
        <p:spPr>
          <a:xfrm>
            <a:off x="4174072" y="4093251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8" name="Textfeld 169">
            <a:extLst>
              <a:ext uri="{FF2B5EF4-FFF2-40B4-BE49-F238E27FC236}">
                <a16:creationId xmlns:a16="http://schemas.microsoft.com/office/drawing/2014/main" id="{FE759783-B04E-6028-C8CD-C9D53E750EBC}"/>
              </a:ext>
            </a:extLst>
          </p:cNvPr>
          <p:cNvSpPr txBox="1"/>
          <p:nvPr/>
        </p:nvSpPr>
        <p:spPr>
          <a:xfrm>
            <a:off x="1673480" y="34438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C19DDB36-1A6F-5161-62F6-F4B1DF92D3E7}"/>
              </a:ext>
            </a:extLst>
          </p:cNvPr>
          <p:cNvSpPr txBox="1"/>
          <p:nvPr/>
        </p:nvSpPr>
        <p:spPr>
          <a:xfrm>
            <a:off x="2927498" y="3871115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12" name="Textfeld 169">
            <a:extLst>
              <a:ext uri="{FF2B5EF4-FFF2-40B4-BE49-F238E27FC236}">
                <a16:creationId xmlns:a16="http://schemas.microsoft.com/office/drawing/2014/main" id="{0B2E99CC-D0B1-19F2-9A02-7704AC807E44}"/>
              </a:ext>
            </a:extLst>
          </p:cNvPr>
          <p:cNvSpPr txBox="1"/>
          <p:nvPr/>
        </p:nvSpPr>
        <p:spPr>
          <a:xfrm>
            <a:off x="3195115" y="36141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4" name="Textfeld 169">
            <a:extLst>
              <a:ext uri="{FF2B5EF4-FFF2-40B4-BE49-F238E27FC236}">
                <a16:creationId xmlns:a16="http://schemas.microsoft.com/office/drawing/2014/main" id="{2757E39C-E946-BEFA-58CE-AFB09C4F1D0F}"/>
              </a:ext>
            </a:extLst>
          </p:cNvPr>
          <p:cNvSpPr txBox="1"/>
          <p:nvPr/>
        </p:nvSpPr>
        <p:spPr>
          <a:xfrm>
            <a:off x="1953126" y="4289595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5" name="Textfeld 169">
            <a:extLst>
              <a:ext uri="{FF2B5EF4-FFF2-40B4-BE49-F238E27FC236}">
                <a16:creationId xmlns:a16="http://schemas.microsoft.com/office/drawing/2014/main" id="{676B23B6-C1F5-F539-DB6A-0D5E3967FD15}"/>
              </a:ext>
            </a:extLst>
          </p:cNvPr>
          <p:cNvSpPr txBox="1"/>
          <p:nvPr/>
        </p:nvSpPr>
        <p:spPr>
          <a:xfrm>
            <a:off x="1361736" y="4289595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D17B6765-C642-2755-CCD4-FE1C8FB13A49}"/>
              </a:ext>
            </a:extLst>
          </p:cNvPr>
          <p:cNvSpPr txBox="1"/>
          <p:nvPr/>
        </p:nvSpPr>
        <p:spPr>
          <a:xfrm>
            <a:off x="1952286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" name="Textfeld 169">
            <a:extLst>
              <a:ext uri="{FF2B5EF4-FFF2-40B4-BE49-F238E27FC236}">
                <a16:creationId xmlns:a16="http://schemas.microsoft.com/office/drawing/2014/main" id="{9BDD2F3D-062E-2960-225C-739FA9B50C20}"/>
              </a:ext>
            </a:extLst>
          </p:cNvPr>
          <p:cNvSpPr txBox="1"/>
          <p:nvPr/>
        </p:nvSpPr>
        <p:spPr>
          <a:xfrm>
            <a:off x="1365310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2" name="Textfeld 169">
            <a:extLst>
              <a:ext uri="{FF2B5EF4-FFF2-40B4-BE49-F238E27FC236}">
                <a16:creationId xmlns:a16="http://schemas.microsoft.com/office/drawing/2014/main" id="{84574237-1580-783C-4B7F-641EB464DFAF}"/>
              </a:ext>
            </a:extLst>
          </p:cNvPr>
          <p:cNvSpPr txBox="1"/>
          <p:nvPr/>
        </p:nvSpPr>
        <p:spPr>
          <a:xfrm>
            <a:off x="3704657" y="4068398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4" name="Textfeld 169">
            <a:extLst>
              <a:ext uri="{FF2B5EF4-FFF2-40B4-BE49-F238E27FC236}">
                <a16:creationId xmlns:a16="http://schemas.microsoft.com/office/drawing/2014/main" id="{464A3192-3CC9-217A-E189-DCA3A6EABBD3}"/>
              </a:ext>
            </a:extLst>
          </p:cNvPr>
          <p:cNvSpPr txBox="1"/>
          <p:nvPr/>
        </p:nvSpPr>
        <p:spPr>
          <a:xfrm>
            <a:off x="3188499" y="515529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5" name="Textfeld 169">
            <a:extLst>
              <a:ext uri="{FF2B5EF4-FFF2-40B4-BE49-F238E27FC236}">
                <a16:creationId xmlns:a16="http://schemas.microsoft.com/office/drawing/2014/main" id="{4CA7001D-6850-554C-5DAD-0F3992956C26}"/>
              </a:ext>
            </a:extLst>
          </p:cNvPr>
          <p:cNvSpPr txBox="1"/>
          <p:nvPr/>
        </p:nvSpPr>
        <p:spPr>
          <a:xfrm>
            <a:off x="4139382" y="49217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39" name="Textfeld 169">
            <a:extLst>
              <a:ext uri="{FF2B5EF4-FFF2-40B4-BE49-F238E27FC236}">
                <a16:creationId xmlns:a16="http://schemas.microsoft.com/office/drawing/2014/main" id="{AAEB62F5-E445-7FDE-B095-63F40BAA21F9}"/>
              </a:ext>
            </a:extLst>
          </p:cNvPr>
          <p:cNvSpPr txBox="1"/>
          <p:nvPr/>
        </p:nvSpPr>
        <p:spPr>
          <a:xfrm>
            <a:off x="4139381" y="409776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40" name="Textfeld 169">
            <a:extLst>
              <a:ext uri="{FF2B5EF4-FFF2-40B4-BE49-F238E27FC236}">
                <a16:creationId xmlns:a16="http://schemas.microsoft.com/office/drawing/2014/main" id="{AC255B08-0FFB-3060-F23B-9E59BB02911E}"/>
              </a:ext>
            </a:extLst>
          </p:cNvPr>
          <p:cNvSpPr txBox="1"/>
          <p:nvPr/>
        </p:nvSpPr>
        <p:spPr>
          <a:xfrm>
            <a:off x="564934" y="338530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0" name="Textfeld 169">
            <a:extLst>
              <a:ext uri="{FF2B5EF4-FFF2-40B4-BE49-F238E27FC236}">
                <a16:creationId xmlns:a16="http://schemas.microsoft.com/office/drawing/2014/main" id="{EEB1877C-3B2A-A101-258B-00DAD23F09C1}"/>
              </a:ext>
            </a:extLst>
          </p:cNvPr>
          <p:cNvSpPr txBox="1"/>
          <p:nvPr/>
        </p:nvSpPr>
        <p:spPr>
          <a:xfrm>
            <a:off x="221002" y="386303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56" name="Textfeld 169">
            <a:extLst>
              <a:ext uri="{FF2B5EF4-FFF2-40B4-BE49-F238E27FC236}">
                <a16:creationId xmlns:a16="http://schemas.microsoft.com/office/drawing/2014/main" id="{0D5FB3D0-7F7F-9E6A-6C36-8B627DBF4F93}"/>
              </a:ext>
            </a:extLst>
          </p:cNvPr>
          <p:cNvSpPr txBox="1"/>
          <p:nvPr/>
        </p:nvSpPr>
        <p:spPr>
          <a:xfrm>
            <a:off x="2522530" y="3614128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57" name="Textfeld 169">
            <a:extLst>
              <a:ext uri="{FF2B5EF4-FFF2-40B4-BE49-F238E27FC236}">
                <a16:creationId xmlns:a16="http://schemas.microsoft.com/office/drawing/2014/main" id="{50BD0235-BF34-C308-47EA-D484CEF1BD5E}"/>
              </a:ext>
            </a:extLst>
          </p:cNvPr>
          <p:cNvSpPr txBox="1"/>
          <p:nvPr/>
        </p:nvSpPr>
        <p:spPr>
          <a:xfrm>
            <a:off x="323785" y="3636516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0C33B4FF-C207-FA6D-7878-7942806284D5}"/>
              </a:ext>
            </a:extLst>
          </p:cNvPr>
          <p:cNvGrpSpPr/>
          <p:nvPr/>
        </p:nvGrpSpPr>
        <p:grpSpPr>
          <a:xfrm>
            <a:off x="714671" y="3679010"/>
            <a:ext cx="1930787" cy="635024"/>
            <a:chOff x="4316210" y="1861556"/>
            <a:chExt cx="1930787" cy="635024"/>
          </a:xfrm>
        </p:grpSpPr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82525944-7284-2C38-F5AF-22EA70D487DC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65" name="Verbinder: gewinkelt 87">
                <a:extLst>
                  <a:ext uri="{FF2B5EF4-FFF2-40B4-BE49-F238E27FC236}">
                    <a16:creationId xmlns:a16="http://schemas.microsoft.com/office/drawing/2014/main" id="{F342213F-B27D-4AB7-C08E-B82EF4AA0F10}"/>
                  </a:ext>
                </a:extLst>
              </p:cNvPr>
              <p:cNvCxnSpPr>
                <a:cxnSpLocks/>
                <a:stCxn id="68" idx="2"/>
                <a:endCxn id="67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66" name="Text Box 82">
                <a:extLst>
                  <a:ext uri="{FF2B5EF4-FFF2-40B4-BE49-F238E27FC236}">
                    <a16:creationId xmlns:a16="http://schemas.microsoft.com/office/drawing/2014/main" id="{8F7487AF-82CA-5EE2-A3E5-F186A50328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67" name="Rectangle 83">
                <a:extLst>
                  <a:ext uri="{FF2B5EF4-FFF2-40B4-BE49-F238E27FC236}">
                    <a16:creationId xmlns:a16="http://schemas.microsoft.com/office/drawing/2014/main" id="{9A1FD0F4-1EB5-4BF8-8A9A-FA09777B5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8" name="AutoShape 50">
                <a:extLst>
                  <a:ext uri="{FF2B5EF4-FFF2-40B4-BE49-F238E27FC236}">
                    <a16:creationId xmlns:a16="http://schemas.microsoft.com/office/drawing/2014/main" id="{4F696479-A758-7B48-0509-E06CEF2C3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9" name="Textfeld 169">
                <a:extLst>
                  <a:ext uri="{FF2B5EF4-FFF2-40B4-BE49-F238E27FC236}">
                    <a16:creationId xmlns:a16="http://schemas.microsoft.com/office/drawing/2014/main" id="{58233911-278A-234C-B462-72B4B5B26EF9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70" name="Textfeld 169">
                <a:extLst>
                  <a:ext uri="{FF2B5EF4-FFF2-40B4-BE49-F238E27FC236}">
                    <a16:creationId xmlns:a16="http://schemas.microsoft.com/office/drawing/2014/main" id="{81B1CE5E-94C8-DB9F-9FED-DAF6F8DB2054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71" name="AutoShape 50">
                <a:extLst>
                  <a:ext uri="{FF2B5EF4-FFF2-40B4-BE49-F238E27FC236}">
                    <a16:creationId xmlns:a16="http://schemas.microsoft.com/office/drawing/2014/main" id="{D3115523-1E7B-36B2-CA96-8559C3253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61" name="Rectangle 83">
              <a:extLst>
                <a:ext uri="{FF2B5EF4-FFF2-40B4-BE49-F238E27FC236}">
                  <a16:creationId xmlns:a16="http://schemas.microsoft.com/office/drawing/2014/main" id="{9BA659C8-DE1F-DDB0-C72F-3145D71F6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4" name="Rectangle 83">
              <a:extLst>
                <a:ext uri="{FF2B5EF4-FFF2-40B4-BE49-F238E27FC236}">
                  <a16:creationId xmlns:a16="http://schemas.microsoft.com/office/drawing/2014/main" id="{5D299D57-A5D4-9578-19DB-EDD01D390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72" name="Textfeld 169">
            <a:extLst>
              <a:ext uri="{FF2B5EF4-FFF2-40B4-BE49-F238E27FC236}">
                <a16:creationId xmlns:a16="http://schemas.microsoft.com/office/drawing/2014/main" id="{1A33CAC9-E8AF-2F09-6687-0D3FA7022C7A}"/>
              </a:ext>
            </a:extLst>
          </p:cNvPr>
          <p:cNvSpPr txBox="1"/>
          <p:nvPr/>
        </p:nvSpPr>
        <p:spPr>
          <a:xfrm>
            <a:off x="2401121" y="491204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73" name="Textfeld 169">
            <a:extLst>
              <a:ext uri="{FF2B5EF4-FFF2-40B4-BE49-F238E27FC236}">
                <a16:creationId xmlns:a16="http://schemas.microsoft.com/office/drawing/2014/main" id="{BBA6F035-E7B3-5882-1B2D-636FA0D1843C}"/>
              </a:ext>
            </a:extLst>
          </p:cNvPr>
          <p:cNvSpPr txBox="1"/>
          <p:nvPr/>
        </p:nvSpPr>
        <p:spPr>
          <a:xfrm>
            <a:off x="2548250" y="520694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00B80626-FCD9-D1AA-6B22-73840DAF69AB}"/>
              </a:ext>
            </a:extLst>
          </p:cNvPr>
          <p:cNvGrpSpPr/>
          <p:nvPr/>
        </p:nvGrpSpPr>
        <p:grpSpPr>
          <a:xfrm>
            <a:off x="966520" y="5205529"/>
            <a:ext cx="1632590" cy="412750"/>
            <a:chOff x="5282178" y="3388075"/>
            <a:chExt cx="1632590" cy="412750"/>
          </a:xfrm>
        </p:grpSpPr>
        <p:grpSp>
          <p:nvGrpSpPr>
            <p:cNvPr id="75" name="Group 87">
              <a:extLst>
                <a:ext uri="{FF2B5EF4-FFF2-40B4-BE49-F238E27FC236}">
                  <a16:creationId xmlns:a16="http://schemas.microsoft.com/office/drawing/2014/main" id="{099E7279-D82D-2D15-A6B6-18FDE6C7C7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80" name="Text Box 82">
                <a:extLst>
                  <a:ext uri="{FF2B5EF4-FFF2-40B4-BE49-F238E27FC236}">
                    <a16:creationId xmlns:a16="http://schemas.microsoft.com/office/drawing/2014/main" id="{F289C1FC-C9EF-0FF8-8620-AB935B471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81" name="Rectangle 83">
                <a:extLst>
                  <a:ext uri="{FF2B5EF4-FFF2-40B4-BE49-F238E27FC236}">
                    <a16:creationId xmlns:a16="http://schemas.microsoft.com/office/drawing/2014/main" id="{DA7D41AF-8532-E251-7BE2-9033F199E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EDA421A2-8817-A5F3-449C-83AF03826F12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7" name="Textfeld 169">
              <a:extLst>
                <a:ext uri="{FF2B5EF4-FFF2-40B4-BE49-F238E27FC236}">
                  <a16:creationId xmlns:a16="http://schemas.microsoft.com/office/drawing/2014/main" id="{ACD14CE0-88D9-D28E-6C11-379BCF33E4D4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8" name="Textfeld 169">
              <a:extLst>
                <a:ext uri="{FF2B5EF4-FFF2-40B4-BE49-F238E27FC236}">
                  <a16:creationId xmlns:a16="http://schemas.microsoft.com/office/drawing/2014/main" id="{8C5BD410-D7D5-85C3-1FD5-02F1F348D46C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9" name="Textfeld 169">
              <a:extLst>
                <a:ext uri="{FF2B5EF4-FFF2-40B4-BE49-F238E27FC236}">
                  <a16:creationId xmlns:a16="http://schemas.microsoft.com/office/drawing/2014/main" id="{10B9D8EB-811F-515F-34E6-4933275B0E92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82" name="Textfeld 169">
            <a:extLst>
              <a:ext uri="{FF2B5EF4-FFF2-40B4-BE49-F238E27FC236}">
                <a16:creationId xmlns:a16="http://schemas.microsoft.com/office/drawing/2014/main" id="{297FBB16-E17F-0790-9F84-1829014A0639}"/>
              </a:ext>
            </a:extLst>
          </p:cNvPr>
          <p:cNvSpPr txBox="1"/>
          <p:nvPr/>
        </p:nvSpPr>
        <p:spPr>
          <a:xfrm>
            <a:off x="1105948" y="4912043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83" name="Textfeld 169">
            <a:extLst>
              <a:ext uri="{FF2B5EF4-FFF2-40B4-BE49-F238E27FC236}">
                <a16:creationId xmlns:a16="http://schemas.microsoft.com/office/drawing/2014/main" id="{C0171EFB-1D2A-361C-B993-6A775AF9FA5E}"/>
              </a:ext>
            </a:extLst>
          </p:cNvPr>
          <p:cNvSpPr txBox="1"/>
          <p:nvPr/>
        </p:nvSpPr>
        <p:spPr>
          <a:xfrm>
            <a:off x="1593838" y="4912043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9F6539A2-2B83-DCD3-894E-7E228B23FE0B}"/>
              </a:ext>
            </a:extLst>
          </p:cNvPr>
          <p:cNvGrpSpPr/>
          <p:nvPr/>
        </p:nvGrpSpPr>
        <p:grpSpPr>
          <a:xfrm>
            <a:off x="3466841" y="5205529"/>
            <a:ext cx="1415042" cy="412750"/>
            <a:chOff x="7782499" y="3595251"/>
            <a:chExt cx="1415042" cy="412750"/>
          </a:xfrm>
        </p:grpSpPr>
        <p:sp>
          <p:nvSpPr>
            <p:cNvPr id="85" name="Text Box 82">
              <a:extLst>
                <a:ext uri="{FF2B5EF4-FFF2-40B4-BE49-F238E27FC236}">
                  <a16:creationId xmlns:a16="http://schemas.microsoft.com/office/drawing/2014/main" id="{000D6E33-DDC3-877A-ADCB-318B8609C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86" name="Rectangle 83">
              <a:extLst>
                <a:ext uri="{FF2B5EF4-FFF2-40B4-BE49-F238E27FC236}">
                  <a16:creationId xmlns:a16="http://schemas.microsoft.com/office/drawing/2014/main" id="{D20CC6DC-A181-42F7-6F4D-9409165BF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" name="Textfeld 169">
              <a:extLst>
                <a:ext uri="{FF2B5EF4-FFF2-40B4-BE49-F238E27FC236}">
                  <a16:creationId xmlns:a16="http://schemas.microsoft.com/office/drawing/2014/main" id="{9D9CA7E6-A60E-6453-C6DB-481F50B73C20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8" name="Textfeld 169">
              <a:extLst>
                <a:ext uri="{FF2B5EF4-FFF2-40B4-BE49-F238E27FC236}">
                  <a16:creationId xmlns:a16="http://schemas.microsoft.com/office/drawing/2014/main" id="{33DD899D-C649-2BF5-63B0-4E60F1C00857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9" name="Textfeld 169">
              <a:extLst>
                <a:ext uri="{FF2B5EF4-FFF2-40B4-BE49-F238E27FC236}">
                  <a16:creationId xmlns:a16="http://schemas.microsoft.com/office/drawing/2014/main" id="{AFCA7AAE-D89B-D651-FCAB-BFD565DC74B3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90" name="Textfeld 169">
              <a:extLst>
                <a:ext uri="{FF2B5EF4-FFF2-40B4-BE49-F238E27FC236}">
                  <a16:creationId xmlns:a16="http://schemas.microsoft.com/office/drawing/2014/main" id="{15790C04-A0E3-759D-5E0B-27EAC8C185ED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93F5EA7A-B846-057B-D509-411221D7C803}"/>
              </a:ext>
            </a:extLst>
          </p:cNvPr>
          <p:cNvCxnSpPr>
            <a:cxnSpLocks/>
            <a:stCxn id="64" idx="2"/>
            <a:endCxn id="79" idx="0"/>
          </p:cNvCxnSpPr>
          <p:nvPr/>
        </p:nvCxnSpPr>
        <p:spPr>
          <a:xfrm flipH="1">
            <a:off x="1994200" y="4314034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1B8578EC-20BE-66F9-8180-6FF79CF79E83}"/>
              </a:ext>
            </a:extLst>
          </p:cNvPr>
          <p:cNvCxnSpPr>
            <a:cxnSpLocks/>
            <a:stCxn id="61" idx="2"/>
            <a:endCxn id="78" idx="0"/>
          </p:cNvCxnSpPr>
          <p:nvPr/>
        </p:nvCxnSpPr>
        <p:spPr>
          <a:xfrm flipH="1">
            <a:off x="1409544" y="4314033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2220F016-9DFB-12A1-417E-2BF419E93FD8}"/>
              </a:ext>
            </a:extLst>
          </p:cNvPr>
          <p:cNvGrpSpPr/>
          <p:nvPr/>
        </p:nvGrpSpPr>
        <p:grpSpPr>
          <a:xfrm>
            <a:off x="3469224" y="3680501"/>
            <a:ext cx="1410052" cy="412750"/>
            <a:chOff x="7784882" y="1863047"/>
            <a:chExt cx="1410052" cy="412750"/>
          </a:xfrm>
        </p:grpSpPr>
        <p:grpSp>
          <p:nvGrpSpPr>
            <p:cNvPr id="94" name="Gruppieren 93">
              <a:extLst>
                <a:ext uri="{FF2B5EF4-FFF2-40B4-BE49-F238E27FC236}">
                  <a16:creationId xmlns:a16="http://schemas.microsoft.com/office/drawing/2014/main" id="{4B23FAF0-7B79-7446-5304-AF103E1E15A6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97" name="Text Box 82">
                <a:extLst>
                  <a:ext uri="{FF2B5EF4-FFF2-40B4-BE49-F238E27FC236}">
                    <a16:creationId xmlns:a16="http://schemas.microsoft.com/office/drawing/2014/main" id="{04EFD5C6-A7E5-FE51-2237-A7C1E38D2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98" name="Rectangle 83">
                <a:extLst>
                  <a:ext uri="{FF2B5EF4-FFF2-40B4-BE49-F238E27FC236}">
                    <a16:creationId xmlns:a16="http://schemas.microsoft.com/office/drawing/2014/main" id="{52BAA564-E2D7-8916-2716-907E301A9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99" name="Textfeld 169">
                <a:extLst>
                  <a:ext uri="{FF2B5EF4-FFF2-40B4-BE49-F238E27FC236}">
                    <a16:creationId xmlns:a16="http://schemas.microsoft.com/office/drawing/2014/main" id="{E11D9A04-4CEF-3DA2-3B71-8762D42B8BB9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00" name="Textfeld 169">
                <a:extLst>
                  <a:ext uri="{FF2B5EF4-FFF2-40B4-BE49-F238E27FC236}">
                    <a16:creationId xmlns:a16="http://schemas.microsoft.com/office/drawing/2014/main" id="{F0E074A6-3E4C-0334-C1E2-DC8C123DCC84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01" name="Textfeld 169">
                <a:extLst>
                  <a:ext uri="{FF2B5EF4-FFF2-40B4-BE49-F238E27FC236}">
                    <a16:creationId xmlns:a16="http://schemas.microsoft.com/office/drawing/2014/main" id="{47EF84B4-7C10-DC98-FE72-46319772056A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02" name="Textfeld 169">
                <a:extLst>
                  <a:ext uri="{FF2B5EF4-FFF2-40B4-BE49-F238E27FC236}">
                    <a16:creationId xmlns:a16="http://schemas.microsoft.com/office/drawing/2014/main" id="{D60A8650-ED19-0925-8E72-9CA1B67893C7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03" name="Textfeld 169">
                <a:extLst>
                  <a:ext uri="{FF2B5EF4-FFF2-40B4-BE49-F238E27FC236}">
                    <a16:creationId xmlns:a16="http://schemas.microsoft.com/office/drawing/2014/main" id="{4A6B7F0F-AE1B-2A04-487D-CC24CA634AF3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95" name="Textfeld 169">
              <a:extLst>
                <a:ext uri="{FF2B5EF4-FFF2-40B4-BE49-F238E27FC236}">
                  <a16:creationId xmlns:a16="http://schemas.microsoft.com/office/drawing/2014/main" id="{F742A87E-2F7E-93D1-2BBA-91590A4EF53C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96" name="Textfeld 169">
              <a:extLst>
                <a:ext uri="{FF2B5EF4-FFF2-40B4-BE49-F238E27FC236}">
                  <a16:creationId xmlns:a16="http://schemas.microsoft.com/office/drawing/2014/main" id="{ED3A016B-8968-0D20-B4B0-22E721538D85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ACA6C89B-60CF-DE71-F54B-B97E65DE12B0}"/>
              </a:ext>
            </a:extLst>
          </p:cNvPr>
          <p:cNvCxnSpPr>
            <a:cxnSpLocks/>
            <a:stCxn id="71" idx="2"/>
            <a:endCxn id="98" idx="1"/>
          </p:cNvCxnSpPr>
          <p:nvPr/>
        </p:nvCxnSpPr>
        <p:spPr>
          <a:xfrm flipV="1">
            <a:off x="2645458" y="3886876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05" name="Verbinder: gewinkelt 87">
            <a:extLst>
              <a:ext uri="{FF2B5EF4-FFF2-40B4-BE49-F238E27FC236}">
                <a16:creationId xmlns:a16="http://schemas.microsoft.com/office/drawing/2014/main" id="{5652ABDD-A1C0-19E2-8AC0-6D190B32469E}"/>
              </a:ext>
            </a:extLst>
          </p:cNvPr>
          <p:cNvCxnSpPr>
            <a:cxnSpLocks/>
            <a:stCxn id="76" idx="0"/>
            <a:endCxn id="96" idx="2"/>
          </p:cNvCxnSpPr>
          <p:nvPr/>
        </p:nvCxnSpPr>
        <p:spPr>
          <a:xfrm rot="5400000" flipH="1" flipV="1">
            <a:off x="2537322" y="4003024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F21F1377-B1B8-A077-A1F3-7B53558A3564}"/>
              </a:ext>
            </a:extLst>
          </p:cNvPr>
          <p:cNvCxnSpPr>
            <a:cxnSpLocks/>
            <a:stCxn id="81" idx="3"/>
            <a:endCxn id="86" idx="1"/>
          </p:cNvCxnSpPr>
          <p:nvPr/>
        </p:nvCxnSpPr>
        <p:spPr>
          <a:xfrm>
            <a:off x="2598471" y="5411904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11" name="Textfeld 110">
            <a:extLst>
              <a:ext uri="{FF2B5EF4-FFF2-40B4-BE49-F238E27FC236}">
                <a16:creationId xmlns:a16="http://schemas.microsoft.com/office/drawing/2014/main" id="{DA9AABA4-8FA9-BEB0-D654-5B803F44EC61}"/>
              </a:ext>
            </a:extLst>
          </p:cNvPr>
          <p:cNvSpPr txBox="1"/>
          <p:nvPr/>
        </p:nvSpPr>
        <p:spPr>
          <a:xfrm>
            <a:off x="3201539" y="3396187"/>
            <a:ext cx="252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i="1">
                <a:solidFill>
                  <a:srgbClr val="00549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sz="1600" dirty="0"/>
              <a:t>Omitted for Simplicity</a:t>
            </a:r>
          </a:p>
        </p:txBody>
      </p:sp>
      <p:sp>
        <p:nvSpPr>
          <p:cNvPr id="112" name="AutoShape 40">
            <a:extLst>
              <a:ext uri="{FF2B5EF4-FFF2-40B4-BE49-F238E27FC236}">
                <a16:creationId xmlns:a16="http://schemas.microsoft.com/office/drawing/2014/main" id="{51D683C1-EBAF-3792-1D89-DF7AB6B37FC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58843" y="3264404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113" name="Freihandform: Form 112">
            <a:extLst>
              <a:ext uri="{FF2B5EF4-FFF2-40B4-BE49-F238E27FC236}">
                <a16:creationId xmlns:a16="http://schemas.microsoft.com/office/drawing/2014/main" id="{20B71D6F-8734-B0D6-1E89-31A0BC4C53BB}"/>
              </a:ext>
            </a:extLst>
          </p:cNvPr>
          <p:cNvSpPr/>
          <p:nvPr/>
        </p:nvSpPr>
        <p:spPr>
          <a:xfrm>
            <a:off x="2830640" y="3314368"/>
            <a:ext cx="1085116" cy="2631673"/>
          </a:xfrm>
          <a:custGeom>
            <a:avLst/>
            <a:gdLst>
              <a:gd name="connsiteX0" fmla="*/ 991331 w 1085116"/>
              <a:gd name="connsiteY0" fmla="*/ 0 h 2702170"/>
              <a:gd name="connsiteX1" fmla="*/ 211747 w 1085116"/>
              <a:gd name="connsiteY1" fmla="*/ 416170 h 2702170"/>
              <a:gd name="connsiteX2" fmla="*/ 731 w 1085116"/>
              <a:gd name="connsiteY2" fmla="*/ 1383323 h 2702170"/>
              <a:gd name="connsiteX3" fmla="*/ 258639 w 1085116"/>
              <a:gd name="connsiteY3" fmla="*/ 2379785 h 2702170"/>
              <a:gd name="connsiteX4" fmla="*/ 1085116 w 1085116"/>
              <a:gd name="connsiteY4" fmla="*/ 2702170 h 27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116" h="2702170">
                <a:moveTo>
                  <a:pt x="991331" y="0"/>
                </a:moveTo>
                <a:cubicBezTo>
                  <a:pt x="684089" y="92808"/>
                  <a:pt x="376847" y="185616"/>
                  <a:pt x="211747" y="416170"/>
                </a:cubicBezTo>
                <a:cubicBezTo>
                  <a:pt x="46647" y="646724"/>
                  <a:pt x="-7084" y="1056054"/>
                  <a:pt x="731" y="1383323"/>
                </a:cubicBezTo>
                <a:cubicBezTo>
                  <a:pt x="8546" y="1710592"/>
                  <a:pt x="77908" y="2159977"/>
                  <a:pt x="258639" y="2379785"/>
                </a:cubicBezTo>
                <a:cubicBezTo>
                  <a:pt x="439370" y="2599593"/>
                  <a:pt x="762243" y="2650881"/>
                  <a:pt x="1085116" y="270217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4" name="AutoShape 40">
            <a:extLst>
              <a:ext uri="{FF2B5EF4-FFF2-40B4-BE49-F238E27FC236}">
                <a16:creationId xmlns:a16="http://schemas.microsoft.com/office/drawing/2014/main" id="{0DA894AD-1F93-0A20-6C76-32446F21CF8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28436" y="1147819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dirty="0">
                <a:solidFill>
                  <a:prstClr val="black"/>
                </a:solidFill>
              </a:rPr>
              <a:t>O</a:t>
            </a: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8982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5D4DAFC-9515-42DB-8509-9110B315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7. Connector </a:t>
            </a:r>
            <a:r>
              <a:rPr lang="de-DE" dirty="0" err="1"/>
              <a:t>split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outer</a:t>
            </a:r>
            <a:r>
              <a:rPr lang="de-DE" dirty="0"/>
              <a:t>- </a:t>
            </a:r>
            <a:r>
              <a:rPr lang="de-DE" dirty="0" err="1"/>
              <a:t>to</a:t>
            </a:r>
            <a:r>
              <a:rPr lang="de-DE" dirty="0"/>
              <a:t> sub-</a:t>
            </a:r>
            <a:r>
              <a:rPr lang="de-DE" dirty="0" err="1"/>
              <a:t>components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DA6B46-C5D8-E480-53FB-AFB19D13F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45" y="1009767"/>
            <a:ext cx="3295323" cy="2207585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lIns="36000" tIns="36000" rIns="36000" bIns="36000"/>
          <a:lstStyle/>
          <a:p>
            <a:r>
              <a:rPr lang="en-US" b="1" dirty="0"/>
              <a:t> F</a:t>
            </a: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59B447F1-397B-7471-EADD-816992505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247" y="1142401"/>
            <a:ext cx="1250344" cy="673211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G</a:t>
            </a:r>
            <a:endParaRPr lang="en-US" sz="2000" dirty="0"/>
          </a:p>
        </p:txBody>
      </p:sp>
      <p:sp>
        <p:nvSpPr>
          <p:cNvPr id="8" name="Rechteck 23">
            <a:extLst>
              <a:ext uri="{FF2B5EF4-FFF2-40B4-BE49-F238E27FC236}">
                <a16:creationId xmlns:a16="http://schemas.microsoft.com/office/drawing/2014/main" id="{F6D60C20-C046-D3FB-2EEF-283457B6B75C}"/>
              </a:ext>
            </a:extLst>
          </p:cNvPr>
          <p:cNvSpPr/>
          <p:nvPr/>
        </p:nvSpPr>
        <p:spPr>
          <a:xfrm>
            <a:off x="149345" y="2060554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Rectangle 41">
            <a:extLst>
              <a:ext uri="{FF2B5EF4-FFF2-40B4-BE49-F238E27FC236}">
                <a16:creationId xmlns:a16="http://schemas.microsoft.com/office/drawing/2014/main" id="{7E335D61-B997-FF3A-8987-AD908F856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247" y="2430115"/>
            <a:ext cx="1250344" cy="673211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H</a:t>
            </a:r>
            <a:endParaRPr lang="en-US" sz="2000" dirty="0"/>
          </a:p>
        </p:txBody>
      </p:sp>
      <p:cxnSp>
        <p:nvCxnSpPr>
          <p:cNvPr id="11" name="Verbinder: gewinkelt 36">
            <a:extLst>
              <a:ext uri="{FF2B5EF4-FFF2-40B4-BE49-F238E27FC236}">
                <a16:creationId xmlns:a16="http://schemas.microsoft.com/office/drawing/2014/main" id="{F2A32D55-2E1D-6144-1FF8-B9CE5D6C06E5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 flipV="1">
            <a:off x="365345" y="1470348"/>
            <a:ext cx="1219902" cy="698206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Verbinder: gewinkelt 36">
            <a:extLst>
              <a:ext uri="{FF2B5EF4-FFF2-40B4-BE49-F238E27FC236}">
                <a16:creationId xmlns:a16="http://schemas.microsoft.com/office/drawing/2014/main" id="{83B6BA5B-7089-EA97-FEAD-686D489174AB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65345" y="2168554"/>
            <a:ext cx="1216686" cy="598166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B2CD728-AD34-800E-FE56-CBFACE6C198F}"/>
              </a:ext>
            </a:extLst>
          </p:cNvPr>
          <p:cNvSpPr txBox="1"/>
          <p:nvPr/>
        </p:nvSpPr>
        <p:spPr>
          <a:xfrm>
            <a:off x="2983421" y="19072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…</a:t>
            </a:r>
            <a:endParaRPr lang="en-DE" dirty="0"/>
          </a:p>
        </p:txBody>
      </p:sp>
      <p:sp>
        <p:nvSpPr>
          <p:cNvPr id="20" name="Rechteck 23">
            <a:extLst>
              <a:ext uri="{FF2B5EF4-FFF2-40B4-BE49-F238E27FC236}">
                <a16:creationId xmlns:a16="http://schemas.microsoft.com/office/drawing/2014/main" id="{236C79BE-E4F8-1619-7A6D-783D00F85750}"/>
              </a:ext>
            </a:extLst>
          </p:cNvPr>
          <p:cNvSpPr/>
          <p:nvPr/>
        </p:nvSpPr>
        <p:spPr>
          <a:xfrm>
            <a:off x="1585247" y="1362348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2" name="Rechteck 23">
            <a:extLst>
              <a:ext uri="{FF2B5EF4-FFF2-40B4-BE49-F238E27FC236}">
                <a16:creationId xmlns:a16="http://schemas.microsoft.com/office/drawing/2014/main" id="{0644AF0D-5521-FCA8-9BEE-526FF79CA50D}"/>
              </a:ext>
            </a:extLst>
          </p:cNvPr>
          <p:cNvSpPr/>
          <p:nvPr/>
        </p:nvSpPr>
        <p:spPr>
          <a:xfrm>
            <a:off x="1582031" y="2658720"/>
            <a:ext cx="216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grpSp>
        <p:nvGrpSpPr>
          <p:cNvPr id="189" name="Gruppieren 31">
            <a:extLst>
              <a:ext uri="{FF2B5EF4-FFF2-40B4-BE49-F238E27FC236}">
                <a16:creationId xmlns:a16="http://schemas.microsoft.com/office/drawing/2014/main" id="{9C1E0F2F-C1DF-C719-8264-D9A350360FBC}"/>
              </a:ext>
            </a:extLst>
          </p:cNvPr>
          <p:cNvGrpSpPr/>
          <p:nvPr/>
        </p:nvGrpSpPr>
        <p:grpSpPr>
          <a:xfrm>
            <a:off x="8695734" y="1283048"/>
            <a:ext cx="1428729" cy="412750"/>
            <a:chOff x="4787230" y="1861556"/>
            <a:chExt cx="2417054" cy="412750"/>
          </a:xfrm>
        </p:grpSpPr>
        <p:sp>
          <p:nvSpPr>
            <p:cNvPr id="190" name="Text Box 82">
              <a:extLst>
                <a:ext uri="{FF2B5EF4-FFF2-40B4-BE49-F238E27FC236}">
                  <a16:creationId xmlns:a16="http://schemas.microsoft.com/office/drawing/2014/main" id="{D9E9A35D-58C7-2135-CBE1-AD2DCF08C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7732" y="1899656"/>
              <a:ext cx="11528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F:Function</a:t>
              </a:r>
            </a:p>
          </p:txBody>
        </p:sp>
        <p:sp>
          <p:nvSpPr>
            <p:cNvPr id="191" name="Rectangle 83">
              <a:extLst>
                <a:ext uri="{FF2B5EF4-FFF2-40B4-BE49-F238E27FC236}">
                  <a16:creationId xmlns:a16="http://schemas.microsoft.com/office/drawing/2014/main" id="{EEFB7336-D977-E236-E89F-5F8329428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92" name="AutoShape 50">
            <a:extLst>
              <a:ext uri="{FF2B5EF4-FFF2-40B4-BE49-F238E27FC236}">
                <a16:creationId xmlns:a16="http://schemas.microsoft.com/office/drawing/2014/main" id="{9BA3A600-EF7A-3E05-23D2-78EB8BFF9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023" y="1711352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93" name="Gruppieren 31">
            <a:extLst>
              <a:ext uri="{FF2B5EF4-FFF2-40B4-BE49-F238E27FC236}">
                <a16:creationId xmlns:a16="http://schemas.microsoft.com/office/drawing/2014/main" id="{D3BD09EC-FA2B-8F1F-067D-439E1F2AD0BB}"/>
              </a:ext>
            </a:extLst>
          </p:cNvPr>
          <p:cNvGrpSpPr/>
          <p:nvPr/>
        </p:nvGrpSpPr>
        <p:grpSpPr>
          <a:xfrm>
            <a:off x="8695734" y="2652938"/>
            <a:ext cx="1428729" cy="412750"/>
            <a:chOff x="4787230" y="1861556"/>
            <a:chExt cx="2417054" cy="412750"/>
          </a:xfrm>
        </p:grpSpPr>
        <p:sp>
          <p:nvSpPr>
            <p:cNvPr id="194" name="Text Box 82">
              <a:extLst>
                <a:ext uri="{FF2B5EF4-FFF2-40B4-BE49-F238E27FC236}">
                  <a16:creationId xmlns:a16="http://schemas.microsoft.com/office/drawing/2014/main" id="{F71B1B52-CC23-63BC-1307-FB2CE4AE7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147" y="1899656"/>
              <a:ext cx="201004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G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195" name="Rectangle 83">
              <a:extLst>
                <a:ext uri="{FF2B5EF4-FFF2-40B4-BE49-F238E27FC236}">
                  <a16:creationId xmlns:a16="http://schemas.microsoft.com/office/drawing/2014/main" id="{7A9F09C4-25D7-BA31-2B5E-A206C20B6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96" name="Gruppieren 31">
            <a:extLst>
              <a:ext uri="{FF2B5EF4-FFF2-40B4-BE49-F238E27FC236}">
                <a16:creationId xmlns:a16="http://schemas.microsoft.com/office/drawing/2014/main" id="{CDFCE437-A0FC-DA9A-AAC7-BAFB4C87AC63}"/>
              </a:ext>
            </a:extLst>
          </p:cNvPr>
          <p:cNvGrpSpPr/>
          <p:nvPr/>
        </p:nvGrpSpPr>
        <p:grpSpPr>
          <a:xfrm>
            <a:off x="10515009" y="2652755"/>
            <a:ext cx="1428729" cy="412750"/>
            <a:chOff x="4787230" y="1861556"/>
            <a:chExt cx="2417054" cy="412750"/>
          </a:xfrm>
        </p:grpSpPr>
        <p:sp>
          <p:nvSpPr>
            <p:cNvPr id="197" name="Text Box 82">
              <a:extLst>
                <a:ext uri="{FF2B5EF4-FFF2-40B4-BE49-F238E27FC236}">
                  <a16:creationId xmlns:a16="http://schemas.microsoft.com/office/drawing/2014/main" id="{567D48CD-55F7-0AEF-8BF4-06FBCDC2B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995" y="1899656"/>
              <a:ext cx="198835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H:Function</a:t>
              </a:r>
            </a:p>
          </p:txBody>
        </p:sp>
        <p:sp>
          <p:nvSpPr>
            <p:cNvPr id="198" name="Rectangle 83">
              <a:extLst>
                <a:ext uri="{FF2B5EF4-FFF2-40B4-BE49-F238E27FC236}">
                  <a16:creationId xmlns:a16="http://schemas.microsoft.com/office/drawing/2014/main" id="{FD6A750A-1A2C-3740-623A-4B44068D9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7230" y="1861556"/>
              <a:ext cx="241705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202" name="Verbinder: gewinkelt 87">
            <a:extLst>
              <a:ext uri="{FF2B5EF4-FFF2-40B4-BE49-F238E27FC236}">
                <a16:creationId xmlns:a16="http://schemas.microsoft.com/office/drawing/2014/main" id="{67C41521-F647-6CD9-9DEF-278A97C36527}"/>
              </a:ext>
            </a:extLst>
          </p:cNvPr>
          <p:cNvCxnSpPr>
            <a:cxnSpLocks/>
            <a:stCxn id="203" idx="1"/>
            <a:endCxn id="201" idx="0"/>
          </p:cNvCxnSpPr>
          <p:nvPr/>
        </p:nvCxnSpPr>
        <p:spPr>
          <a:xfrm rot="10800000" flipV="1">
            <a:off x="6779459" y="1489920"/>
            <a:ext cx="1438899" cy="206248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203" name="Rechteck 23">
            <a:extLst>
              <a:ext uri="{FF2B5EF4-FFF2-40B4-BE49-F238E27FC236}">
                <a16:creationId xmlns:a16="http://schemas.microsoft.com/office/drawing/2014/main" id="{199F2D46-3817-D5AB-5CBC-B2BF7733407A}"/>
              </a:ext>
            </a:extLst>
          </p:cNvPr>
          <p:cNvSpPr/>
          <p:nvPr/>
        </p:nvSpPr>
        <p:spPr>
          <a:xfrm>
            <a:off x="8218357" y="1381920"/>
            <a:ext cx="473339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“a”</a:t>
            </a:r>
          </a:p>
        </p:txBody>
      </p:sp>
      <p:cxnSp>
        <p:nvCxnSpPr>
          <p:cNvPr id="207" name="Verbinder: gewinkelt 87">
            <a:extLst>
              <a:ext uri="{FF2B5EF4-FFF2-40B4-BE49-F238E27FC236}">
                <a16:creationId xmlns:a16="http://schemas.microsoft.com/office/drawing/2014/main" id="{4633764E-AD4F-E48F-C39F-4C3C8D0E7C98}"/>
              </a:ext>
            </a:extLst>
          </p:cNvPr>
          <p:cNvCxnSpPr>
            <a:cxnSpLocks/>
            <a:stCxn id="192" idx="2"/>
            <a:endCxn id="195" idx="0"/>
          </p:cNvCxnSpPr>
          <p:nvPr/>
        </p:nvCxnSpPr>
        <p:spPr>
          <a:xfrm rot="16200000" flipH="1">
            <a:off x="9065043" y="2307882"/>
            <a:ext cx="689174" cy="9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08" name="Verbinder: gewinkelt 87">
            <a:extLst>
              <a:ext uri="{FF2B5EF4-FFF2-40B4-BE49-F238E27FC236}">
                <a16:creationId xmlns:a16="http://schemas.microsoft.com/office/drawing/2014/main" id="{6B85EB40-BF8F-808A-E5BA-FDE9A387AA6F}"/>
              </a:ext>
            </a:extLst>
          </p:cNvPr>
          <p:cNvCxnSpPr>
            <a:cxnSpLocks/>
            <a:stCxn id="192" idx="2"/>
            <a:endCxn id="198" idx="0"/>
          </p:cNvCxnSpPr>
          <p:nvPr/>
        </p:nvCxnSpPr>
        <p:spPr>
          <a:xfrm rot="16200000" flipH="1">
            <a:off x="9974772" y="1398152"/>
            <a:ext cx="688991" cy="18202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214" name="Textfeld 169">
            <a:extLst>
              <a:ext uri="{FF2B5EF4-FFF2-40B4-BE49-F238E27FC236}">
                <a16:creationId xmlns:a16="http://schemas.microsoft.com/office/drawing/2014/main" id="{E6A5D1A1-8FA9-0578-090F-8600AB0BA7FD}"/>
              </a:ext>
            </a:extLst>
          </p:cNvPr>
          <p:cNvSpPr txBox="1"/>
          <p:nvPr/>
        </p:nvSpPr>
        <p:spPr>
          <a:xfrm>
            <a:off x="6799053" y="3275111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218" name="Rechteck 23">
            <a:extLst>
              <a:ext uri="{FF2B5EF4-FFF2-40B4-BE49-F238E27FC236}">
                <a16:creationId xmlns:a16="http://schemas.microsoft.com/office/drawing/2014/main" id="{A12985EC-0D15-A3CD-C138-81A438F6B578}"/>
              </a:ext>
            </a:extLst>
          </p:cNvPr>
          <p:cNvSpPr/>
          <p:nvPr/>
        </p:nvSpPr>
        <p:spPr>
          <a:xfrm>
            <a:off x="9155720" y="3065505"/>
            <a:ext cx="50688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“b”</a:t>
            </a:r>
          </a:p>
        </p:txBody>
      </p:sp>
      <p:sp>
        <p:nvSpPr>
          <p:cNvPr id="219" name="Rechteck 23">
            <a:extLst>
              <a:ext uri="{FF2B5EF4-FFF2-40B4-BE49-F238E27FC236}">
                <a16:creationId xmlns:a16="http://schemas.microsoft.com/office/drawing/2014/main" id="{A7A824BA-C156-5B8F-5048-9983B17D751F}"/>
              </a:ext>
            </a:extLst>
          </p:cNvPr>
          <p:cNvSpPr/>
          <p:nvPr/>
        </p:nvSpPr>
        <p:spPr>
          <a:xfrm>
            <a:off x="11002781" y="3065505"/>
            <a:ext cx="45131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“c”</a:t>
            </a:r>
          </a:p>
        </p:txBody>
      </p:sp>
      <p:cxnSp>
        <p:nvCxnSpPr>
          <p:cNvPr id="2" name="Verbinder: gewinkelt 87">
            <a:extLst>
              <a:ext uri="{FF2B5EF4-FFF2-40B4-BE49-F238E27FC236}">
                <a16:creationId xmlns:a16="http://schemas.microsoft.com/office/drawing/2014/main" id="{8AA6850A-362C-0910-A06C-B6999B46A148}"/>
              </a:ext>
            </a:extLst>
          </p:cNvPr>
          <p:cNvCxnSpPr>
            <a:cxnSpLocks/>
          </p:cNvCxnSpPr>
          <p:nvPr/>
        </p:nvCxnSpPr>
        <p:spPr>
          <a:xfrm rot="5400000">
            <a:off x="8344742" y="2566381"/>
            <a:ext cx="349295" cy="177954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4" name="Verbinder: gewinkelt 87">
            <a:extLst>
              <a:ext uri="{FF2B5EF4-FFF2-40B4-BE49-F238E27FC236}">
                <a16:creationId xmlns:a16="http://schemas.microsoft.com/office/drawing/2014/main" id="{55D92B0E-493D-195F-CA4D-1C6392E4D21D}"/>
              </a:ext>
            </a:extLst>
          </p:cNvPr>
          <p:cNvCxnSpPr>
            <a:cxnSpLocks/>
          </p:cNvCxnSpPr>
          <p:nvPr/>
        </p:nvCxnSpPr>
        <p:spPr>
          <a:xfrm rot="5400000">
            <a:off x="9121077" y="1790048"/>
            <a:ext cx="615902" cy="3598817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5" name="Textfeld 169">
            <a:extLst>
              <a:ext uri="{FF2B5EF4-FFF2-40B4-BE49-F238E27FC236}">
                <a16:creationId xmlns:a16="http://schemas.microsoft.com/office/drawing/2014/main" id="{32A449C9-1527-3964-CB7F-5932FF0E3393}"/>
              </a:ext>
            </a:extLst>
          </p:cNvPr>
          <p:cNvSpPr txBox="1"/>
          <p:nvPr/>
        </p:nvSpPr>
        <p:spPr>
          <a:xfrm>
            <a:off x="7668584" y="3356894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A7C38F46-033D-9863-DD78-918A26041708}"/>
              </a:ext>
            </a:extLst>
          </p:cNvPr>
          <p:cNvSpPr txBox="1"/>
          <p:nvPr/>
        </p:nvSpPr>
        <p:spPr>
          <a:xfrm>
            <a:off x="7670099" y="3630800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r>
              <a:rPr lang="en-US" sz="1400" dirty="0"/>
              <a:t>in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F62DF68-CE2B-5419-5348-E6369E66D950}"/>
              </a:ext>
            </a:extLst>
          </p:cNvPr>
          <p:cNvCxnSpPr>
            <a:cxnSpLocks/>
            <a:stCxn id="133" idx="2"/>
            <a:endCxn id="57" idx="0"/>
          </p:cNvCxnSpPr>
          <p:nvPr/>
        </p:nvCxnSpPr>
        <p:spPr>
          <a:xfrm>
            <a:off x="4174072" y="4093251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4" name="Textfeld 169">
            <a:extLst>
              <a:ext uri="{FF2B5EF4-FFF2-40B4-BE49-F238E27FC236}">
                <a16:creationId xmlns:a16="http://schemas.microsoft.com/office/drawing/2014/main" id="{341BA9D2-3B25-3131-291C-B08793EF7BE5}"/>
              </a:ext>
            </a:extLst>
          </p:cNvPr>
          <p:cNvSpPr txBox="1"/>
          <p:nvPr/>
        </p:nvSpPr>
        <p:spPr>
          <a:xfrm>
            <a:off x="1673480" y="34438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5" name="Textfeld 169">
            <a:extLst>
              <a:ext uri="{FF2B5EF4-FFF2-40B4-BE49-F238E27FC236}">
                <a16:creationId xmlns:a16="http://schemas.microsoft.com/office/drawing/2014/main" id="{DDD44F39-BB19-3BCC-511B-13821519DAA9}"/>
              </a:ext>
            </a:extLst>
          </p:cNvPr>
          <p:cNvSpPr txBox="1"/>
          <p:nvPr/>
        </p:nvSpPr>
        <p:spPr>
          <a:xfrm>
            <a:off x="2927498" y="3871115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16" name="Textfeld 169">
            <a:extLst>
              <a:ext uri="{FF2B5EF4-FFF2-40B4-BE49-F238E27FC236}">
                <a16:creationId xmlns:a16="http://schemas.microsoft.com/office/drawing/2014/main" id="{E55D0153-B604-4796-5FBC-43E8B375B6AC}"/>
              </a:ext>
            </a:extLst>
          </p:cNvPr>
          <p:cNvSpPr txBox="1"/>
          <p:nvPr/>
        </p:nvSpPr>
        <p:spPr>
          <a:xfrm>
            <a:off x="3195115" y="36141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8" name="Textfeld 169">
            <a:extLst>
              <a:ext uri="{FF2B5EF4-FFF2-40B4-BE49-F238E27FC236}">
                <a16:creationId xmlns:a16="http://schemas.microsoft.com/office/drawing/2014/main" id="{F48FE946-3664-3CDF-B6DD-8DCF387A027D}"/>
              </a:ext>
            </a:extLst>
          </p:cNvPr>
          <p:cNvSpPr txBox="1"/>
          <p:nvPr/>
        </p:nvSpPr>
        <p:spPr>
          <a:xfrm>
            <a:off x="1953126" y="4289595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79F01DF7-AEA5-465A-4D3F-323E036C8382}"/>
              </a:ext>
            </a:extLst>
          </p:cNvPr>
          <p:cNvSpPr txBox="1"/>
          <p:nvPr/>
        </p:nvSpPr>
        <p:spPr>
          <a:xfrm>
            <a:off x="1361736" y="4289595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21" name="Textfeld 169">
            <a:extLst>
              <a:ext uri="{FF2B5EF4-FFF2-40B4-BE49-F238E27FC236}">
                <a16:creationId xmlns:a16="http://schemas.microsoft.com/office/drawing/2014/main" id="{8C373464-410A-D7FC-F6A7-9D61A4A62741}"/>
              </a:ext>
            </a:extLst>
          </p:cNvPr>
          <p:cNvSpPr txBox="1"/>
          <p:nvPr/>
        </p:nvSpPr>
        <p:spPr>
          <a:xfrm>
            <a:off x="1952286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3" name="Textfeld 169">
            <a:extLst>
              <a:ext uri="{FF2B5EF4-FFF2-40B4-BE49-F238E27FC236}">
                <a16:creationId xmlns:a16="http://schemas.microsoft.com/office/drawing/2014/main" id="{7B4EA0A3-5E85-C992-4EEA-F53F36D39621}"/>
              </a:ext>
            </a:extLst>
          </p:cNvPr>
          <p:cNvSpPr txBox="1"/>
          <p:nvPr/>
        </p:nvSpPr>
        <p:spPr>
          <a:xfrm>
            <a:off x="1365310" y="491204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4" name="Textfeld 169">
            <a:extLst>
              <a:ext uri="{FF2B5EF4-FFF2-40B4-BE49-F238E27FC236}">
                <a16:creationId xmlns:a16="http://schemas.microsoft.com/office/drawing/2014/main" id="{8BCBCB77-FD3F-8219-D32C-0EFE46CD3E06}"/>
              </a:ext>
            </a:extLst>
          </p:cNvPr>
          <p:cNvSpPr txBox="1"/>
          <p:nvPr/>
        </p:nvSpPr>
        <p:spPr>
          <a:xfrm>
            <a:off x="3704657" y="4068398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" name="Textfeld 169">
            <a:extLst>
              <a:ext uri="{FF2B5EF4-FFF2-40B4-BE49-F238E27FC236}">
                <a16:creationId xmlns:a16="http://schemas.microsoft.com/office/drawing/2014/main" id="{7E6F2DD8-9CB0-74DB-08A8-B11922A1BD89}"/>
              </a:ext>
            </a:extLst>
          </p:cNvPr>
          <p:cNvSpPr txBox="1"/>
          <p:nvPr/>
        </p:nvSpPr>
        <p:spPr>
          <a:xfrm>
            <a:off x="3188499" y="515529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6" name="Textfeld 169">
            <a:extLst>
              <a:ext uri="{FF2B5EF4-FFF2-40B4-BE49-F238E27FC236}">
                <a16:creationId xmlns:a16="http://schemas.microsoft.com/office/drawing/2014/main" id="{8D797160-A0D9-8BEF-1C54-1540DDDC67A4}"/>
              </a:ext>
            </a:extLst>
          </p:cNvPr>
          <p:cNvSpPr txBox="1"/>
          <p:nvPr/>
        </p:nvSpPr>
        <p:spPr>
          <a:xfrm>
            <a:off x="4139382" y="49217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7" name="Textfeld 169">
            <a:extLst>
              <a:ext uri="{FF2B5EF4-FFF2-40B4-BE49-F238E27FC236}">
                <a16:creationId xmlns:a16="http://schemas.microsoft.com/office/drawing/2014/main" id="{76EB1697-85A6-68C7-9F8B-63247F1DB930}"/>
              </a:ext>
            </a:extLst>
          </p:cNvPr>
          <p:cNvSpPr txBox="1"/>
          <p:nvPr/>
        </p:nvSpPr>
        <p:spPr>
          <a:xfrm>
            <a:off x="4139381" y="409776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28" name="Textfeld 169">
            <a:extLst>
              <a:ext uri="{FF2B5EF4-FFF2-40B4-BE49-F238E27FC236}">
                <a16:creationId xmlns:a16="http://schemas.microsoft.com/office/drawing/2014/main" id="{D7BB3D69-38F5-3547-039C-6591373BA545}"/>
              </a:ext>
            </a:extLst>
          </p:cNvPr>
          <p:cNvSpPr txBox="1"/>
          <p:nvPr/>
        </p:nvSpPr>
        <p:spPr>
          <a:xfrm>
            <a:off x="564934" y="338530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9" name="Textfeld 169">
            <a:extLst>
              <a:ext uri="{FF2B5EF4-FFF2-40B4-BE49-F238E27FC236}">
                <a16:creationId xmlns:a16="http://schemas.microsoft.com/office/drawing/2014/main" id="{9633FA07-6DE8-639F-A860-693B46122BE6}"/>
              </a:ext>
            </a:extLst>
          </p:cNvPr>
          <p:cNvSpPr txBox="1"/>
          <p:nvPr/>
        </p:nvSpPr>
        <p:spPr>
          <a:xfrm>
            <a:off x="221002" y="386303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30" name="Textfeld 169">
            <a:extLst>
              <a:ext uri="{FF2B5EF4-FFF2-40B4-BE49-F238E27FC236}">
                <a16:creationId xmlns:a16="http://schemas.microsoft.com/office/drawing/2014/main" id="{96BE617E-A811-2D35-9E4C-267198E13D73}"/>
              </a:ext>
            </a:extLst>
          </p:cNvPr>
          <p:cNvSpPr txBox="1"/>
          <p:nvPr/>
        </p:nvSpPr>
        <p:spPr>
          <a:xfrm>
            <a:off x="2522530" y="3614128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1" name="Textfeld 169">
            <a:extLst>
              <a:ext uri="{FF2B5EF4-FFF2-40B4-BE49-F238E27FC236}">
                <a16:creationId xmlns:a16="http://schemas.microsoft.com/office/drawing/2014/main" id="{2F9E8FD3-ABF7-4B1D-AAF9-CAD3F527309A}"/>
              </a:ext>
            </a:extLst>
          </p:cNvPr>
          <p:cNvSpPr txBox="1"/>
          <p:nvPr/>
        </p:nvSpPr>
        <p:spPr>
          <a:xfrm>
            <a:off x="323785" y="3636516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EDD9EB7-6B62-657C-4162-174D73E67348}"/>
              </a:ext>
            </a:extLst>
          </p:cNvPr>
          <p:cNvGrpSpPr/>
          <p:nvPr/>
        </p:nvGrpSpPr>
        <p:grpSpPr>
          <a:xfrm>
            <a:off x="714671" y="3679010"/>
            <a:ext cx="1930787" cy="635024"/>
            <a:chOff x="4316210" y="1861556"/>
            <a:chExt cx="1930787" cy="635024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60C38CA7-CD9A-5480-A9BD-D4F24DE48465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36" name="Verbinder: gewinkelt 87">
                <a:extLst>
                  <a:ext uri="{FF2B5EF4-FFF2-40B4-BE49-F238E27FC236}">
                    <a16:creationId xmlns:a16="http://schemas.microsoft.com/office/drawing/2014/main" id="{3EFCAD9E-CE54-A30E-F064-823CB906441A}"/>
                  </a:ext>
                </a:extLst>
              </p:cNvPr>
              <p:cNvCxnSpPr>
                <a:cxnSpLocks/>
                <a:stCxn id="39" idx="2"/>
                <a:endCxn id="38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37" name="Text Box 82">
                <a:extLst>
                  <a:ext uri="{FF2B5EF4-FFF2-40B4-BE49-F238E27FC236}">
                    <a16:creationId xmlns:a16="http://schemas.microsoft.com/office/drawing/2014/main" id="{B7A1A2AD-549A-E0D6-4811-02FC5AE661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38" name="Rectangle 83">
                <a:extLst>
                  <a:ext uri="{FF2B5EF4-FFF2-40B4-BE49-F238E27FC236}">
                    <a16:creationId xmlns:a16="http://schemas.microsoft.com/office/drawing/2014/main" id="{111824FC-AEAC-23CF-16CA-27F996F9F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9" name="AutoShape 50">
                <a:extLst>
                  <a:ext uri="{FF2B5EF4-FFF2-40B4-BE49-F238E27FC236}">
                    <a16:creationId xmlns:a16="http://schemas.microsoft.com/office/drawing/2014/main" id="{08612B3D-40F7-9BD1-CCFA-3D3E0002A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" name="Textfeld 169">
                <a:extLst>
                  <a:ext uri="{FF2B5EF4-FFF2-40B4-BE49-F238E27FC236}">
                    <a16:creationId xmlns:a16="http://schemas.microsoft.com/office/drawing/2014/main" id="{BD24CB16-4C6C-23EA-F46E-A2DE78A18836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41" name="Textfeld 169">
                <a:extLst>
                  <a:ext uri="{FF2B5EF4-FFF2-40B4-BE49-F238E27FC236}">
                    <a16:creationId xmlns:a16="http://schemas.microsoft.com/office/drawing/2014/main" id="{12F4DD78-3C35-FF09-4EA8-6191EAFB8793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42" name="AutoShape 50">
                <a:extLst>
                  <a:ext uri="{FF2B5EF4-FFF2-40B4-BE49-F238E27FC236}">
                    <a16:creationId xmlns:a16="http://schemas.microsoft.com/office/drawing/2014/main" id="{954C2886-0552-3D75-148D-0EFE57808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34" name="Rectangle 83">
              <a:extLst>
                <a:ext uri="{FF2B5EF4-FFF2-40B4-BE49-F238E27FC236}">
                  <a16:creationId xmlns:a16="http://schemas.microsoft.com/office/drawing/2014/main" id="{F85BAF63-2EF3-07C6-C1C2-378B617A7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5" name="Rectangle 83">
              <a:extLst>
                <a:ext uri="{FF2B5EF4-FFF2-40B4-BE49-F238E27FC236}">
                  <a16:creationId xmlns:a16="http://schemas.microsoft.com/office/drawing/2014/main" id="{B19AD6B5-410A-0E94-65B5-60482AD6C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3" name="Textfeld 169">
            <a:extLst>
              <a:ext uri="{FF2B5EF4-FFF2-40B4-BE49-F238E27FC236}">
                <a16:creationId xmlns:a16="http://schemas.microsoft.com/office/drawing/2014/main" id="{4C3D1EF2-2E03-F71D-C87A-75180B6D383B}"/>
              </a:ext>
            </a:extLst>
          </p:cNvPr>
          <p:cNvSpPr txBox="1"/>
          <p:nvPr/>
        </p:nvSpPr>
        <p:spPr>
          <a:xfrm>
            <a:off x="2401121" y="491204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44" name="Textfeld 169">
            <a:extLst>
              <a:ext uri="{FF2B5EF4-FFF2-40B4-BE49-F238E27FC236}">
                <a16:creationId xmlns:a16="http://schemas.microsoft.com/office/drawing/2014/main" id="{D0C85F1D-E16B-0858-0FC5-7CCED11782C4}"/>
              </a:ext>
            </a:extLst>
          </p:cNvPr>
          <p:cNvSpPr txBox="1"/>
          <p:nvPr/>
        </p:nvSpPr>
        <p:spPr>
          <a:xfrm>
            <a:off x="2548250" y="520694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66410E8B-041C-0751-5CC9-3B89DA8B06CF}"/>
              </a:ext>
            </a:extLst>
          </p:cNvPr>
          <p:cNvGrpSpPr/>
          <p:nvPr/>
        </p:nvGrpSpPr>
        <p:grpSpPr>
          <a:xfrm>
            <a:off x="966520" y="5205529"/>
            <a:ext cx="1632590" cy="412750"/>
            <a:chOff x="5282178" y="3388075"/>
            <a:chExt cx="1632590" cy="412750"/>
          </a:xfrm>
        </p:grpSpPr>
        <p:grpSp>
          <p:nvGrpSpPr>
            <p:cNvPr id="46" name="Group 87">
              <a:extLst>
                <a:ext uri="{FF2B5EF4-FFF2-40B4-BE49-F238E27FC236}">
                  <a16:creationId xmlns:a16="http://schemas.microsoft.com/office/drawing/2014/main" id="{2A274157-EDA6-9369-8F49-E1ADD248BD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51" name="Text Box 82">
                <a:extLst>
                  <a:ext uri="{FF2B5EF4-FFF2-40B4-BE49-F238E27FC236}">
                    <a16:creationId xmlns:a16="http://schemas.microsoft.com/office/drawing/2014/main" id="{B7E6B564-D0EE-ACD0-1417-EE6DF0DEC9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52" name="Rectangle 83">
                <a:extLst>
                  <a:ext uri="{FF2B5EF4-FFF2-40B4-BE49-F238E27FC236}">
                    <a16:creationId xmlns:a16="http://schemas.microsoft.com/office/drawing/2014/main" id="{201B756D-268F-EB93-AE14-D9F698906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47" name="Textfeld 169">
              <a:extLst>
                <a:ext uri="{FF2B5EF4-FFF2-40B4-BE49-F238E27FC236}">
                  <a16:creationId xmlns:a16="http://schemas.microsoft.com/office/drawing/2014/main" id="{406948C9-5FB0-C103-C939-DA3A4A19FF3D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8" name="Textfeld 169">
              <a:extLst>
                <a:ext uri="{FF2B5EF4-FFF2-40B4-BE49-F238E27FC236}">
                  <a16:creationId xmlns:a16="http://schemas.microsoft.com/office/drawing/2014/main" id="{F2A99F77-5004-8918-C0EC-87BAC5C3F69E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9" name="Textfeld 169">
              <a:extLst>
                <a:ext uri="{FF2B5EF4-FFF2-40B4-BE49-F238E27FC236}">
                  <a16:creationId xmlns:a16="http://schemas.microsoft.com/office/drawing/2014/main" id="{2EC322F4-C878-BBF6-EA30-20F43717FF58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0" name="Textfeld 169">
              <a:extLst>
                <a:ext uri="{FF2B5EF4-FFF2-40B4-BE49-F238E27FC236}">
                  <a16:creationId xmlns:a16="http://schemas.microsoft.com/office/drawing/2014/main" id="{24956897-201A-1A85-E1F5-7C903D25405C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53" name="Textfeld 169">
            <a:extLst>
              <a:ext uri="{FF2B5EF4-FFF2-40B4-BE49-F238E27FC236}">
                <a16:creationId xmlns:a16="http://schemas.microsoft.com/office/drawing/2014/main" id="{1BB371F1-9891-C1F5-14EE-90E41802E644}"/>
              </a:ext>
            </a:extLst>
          </p:cNvPr>
          <p:cNvSpPr txBox="1"/>
          <p:nvPr/>
        </p:nvSpPr>
        <p:spPr>
          <a:xfrm>
            <a:off x="1105948" y="4912043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54" name="Textfeld 169">
            <a:extLst>
              <a:ext uri="{FF2B5EF4-FFF2-40B4-BE49-F238E27FC236}">
                <a16:creationId xmlns:a16="http://schemas.microsoft.com/office/drawing/2014/main" id="{DCF72F77-D5CA-3FF7-F1C3-7617150DB442}"/>
              </a:ext>
            </a:extLst>
          </p:cNvPr>
          <p:cNvSpPr txBox="1"/>
          <p:nvPr/>
        </p:nvSpPr>
        <p:spPr>
          <a:xfrm>
            <a:off x="1593838" y="4912043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77DA2EE5-BC97-C631-6740-7855184014A5}"/>
              </a:ext>
            </a:extLst>
          </p:cNvPr>
          <p:cNvGrpSpPr/>
          <p:nvPr/>
        </p:nvGrpSpPr>
        <p:grpSpPr>
          <a:xfrm>
            <a:off x="3466841" y="5205529"/>
            <a:ext cx="1415042" cy="412750"/>
            <a:chOff x="7782499" y="3595251"/>
            <a:chExt cx="1415042" cy="412750"/>
          </a:xfrm>
        </p:grpSpPr>
        <p:sp>
          <p:nvSpPr>
            <p:cNvPr id="56" name="Text Box 82">
              <a:extLst>
                <a:ext uri="{FF2B5EF4-FFF2-40B4-BE49-F238E27FC236}">
                  <a16:creationId xmlns:a16="http://schemas.microsoft.com/office/drawing/2014/main" id="{C7B048EB-A11F-BEC7-782D-49F7FC6E3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57" name="Rectangle 83">
              <a:extLst>
                <a:ext uri="{FF2B5EF4-FFF2-40B4-BE49-F238E27FC236}">
                  <a16:creationId xmlns:a16="http://schemas.microsoft.com/office/drawing/2014/main" id="{3C081B1C-94CC-56AF-23BD-77DEB20EF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Textfeld 169">
              <a:extLst>
                <a:ext uri="{FF2B5EF4-FFF2-40B4-BE49-F238E27FC236}">
                  <a16:creationId xmlns:a16="http://schemas.microsoft.com/office/drawing/2014/main" id="{319E3FAA-6404-E929-C72E-2C22AE5FF73E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9" name="Textfeld 169">
              <a:extLst>
                <a:ext uri="{FF2B5EF4-FFF2-40B4-BE49-F238E27FC236}">
                  <a16:creationId xmlns:a16="http://schemas.microsoft.com/office/drawing/2014/main" id="{7DC5FD39-BF63-BEC5-553B-E59EF0B1434C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0" name="Textfeld 169">
              <a:extLst>
                <a:ext uri="{FF2B5EF4-FFF2-40B4-BE49-F238E27FC236}">
                  <a16:creationId xmlns:a16="http://schemas.microsoft.com/office/drawing/2014/main" id="{96F9AF7A-F98F-0D8D-0B1E-52467792E94F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1" name="Textfeld 169">
              <a:extLst>
                <a:ext uri="{FF2B5EF4-FFF2-40B4-BE49-F238E27FC236}">
                  <a16:creationId xmlns:a16="http://schemas.microsoft.com/office/drawing/2014/main" id="{7F620971-79DD-BC44-BA32-9FE034B3D813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9E45994A-0D05-3D4C-F129-EBDCA51E05EE}"/>
              </a:ext>
            </a:extLst>
          </p:cNvPr>
          <p:cNvCxnSpPr>
            <a:cxnSpLocks/>
            <a:stCxn id="35" idx="2"/>
            <a:endCxn id="50" idx="0"/>
          </p:cNvCxnSpPr>
          <p:nvPr/>
        </p:nvCxnSpPr>
        <p:spPr>
          <a:xfrm flipH="1">
            <a:off x="1994200" y="4314034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D602F057-3D5A-B849-A7C9-A89F624DE4C2}"/>
              </a:ext>
            </a:extLst>
          </p:cNvPr>
          <p:cNvCxnSpPr>
            <a:cxnSpLocks/>
            <a:stCxn id="34" idx="2"/>
            <a:endCxn id="49" idx="0"/>
          </p:cNvCxnSpPr>
          <p:nvPr/>
        </p:nvCxnSpPr>
        <p:spPr>
          <a:xfrm flipH="1">
            <a:off x="1409544" y="4314033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8ADDF460-E472-1B0E-C12D-9DBDC4475984}"/>
              </a:ext>
            </a:extLst>
          </p:cNvPr>
          <p:cNvGrpSpPr/>
          <p:nvPr/>
        </p:nvGrpSpPr>
        <p:grpSpPr>
          <a:xfrm>
            <a:off x="3469224" y="3680501"/>
            <a:ext cx="1410052" cy="412750"/>
            <a:chOff x="7784882" y="1863047"/>
            <a:chExt cx="1410052" cy="412750"/>
          </a:xfrm>
        </p:grpSpPr>
        <p:grpSp>
          <p:nvGrpSpPr>
            <p:cNvPr id="129" name="Gruppieren 128">
              <a:extLst>
                <a:ext uri="{FF2B5EF4-FFF2-40B4-BE49-F238E27FC236}">
                  <a16:creationId xmlns:a16="http://schemas.microsoft.com/office/drawing/2014/main" id="{4C4024F7-5467-B9A8-0680-980B4856CCC9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132" name="Text Box 82">
                <a:extLst>
                  <a:ext uri="{FF2B5EF4-FFF2-40B4-BE49-F238E27FC236}">
                    <a16:creationId xmlns:a16="http://schemas.microsoft.com/office/drawing/2014/main" id="{0DB34DEA-55FD-01D4-1859-4682295279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133" name="Rectangle 83">
                <a:extLst>
                  <a:ext uri="{FF2B5EF4-FFF2-40B4-BE49-F238E27FC236}">
                    <a16:creationId xmlns:a16="http://schemas.microsoft.com/office/drawing/2014/main" id="{E86A74A8-F19E-8096-F164-E1585537A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34" name="Textfeld 169">
                <a:extLst>
                  <a:ext uri="{FF2B5EF4-FFF2-40B4-BE49-F238E27FC236}">
                    <a16:creationId xmlns:a16="http://schemas.microsoft.com/office/drawing/2014/main" id="{DC760A33-78CD-B525-CCDF-BD124E787A95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35" name="Textfeld 169">
                <a:extLst>
                  <a:ext uri="{FF2B5EF4-FFF2-40B4-BE49-F238E27FC236}">
                    <a16:creationId xmlns:a16="http://schemas.microsoft.com/office/drawing/2014/main" id="{09F44DAD-AF55-B597-FFCB-484D8DA8B017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36" name="Textfeld 169">
                <a:extLst>
                  <a:ext uri="{FF2B5EF4-FFF2-40B4-BE49-F238E27FC236}">
                    <a16:creationId xmlns:a16="http://schemas.microsoft.com/office/drawing/2014/main" id="{73D5622F-18BD-9D5B-8B8A-3EEEF9A514CB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37" name="Textfeld 169">
                <a:extLst>
                  <a:ext uri="{FF2B5EF4-FFF2-40B4-BE49-F238E27FC236}">
                    <a16:creationId xmlns:a16="http://schemas.microsoft.com/office/drawing/2014/main" id="{84F2B552-2CEB-39DA-3E19-72E7D5477653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38" name="Textfeld 169">
                <a:extLst>
                  <a:ext uri="{FF2B5EF4-FFF2-40B4-BE49-F238E27FC236}">
                    <a16:creationId xmlns:a16="http://schemas.microsoft.com/office/drawing/2014/main" id="{CA3CD3BF-7E46-2EAF-C92C-3FA77545A23E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130" name="Textfeld 169">
              <a:extLst>
                <a:ext uri="{FF2B5EF4-FFF2-40B4-BE49-F238E27FC236}">
                  <a16:creationId xmlns:a16="http://schemas.microsoft.com/office/drawing/2014/main" id="{E97CDFCE-DA51-E5ED-76C7-012786E68F42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31" name="Textfeld 169">
              <a:extLst>
                <a:ext uri="{FF2B5EF4-FFF2-40B4-BE49-F238E27FC236}">
                  <a16:creationId xmlns:a16="http://schemas.microsoft.com/office/drawing/2014/main" id="{5EF4B63B-28E3-B855-A3B1-4BE3193EF804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39" name="Gerade Verbindung mit Pfeil 138">
            <a:extLst>
              <a:ext uri="{FF2B5EF4-FFF2-40B4-BE49-F238E27FC236}">
                <a16:creationId xmlns:a16="http://schemas.microsoft.com/office/drawing/2014/main" id="{6865CFF5-B525-3035-2FCF-229EBDBB26F9}"/>
              </a:ext>
            </a:extLst>
          </p:cNvPr>
          <p:cNvCxnSpPr>
            <a:cxnSpLocks/>
            <a:stCxn id="42" idx="2"/>
            <a:endCxn id="133" idx="1"/>
          </p:cNvCxnSpPr>
          <p:nvPr/>
        </p:nvCxnSpPr>
        <p:spPr>
          <a:xfrm flipV="1">
            <a:off x="2645458" y="3886876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40" name="Verbinder: gewinkelt 87">
            <a:extLst>
              <a:ext uri="{FF2B5EF4-FFF2-40B4-BE49-F238E27FC236}">
                <a16:creationId xmlns:a16="http://schemas.microsoft.com/office/drawing/2014/main" id="{821F591E-B0F3-9E3E-482A-CD587B8C3FFF}"/>
              </a:ext>
            </a:extLst>
          </p:cNvPr>
          <p:cNvCxnSpPr>
            <a:cxnSpLocks/>
            <a:stCxn id="47" idx="0"/>
            <a:endCxn id="131" idx="2"/>
          </p:cNvCxnSpPr>
          <p:nvPr/>
        </p:nvCxnSpPr>
        <p:spPr>
          <a:xfrm rot="5400000" flipH="1" flipV="1">
            <a:off x="2537322" y="4003024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67C5238D-9CDE-3B76-E63D-255C31E87627}"/>
              </a:ext>
            </a:extLst>
          </p:cNvPr>
          <p:cNvCxnSpPr>
            <a:cxnSpLocks/>
            <a:stCxn id="52" idx="3"/>
            <a:endCxn id="57" idx="1"/>
          </p:cNvCxnSpPr>
          <p:nvPr/>
        </p:nvCxnSpPr>
        <p:spPr>
          <a:xfrm>
            <a:off x="2598471" y="5411904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201" name="Rectangle 83">
            <a:extLst>
              <a:ext uri="{FF2B5EF4-FFF2-40B4-BE49-F238E27FC236}">
                <a16:creationId xmlns:a16="http://schemas.microsoft.com/office/drawing/2014/main" id="{21338AD9-66D2-73B0-3374-5229FE3BF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297" y="3552400"/>
            <a:ext cx="1700321" cy="412750"/>
          </a:xfrm>
          <a:prstGeom prst="rect">
            <a:avLst/>
          </a:prstGeom>
          <a:solidFill>
            <a:schemeClr val="bg1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kern="0" dirty="0">
                <a:solidFill>
                  <a:prstClr val="black"/>
                </a:solidFill>
              </a:rPr>
              <a:t>:Channel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A1B208DF-C016-D7D2-6385-AA095ECD7154}"/>
              </a:ext>
            </a:extLst>
          </p:cNvPr>
          <p:cNvSpPr txBox="1"/>
          <p:nvPr/>
        </p:nvSpPr>
        <p:spPr>
          <a:xfrm>
            <a:off x="3201539" y="3396187"/>
            <a:ext cx="252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i="1">
                <a:solidFill>
                  <a:srgbClr val="00549F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sz="1600" dirty="0"/>
              <a:t>Omitted for Simplicity</a:t>
            </a:r>
          </a:p>
        </p:txBody>
      </p:sp>
      <p:sp>
        <p:nvSpPr>
          <p:cNvPr id="147" name="AutoShape 40">
            <a:extLst>
              <a:ext uri="{FF2B5EF4-FFF2-40B4-BE49-F238E27FC236}">
                <a16:creationId xmlns:a16="http://schemas.microsoft.com/office/drawing/2014/main" id="{79FD0B24-C623-3CB6-1B78-EA582E45B30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58843" y="3229232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148" name="Freihandform: Form 147">
            <a:extLst>
              <a:ext uri="{FF2B5EF4-FFF2-40B4-BE49-F238E27FC236}">
                <a16:creationId xmlns:a16="http://schemas.microsoft.com/office/drawing/2014/main" id="{BF1EE0F7-77B4-ABA2-9B39-DC979518F39C}"/>
              </a:ext>
            </a:extLst>
          </p:cNvPr>
          <p:cNvSpPr/>
          <p:nvPr/>
        </p:nvSpPr>
        <p:spPr>
          <a:xfrm>
            <a:off x="2830640" y="3314368"/>
            <a:ext cx="1085116" cy="2631673"/>
          </a:xfrm>
          <a:custGeom>
            <a:avLst/>
            <a:gdLst>
              <a:gd name="connsiteX0" fmla="*/ 991331 w 1085116"/>
              <a:gd name="connsiteY0" fmla="*/ 0 h 2702170"/>
              <a:gd name="connsiteX1" fmla="*/ 211747 w 1085116"/>
              <a:gd name="connsiteY1" fmla="*/ 416170 h 2702170"/>
              <a:gd name="connsiteX2" fmla="*/ 731 w 1085116"/>
              <a:gd name="connsiteY2" fmla="*/ 1383323 h 2702170"/>
              <a:gd name="connsiteX3" fmla="*/ 258639 w 1085116"/>
              <a:gd name="connsiteY3" fmla="*/ 2379785 h 2702170"/>
              <a:gd name="connsiteX4" fmla="*/ 1085116 w 1085116"/>
              <a:gd name="connsiteY4" fmla="*/ 2702170 h 270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5116" h="2702170">
                <a:moveTo>
                  <a:pt x="991331" y="0"/>
                </a:moveTo>
                <a:cubicBezTo>
                  <a:pt x="684089" y="92808"/>
                  <a:pt x="376847" y="185616"/>
                  <a:pt x="211747" y="416170"/>
                </a:cubicBezTo>
                <a:cubicBezTo>
                  <a:pt x="46647" y="646724"/>
                  <a:pt x="-7084" y="1056054"/>
                  <a:pt x="731" y="1383323"/>
                </a:cubicBezTo>
                <a:cubicBezTo>
                  <a:pt x="8546" y="1710592"/>
                  <a:pt x="77908" y="2159977"/>
                  <a:pt x="258639" y="2379785"/>
                </a:cubicBezTo>
                <a:cubicBezTo>
                  <a:pt x="439370" y="2599593"/>
                  <a:pt x="762243" y="2650881"/>
                  <a:pt x="1085116" y="270217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9" name="AutoShape 40">
            <a:extLst>
              <a:ext uri="{FF2B5EF4-FFF2-40B4-BE49-F238E27FC236}">
                <a16:creationId xmlns:a16="http://schemas.microsoft.com/office/drawing/2014/main" id="{9DBB4DB5-CF50-5BBB-4E50-323293D99F4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28436" y="1147819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200" dirty="0">
                <a:solidFill>
                  <a:prstClr val="black"/>
                </a:solidFill>
              </a:rPr>
              <a:t>O</a:t>
            </a: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60861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Verbinder: gewinkelt 126">
            <a:extLst>
              <a:ext uri="{FF2B5EF4-FFF2-40B4-BE49-F238E27FC236}">
                <a16:creationId xmlns:a16="http://schemas.microsoft.com/office/drawing/2014/main" id="{9B3BB713-CDC6-34C4-338E-34D340C080EC}"/>
              </a:ext>
            </a:extLst>
          </p:cNvPr>
          <p:cNvCxnSpPr>
            <a:cxnSpLocks/>
            <a:stCxn id="189" idx="3"/>
            <a:endCxn id="231" idx="1"/>
          </p:cNvCxnSpPr>
          <p:nvPr/>
        </p:nvCxnSpPr>
        <p:spPr>
          <a:xfrm>
            <a:off x="4336146" y="2846774"/>
            <a:ext cx="759201" cy="1282786"/>
          </a:xfrm>
          <a:prstGeom prst="bentConnector3">
            <a:avLst>
              <a:gd name="adj1" fmla="val 6472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5" name="Rechteck 304">
            <a:extLst>
              <a:ext uri="{FF2B5EF4-FFF2-40B4-BE49-F238E27FC236}">
                <a16:creationId xmlns:a16="http://schemas.microsoft.com/office/drawing/2014/main" id="{B121B567-3942-9004-3D40-41BBA67F92D6}"/>
              </a:ext>
            </a:extLst>
          </p:cNvPr>
          <p:cNvSpPr/>
          <p:nvPr/>
        </p:nvSpPr>
        <p:spPr bwMode="auto">
          <a:xfrm rot="5400000">
            <a:off x="4802484" y="3709728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224" name="Textfeld 169">
            <a:extLst>
              <a:ext uri="{FF2B5EF4-FFF2-40B4-BE49-F238E27FC236}">
                <a16:creationId xmlns:a16="http://schemas.microsoft.com/office/drawing/2014/main" id="{FBE7F8F2-3CDB-F794-90D3-C3115C22EF53}"/>
              </a:ext>
            </a:extLst>
          </p:cNvPr>
          <p:cNvSpPr txBox="1"/>
          <p:nvPr/>
        </p:nvSpPr>
        <p:spPr>
          <a:xfrm>
            <a:off x="3504757" y="345909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</a:t>
            </a:r>
          </a:p>
        </p:txBody>
      </p:sp>
      <p:sp>
        <p:nvSpPr>
          <p:cNvPr id="225" name="Textfeld 169">
            <a:extLst>
              <a:ext uri="{FF2B5EF4-FFF2-40B4-BE49-F238E27FC236}">
                <a16:creationId xmlns:a16="http://schemas.microsoft.com/office/drawing/2014/main" id="{BD408BDA-0891-B4A7-5E61-FF58BBA96045}"/>
              </a:ext>
            </a:extLst>
          </p:cNvPr>
          <p:cNvSpPr txBox="1"/>
          <p:nvPr/>
        </p:nvSpPr>
        <p:spPr>
          <a:xfrm>
            <a:off x="2358231" y="3004464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66F73B-7FFD-AA6B-520B-D7CE6896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Channels</a:t>
            </a:r>
          </a:p>
        </p:txBody>
      </p:sp>
      <p:sp>
        <p:nvSpPr>
          <p:cNvPr id="52" name="AutoShape 50">
            <a:extLst>
              <a:ext uri="{FF2B5EF4-FFF2-40B4-BE49-F238E27FC236}">
                <a16:creationId xmlns:a16="http://schemas.microsoft.com/office/drawing/2014/main" id="{2689F7A2-0FDA-A390-6393-280C7A521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5" y="1454863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07" name="Verbinder: gewinkelt 126">
            <a:extLst>
              <a:ext uri="{FF2B5EF4-FFF2-40B4-BE49-F238E27FC236}">
                <a16:creationId xmlns:a16="http://schemas.microsoft.com/office/drawing/2014/main" id="{2B330A06-71BC-C704-DB37-9DBF68EE666D}"/>
              </a:ext>
            </a:extLst>
          </p:cNvPr>
          <p:cNvCxnSpPr>
            <a:cxnSpLocks/>
            <a:stCxn id="52" idx="2"/>
            <a:endCxn id="152" idx="1"/>
          </p:cNvCxnSpPr>
          <p:nvPr/>
        </p:nvCxnSpPr>
        <p:spPr>
          <a:xfrm rot="16200000" flipH="1">
            <a:off x="197238" y="1867690"/>
            <a:ext cx="512617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D5E0A6EF-69DC-4E33-D654-A4FF0EA65638}"/>
              </a:ext>
            </a:extLst>
          </p:cNvPr>
          <p:cNvGrpSpPr/>
          <p:nvPr/>
        </p:nvGrpSpPr>
        <p:grpSpPr>
          <a:xfrm>
            <a:off x="7844774" y="1041524"/>
            <a:ext cx="4245198" cy="1942009"/>
            <a:chOff x="7780197" y="3118762"/>
            <a:chExt cx="4245198" cy="1942009"/>
          </a:xfrm>
        </p:grpSpPr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E35D8789-056C-0CCF-15AC-A784F9DB5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499" y="3118762"/>
              <a:ext cx="4029362" cy="1942009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lvl="0"/>
              <a:r>
                <a:rPr lang="en-US" sz="1600" dirty="0">
                  <a:solidFill>
                    <a:srgbClr val="000000"/>
                  </a:solidFill>
                </a:rPr>
                <a:t>F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0C1CDB0-A162-9852-4D54-89C73D316DBA}"/>
                </a:ext>
              </a:extLst>
            </p:cNvPr>
            <p:cNvGrpSpPr/>
            <p:nvPr/>
          </p:nvGrpSpPr>
          <p:grpSpPr>
            <a:xfrm>
              <a:off x="8815914" y="3367363"/>
              <a:ext cx="1071989" cy="919048"/>
              <a:chOff x="5433573" y="2209305"/>
              <a:chExt cx="1071989" cy="919048"/>
            </a:xfrm>
          </p:grpSpPr>
          <p:sp>
            <p:nvSpPr>
              <p:cNvPr id="5" name="Rectangle 27">
                <a:extLst>
                  <a:ext uri="{FF2B5EF4-FFF2-40B4-BE49-F238E27FC236}">
                    <a16:creationId xmlns:a16="http://schemas.microsoft.com/office/drawing/2014/main" id="{6C5577BA-1A28-656A-A16A-861C732AA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384" y="2209305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7" name="Rechteck 64">
                <a:extLst>
                  <a:ext uri="{FF2B5EF4-FFF2-40B4-BE49-F238E27FC236}">
                    <a16:creationId xmlns:a16="http://schemas.microsoft.com/office/drawing/2014/main" id="{7CAD9612-7189-9619-D770-AAC86C3B9F22}"/>
                  </a:ext>
                </a:extLst>
              </p:cNvPr>
              <p:cNvSpPr/>
              <p:nvPr/>
            </p:nvSpPr>
            <p:spPr>
              <a:xfrm>
                <a:off x="5433573" y="256082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9" name="Rechteck 66">
                <a:extLst>
                  <a:ext uri="{FF2B5EF4-FFF2-40B4-BE49-F238E27FC236}">
                    <a16:creationId xmlns:a16="http://schemas.microsoft.com/office/drawing/2014/main" id="{BD7D162F-1017-8255-B5C5-2C7520B9E36E}"/>
                  </a:ext>
                </a:extLst>
              </p:cNvPr>
              <p:cNvSpPr/>
              <p:nvPr/>
            </p:nvSpPr>
            <p:spPr>
              <a:xfrm>
                <a:off x="6289562" y="237747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12" name="Rechteck 71">
                <a:extLst>
                  <a:ext uri="{FF2B5EF4-FFF2-40B4-BE49-F238E27FC236}">
                    <a16:creationId xmlns:a16="http://schemas.microsoft.com/office/drawing/2014/main" id="{F36A44C2-EEC8-80F7-52A6-6B3D502238DD}"/>
                  </a:ext>
                </a:extLst>
              </p:cNvPr>
              <p:cNvSpPr/>
              <p:nvPr/>
            </p:nvSpPr>
            <p:spPr>
              <a:xfrm>
                <a:off x="6289562" y="2758461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cxnSp>
          <p:nvCxnSpPr>
            <p:cNvPr id="22" name="Gerade Verbindung mit Pfeil 63">
              <a:extLst>
                <a:ext uri="{FF2B5EF4-FFF2-40B4-BE49-F238E27FC236}">
                  <a16:creationId xmlns:a16="http://schemas.microsoft.com/office/drawing/2014/main" id="{D39678FC-62FB-4B8A-1960-511240C95AA6}"/>
                </a:ext>
              </a:extLst>
            </p:cNvPr>
            <p:cNvCxnSpPr>
              <a:cxnSpLocks/>
              <a:stCxn id="24" idx="3"/>
              <a:endCxn id="35" idx="1"/>
            </p:cNvCxnSpPr>
            <p:nvPr/>
          </p:nvCxnSpPr>
          <p:spPr>
            <a:xfrm>
              <a:off x="11612003" y="4484043"/>
              <a:ext cx="1973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AB752EF-A7E6-D54D-FE84-FA9FF3869AEC}"/>
                </a:ext>
              </a:extLst>
            </p:cNvPr>
            <p:cNvGrpSpPr/>
            <p:nvPr/>
          </p:nvGrpSpPr>
          <p:grpSpPr>
            <a:xfrm>
              <a:off x="10537587" y="4024519"/>
              <a:ext cx="1074416" cy="919048"/>
              <a:chOff x="7591431" y="2820281"/>
              <a:chExt cx="1074416" cy="919048"/>
            </a:xfrm>
          </p:grpSpPr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4560859C-94D1-C1A6-6D08-FFC5CEF4C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431" y="2820281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23" name="Rechteck 64">
                <a:extLst>
                  <a:ext uri="{FF2B5EF4-FFF2-40B4-BE49-F238E27FC236}">
                    <a16:creationId xmlns:a16="http://schemas.microsoft.com/office/drawing/2014/main" id="{AA6335BC-55C3-26BE-FCDB-EAE62E647F7B}"/>
                  </a:ext>
                </a:extLst>
              </p:cNvPr>
              <p:cNvSpPr/>
              <p:nvPr/>
            </p:nvSpPr>
            <p:spPr>
              <a:xfrm>
                <a:off x="7591431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24" name="Rechteck 66">
                <a:extLst>
                  <a:ext uri="{FF2B5EF4-FFF2-40B4-BE49-F238E27FC236}">
                    <a16:creationId xmlns:a16="http://schemas.microsoft.com/office/drawing/2014/main" id="{09FBF61C-7369-2045-13E3-CF481DE31A28}"/>
                  </a:ext>
                </a:extLst>
              </p:cNvPr>
              <p:cNvSpPr/>
              <p:nvPr/>
            </p:nvSpPr>
            <p:spPr>
              <a:xfrm>
                <a:off x="8449847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32" name="Rechteck 64">
              <a:extLst>
                <a:ext uri="{FF2B5EF4-FFF2-40B4-BE49-F238E27FC236}">
                  <a16:creationId xmlns:a16="http://schemas.microsoft.com/office/drawing/2014/main" id="{6C711B4E-B4DE-5C84-0EA9-5F579AAF9C44}"/>
                </a:ext>
              </a:extLst>
            </p:cNvPr>
            <p:cNvSpPr/>
            <p:nvPr/>
          </p:nvSpPr>
          <p:spPr>
            <a:xfrm>
              <a:off x="7780197" y="3818198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Rechteck 64">
              <a:extLst>
                <a:ext uri="{FF2B5EF4-FFF2-40B4-BE49-F238E27FC236}">
                  <a16:creationId xmlns:a16="http://schemas.microsoft.com/office/drawing/2014/main" id="{13C68ECD-C8EF-264A-CB42-325003CBEA80}"/>
                </a:ext>
              </a:extLst>
            </p:cNvPr>
            <p:cNvSpPr/>
            <p:nvPr/>
          </p:nvSpPr>
          <p:spPr>
            <a:xfrm>
              <a:off x="11809394" y="4376043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9403DEB-F64C-9D87-AC65-7D0152B9C313}"/>
                </a:ext>
              </a:extLst>
            </p:cNvPr>
            <p:cNvCxnSpPr>
              <a:stCxn id="32" idx="3"/>
              <a:endCxn id="7" idx="1"/>
            </p:cNvCxnSpPr>
            <p:nvPr/>
          </p:nvCxnSpPr>
          <p:spPr>
            <a:xfrm flipV="1">
              <a:off x="7996197" y="3826887"/>
              <a:ext cx="819717" cy="9931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7ECC7113-487B-52F5-BC32-DCC0BB80E283}"/>
                </a:ext>
              </a:extLst>
            </p:cNvPr>
            <p:cNvCxnSpPr>
              <a:cxnSpLocks/>
              <a:stCxn id="12" idx="3"/>
              <a:endCxn id="23" idx="1"/>
            </p:cNvCxnSpPr>
            <p:nvPr/>
          </p:nvCxnSpPr>
          <p:spPr>
            <a:xfrm>
              <a:off x="9887903" y="4024519"/>
              <a:ext cx="649684" cy="4595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hteck 64">
              <a:extLst>
                <a:ext uri="{FF2B5EF4-FFF2-40B4-BE49-F238E27FC236}">
                  <a16:creationId xmlns:a16="http://schemas.microsoft.com/office/drawing/2014/main" id="{9828DAB6-939D-31E6-2238-D96A2C4DFCD0}"/>
                </a:ext>
              </a:extLst>
            </p:cNvPr>
            <p:cNvSpPr/>
            <p:nvPr/>
          </p:nvSpPr>
          <p:spPr>
            <a:xfrm>
              <a:off x="11809395" y="3535537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60" name="Gerade Verbindung mit Pfeil 63">
              <a:extLst>
                <a:ext uri="{FF2B5EF4-FFF2-40B4-BE49-F238E27FC236}">
                  <a16:creationId xmlns:a16="http://schemas.microsoft.com/office/drawing/2014/main" id="{6EE080D8-F8C2-5F70-56F6-A1B3E3408AB7}"/>
                </a:ext>
              </a:extLst>
            </p:cNvPr>
            <p:cNvCxnSpPr>
              <a:cxnSpLocks/>
              <a:stCxn id="9" idx="3"/>
              <a:endCxn id="59" idx="1"/>
            </p:cNvCxnSpPr>
            <p:nvPr/>
          </p:nvCxnSpPr>
          <p:spPr>
            <a:xfrm>
              <a:off x="9887903" y="3643537"/>
              <a:ext cx="1921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8" name="AutoShape 40">
            <a:extLst>
              <a:ext uri="{FF2B5EF4-FFF2-40B4-BE49-F238E27FC236}">
                <a16:creationId xmlns:a16="http://schemas.microsoft.com/office/drawing/2014/main" id="{62AA2151-551F-78E9-2306-9F1DA2667EE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28094" y="1065918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OD</a:t>
            </a:r>
          </a:p>
        </p:txBody>
      </p:sp>
      <p:cxnSp>
        <p:nvCxnSpPr>
          <p:cNvPr id="159" name="Verbinder: gewinkelt 126">
            <a:extLst>
              <a:ext uri="{FF2B5EF4-FFF2-40B4-BE49-F238E27FC236}">
                <a16:creationId xmlns:a16="http://schemas.microsoft.com/office/drawing/2014/main" id="{030D9945-9019-551D-A4FE-41A4CEB027E5}"/>
              </a:ext>
            </a:extLst>
          </p:cNvPr>
          <p:cNvCxnSpPr>
            <a:cxnSpLocks/>
            <a:stCxn id="52" idx="2"/>
            <a:endCxn id="156" idx="1"/>
          </p:cNvCxnSpPr>
          <p:nvPr/>
        </p:nvCxnSpPr>
        <p:spPr>
          <a:xfrm rot="16200000" flipH="1">
            <a:off x="-969325" y="3034253"/>
            <a:ext cx="2845743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6" name="Verbinder: gewinkelt 126">
            <a:extLst>
              <a:ext uri="{FF2B5EF4-FFF2-40B4-BE49-F238E27FC236}">
                <a16:creationId xmlns:a16="http://schemas.microsoft.com/office/drawing/2014/main" id="{E2566A95-82D2-F965-D04D-290B087347F7}"/>
              </a:ext>
            </a:extLst>
          </p:cNvPr>
          <p:cNvCxnSpPr>
            <a:cxnSpLocks/>
            <a:stCxn id="132" idx="3"/>
            <a:endCxn id="173" idx="0"/>
          </p:cNvCxnSpPr>
          <p:nvPr/>
        </p:nvCxnSpPr>
        <p:spPr>
          <a:xfrm>
            <a:off x="1709379" y="1343164"/>
            <a:ext cx="1829047" cy="670353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3" name="Verbinder: gewinkelt 126">
            <a:extLst>
              <a:ext uri="{FF2B5EF4-FFF2-40B4-BE49-F238E27FC236}">
                <a16:creationId xmlns:a16="http://schemas.microsoft.com/office/drawing/2014/main" id="{4DF13B7E-4514-8D41-9DA8-0E4C0E478315}"/>
              </a:ext>
            </a:extLst>
          </p:cNvPr>
          <p:cNvCxnSpPr>
            <a:cxnSpLocks/>
            <a:stCxn id="152" idx="3"/>
            <a:endCxn id="182" idx="1"/>
          </p:cNvCxnSpPr>
          <p:nvPr/>
        </p:nvCxnSpPr>
        <p:spPr>
          <a:xfrm>
            <a:off x="2157577" y="2219892"/>
            <a:ext cx="576780" cy="52309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Verbinder: gewinkelt 126">
            <a:extLst>
              <a:ext uri="{FF2B5EF4-FFF2-40B4-BE49-F238E27FC236}">
                <a16:creationId xmlns:a16="http://schemas.microsoft.com/office/drawing/2014/main" id="{6947B75E-65FC-6B59-2E5E-5444ADBE4623}"/>
              </a:ext>
            </a:extLst>
          </p:cNvPr>
          <p:cNvCxnSpPr>
            <a:cxnSpLocks/>
            <a:stCxn id="145" idx="3"/>
            <a:endCxn id="185" idx="1"/>
          </p:cNvCxnSpPr>
          <p:nvPr/>
        </p:nvCxnSpPr>
        <p:spPr>
          <a:xfrm>
            <a:off x="2158093" y="2326557"/>
            <a:ext cx="576264" cy="939532"/>
          </a:xfrm>
          <a:prstGeom prst="bentConnector3">
            <a:avLst>
              <a:gd name="adj1" fmla="val 3214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2" name="Verbinder: gewinkelt 126">
            <a:extLst>
              <a:ext uri="{FF2B5EF4-FFF2-40B4-BE49-F238E27FC236}">
                <a16:creationId xmlns:a16="http://schemas.microsoft.com/office/drawing/2014/main" id="{CBAC3719-C914-7B30-F071-E2C362759D40}"/>
              </a:ext>
            </a:extLst>
          </p:cNvPr>
          <p:cNvCxnSpPr>
            <a:cxnSpLocks/>
            <a:stCxn id="138" idx="3"/>
            <a:endCxn id="199" idx="1"/>
          </p:cNvCxnSpPr>
          <p:nvPr/>
        </p:nvCxnSpPr>
        <p:spPr>
          <a:xfrm>
            <a:off x="2158872" y="4662543"/>
            <a:ext cx="575485" cy="40919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" name="AutoShape 40">
            <a:extLst>
              <a:ext uri="{FF2B5EF4-FFF2-40B4-BE49-F238E27FC236}">
                <a16:creationId xmlns:a16="http://schemas.microsoft.com/office/drawing/2014/main" id="{613EB7B1-7430-36AF-4E6F-3B631DF293A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65002" y="1100827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MA</a:t>
            </a:r>
          </a:p>
        </p:txBody>
      </p:sp>
      <p:grpSp>
        <p:nvGrpSpPr>
          <p:cNvPr id="11" name="Group 140">
            <a:extLst>
              <a:ext uri="{FF2B5EF4-FFF2-40B4-BE49-F238E27FC236}">
                <a16:creationId xmlns:a16="http://schemas.microsoft.com/office/drawing/2014/main" id="{30F46719-0869-216D-93CB-A6AC12BAD1D3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2013517"/>
            <a:ext cx="1608138" cy="412750"/>
            <a:chOff x="3381" y="2592"/>
            <a:chExt cx="1013" cy="260"/>
          </a:xfrm>
        </p:grpSpPr>
        <p:sp>
          <p:nvSpPr>
            <p:cNvPr id="13" name="Text Box 141">
              <a:extLst>
                <a:ext uri="{FF2B5EF4-FFF2-40B4-BE49-F238E27FC236}">
                  <a16:creationId xmlns:a16="http://schemas.microsoft.com/office/drawing/2014/main" id="{71909902-00E5-B8BB-8C30-F391C162C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616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diesel:Type</a:t>
              </a:r>
            </a:p>
          </p:txBody>
        </p:sp>
        <p:sp>
          <p:nvSpPr>
            <p:cNvPr id="14" name="Rectangle 142">
              <a:extLst>
                <a:ext uri="{FF2B5EF4-FFF2-40B4-BE49-F238E27FC236}">
                  <a16:creationId xmlns:a16="http://schemas.microsoft.com/office/drawing/2014/main" id="{49935D48-C897-1EEC-0787-020268F51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sp>
        <p:nvSpPr>
          <p:cNvPr id="16" name="Textfeld 44">
            <a:extLst>
              <a:ext uri="{FF2B5EF4-FFF2-40B4-BE49-F238E27FC236}">
                <a16:creationId xmlns:a16="http://schemas.microsoft.com/office/drawing/2014/main" id="{A528B237-6005-6A10-C164-A5EE806104D5}"/>
              </a:ext>
            </a:extLst>
          </p:cNvPr>
          <p:cNvSpPr txBox="1"/>
          <p:nvPr/>
        </p:nvSpPr>
        <p:spPr>
          <a:xfrm>
            <a:off x="10602164" y="3010025"/>
            <a:ext cx="1379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Acceleration</a:t>
            </a:r>
          </a:p>
        </p:txBody>
      </p:sp>
      <p:sp>
        <p:nvSpPr>
          <p:cNvPr id="17" name="Textfeld 44">
            <a:extLst>
              <a:ext uri="{FF2B5EF4-FFF2-40B4-BE49-F238E27FC236}">
                <a16:creationId xmlns:a16="http://schemas.microsoft.com/office/drawing/2014/main" id="{6A28862B-ACF8-2857-881E-13AB96E76909}"/>
              </a:ext>
            </a:extLst>
          </p:cNvPr>
          <p:cNvSpPr txBox="1"/>
          <p:nvPr/>
        </p:nvSpPr>
        <p:spPr>
          <a:xfrm>
            <a:off x="8116092" y="1249095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Diesel</a:t>
            </a:r>
          </a:p>
        </p:txBody>
      </p:sp>
      <p:sp>
        <p:nvSpPr>
          <p:cNvPr id="18" name="Textfeld 44">
            <a:extLst>
              <a:ext uri="{FF2B5EF4-FFF2-40B4-BE49-F238E27FC236}">
                <a16:creationId xmlns:a16="http://schemas.microsoft.com/office/drawing/2014/main" id="{5BBCA4C7-F3BD-F883-8F54-7E45D9884471}"/>
              </a:ext>
            </a:extLst>
          </p:cNvPr>
          <p:cNvSpPr txBox="1"/>
          <p:nvPr/>
        </p:nvSpPr>
        <p:spPr>
          <a:xfrm>
            <a:off x="9483324" y="2504504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Float</a:t>
            </a:r>
          </a:p>
        </p:txBody>
      </p:sp>
      <p:sp>
        <p:nvSpPr>
          <p:cNvPr id="19" name="Textfeld 44">
            <a:extLst>
              <a:ext uri="{FF2B5EF4-FFF2-40B4-BE49-F238E27FC236}">
                <a16:creationId xmlns:a16="http://schemas.microsoft.com/office/drawing/2014/main" id="{CC8DECB8-3E7F-8AB8-9596-BDBDB73CAF75}"/>
              </a:ext>
            </a:extLst>
          </p:cNvPr>
          <p:cNvSpPr txBox="1"/>
          <p:nvPr/>
        </p:nvSpPr>
        <p:spPr>
          <a:xfrm>
            <a:off x="10472583" y="1139997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Float</a:t>
            </a: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AC91D182-D705-2398-CB97-7ACF6725003F}"/>
              </a:ext>
            </a:extLst>
          </p:cNvPr>
          <p:cNvSpPr/>
          <p:nvPr/>
        </p:nvSpPr>
        <p:spPr bwMode="auto">
          <a:xfrm>
            <a:off x="8100060" y="1554480"/>
            <a:ext cx="198120" cy="228600"/>
          </a:xfrm>
          <a:custGeom>
            <a:avLst/>
            <a:gdLst>
              <a:gd name="connsiteX0" fmla="*/ 198120 w 198120"/>
              <a:gd name="connsiteY0" fmla="*/ 0 h 228600"/>
              <a:gd name="connsiteX1" fmla="*/ 144780 w 198120"/>
              <a:gd name="connsiteY1" fmla="*/ 121920 h 228600"/>
              <a:gd name="connsiteX2" fmla="*/ 0 w 19812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28600">
                <a:moveTo>
                  <a:pt x="198120" y="0"/>
                </a:moveTo>
                <a:cubicBezTo>
                  <a:pt x="187960" y="41910"/>
                  <a:pt x="177800" y="83820"/>
                  <a:pt x="144780" y="121920"/>
                </a:cubicBezTo>
                <a:cubicBezTo>
                  <a:pt x="111760" y="160020"/>
                  <a:pt x="55880" y="194310"/>
                  <a:pt x="0" y="2286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7BE0ECD7-9DEE-CF8A-E096-7A24D1AAB12C}"/>
              </a:ext>
            </a:extLst>
          </p:cNvPr>
          <p:cNvSpPr/>
          <p:nvPr/>
        </p:nvSpPr>
        <p:spPr bwMode="auto">
          <a:xfrm>
            <a:off x="8587740" y="1539240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FDF91A8C-7E54-4456-9113-DB007F7DEA1C}"/>
              </a:ext>
            </a:extLst>
          </p:cNvPr>
          <p:cNvSpPr/>
          <p:nvPr/>
        </p:nvSpPr>
        <p:spPr bwMode="auto">
          <a:xfrm>
            <a:off x="9974580" y="1363980"/>
            <a:ext cx="541020" cy="114300"/>
          </a:xfrm>
          <a:custGeom>
            <a:avLst/>
            <a:gdLst>
              <a:gd name="connsiteX0" fmla="*/ 541020 w 541020"/>
              <a:gd name="connsiteY0" fmla="*/ 0 h 114300"/>
              <a:gd name="connsiteX1" fmla="*/ 236220 w 541020"/>
              <a:gd name="connsiteY1" fmla="*/ 22860 h 114300"/>
              <a:gd name="connsiteX2" fmla="*/ 0 w 54102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020" h="114300">
                <a:moveTo>
                  <a:pt x="541020" y="0"/>
                </a:moveTo>
                <a:cubicBezTo>
                  <a:pt x="433705" y="1905"/>
                  <a:pt x="326390" y="3810"/>
                  <a:pt x="236220" y="22860"/>
                </a:cubicBezTo>
                <a:cubicBezTo>
                  <a:pt x="146050" y="41910"/>
                  <a:pt x="73025" y="78105"/>
                  <a:pt x="0" y="1143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0744F670-239B-4317-A1BA-871A080B0B4A}"/>
              </a:ext>
            </a:extLst>
          </p:cNvPr>
          <p:cNvSpPr/>
          <p:nvPr/>
        </p:nvSpPr>
        <p:spPr bwMode="auto">
          <a:xfrm>
            <a:off x="11056620" y="1325880"/>
            <a:ext cx="815340" cy="129540"/>
          </a:xfrm>
          <a:custGeom>
            <a:avLst/>
            <a:gdLst>
              <a:gd name="connsiteX0" fmla="*/ 0 w 815340"/>
              <a:gd name="connsiteY0" fmla="*/ 0 h 129540"/>
              <a:gd name="connsiteX1" fmla="*/ 533400 w 815340"/>
              <a:gd name="connsiteY1" fmla="*/ 38100 h 129540"/>
              <a:gd name="connsiteX2" fmla="*/ 815340 w 815340"/>
              <a:gd name="connsiteY2" fmla="*/ 129540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5340" h="129540">
                <a:moveTo>
                  <a:pt x="0" y="0"/>
                </a:moveTo>
                <a:cubicBezTo>
                  <a:pt x="198755" y="8255"/>
                  <a:pt x="397510" y="16510"/>
                  <a:pt x="533400" y="38100"/>
                </a:cubicBezTo>
                <a:cubicBezTo>
                  <a:pt x="669290" y="59690"/>
                  <a:pt x="742315" y="94615"/>
                  <a:pt x="815340" y="12954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94A6E433-0ACF-1CA4-86C4-23B4B8F58029}"/>
              </a:ext>
            </a:extLst>
          </p:cNvPr>
          <p:cNvSpPr/>
          <p:nvPr/>
        </p:nvSpPr>
        <p:spPr bwMode="auto">
          <a:xfrm>
            <a:off x="9875520" y="2049780"/>
            <a:ext cx="215116" cy="533400"/>
          </a:xfrm>
          <a:custGeom>
            <a:avLst/>
            <a:gdLst>
              <a:gd name="connsiteX0" fmla="*/ 0 w 215116"/>
              <a:gd name="connsiteY0" fmla="*/ 533400 h 533400"/>
              <a:gd name="connsiteX1" fmla="*/ 213360 w 215116"/>
              <a:gd name="connsiteY1" fmla="*/ 297180 h 533400"/>
              <a:gd name="connsiteX2" fmla="*/ 83820 w 215116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116" h="533400">
                <a:moveTo>
                  <a:pt x="0" y="533400"/>
                </a:moveTo>
                <a:cubicBezTo>
                  <a:pt x="99695" y="459740"/>
                  <a:pt x="199390" y="386080"/>
                  <a:pt x="213360" y="297180"/>
                </a:cubicBezTo>
                <a:cubicBezTo>
                  <a:pt x="227330" y="208280"/>
                  <a:pt x="155575" y="104140"/>
                  <a:pt x="8382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2C6D928F-AFBC-277E-E31B-70DC50179272}"/>
              </a:ext>
            </a:extLst>
          </p:cNvPr>
          <p:cNvSpPr/>
          <p:nvPr/>
        </p:nvSpPr>
        <p:spPr bwMode="auto">
          <a:xfrm>
            <a:off x="10096500" y="2545080"/>
            <a:ext cx="518160" cy="144780"/>
          </a:xfrm>
          <a:custGeom>
            <a:avLst/>
            <a:gdLst>
              <a:gd name="connsiteX0" fmla="*/ 0 w 518160"/>
              <a:gd name="connsiteY0" fmla="*/ 144780 h 144780"/>
              <a:gd name="connsiteX1" fmla="*/ 396240 w 518160"/>
              <a:gd name="connsiteY1" fmla="*/ 106680 h 144780"/>
              <a:gd name="connsiteX2" fmla="*/ 518160 w 518160"/>
              <a:gd name="connsiteY2" fmla="*/ 0 h 14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" h="144780">
                <a:moveTo>
                  <a:pt x="0" y="144780"/>
                </a:moveTo>
                <a:cubicBezTo>
                  <a:pt x="154940" y="137795"/>
                  <a:pt x="309880" y="130810"/>
                  <a:pt x="396240" y="106680"/>
                </a:cubicBezTo>
                <a:cubicBezTo>
                  <a:pt x="482600" y="82550"/>
                  <a:pt x="500380" y="41275"/>
                  <a:pt x="5181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02F10A9B-800D-1858-FBE6-FE560D65E860}"/>
              </a:ext>
            </a:extLst>
          </p:cNvPr>
          <p:cNvSpPr/>
          <p:nvPr/>
        </p:nvSpPr>
        <p:spPr bwMode="auto">
          <a:xfrm>
            <a:off x="11673840" y="2529840"/>
            <a:ext cx="70606" cy="548640"/>
          </a:xfrm>
          <a:custGeom>
            <a:avLst/>
            <a:gdLst>
              <a:gd name="connsiteX0" fmla="*/ 45720 w 70606"/>
              <a:gd name="connsiteY0" fmla="*/ 548640 h 548640"/>
              <a:gd name="connsiteX1" fmla="*/ 68580 w 70606"/>
              <a:gd name="connsiteY1" fmla="*/ 144780 h 548640"/>
              <a:gd name="connsiteX2" fmla="*/ 0 w 70606"/>
              <a:gd name="connsiteY2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606" h="548640">
                <a:moveTo>
                  <a:pt x="45720" y="548640"/>
                </a:moveTo>
                <a:cubicBezTo>
                  <a:pt x="60960" y="392430"/>
                  <a:pt x="76200" y="236220"/>
                  <a:pt x="68580" y="144780"/>
                </a:cubicBezTo>
                <a:cubicBezTo>
                  <a:pt x="60960" y="53340"/>
                  <a:pt x="30480" y="26670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FAD98A37-9C0D-3C88-BF02-A20E1C1DEB42}"/>
              </a:ext>
            </a:extLst>
          </p:cNvPr>
          <p:cNvSpPr/>
          <p:nvPr/>
        </p:nvSpPr>
        <p:spPr bwMode="auto">
          <a:xfrm>
            <a:off x="11826240" y="2522220"/>
            <a:ext cx="106680" cy="563880"/>
          </a:xfrm>
          <a:custGeom>
            <a:avLst/>
            <a:gdLst>
              <a:gd name="connsiteX0" fmla="*/ 0 w 106680"/>
              <a:gd name="connsiteY0" fmla="*/ 563880 h 563880"/>
              <a:gd name="connsiteX1" fmla="*/ 83820 w 106680"/>
              <a:gd name="connsiteY1" fmla="*/ 205740 h 563880"/>
              <a:gd name="connsiteX2" fmla="*/ 106680 w 106680"/>
              <a:gd name="connsiteY2" fmla="*/ 0 h 56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680" h="563880">
                <a:moveTo>
                  <a:pt x="0" y="563880"/>
                </a:moveTo>
                <a:cubicBezTo>
                  <a:pt x="33020" y="431800"/>
                  <a:pt x="66040" y="299720"/>
                  <a:pt x="83820" y="205740"/>
                </a:cubicBezTo>
                <a:cubicBezTo>
                  <a:pt x="101600" y="111760"/>
                  <a:pt x="104140" y="55880"/>
                  <a:pt x="10668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140">
            <a:extLst>
              <a:ext uri="{FF2B5EF4-FFF2-40B4-BE49-F238E27FC236}">
                <a16:creationId xmlns:a16="http://schemas.microsoft.com/office/drawing/2014/main" id="{42FBC61F-90A4-809F-B9B3-A12B3970DB7B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4545325"/>
            <a:ext cx="1608138" cy="412750"/>
            <a:chOff x="3381" y="2592"/>
            <a:chExt cx="1013" cy="260"/>
          </a:xfrm>
        </p:grpSpPr>
        <p:sp>
          <p:nvSpPr>
            <p:cNvPr id="41" name="Text Box 141">
              <a:extLst>
                <a:ext uri="{FF2B5EF4-FFF2-40B4-BE49-F238E27FC236}">
                  <a16:creationId xmlns:a16="http://schemas.microsoft.com/office/drawing/2014/main" id="{988FC40F-5956-E8A9-0D32-C0A7A977A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9" y="2616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acc:Type</a:t>
              </a:r>
            </a:p>
          </p:txBody>
        </p:sp>
        <p:sp>
          <p:nvSpPr>
            <p:cNvPr id="42" name="Rectangle 142">
              <a:extLst>
                <a:ext uri="{FF2B5EF4-FFF2-40B4-BE49-F238E27FC236}">
                  <a16:creationId xmlns:a16="http://schemas.microsoft.com/office/drawing/2014/main" id="{8EE2197B-7E09-E980-2DE6-D1C3F732D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78" name="Group 140">
            <a:extLst>
              <a:ext uri="{FF2B5EF4-FFF2-40B4-BE49-F238E27FC236}">
                <a16:creationId xmlns:a16="http://schemas.microsoft.com/office/drawing/2014/main" id="{9B576DF5-7D86-AA11-0080-BA90DB39767D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1300168"/>
            <a:ext cx="1608138" cy="412750"/>
            <a:chOff x="3381" y="2592"/>
            <a:chExt cx="1013" cy="260"/>
          </a:xfrm>
        </p:grpSpPr>
        <p:sp>
          <p:nvSpPr>
            <p:cNvPr id="85" name="Text Box 141">
              <a:extLst>
                <a:ext uri="{FF2B5EF4-FFF2-40B4-BE49-F238E27FC236}">
                  <a16:creationId xmlns:a16="http://schemas.microsoft.com/office/drawing/2014/main" id="{3D1B46D2-744B-09F6-BB62-76FC9A78E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" y="2616"/>
              <a:ext cx="71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ab:Stream</a:t>
              </a:r>
            </a:p>
          </p:txBody>
        </p:sp>
        <p:sp>
          <p:nvSpPr>
            <p:cNvPr id="86" name="Rectangle 142">
              <a:extLst>
                <a:ext uri="{FF2B5EF4-FFF2-40B4-BE49-F238E27FC236}">
                  <a16:creationId xmlns:a16="http://schemas.microsoft.com/office/drawing/2014/main" id="{201AAF89-4F58-21C8-4D1C-66BFCFC68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88" name="Group 140">
            <a:extLst>
              <a:ext uri="{FF2B5EF4-FFF2-40B4-BE49-F238E27FC236}">
                <a16:creationId xmlns:a16="http://schemas.microsoft.com/office/drawing/2014/main" id="{50B82128-B2F7-B075-8A4C-C95C4CEBEB6B}"/>
              </a:ext>
            </a:extLst>
          </p:cNvPr>
          <p:cNvGrpSpPr>
            <a:grpSpLocks/>
          </p:cNvGrpSpPr>
          <p:nvPr/>
        </p:nvGrpSpPr>
        <p:grpSpPr bwMode="auto">
          <a:xfrm>
            <a:off x="549439" y="3521721"/>
            <a:ext cx="1608138" cy="412750"/>
            <a:chOff x="3381" y="2592"/>
            <a:chExt cx="1013" cy="260"/>
          </a:xfrm>
        </p:grpSpPr>
        <p:sp>
          <p:nvSpPr>
            <p:cNvPr id="95" name="Text Box 141">
              <a:extLst>
                <a:ext uri="{FF2B5EF4-FFF2-40B4-BE49-F238E27FC236}">
                  <a16:creationId xmlns:a16="http://schemas.microsoft.com/office/drawing/2014/main" id="{67A08043-01D8-CE78-D4EE-6C734A9EB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04" name="Rectangle 142">
              <a:extLst>
                <a:ext uri="{FF2B5EF4-FFF2-40B4-BE49-F238E27FC236}">
                  <a16:creationId xmlns:a16="http://schemas.microsoft.com/office/drawing/2014/main" id="{350E6068-0B2C-364A-FC59-074AF1E59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5" name="Group 140">
            <a:extLst>
              <a:ext uri="{FF2B5EF4-FFF2-40B4-BE49-F238E27FC236}">
                <a16:creationId xmlns:a16="http://schemas.microsoft.com/office/drawing/2014/main" id="{5426F574-C5EC-399F-1BB1-D3EA22544C5F}"/>
              </a:ext>
            </a:extLst>
          </p:cNvPr>
          <p:cNvGrpSpPr>
            <a:grpSpLocks/>
          </p:cNvGrpSpPr>
          <p:nvPr/>
        </p:nvGrpSpPr>
        <p:grpSpPr bwMode="auto">
          <a:xfrm>
            <a:off x="549439" y="2835371"/>
            <a:ext cx="1608138" cy="412750"/>
            <a:chOff x="3381" y="2592"/>
            <a:chExt cx="1013" cy="260"/>
          </a:xfrm>
        </p:grpSpPr>
        <p:sp>
          <p:nvSpPr>
            <p:cNvPr id="106" name="Text Box 141">
              <a:extLst>
                <a:ext uri="{FF2B5EF4-FFF2-40B4-BE49-F238E27FC236}">
                  <a16:creationId xmlns:a16="http://schemas.microsoft.com/office/drawing/2014/main" id="{F06B9CB9-CE3D-EC08-8F1F-D534F92C2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08" name="Rectangle 142">
              <a:extLst>
                <a:ext uri="{FF2B5EF4-FFF2-40B4-BE49-F238E27FC236}">
                  <a16:creationId xmlns:a16="http://schemas.microsoft.com/office/drawing/2014/main" id="{55E2C20F-E0C2-C967-1C85-5465ECFEA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" name="Group 140">
            <a:extLst>
              <a:ext uri="{FF2B5EF4-FFF2-40B4-BE49-F238E27FC236}">
                <a16:creationId xmlns:a16="http://schemas.microsoft.com/office/drawing/2014/main" id="{7F7E0B3D-3AEF-9A18-DD7B-6329E577AB6B}"/>
              </a:ext>
            </a:extLst>
          </p:cNvPr>
          <p:cNvGrpSpPr>
            <a:grpSpLocks/>
          </p:cNvGrpSpPr>
          <p:nvPr/>
        </p:nvGrpSpPr>
        <p:grpSpPr bwMode="auto">
          <a:xfrm>
            <a:off x="949871" y="1513725"/>
            <a:ext cx="1608138" cy="412750"/>
            <a:chOff x="3381" y="2592"/>
            <a:chExt cx="1013" cy="260"/>
          </a:xfrm>
        </p:grpSpPr>
        <p:sp>
          <p:nvSpPr>
            <p:cNvPr id="110" name="Text Box 141">
              <a:extLst>
                <a:ext uri="{FF2B5EF4-FFF2-40B4-BE49-F238E27FC236}">
                  <a16:creationId xmlns:a16="http://schemas.microsoft.com/office/drawing/2014/main" id="{D44B1439-C48A-C16D-AA39-09DE0718B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11" name="Rectangle 142">
              <a:extLst>
                <a:ext uri="{FF2B5EF4-FFF2-40B4-BE49-F238E27FC236}">
                  <a16:creationId xmlns:a16="http://schemas.microsoft.com/office/drawing/2014/main" id="{40E03B1D-5C20-3925-18F9-8B49C4F17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" name="AutoShape 50">
            <a:extLst>
              <a:ext uri="{FF2B5EF4-FFF2-40B4-BE49-F238E27FC236}">
                <a16:creationId xmlns:a16="http://schemas.microsoft.com/office/drawing/2014/main" id="{79557560-8DDB-52F3-B01C-D7D167F6D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371" y="2440237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3" name="AutoShape 50">
            <a:extLst>
              <a:ext uri="{FF2B5EF4-FFF2-40B4-BE49-F238E27FC236}">
                <a16:creationId xmlns:a16="http://schemas.microsoft.com/office/drawing/2014/main" id="{8525D9EE-F364-38BC-B2EA-04EE8EAC1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371" y="4081769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" name="AutoShape 50">
            <a:extLst>
              <a:ext uri="{FF2B5EF4-FFF2-40B4-BE49-F238E27FC236}">
                <a16:creationId xmlns:a16="http://schemas.microsoft.com/office/drawing/2014/main" id="{975D31BD-C6D4-9144-2659-384C39F3C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83" y="1454863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17" name="Verbinder: gewinkelt 126">
            <a:extLst>
              <a:ext uri="{FF2B5EF4-FFF2-40B4-BE49-F238E27FC236}">
                <a16:creationId xmlns:a16="http://schemas.microsoft.com/office/drawing/2014/main" id="{6013BC41-6BD4-1FCA-6B52-E1C1C4B8DAD8}"/>
              </a:ext>
            </a:extLst>
          </p:cNvPr>
          <p:cNvCxnSpPr>
            <a:cxnSpLocks/>
            <a:stCxn id="116" idx="2"/>
            <a:endCxn id="111" idx="1"/>
          </p:cNvCxnSpPr>
          <p:nvPr/>
        </p:nvCxnSpPr>
        <p:spPr>
          <a:xfrm rot="16200000" flipH="1">
            <a:off x="804684" y="1574912"/>
            <a:ext cx="12825" cy="277550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955D9AEC-52C5-BA09-C2E6-5711C806EFFA}"/>
              </a:ext>
            </a:extLst>
          </p:cNvPr>
          <p:cNvCxnSpPr>
            <a:cxnSpLocks/>
            <a:stCxn id="112" idx="2"/>
            <a:endCxn id="108" idx="0"/>
          </p:cNvCxnSpPr>
          <p:nvPr/>
        </p:nvCxnSpPr>
        <p:spPr>
          <a:xfrm flipH="1">
            <a:off x="1353508" y="2692649"/>
            <a:ext cx="1" cy="1427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7520DF90-E7C6-87EA-B505-0BB6C01AF8BE}"/>
              </a:ext>
            </a:extLst>
          </p:cNvPr>
          <p:cNvCxnSpPr>
            <a:cxnSpLocks/>
            <a:stCxn id="113" idx="0"/>
            <a:endCxn id="104" idx="2"/>
          </p:cNvCxnSpPr>
          <p:nvPr/>
        </p:nvCxnSpPr>
        <p:spPr>
          <a:xfrm flipH="1" flipV="1">
            <a:off x="1353508" y="3934471"/>
            <a:ext cx="1" cy="14729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C04F75F9-1830-9806-D3F2-8FE9AC003147}"/>
              </a:ext>
            </a:extLst>
          </p:cNvPr>
          <p:cNvGrpSpPr/>
          <p:nvPr/>
        </p:nvGrpSpPr>
        <p:grpSpPr>
          <a:xfrm>
            <a:off x="102028" y="1033904"/>
            <a:ext cx="1608138" cy="412750"/>
            <a:chOff x="477989" y="1048316"/>
            <a:chExt cx="1608138" cy="412750"/>
          </a:xfrm>
        </p:grpSpPr>
        <p:sp>
          <p:nvSpPr>
            <p:cNvPr id="6" name="Text Box 141">
              <a:extLst>
                <a:ext uri="{FF2B5EF4-FFF2-40B4-BE49-F238E27FC236}">
                  <a16:creationId xmlns:a16="http://schemas.microsoft.com/office/drawing/2014/main" id="{738BCFEA-E1EA-99C7-CDB4-D0E4EC123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002" y="1086416"/>
              <a:ext cx="1152525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F:Function</a:t>
              </a:r>
            </a:p>
          </p:txBody>
        </p:sp>
        <p:sp>
          <p:nvSpPr>
            <p:cNvPr id="8" name="Rectangle 142">
              <a:extLst>
                <a:ext uri="{FF2B5EF4-FFF2-40B4-BE49-F238E27FC236}">
                  <a16:creationId xmlns:a16="http://schemas.microsoft.com/office/drawing/2014/main" id="{E86FB0F4-6437-C074-10A9-8AFE1DBA6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989" y="1048316"/>
              <a:ext cx="1608138" cy="412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567D4C3C-4663-9A63-6C73-9B9105A6B3D8}"/>
                </a:ext>
              </a:extLst>
            </p:cNvPr>
            <p:cNvSpPr/>
            <p:nvPr/>
          </p:nvSpPr>
          <p:spPr bwMode="auto">
            <a:xfrm>
              <a:off x="1849120" y="108204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C7521A57-45D7-3E12-56EF-0F4FE0DBC2AB}"/>
                </a:ext>
              </a:extLst>
            </p:cNvPr>
            <p:cNvSpPr/>
            <p:nvPr/>
          </p:nvSpPr>
          <p:spPr bwMode="auto">
            <a:xfrm>
              <a:off x="1849120" y="129458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B427BB2F-B4C3-3D4F-F295-496B8FCB9BF0}"/>
              </a:ext>
            </a:extLst>
          </p:cNvPr>
          <p:cNvGrpSpPr/>
          <p:nvPr/>
        </p:nvGrpSpPr>
        <p:grpSpPr>
          <a:xfrm>
            <a:off x="549439" y="4346643"/>
            <a:ext cx="1609433" cy="412750"/>
            <a:chOff x="925400" y="4041015"/>
            <a:chExt cx="1609433" cy="412750"/>
          </a:xfrm>
        </p:grpSpPr>
        <p:grpSp>
          <p:nvGrpSpPr>
            <p:cNvPr id="154" name="Group 140">
              <a:extLst>
                <a:ext uri="{FF2B5EF4-FFF2-40B4-BE49-F238E27FC236}">
                  <a16:creationId xmlns:a16="http://schemas.microsoft.com/office/drawing/2014/main" id="{A40F5A39-ADB9-E917-65CE-8946DF27BA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400" y="4041015"/>
              <a:ext cx="1608138" cy="412750"/>
              <a:chOff x="3381" y="2592"/>
              <a:chExt cx="1013" cy="260"/>
            </a:xfrm>
          </p:grpSpPr>
          <p:sp>
            <p:nvSpPr>
              <p:cNvPr id="155" name="Text Box 141">
                <a:extLst>
                  <a:ext uri="{FF2B5EF4-FFF2-40B4-BE49-F238E27FC236}">
                    <a16:creationId xmlns:a16="http://schemas.microsoft.com/office/drawing/2014/main" id="{FA30B2D9-6A14-7763-3F18-FD9714B6A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616"/>
                <a:ext cx="7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H:Function</a:t>
                </a:r>
              </a:p>
            </p:txBody>
          </p:sp>
          <p:sp>
            <p:nvSpPr>
              <p:cNvPr id="156" name="Rectangle 142">
                <a:extLst>
                  <a:ext uri="{FF2B5EF4-FFF2-40B4-BE49-F238E27FC236}">
                    <a16:creationId xmlns:a16="http://schemas.microsoft.com/office/drawing/2014/main" id="{6E794CC0-2DBA-0CB3-57D7-CD48CE78F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ABE49EFC-81D8-D982-F78E-7A018A7AB266}"/>
                </a:ext>
              </a:extLst>
            </p:cNvPr>
            <p:cNvSpPr/>
            <p:nvPr/>
          </p:nvSpPr>
          <p:spPr bwMode="auto">
            <a:xfrm>
              <a:off x="2298613" y="4081379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D703DE3D-155E-9F5D-B5B7-3D60EB1E3CC3}"/>
                </a:ext>
              </a:extLst>
            </p:cNvPr>
            <p:cNvSpPr/>
            <p:nvPr/>
          </p:nvSpPr>
          <p:spPr bwMode="auto">
            <a:xfrm>
              <a:off x="2298613" y="429392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7672395A-D655-9F26-F25D-B2672DE864E6}"/>
              </a:ext>
            </a:extLst>
          </p:cNvPr>
          <p:cNvGrpSpPr/>
          <p:nvPr/>
        </p:nvGrpSpPr>
        <p:grpSpPr>
          <a:xfrm>
            <a:off x="549439" y="2013517"/>
            <a:ext cx="1608654" cy="412750"/>
            <a:chOff x="925400" y="2027929"/>
            <a:chExt cx="1608654" cy="412750"/>
          </a:xfrm>
        </p:grpSpPr>
        <p:grpSp>
          <p:nvGrpSpPr>
            <p:cNvPr id="150" name="Group 140">
              <a:extLst>
                <a:ext uri="{FF2B5EF4-FFF2-40B4-BE49-F238E27FC236}">
                  <a16:creationId xmlns:a16="http://schemas.microsoft.com/office/drawing/2014/main" id="{3CFE91B6-EA76-72C8-5749-831F67AA5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400" y="2027929"/>
              <a:ext cx="1608138" cy="412750"/>
              <a:chOff x="3381" y="2592"/>
              <a:chExt cx="1013" cy="260"/>
            </a:xfrm>
          </p:grpSpPr>
          <p:sp>
            <p:nvSpPr>
              <p:cNvPr id="151" name="Text Box 141">
                <a:extLst>
                  <a:ext uri="{FF2B5EF4-FFF2-40B4-BE49-F238E27FC236}">
                    <a16:creationId xmlns:a16="http://schemas.microsoft.com/office/drawing/2014/main" id="{41CBCD28-9704-B2C8-0EEA-357FD16FF4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616"/>
                <a:ext cx="7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G:Function</a:t>
                </a:r>
              </a:p>
            </p:txBody>
          </p:sp>
          <p:sp>
            <p:nvSpPr>
              <p:cNvPr id="152" name="Rectangle 142">
                <a:extLst>
                  <a:ext uri="{FF2B5EF4-FFF2-40B4-BE49-F238E27FC236}">
                    <a16:creationId xmlns:a16="http://schemas.microsoft.com/office/drawing/2014/main" id="{3DAD01A5-1056-AF5D-FF91-48E408E56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F7E17A83-0DDC-AC98-F18A-4D0CB306E2A1}"/>
                </a:ext>
              </a:extLst>
            </p:cNvPr>
            <p:cNvSpPr/>
            <p:nvPr/>
          </p:nvSpPr>
          <p:spPr bwMode="auto">
            <a:xfrm>
              <a:off x="2297834" y="2065433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AAE33E52-6855-0101-FC2A-09874165A4BA}"/>
                </a:ext>
              </a:extLst>
            </p:cNvPr>
            <p:cNvSpPr/>
            <p:nvPr/>
          </p:nvSpPr>
          <p:spPr bwMode="auto">
            <a:xfrm>
              <a:off x="2297834" y="2277974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</p:grpSp>
      <p:cxnSp>
        <p:nvCxnSpPr>
          <p:cNvPr id="153" name="Verbinder: gewinkelt 126">
            <a:extLst>
              <a:ext uri="{FF2B5EF4-FFF2-40B4-BE49-F238E27FC236}">
                <a16:creationId xmlns:a16="http://schemas.microsoft.com/office/drawing/2014/main" id="{6C2A50D7-148C-8857-75D2-DC8CA3468173}"/>
              </a:ext>
            </a:extLst>
          </p:cNvPr>
          <p:cNvCxnSpPr>
            <a:cxnSpLocks/>
            <a:stCxn id="144" idx="3"/>
            <a:endCxn id="173" idx="1"/>
          </p:cNvCxnSpPr>
          <p:nvPr/>
        </p:nvCxnSpPr>
        <p:spPr>
          <a:xfrm>
            <a:off x="2158093" y="2114016"/>
            <a:ext cx="576264" cy="105876"/>
          </a:xfrm>
          <a:prstGeom prst="bentConnector3">
            <a:avLst>
              <a:gd name="adj1" fmla="val 6652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65" name="Group 140">
            <a:extLst>
              <a:ext uri="{FF2B5EF4-FFF2-40B4-BE49-F238E27FC236}">
                <a16:creationId xmlns:a16="http://schemas.microsoft.com/office/drawing/2014/main" id="{E15C76AD-A297-F991-7C01-A0C71E88D14A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3059714"/>
            <a:ext cx="1608138" cy="412750"/>
            <a:chOff x="3381" y="2592"/>
            <a:chExt cx="1013" cy="260"/>
          </a:xfrm>
        </p:grpSpPr>
        <p:sp>
          <p:nvSpPr>
            <p:cNvPr id="166" name="Text Box 141">
              <a:extLst>
                <a:ext uri="{FF2B5EF4-FFF2-40B4-BE49-F238E27FC236}">
                  <a16:creationId xmlns:a16="http://schemas.microsoft.com/office/drawing/2014/main" id="{6EC36D36-21D0-11C5-8EF1-B7AB6AEF8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2616"/>
              <a:ext cx="70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cg:Stream</a:t>
              </a:r>
            </a:p>
          </p:txBody>
        </p:sp>
        <p:sp>
          <p:nvSpPr>
            <p:cNvPr id="167" name="Rectangle 142">
              <a:extLst>
                <a:ext uri="{FF2B5EF4-FFF2-40B4-BE49-F238E27FC236}">
                  <a16:creationId xmlns:a16="http://schemas.microsoft.com/office/drawing/2014/main" id="{3BFF7DE9-47D5-59FA-7F0A-2953C4158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169" name="Group 140">
            <a:extLst>
              <a:ext uri="{FF2B5EF4-FFF2-40B4-BE49-F238E27FC236}">
                <a16:creationId xmlns:a16="http://schemas.microsoft.com/office/drawing/2014/main" id="{75A64567-8CD5-3548-E28C-1F7EB0906069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5535299"/>
            <a:ext cx="1608138" cy="412750"/>
            <a:chOff x="3381" y="2592"/>
            <a:chExt cx="1013" cy="260"/>
          </a:xfrm>
        </p:grpSpPr>
        <p:sp>
          <p:nvSpPr>
            <p:cNvPr id="170" name="Text Box 141">
              <a:extLst>
                <a:ext uri="{FF2B5EF4-FFF2-40B4-BE49-F238E27FC236}">
                  <a16:creationId xmlns:a16="http://schemas.microsoft.com/office/drawing/2014/main" id="{68BC0225-279A-FFD3-7542-3B2FD70E2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5" y="2616"/>
              <a:ext cx="67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fh:Stream</a:t>
              </a:r>
            </a:p>
          </p:txBody>
        </p:sp>
        <p:sp>
          <p:nvSpPr>
            <p:cNvPr id="171" name="Rectangle 142">
              <a:extLst>
                <a:ext uri="{FF2B5EF4-FFF2-40B4-BE49-F238E27FC236}">
                  <a16:creationId xmlns:a16="http://schemas.microsoft.com/office/drawing/2014/main" id="{F1BD2686-9B38-18D6-FAD2-A59FB71B8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cxnSp>
        <p:nvCxnSpPr>
          <p:cNvPr id="175" name="Verbinder: gewinkelt 126">
            <a:extLst>
              <a:ext uri="{FF2B5EF4-FFF2-40B4-BE49-F238E27FC236}">
                <a16:creationId xmlns:a16="http://schemas.microsoft.com/office/drawing/2014/main" id="{0574FB78-AC88-D296-3832-F421D924F09A}"/>
              </a:ext>
            </a:extLst>
          </p:cNvPr>
          <p:cNvCxnSpPr>
            <a:cxnSpLocks/>
            <a:stCxn id="179" idx="3"/>
            <a:endCxn id="86" idx="1"/>
          </p:cNvCxnSpPr>
          <p:nvPr/>
        </p:nvCxnSpPr>
        <p:spPr>
          <a:xfrm flipV="1">
            <a:off x="4340827" y="1506543"/>
            <a:ext cx="754520" cy="610279"/>
          </a:xfrm>
          <a:prstGeom prst="bentConnector3">
            <a:avLst>
              <a:gd name="adj1" fmla="val 1364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77188EAB-7A0C-9CC3-18FD-85E475FC7F3B}"/>
              </a:ext>
            </a:extLst>
          </p:cNvPr>
          <p:cNvGrpSpPr/>
          <p:nvPr/>
        </p:nvGrpSpPr>
        <p:grpSpPr>
          <a:xfrm>
            <a:off x="2734357" y="2013517"/>
            <a:ext cx="1608138" cy="412750"/>
            <a:chOff x="3110318" y="2027929"/>
            <a:chExt cx="1608138" cy="412750"/>
          </a:xfrm>
        </p:grpSpPr>
        <p:grpSp>
          <p:nvGrpSpPr>
            <p:cNvPr id="168" name="Group 140">
              <a:extLst>
                <a:ext uri="{FF2B5EF4-FFF2-40B4-BE49-F238E27FC236}">
                  <a16:creationId xmlns:a16="http://schemas.microsoft.com/office/drawing/2014/main" id="{CD864ACF-4CD5-A5A5-A44D-B4998944F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2027929"/>
              <a:ext cx="1608138" cy="412750"/>
              <a:chOff x="3381" y="2592"/>
              <a:chExt cx="1013" cy="260"/>
            </a:xfrm>
          </p:grpSpPr>
          <p:sp>
            <p:nvSpPr>
              <p:cNvPr id="172" name="Text Box 141">
                <a:extLst>
                  <a:ext uri="{FF2B5EF4-FFF2-40B4-BE49-F238E27FC236}">
                    <a16:creationId xmlns:a16="http://schemas.microsoft.com/office/drawing/2014/main" id="{AFF1DC53-6A21-34BE-6CCE-8570B2523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6" y="2616"/>
                <a:ext cx="77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 err="1"/>
                  <a:t>ab:Channel</a:t>
                </a:r>
                <a:endParaRPr lang="en-US" altLang="de-DE" sz="1600" u="sng" dirty="0"/>
              </a:p>
            </p:txBody>
          </p:sp>
          <p:sp>
            <p:nvSpPr>
              <p:cNvPr id="173" name="Rectangle 142">
                <a:extLst>
                  <a:ext uri="{FF2B5EF4-FFF2-40B4-BE49-F238E27FC236}">
                    <a16:creationId xmlns:a16="http://schemas.microsoft.com/office/drawing/2014/main" id="{C77D4CE4-CCA1-8600-9891-73464E222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9" name="Rechteck 178">
              <a:extLst>
                <a:ext uri="{FF2B5EF4-FFF2-40B4-BE49-F238E27FC236}">
                  <a16:creationId xmlns:a16="http://schemas.microsoft.com/office/drawing/2014/main" id="{25EB1EB3-F1D2-3E21-7626-C77800D73D16}"/>
                </a:ext>
              </a:extLst>
            </p:cNvPr>
            <p:cNvSpPr/>
            <p:nvPr/>
          </p:nvSpPr>
          <p:spPr bwMode="auto">
            <a:xfrm>
              <a:off x="4480568" y="2068239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80" name="Rechteck 179">
              <a:extLst>
                <a:ext uri="{FF2B5EF4-FFF2-40B4-BE49-F238E27FC236}">
                  <a16:creationId xmlns:a16="http://schemas.microsoft.com/office/drawing/2014/main" id="{F16A9641-F661-D760-32B9-3D76DAED6406}"/>
                </a:ext>
              </a:extLst>
            </p:cNvPr>
            <p:cNvSpPr/>
            <p:nvPr/>
          </p:nvSpPr>
          <p:spPr bwMode="auto">
            <a:xfrm>
              <a:off x="4480568" y="228078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0AA37C3A-E3E2-ECFA-615C-5F078E4CDDB5}"/>
              </a:ext>
            </a:extLst>
          </p:cNvPr>
          <p:cNvGrpSpPr/>
          <p:nvPr/>
        </p:nvGrpSpPr>
        <p:grpSpPr>
          <a:xfrm>
            <a:off x="2734357" y="2536615"/>
            <a:ext cx="1608138" cy="412750"/>
            <a:chOff x="3110318" y="2551027"/>
            <a:chExt cx="1608138" cy="412750"/>
          </a:xfrm>
        </p:grpSpPr>
        <p:grpSp>
          <p:nvGrpSpPr>
            <p:cNvPr id="174" name="Group 140">
              <a:extLst>
                <a:ext uri="{FF2B5EF4-FFF2-40B4-BE49-F238E27FC236}">
                  <a16:creationId xmlns:a16="http://schemas.microsoft.com/office/drawing/2014/main" id="{26AE5296-5C6B-3310-C8D8-9EF17A31E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2551027"/>
              <a:ext cx="1608138" cy="412750"/>
              <a:chOff x="3381" y="2592"/>
              <a:chExt cx="1013" cy="260"/>
            </a:xfrm>
          </p:grpSpPr>
          <p:sp>
            <p:nvSpPr>
              <p:cNvPr id="181" name="Text Box 141">
                <a:extLst>
                  <a:ext uri="{FF2B5EF4-FFF2-40B4-BE49-F238E27FC236}">
                    <a16:creationId xmlns:a16="http://schemas.microsoft.com/office/drawing/2014/main" id="{71C43ACA-479A-DEA0-4EF3-95ED94F2E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0" y="2616"/>
                <a:ext cx="76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 err="1"/>
                  <a:t>cg:Channel</a:t>
                </a:r>
                <a:endParaRPr lang="en-US" altLang="de-DE" sz="1600" u="sng" dirty="0"/>
              </a:p>
            </p:txBody>
          </p:sp>
          <p:sp>
            <p:nvSpPr>
              <p:cNvPr id="182" name="Rectangle 142">
                <a:extLst>
                  <a:ext uri="{FF2B5EF4-FFF2-40B4-BE49-F238E27FC236}">
                    <a16:creationId xmlns:a16="http://schemas.microsoft.com/office/drawing/2014/main" id="{7034A55D-8997-D387-BC75-82E836B16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8" name="Rechteck 187">
              <a:extLst>
                <a:ext uri="{FF2B5EF4-FFF2-40B4-BE49-F238E27FC236}">
                  <a16:creationId xmlns:a16="http://schemas.microsoft.com/office/drawing/2014/main" id="{751A8AF0-6D88-8AA2-9557-6F2C06181FD2}"/>
                </a:ext>
              </a:extLst>
            </p:cNvPr>
            <p:cNvSpPr/>
            <p:nvPr/>
          </p:nvSpPr>
          <p:spPr bwMode="auto">
            <a:xfrm>
              <a:off x="4475887" y="258565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89" name="Rechteck 188">
              <a:extLst>
                <a:ext uri="{FF2B5EF4-FFF2-40B4-BE49-F238E27FC236}">
                  <a16:creationId xmlns:a16="http://schemas.microsoft.com/office/drawing/2014/main" id="{C529B839-E1E6-86F3-72B1-725D09F1F701}"/>
                </a:ext>
              </a:extLst>
            </p:cNvPr>
            <p:cNvSpPr/>
            <p:nvPr/>
          </p:nvSpPr>
          <p:spPr bwMode="auto">
            <a:xfrm>
              <a:off x="4475887" y="279819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1CC90ACB-1B73-467F-E36C-C4EEF5C2848B}"/>
              </a:ext>
            </a:extLst>
          </p:cNvPr>
          <p:cNvGrpSpPr/>
          <p:nvPr/>
        </p:nvGrpSpPr>
        <p:grpSpPr>
          <a:xfrm>
            <a:off x="2734357" y="3059714"/>
            <a:ext cx="1608138" cy="412750"/>
            <a:chOff x="3110318" y="3074126"/>
            <a:chExt cx="1608138" cy="412750"/>
          </a:xfrm>
        </p:grpSpPr>
        <p:grpSp>
          <p:nvGrpSpPr>
            <p:cNvPr id="183" name="Group 140">
              <a:extLst>
                <a:ext uri="{FF2B5EF4-FFF2-40B4-BE49-F238E27FC236}">
                  <a16:creationId xmlns:a16="http://schemas.microsoft.com/office/drawing/2014/main" id="{C115E254-536E-A317-DF7B-710460E17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3074126"/>
              <a:ext cx="1608138" cy="412750"/>
              <a:chOff x="3381" y="2592"/>
              <a:chExt cx="1013" cy="260"/>
            </a:xfrm>
          </p:grpSpPr>
          <p:sp>
            <p:nvSpPr>
              <p:cNvPr id="184" name="Text Box 141">
                <a:extLst>
                  <a:ext uri="{FF2B5EF4-FFF2-40B4-BE49-F238E27FC236}">
                    <a16:creationId xmlns:a16="http://schemas.microsoft.com/office/drawing/2014/main" id="{DFD8B7F5-574F-FB23-CA5D-AE94DECC2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6" y="2616"/>
                <a:ext cx="77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 err="1"/>
                  <a:t>de:Channel</a:t>
                </a:r>
                <a:endParaRPr lang="en-US" altLang="de-DE" sz="1600" u="sng" dirty="0"/>
              </a:p>
            </p:txBody>
          </p:sp>
          <p:sp>
            <p:nvSpPr>
              <p:cNvPr id="185" name="Rectangle 142">
                <a:extLst>
                  <a:ext uri="{FF2B5EF4-FFF2-40B4-BE49-F238E27FC236}">
                    <a16:creationId xmlns:a16="http://schemas.microsoft.com/office/drawing/2014/main" id="{8D5E6C46-23DE-384E-17FB-1D923563E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0" name="Rechteck 189">
              <a:extLst>
                <a:ext uri="{FF2B5EF4-FFF2-40B4-BE49-F238E27FC236}">
                  <a16:creationId xmlns:a16="http://schemas.microsoft.com/office/drawing/2014/main" id="{F0841523-3F5E-499F-4D5E-3D69DD08FD1E}"/>
                </a:ext>
              </a:extLst>
            </p:cNvPr>
            <p:cNvSpPr/>
            <p:nvPr/>
          </p:nvSpPr>
          <p:spPr bwMode="auto">
            <a:xfrm>
              <a:off x="4475887" y="311118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91" name="Rechteck 190">
              <a:extLst>
                <a:ext uri="{FF2B5EF4-FFF2-40B4-BE49-F238E27FC236}">
                  <a16:creationId xmlns:a16="http://schemas.microsoft.com/office/drawing/2014/main" id="{42B68009-12D3-D64E-592C-B50D3D0D208D}"/>
                </a:ext>
              </a:extLst>
            </p:cNvPr>
            <p:cNvSpPr/>
            <p:nvPr/>
          </p:nvSpPr>
          <p:spPr bwMode="auto">
            <a:xfrm>
              <a:off x="4475887" y="332372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1" name="Gruppieren 200">
            <a:extLst>
              <a:ext uri="{FF2B5EF4-FFF2-40B4-BE49-F238E27FC236}">
                <a16:creationId xmlns:a16="http://schemas.microsoft.com/office/drawing/2014/main" id="{D0D77F38-EFBB-532F-8DA5-337C6E48536F}"/>
              </a:ext>
            </a:extLst>
          </p:cNvPr>
          <p:cNvGrpSpPr/>
          <p:nvPr/>
        </p:nvGrpSpPr>
        <p:grpSpPr>
          <a:xfrm>
            <a:off x="2734357" y="4865365"/>
            <a:ext cx="1608774" cy="412750"/>
            <a:chOff x="3110318" y="4879777"/>
            <a:chExt cx="1608774" cy="412750"/>
          </a:xfrm>
        </p:grpSpPr>
        <p:grpSp>
          <p:nvGrpSpPr>
            <p:cNvPr id="197" name="Group 140">
              <a:extLst>
                <a:ext uri="{FF2B5EF4-FFF2-40B4-BE49-F238E27FC236}">
                  <a16:creationId xmlns:a16="http://schemas.microsoft.com/office/drawing/2014/main" id="{8704B5A7-D5CA-62E6-5B0E-D875B760F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4879777"/>
              <a:ext cx="1608138" cy="412750"/>
              <a:chOff x="3381" y="2592"/>
              <a:chExt cx="1013" cy="260"/>
            </a:xfrm>
          </p:grpSpPr>
          <p:sp>
            <p:nvSpPr>
              <p:cNvPr id="198" name="Text Box 141">
                <a:extLst>
                  <a:ext uri="{FF2B5EF4-FFF2-40B4-BE49-F238E27FC236}">
                    <a16:creationId xmlns:a16="http://schemas.microsoft.com/office/drawing/2014/main" id="{02B483D5-F446-1B25-1CB3-41687BB254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4" y="2616"/>
                <a:ext cx="740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 err="1"/>
                  <a:t>fh:Channel</a:t>
                </a:r>
                <a:endParaRPr lang="en-US" altLang="de-DE" sz="1600" u="sng" dirty="0"/>
              </a:p>
            </p:txBody>
          </p:sp>
          <p:sp>
            <p:nvSpPr>
              <p:cNvPr id="199" name="Rectangle 142">
                <a:extLst>
                  <a:ext uri="{FF2B5EF4-FFF2-40B4-BE49-F238E27FC236}">
                    <a16:creationId xmlns:a16="http://schemas.microsoft.com/office/drawing/2014/main" id="{8FFB8BC5-1BAC-B1ED-48B5-5E8D5296F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3EA62541-70E6-FBD3-A233-888ACC989D22}"/>
                </a:ext>
              </a:extLst>
            </p:cNvPr>
            <p:cNvSpPr/>
            <p:nvPr/>
          </p:nvSpPr>
          <p:spPr bwMode="auto">
            <a:xfrm>
              <a:off x="4482872" y="491574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93" name="Rechteck 192">
              <a:extLst>
                <a:ext uri="{FF2B5EF4-FFF2-40B4-BE49-F238E27FC236}">
                  <a16:creationId xmlns:a16="http://schemas.microsoft.com/office/drawing/2014/main" id="{5F7735DC-C626-ECCC-5A51-82D68265E528}"/>
                </a:ext>
              </a:extLst>
            </p:cNvPr>
            <p:cNvSpPr/>
            <p:nvPr/>
          </p:nvSpPr>
          <p:spPr bwMode="auto">
            <a:xfrm>
              <a:off x="4482872" y="512828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C64D4BA1-D8C3-944D-AF9F-EEDF889C3B05}"/>
              </a:ext>
            </a:extLst>
          </p:cNvPr>
          <p:cNvCxnSpPr>
            <a:cxnSpLocks/>
            <a:stCxn id="173" idx="3"/>
            <a:endCxn id="14" idx="1"/>
          </p:cNvCxnSpPr>
          <p:nvPr/>
        </p:nvCxnSpPr>
        <p:spPr>
          <a:xfrm>
            <a:off x="4342495" y="2219892"/>
            <a:ext cx="75285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7" name="Verbinder: gewinkelt 126">
            <a:extLst>
              <a:ext uri="{FF2B5EF4-FFF2-40B4-BE49-F238E27FC236}">
                <a16:creationId xmlns:a16="http://schemas.microsoft.com/office/drawing/2014/main" id="{CC2B0FC5-BB35-EB40-9441-B55DE829779D}"/>
              </a:ext>
            </a:extLst>
          </p:cNvPr>
          <p:cNvCxnSpPr>
            <a:cxnSpLocks/>
            <a:stCxn id="191" idx="3"/>
            <a:endCxn id="39" idx="1"/>
          </p:cNvCxnSpPr>
          <p:nvPr/>
        </p:nvCxnSpPr>
        <p:spPr>
          <a:xfrm>
            <a:off x="4336146" y="3372305"/>
            <a:ext cx="759201" cy="866433"/>
          </a:xfrm>
          <a:prstGeom prst="bentConnector3">
            <a:avLst>
              <a:gd name="adj1" fmla="val 1386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2" name="Verbinder: gewinkelt 126">
            <a:extLst>
              <a:ext uri="{FF2B5EF4-FFF2-40B4-BE49-F238E27FC236}">
                <a16:creationId xmlns:a16="http://schemas.microsoft.com/office/drawing/2014/main" id="{2EBB27BC-0809-D94D-C45A-9ABC2FD90021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4342495" y="4751700"/>
            <a:ext cx="752852" cy="187405"/>
          </a:xfrm>
          <a:prstGeom prst="bentConnector3">
            <a:avLst>
              <a:gd name="adj1" fmla="val 149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5" name="Verbinder: gewinkelt 126">
            <a:extLst>
              <a:ext uri="{FF2B5EF4-FFF2-40B4-BE49-F238E27FC236}">
                <a16:creationId xmlns:a16="http://schemas.microsoft.com/office/drawing/2014/main" id="{C6E4D753-952E-E8E7-0411-17C7954C6941}"/>
              </a:ext>
            </a:extLst>
          </p:cNvPr>
          <p:cNvCxnSpPr>
            <a:cxnSpLocks/>
            <a:stCxn id="193" idx="3"/>
            <a:endCxn id="171" idx="1"/>
          </p:cNvCxnSpPr>
          <p:nvPr/>
        </p:nvCxnSpPr>
        <p:spPr>
          <a:xfrm>
            <a:off x="4343131" y="5176865"/>
            <a:ext cx="752216" cy="564809"/>
          </a:xfrm>
          <a:prstGeom prst="bentConnector3">
            <a:avLst>
              <a:gd name="adj1" fmla="val 162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8" name="Verbinder: gewinkelt 126">
            <a:extLst>
              <a:ext uri="{FF2B5EF4-FFF2-40B4-BE49-F238E27FC236}">
                <a16:creationId xmlns:a16="http://schemas.microsoft.com/office/drawing/2014/main" id="{1DC08D05-3EA1-530C-7CC9-7BEF4842A334}"/>
              </a:ext>
            </a:extLst>
          </p:cNvPr>
          <p:cNvCxnSpPr>
            <a:cxnSpLocks/>
            <a:stCxn id="171" idx="3"/>
            <a:endCxn id="42" idx="3"/>
          </p:cNvCxnSpPr>
          <p:nvPr/>
        </p:nvCxnSpPr>
        <p:spPr>
          <a:xfrm flipV="1">
            <a:off x="6703485" y="4751700"/>
            <a:ext cx="12700" cy="989974"/>
          </a:xfrm>
          <a:prstGeom prst="bentConnector3">
            <a:avLst>
              <a:gd name="adj1" fmla="val 36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268" name="Group 140">
            <a:extLst>
              <a:ext uri="{FF2B5EF4-FFF2-40B4-BE49-F238E27FC236}">
                <a16:creationId xmlns:a16="http://schemas.microsoft.com/office/drawing/2014/main" id="{77D5ED0E-3797-06D4-537A-C460468BC181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3548434"/>
            <a:ext cx="1608138" cy="412750"/>
            <a:chOff x="3381" y="2592"/>
            <a:chExt cx="1013" cy="260"/>
          </a:xfrm>
        </p:grpSpPr>
        <p:sp>
          <p:nvSpPr>
            <p:cNvPr id="269" name="Text Box 141">
              <a:extLst>
                <a:ext uri="{FF2B5EF4-FFF2-40B4-BE49-F238E27FC236}">
                  <a16:creationId xmlns:a16="http://schemas.microsoft.com/office/drawing/2014/main" id="{D8135184-B1EF-BB61-92DA-C6E68B8CD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" y="2616"/>
              <a:ext cx="71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de:Stream</a:t>
              </a:r>
            </a:p>
          </p:txBody>
        </p:sp>
        <p:sp>
          <p:nvSpPr>
            <p:cNvPr id="270" name="Rectangle 142">
              <a:extLst>
                <a:ext uri="{FF2B5EF4-FFF2-40B4-BE49-F238E27FC236}">
                  <a16:creationId xmlns:a16="http://schemas.microsoft.com/office/drawing/2014/main" id="{9C851DF3-1890-669C-5D53-B298525C7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cxnSp>
        <p:nvCxnSpPr>
          <p:cNvPr id="272" name="Verbinder: gewinkelt 126">
            <a:extLst>
              <a:ext uri="{FF2B5EF4-FFF2-40B4-BE49-F238E27FC236}">
                <a16:creationId xmlns:a16="http://schemas.microsoft.com/office/drawing/2014/main" id="{FAD118F0-11A4-910D-C603-C97D0E067EC2}"/>
              </a:ext>
            </a:extLst>
          </p:cNvPr>
          <p:cNvCxnSpPr>
            <a:cxnSpLocks/>
            <a:stCxn id="182" idx="3"/>
            <a:endCxn id="167" idx="1"/>
          </p:cNvCxnSpPr>
          <p:nvPr/>
        </p:nvCxnSpPr>
        <p:spPr>
          <a:xfrm>
            <a:off x="4342495" y="2742990"/>
            <a:ext cx="752852" cy="523099"/>
          </a:xfrm>
          <a:prstGeom prst="bentConnector3">
            <a:avLst>
              <a:gd name="adj1" fmla="val 7294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5" name="Verbinder: gewinkelt 126">
            <a:extLst>
              <a:ext uri="{FF2B5EF4-FFF2-40B4-BE49-F238E27FC236}">
                <a16:creationId xmlns:a16="http://schemas.microsoft.com/office/drawing/2014/main" id="{096E876C-E96E-65E9-EC9A-206BD5AE2D3B}"/>
              </a:ext>
            </a:extLst>
          </p:cNvPr>
          <p:cNvCxnSpPr>
            <a:cxnSpLocks/>
            <a:stCxn id="185" idx="3"/>
            <a:endCxn id="270" idx="1"/>
          </p:cNvCxnSpPr>
          <p:nvPr/>
        </p:nvCxnSpPr>
        <p:spPr>
          <a:xfrm>
            <a:off x="4342495" y="3266089"/>
            <a:ext cx="752852" cy="488720"/>
          </a:xfrm>
          <a:prstGeom prst="bentConnector3">
            <a:avLst>
              <a:gd name="adj1" fmla="val 2166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280" name="Gruppieren 279">
            <a:extLst>
              <a:ext uri="{FF2B5EF4-FFF2-40B4-BE49-F238E27FC236}">
                <a16:creationId xmlns:a16="http://schemas.microsoft.com/office/drawing/2014/main" id="{B6985607-3D5F-A99E-C987-30805F8D432A}"/>
              </a:ext>
            </a:extLst>
          </p:cNvPr>
          <p:cNvGrpSpPr/>
          <p:nvPr/>
        </p:nvGrpSpPr>
        <p:grpSpPr>
          <a:xfrm>
            <a:off x="5095347" y="4032363"/>
            <a:ext cx="1608138" cy="412750"/>
            <a:chOff x="5471308" y="4046775"/>
            <a:chExt cx="1608138" cy="412750"/>
          </a:xfrm>
        </p:grpSpPr>
        <p:grpSp>
          <p:nvGrpSpPr>
            <p:cNvPr id="244" name="Gruppieren 243">
              <a:extLst>
                <a:ext uri="{FF2B5EF4-FFF2-40B4-BE49-F238E27FC236}">
                  <a16:creationId xmlns:a16="http://schemas.microsoft.com/office/drawing/2014/main" id="{7285ADCA-B4BC-12AF-3311-D33AFBC3C28D}"/>
                </a:ext>
              </a:extLst>
            </p:cNvPr>
            <p:cNvGrpSpPr/>
            <p:nvPr/>
          </p:nvGrpSpPr>
          <p:grpSpPr>
            <a:xfrm>
              <a:off x="5471308" y="4046775"/>
              <a:ext cx="1608138" cy="412750"/>
              <a:chOff x="5471308" y="3717591"/>
              <a:chExt cx="1608138" cy="412750"/>
            </a:xfrm>
          </p:grpSpPr>
          <p:grpSp>
            <p:nvGrpSpPr>
              <p:cNvPr id="36" name="Group 140">
                <a:extLst>
                  <a:ext uri="{FF2B5EF4-FFF2-40B4-BE49-F238E27FC236}">
                    <a16:creationId xmlns:a16="http://schemas.microsoft.com/office/drawing/2014/main" id="{A0858AE6-14AB-D271-E928-3B9CDE90CD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1308" y="3717591"/>
                <a:ext cx="1608138" cy="412750"/>
                <a:chOff x="3381" y="2592"/>
                <a:chExt cx="1013" cy="260"/>
              </a:xfrm>
            </p:grpSpPr>
            <p:sp>
              <p:nvSpPr>
                <p:cNvPr id="37" name="Text Box 141">
                  <a:extLst>
                    <a:ext uri="{FF2B5EF4-FFF2-40B4-BE49-F238E27FC236}">
                      <a16:creationId xmlns:a16="http://schemas.microsoft.com/office/drawing/2014/main" id="{32B97C8F-AF10-E82F-0235-1197AC813D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6" y="2616"/>
                  <a:ext cx="677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altLang="de-DE" sz="1600" u="sng" noProof="1"/>
                    <a:t>float:Type</a:t>
                  </a:r>
                </a:p>
              </p:txBody>
            </p:sp>
            <p:sp>
              <p:nvSpPr>
                <p:cNvPr id="39" name="Rectangle 142">
                  <a:extLst>
                    <a:ext uri="{FF2B5EF4-FFF2-40B4-BE49-F238E27FC236}">
                      <a16:creationId xmlns:a16="http://schemas.microsoft.com/office/drawing/2014/main" id="{44AA518A-7EAA-25DD-3B50-D97AD44FE8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1" y="2592"/>
                  <a:ext cx="1013" cy="26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noProof="1"/>
                </a:p>
              </p:txBody>
            </p:sp>
          </p:grpSp>
          <p:sp>
            <p:nvSpPr>
              <p:cNvPr id="231" name="Rechteck 230">
                <a:extLst>
                  <a:ext uri="{FF2B5EF4-FFF2-40B4-BE49-F238E27FC236}">
                    <a16:creationId xmlns:a16="http://schemas.microsoft.com/office/drawing/2014/main" id="{14760B5C-AEEC-E7B1-AAF3-55548731E975}"/>
                  </a:ext>
                </a:extLst>
              </p:cNvPr>
              <p:cNvSpPr/>
              <p:nvPr/>
            </p:nvSpPr>
            <p:spPr bwMode="auto">
              <a:xfrm>
                <a:off x="5471308" y="3751793"/>
                <a:ext cx="236220" cy="125990"/>
              </a:xfrm>
              <a:prstGeom prst="rect">
                <a:avLst/>
              </a:prstGeom>
              <a:noFill/>
              <a:ln w="9525">
                <a:noFill/>
                <a:round/>
                <a:headEnd type="none" w="sm" len="sm"/>
                <a:tailEnd type="arrow" w="med" len="med"/>
              </a:ln>
            </p:spPr>
            <p:txBody>
              <a:bodyPr wrap="none" rtlCol="0" anchor="ctr"/>
              <a:lstStyle/>
              <a:p>
                <a:pPr algn="l"/>
                <a:endParaRPr lang="en-US" noProof="1"/>
              </a:p>
            </p:txBody>
          </p:sp>
          <p:sp>
            <p:nvSpPr>
              <p:cNvPr id="232" name="Rechteck 231">
                <a:extLst>
                  <a:ext uri="{FF2B5EF4-FFF2-40B4-BE49-F238E27FC236}">
                    <a16:creationId xmlns:a16="http://schemas.microsoft.com/office/drawing/2014/main" id="{B0C4DCEA-5EC0-D7CF-928D-A4558A3B0168}"/>
                  </a:ext>
                </a:extLst>
              </p:cNvPr>
              <p:cNvSpPr/>
              <p:nvPr/>
            </p:nvSpPr>
            <p:spPr bwMode="auto">
              <a:xfrm>
                <a:off x="5471308" y="3964334"/>
                <a:ext cx="236220" cy="125990"/>
              </a:xfrm>
              <a:prstGeom prst="rect">
                <a:avLst/>
              </a:prstGeom>
              <a:noFill/>
              <a:ln w="9525">
                <a:noFill/>
                <a:round/>
                <a:headEnd type="none" w="sm" len="sm"/>
                <a:tailEnd type="arrow" w="med" len="med"/>
              </a:ln>
            </p:spPr>
            <p:txBody>
              <a:bodyPr wrap="none" rtlCol="0" anchor="ctr"/>
              <a:lstStyle/>
              <a:p>
                <a:pPr algn="l"/>
                <a:endParaRPr lang="en-US" noProof="1"/>
              </a:p>
            </p:txBody>
          </p:sp>
        </p:grpSp>
        <p:sp>
          <p:nvSpPr>
            <p:cNvPr id="278" name="Rechteck 277">
              <a:extLst>
                <a:ext uri="{FF2B5EF4-FFF2-40B4-BE49-F238E27FC236}">
                  <a16:creationId xmlns:a16="http://schemas.microsoft.com/office/drawing/2014/main" id="{48751B37-653C-532D-E597-2341BA99247B}"/>
                </a:ext>
              </a:extLst>
            </p:cNvPr>
            <p:cNvSpPr/>
            <p:nvPr/>
          </p:nvSpPr>
          <p:spPr bwMode="auto">
            <a:xfrm>
              <a:off x="6841990" y="408197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noProof="1"/>
            </a:p>
          </p:txBody>
        </p:sp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956ECA7D-935B-F24F-7BF4-CA813581378B}"/>
                </a:ext>
              </a:extLst>
            </p:cNvPr>
            <p:cNvSpPr/>
            <p:nvPr/>
          </p:nvSpPr>
          <p:spPr bwMode="auto">
            <a:xfrm>
              <a:off x="6841990" y="429451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noProof="1"/>
            </a:p>
          </p:txBody>
        </p:sp>
      </p:grpSp>
      <p:cxnSp>
        <p:nvCxnSpPr>
          <p:cNvPr id="282" name="Verbinder: gewinkelt 126">
            <a:extLst>
              <a:ext uri="{FF2B5EF4-FFF2-40B4-BE49-F238E27FC236}">
                <a16:creationId xmlns:a16="http://schemas.microsoft.com/office/drawing/2014/main" id="{97954924-5146-9277-2E84-35D1E747623F}"/>
              </a:ext>
            </a:extLst>
          </p:cNvPr>
          <p:cNvCxnSpPr>
            <a:cxnSpLocks/>
            <a:stCxn id="270" idx="3"/>
            <a:endCxn id="278" idx="3"/>
          </p:cNvCxnSpPr>
          <p:nvPr/>
        </p:nvCxnSpPr>
        <p:spPr>
          <a:xfrm flipH="1">
            <a:off x="6702249" y="3754809"/>
            <a:ext cx="1236" cy="375745"/>
          </a:xfrm>
          <a:prstGeom prst="bentConnector3">
            <a:avLst>
              <a:gd name="adj1" fmla="val -1849514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99" name="Rechteck 298">
            <a:extLst>
              <a:ext uri="{FF2B5EF4-FFF2-40B4-BE49-F238E27FC236}">
                <a16:creationId xmlns:a16="http://schemas.microsoft.com/office/drawing/2014/main" id="{FDDC1CE6-9E23-39E4-DC53-9F82DE9BAEB2}"/>
              </a:ext>
            </a:extLst>
          </p:cNvPr>
          <p:cNvSpPr/>
          <p:nvPr/>
        </p:nvSpPr>
        <p:spPr bwMode="auto">
          <a:xfrm>
            <a:off x="4537799" y="1459582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0" name="Rechteck 299">
            <a:extLst>
              <a:ext uri="{FF2B5EF4-FFF2-40B4-BE49-F238E27FC236}">
                <a16:creationId xmlns:a16="http://schemas.microsoft.com/office/drawing/2014/main" id="{BBFF39DD-D21C-3045-137E-B0293DBD1DAE}"/>
              </a:ext>
            </a:extLst>
          </p:cNvPr>
          <p:cNvSpPr/>
          <p:nvPr/>
        </p:nvSpPr>
        <p:spPr bwMode="auto">
          <a:xfrm>
            <a:off x="4667385" y="1459581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2" name="Rechteck 301">
            <a:extLst>
              <a:ext uri="{FF2B5EF4-FFF2-40B4-BE49-F238E27FC236}">
                <a16:creationId xmlns:a16="http://schemas.microsoft.com/office/drawing/2014/main" id="{D6DE8885-C32F-9CF4-D060-C8F504BF8F78}"/>
              </a:ext>
            </a:extLst>
          </p:cNvPr>
          <p:cNvSpPr/>
          <p:nvPr/>
        </p:nvSpPr>
        <p:spPr bwMode="auto">
          <a:xfrm>
            <a:off x="4535309" y="217619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3" name="Rechteck 302">
            <a:extLst>
              <a:ext uri="{FF2B5EF4-FFF2-40B4-BE49-F238E27FC236}">
                <a16:creationId xmlns:a16="http://schemas.microsoft.com/office/drawing/2014/main" id="{E6F6AA86-1FE9-1E5F-7AE7-A5DE20818D43}"/>
              </a:ext>
            </a:extLst>
          </p:cNvPr>
          <p:cNvSpPr/>
          <p:nvPr/>
        </p:nvSpPr>
        <p:spPr bwMode="auto">
          <a:xfrm>
            <a:off x="4664895" y="2176195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4" name="Rechteck 303">
            <a:extLst>
              <a:ext uri="{FF2B5EF4-FFF2-40B4-BE49-F238E27FC236}">
                <a16:creationId xmlns:a16="http://schemas.microsoft.com/office/drawing/2014/main" id="{5513AFFE-618F-4ED0-186D-25E3A3A7F5D4}"/>
              </a:ext>
            </a:extLst>
          </p:cNvPr>
          <p:cNvSpPr/>
          <p:nvPr/>
        </p:nvSpPr>
        <p:spPr bwMode="auto">
          <a:xfrm>
            <a:off x="4669088" y="3713539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6" name="Rechteck 305">
            <a:extLst>
              <a:ext uri="{FF2B5EF4-FFF2-40B4-BE49-F238E27FC236}">
                <a16:creationId xmlns:a16="http://schemas.microsoft.com/office/drawing/2014/main" id="{E1275849-D489-F5DF-9F20-720136D1BB19}"/>
              </a:ext>
            </a:extLst>
          </p:cNvPr>
          <p:cNvSpPr/>
          <p:nvPr/>
        </p:nvSpPr>
        <p:spPr bwMode="auto">
          <a:xfrm>
            <a:off x="4667923" y="4189520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B55A44AE-2E9C-EF84-41FB-A7117A873C4F}"/>
              </a:ext>
            </a:extLst>
          </p:cNvPr>
          <p:cNvSpPr/>
          <p:nvPr/>
        </p:nvSpPr>
        <p:spPr bwMode="auto">
          <a:xfrm>
            <a:off x="4668267" y="269530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9" name="Rechteck 308">
            <a:extLst>
              <a:ext uri="{FF2B5EF4-FFF2-40B4-BE49-F238E27FC236}">
                <a16:creationId xmlns:a16="http://schemas.microsoft.com/office/drawing/2014/main" id="{8CB59345-4529-F52D-B40A-A9E50A4D97CD}"/>
              </a:ext>
            </a:extLst>
          </p:cNvPr>
          <p:cNvSpPr/>
          <p:nvPr/>
        </p:nvSpPr>
        <p:spPr bwMode="auto">
          <a:xfrm>
            <a:off x="4666206" y="2803365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F0BD019D-9ECF-AD65-0CD3-C7B1D024C655}"/>
              </a:ext>
            </a:extLst>
          </p:cNvPr>
          <p:cNvSpPr/>
          <p:nvPr/>
        </p:nvSpPr>
        <p:spPr bwMode="auto">
          <a:xfrm>
            <a:off x="4664895" y="470465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15" name="Verbinder: gewinkelt 126">
            <a:extLst>
              <a:ext uri="{FF2B5EF4-FFF2-40B4-BE49-F238E27FC236}">
                <a16:creationId xmlns:a16="http://schemas.microsoft.com/office/drawing/2014/main" id="{0D3A3CA0-75FB-DE18-D56E-2F8B2EB6E061}"/>
              </a:ext>
            </a:extLst>
          </p:cNvPr>
          <p:cNvCxnSpPr>
            <a:cxnSpLocks/>
            <a:stCxn id="8" idx="3"/>
            <a:endCxn id="188" idx="3"/>
          </p:cNvCxnSpPr>
          <p:nvPr/>
        </p:nvCxnSpPr>
        <p:spPr>
          <a:xfrm>
            <a:off x="1710166" y="1240279"/>
            <a:ext cx="2625980" cy="1393954"/>
          </a:xfrm>
          <a:prstGeom prst="bentConnector3">
            <a:avLst>
              <a:gd name="adj1" fmla="val 1087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8" name="Verbinder: gewinkelt 126">
            <a:extLst>
              <a:ext uri="{FF2B5EF4-FFF2-40B4-BE49-F238E27FC236}">
                <a16:creationId xmlns:a16="http://schemas.microsoft.com/office/drawing/2014/main" id="{DF8A46C7-E817-DE8D-3FEC-D99BD0D11905}"/>
              </a:ext>
            </a:extLst>
          </p:cNvPr>
          <p:cNvCxnSpPr>
            <a:cxnSpLocks/>
            <a:stCxn id="131" idx="3"/>
            <a:endCxn id="199" idx="3"/>
          </p:cNvCxnSpPr>
          <p:nvPr/>
        </p:nvCxnSpPr>
        <p:spPr>
          <a:xfrm>
            <a:off x="1709379" y="1130623"/>
            <a:ext cx="2633116" cy="3941117"/>
          </a:xfrm>
          <a:prstGeom prst="bentConnector3">
            <a:avLst>
              <a:gd name="adj1" fmla="val 1133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17" name="Textfeld 44">
            <a:extLst>
              <a:ext uri="{FF2B5EF4-FFF2-40B4-BE49-F238E27FC236}">
                <a16:creationId xmlns:a16="http://schemas.microsoft.com/office/drawing/2014/main" id="{18E34259-C1E8-5019-8BE8-EE4A39521DC3}"/>
              </a:ext>
            </a:extLst>
          </p:cNvPr>
          <p:cNvSpPr txBox="1"/>
          <p:nvPr/>
        </p:nvSpPr>
        <p:spPr>
          <a:xfrm>
            <a:off x="5264045" y="1661567"/>
            <a:ext cx="1402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same type</a:t>
            </a:r>
          </a:p>
        </p:txBody>
      </p:sp>
      <p:sp>
        <p:nvSpPr>
          <p:cNvPr id="320" name="Freihandform: Form 319">
            <a:extLst>
              <a:ext uri="{FF2B5EF4-FFF2-40B4-BE49-F238E27FC236}">
                <a16:creationId xmlns:a16="http://schemas.microsoft.com/office/drawing/2014/main" id="{DE5590E7-D97A-5180-2BA9-7B89EE2F4CB3}"/>
              </a:ext>
            </a:extLst>
          </p:cNvPr>
          <p:cNvSpPr/>
          <p:nvPr/>
        </p:nvSpPr>
        <p:spPr bwMode="auto">
          <a:xfrm>
            <a:off x="4901184" y="1789851"/>
            <a:ext cx="402336" cy="410805"/>
          </a:xfrm>
          <a:custGeom>
            <a:avLst/>
            <a:gdLst>
              <a:gd name="connsiteX0" fmla="*/ 402336 w 402336"/>
              <a:gd name="connsiteY0" fmla="*/ 63333 h 410805"/>
              <a:gd name="connsiteX1" fmla="*/ 97536 w 402336"/>
              <a:gd name="connsiteY1" fmla="*/ 26757 h 410805"/>
              <a:gd name="connsiteX2" fmla="*/ 0 w 402336"/>
              <a:gd name="connsiteY2" fmla="*/ 410805 h 41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410805">
                <a:moveTo>
                  <a:pt x="402336" y="63333"/>
                </a:moveTo>
                <a:cubicBezTo>
                  <a:pt x="283464" y="16089"/>
                  <a:pt x="164592" y="-31155"/>
                  <a:pt x="97536" y="26757"/>
                </a:cubicBezTo>
                <a:cubicBezTo>
                  <a:pt x="30480" y="84669"/>
                  <a:pt x="15240" y="247737"/>
                  <a:pt x="0" y="410805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Freihandform: Form 320">
            <a:extLst>
              <a:ext uri="{FF2B5EF4-FFF2-40B4-BE49-F238E27FC236}">
                <a16:creationId xmlns:a16="http://schemas.microsoft.com/office/drawing/2014/main" id="{3415FE13-0269-EC2A-30FD-AEA4A37B40E0}"/>
              </a:ext>
            </a:extLst>
          </p:cNvPr>
          <p:cNvSpPr/>
          <p:nvPr/>
        </p:nvSpPr>
        <p:spPr bwMode="auto">
          <a:xfrm>
            <a:off x="6321552" y="1816363"/>
            <a:ext cx="591312" cy="67301"/>
          </a:xfrm>
          <a:custGeom>
            <a:avLst/>
            <a:gdLst>
              <a:gd name="connsiteX0" fmla="*/ 0 w 591312"/>
              <a:gd name="connsiteY0" fmla="*/ 49013 h 67301"/>
              <a:gd name="connsiteX1" fmla="*/ 243840 w 591312"/>
              <a:gd name="connsiteY1" fmla="*/ 245 h 67301"/>
              <a:gd name="connsiteX2" fmla="*/ 591312 w 591312"/>
              <a:gd name="connsiteY2" fmla="*/ 67301 h 6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312" h="67301">
                <a:moveTo>
                  <a:pt x="0" y="49013"/>
                </a:moveTo>
                <a:cubicBezTo>
                  <a:pt x="72644" y="23105"/>
                  <a:pt x="145288" y="-2803"/>
                  <a:pt x="243840" y="245"/>
                </a:cubicBezTo>
                <a:cubicBezTo>
                  <a:pt x="342392" y="3293"/>
                  <a:pt x="466852" y="35297"/>
                  <a:pt x="591312" y="67301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Textfeld 169">
            <a:extLst>
              <a:ext uri="{FF2B5EF4-FFF2-40B4-BE49-F238E27FC236}">
                <a16:creationId xmlns:a16="http://schemas.microsoft.com/office/drawing/2014/main" id="{555D6EE3-49F1-B30F-8656-380310D0FD47}"/>
              </a:ext>
            </a:extLst>
          </p:cNvPr>
          <p:cNvSpPr txBox="1"/>
          <p:nvPr/>
        </p:nvSpPr>
        <p:spPr>
          <a:xfrm>
            <a:off x="449531" y="1647792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3" name="Textfeld 169">
            <a:extLst>
              <a:ext uri="{FF2B5EF4-FFF2-40B4-BE49-F238E27FC236}">
                <a16:creationId xmlns:a16="http://schemas.microsoft.com/office/drawing/2014/main" id="{567E4787-7F9D-8FEA-EB98-6E1CAECF6992}"/>
              </a:ext>
            </a:extLst>
          </p:cNvPr>
          <p:cNvSpPr txBox="1"/>
          <p:nvPr/>
        </p:nvSpPr>
        <p:spPr>
          <a:xfrm>
            <a:off x="1320774" y="2548708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4" name="Textfeld 169">
            <a:extLst>
              <a:ext uri="{FF2B5EF4-FFF2-40B4-BE49-F238E27FC236}">
                <a16:creationId xmlns:a16="http://schemas.microsoft.com/office/drawing/2014/main" id="{B0EAF131-699C-C36C-9861-D3F9AC7AE3CE}"/>
              </a:ext>
            </a:extLst>
          </p:cNvPr>
          <p:cNvSpPr txBox="1"/>
          <p:nvPr/>
        </p:nvSpPr>
        <p:spPr>
          <a:xfrm>
            <a:off x="1303179" y="386548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7" name="Textfeld 44">
            <a:extLst>
              <a:ext uri="{FF2B5EF4-FFF2-40B4-BE49-F238E27FC236}">
                <a16:creationId xmlns:a16="http://schemas.microsoft.com/office/drawing/2014/main" id="{039F3778-3A6E-5584-1F15-71958FD66FFD}"/>
              </a:ext>
            </a:extLst>
          </p:cNvPr>
          <p:cNvSpPr txBox="1"/>
          <p:nvPr/>
        </p:nvSpPr>
        <p:spPr>
          <a:xfrm>
            <a:off x="6716185" y="4366103"/>
            <a:ext cx="966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no kind</a:t>
            </a:r>
          </a:p>
        </p:txBody>
      </p:sp>
      <p:sp>
        <p:nvSpPr>
          <p:cNvPr id="329" name="Freihandform: Form 328">
            <a:extLst>
              <a:ext uri="{FF2B5EF4-FFF2-40B4-BE49-F238E27FC236}">
                <a16:creationId xmlns:a16="http://schemas.microsoft.com/office/drawing/2014/main" id="{164458B7-8E79-A65E-C549-D3D33B17ECA6}"/>
              </a:ext>
            </a:extLst>
          </p:cNvPr>
          <p:cNvSpPr/>
          <p:nvPr/>
        </p:nvSpPr>
        <p:spPr bwMode="auto">
          <a:xfrm>
            <a:off x="6713220" y="4233364"/>
            <a:ext cx="381340" cy="220526"/>
          </a:xfrm>
          <a:custGeom>
            <a:avLst/>
            <a:gdLst>
              <a:gd name="connsiteX0" fmla="*/ 350520 w 381340"/>
              <a:gd name="connsiteY0" fmla="*/ 220526 h 220526"/>
              <a:gd name="connsiteX1" fmla="*/ 346710 w 381340"/>
              <a:gd name="connsiteY1" fmla="*/ 26216 h 220526"/>
              <a:gd name="connsiteX2" fmla="*/ 0 w 381340"/>
              <a:gd name="connsiteY2" fmla="*/ 7166 h 220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340" h="220526">
                <a:moveTo>
                  <a:pt x="350520" y="220526"/>
                </a:moveTo>
                <a:cubicBezTo>
                  <a:pt x="377825" y="141151"/>
                  <a:pt x="405130" y="61776"/>
                  <a:pt x="346710" y="26216"/>
                </a:cubicBezTo>
                <a:cubicBezTo>
                  <a:pt x="288290" y="-9344"/>
                  <a:pt x="144145" y="-1089"/>
                  <a:pt x="0" y="716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hteck 329">
            <a:extLst>
              <a:ext uri="{FF2B5EF4-FFF2-40B4-BE49-F238E27FC236}">
                <a16:creationId xmlns:a16="http://schemas.microsoft.com/office/drawing/2014/main" id="{3CFDAFFA-596F-A63F-5EA2-0635697F05C8}"/>
              </a:ext>
            </a:extLst>
          </p:cNvPr>
          <p:cNvSpPr/>
          <p:nvPr/>
        </p:nvSpPr>
        <p:spPr bwMode="auto">
          <a:xfrm rot="5400000">
            <a:off x="7049400" y="4295230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62" name="Verbinder: gewinkelt 126">
            <a:extLst>
              <a:ext uri="{FF2B5EF4-FFF2-40B4-BE49-F238E27FC236}">
                <a16:creationId xmlns:a16="http://schemas.microsoft.com/office/drawing/2014/main" id="{25E6DBFB-E070-834D-4EBB-5497F5E82349}"/>
              </a:ext>
            </a:extLst>
          </p:cNvPr>
          <p:cNvCxnSpPr>
            <a:cxnSpLocks/>
            <a:stCxn id="167" idx="3"/>
            <a:endCxn id="279" idx="3"/>
          </p:cNvCxnSpPr>
          <p:nvPr/>
        </p:nvCxnSpPr>
        <p:spPr>
          <a:xfrm flipH="1">
            <a:off x="6702249" y="3266089"/>
            <a:ext cx="1236" cy="1077006"/>
          </a:xfrm>
          <a:prstGeom prst="bentConnector3">
            <a:avLst>
              <a:gd name="adj1" fmla="val -3625048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1" name="Textfeld 44">
            <a:extLst>
              <a:ext uri="{FF2B5EF4-FFF2-40B4-BE49-F238E27FC236}">
                <a16:creationId xmlns:a16="http://schemas.microsoft.com/office/drawing/2014/main" id="{BADCC2AD-DC97-FC13-2467-A7D2D38E3D38}"/>
              </a:ext>
            </a:extLst>
          </p:cNvPr>
          <p:cNvSpPr txBox="1"/>
          <p:nvPr/>
        </p:nvSpPr>
        <p:spPr>
          <a:xfrm>
            <a:off x="6739672" y="2200656"/>
            <a:ext cx="1117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l/s&lt;float&gt;</a:t>
            </a:r>
          </a:p>
        </p:txBody>
      </p:sp>
      <p:sp>
        <p:nvSpPr>
          <p:cNvPr id="332" name="Freihandform: Form 331">
            <a:extLst>
              <a:ext uri="{FF2B5EF4-FFF2-40B4-BE49-F238E27FC236}">
                <a16:creationId xmlns:a16="http://schemas.microsoft.com/office/drawing/2014/main" id="{D5841DFD-D663-6507-A92D-638CA9CF9017}"/>
              </a:ext>
            </a:extLst>
          </p:cNvPr>
          <p:cNvSpPr/>
          <p:nvPr/>
        </p:nvSpPr>
        <p:spPr bwMode="auto">
          <a:xfrm>
            <a:off x="6710770" y="2067957"/>
            <a:ext cx="381340" cy="220526"/>
          </a:xfrm>
          <a:custGeom>
            <a:avLst/>
            <a:gdLst>
              <a:gd name="connsiteX0" fmla="*/ 350520 w 381340"/>
              <a:gd name="connsiteY0" fmla="*/ 220526 h 220526"/>
              <a:gd name="connsiteX1" fmla="*/ 346710 w 381340"/>
              <a:gd name="connsiteY1" fmla="*/ 26216 h 220526"/>
              <a:gd name="connsiteX2" fmla="*/ 0 w 381340"/>
              <a:gd name="connsiteY2" fmla="*/ 7166 h 220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340" h="220526">
                <a:moveTo>
                  <a:pt x="350520" y="220526"/>
                </a:moveTo>
                <a:cubicBezTo>
                  <a:pt x="377825" y="141151"/>
                  <a:pt x="405130" y="61776"/>
                  <a:pt x="346710" y="26216"/>
                </a:cubicBezTo>
                <a:cubicBezTo>
                  <a:pt x="288290" y="-9344"/>
                  <a:pt x="144145" y="-1089"/>
                  <a:pt x="0" y="716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Rechteck 332">
            <a:extLst>
              <a:ext uri="{FF2B5EF4-FFF2-40B4-BE49-F238E27FC236}">
                <a16:creationId xmlns:a16="http://schemas.microsoft.com/office/drawing/2014/main" id="{3BBDEF33-E5E0-751C-146A-171D00AA0886}"/>
              </a:ext>
            </a:extLst>
          </p:cNvPr>
          <p:cNvSpPr/>
          <p:nvPr/>
        </p:nvSpPr>
        <p:spPr bwMode="auto">
          <a:xfrm>
            <a:off x="6904909" y="201909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65" name="Verbinder: gewinkelt 126">
            <a:extLst>
              <a:ext uri="{FF2B5EF4-FFF2-40B4-BE49-F238E27FC236}">
                <a16:creationId xmlns:a16="http://schemas.microsoft.com/office/drawing/2014/main" id="{A829BCB9-F369-7C30-15A6-2CAFC3EE0E94}"/>
              </a:ext>
            </a:extLst>
          </p:cNvPr>
          <p:cNvCxnSpPr>
            <a:cxnSpLocks/>
            <a:stCxn id="86" idx="3"/>
            <a:endCxn id="14" idx="3"/>
          </p:cNvCxnSpPr>
          <p:nvPr/>
        </p:nvCxnSpPr>
        <p:spPr>
          <a:xfrm>
            <a:off x="6703485" y="1506543"/>
            <a:ext cx="12700" cy="713349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73" name="AutoShape 40">
            <a:extLst>
              <a:ext uri="{FF2B5EF4-FFF2-40B4-BE49-F238E27FC236}">
                <a16:creationId xmlns:a16="http://schemas.microsoft.com/office/drawing/2014/main" id="{585DBA82-9D87-B1EB-CA3E-35DA5E9D61F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614662" y="3351726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CD</a:t>
            </a:r>
          </a:p>
        </p:txBody>
      </p:sp>
      <p:cxnSp>
        <p:nvCxnSpPr>
          <p:cNvPr id="10" name="Verbinder: gewinkelt 126">
            <a:extLst>
              <a:ext uri="{FF2B5EF4-FFF2-40B4-BE49-F238E27FC236}">
                <a16:creationId xmlns:a16="http://schemas.microsoft.com/office/drawing/2014/main" id="{73756D09-A787-5CDE-924D-9E0DBFEED037}"/>
              </a:ext>
            </a:extLst>
          </p:cNvPr>
          <p:cNvCxnSpPr>
            <a:cxnSpLocks/>
            <a:stCxn id="137" idx="3"/>
            <a:endCxn id="185" idx="2"/>
          </p:cNvCxnSpPr>
          <p:nvPr/>
        </p:nvCxnSpPr>
        <p:spPr>
          <a:xfrm flipV="1">
            <a:off x="2158872" y="3472464"/>
            <a:ext cx="1379554" cy="977538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5" name="Textfeld 169">
            <a:extLst>
              <a:ext uri="{FF2B5EF4-FFF2-40B4-BE49-F238E27FC236}">
                <a16:creationId xmlns:a16="http://schemas.microsoft.com/office/drawing/2014/main" id="{510B4A26-8918-D1C9-69AA-8322458BA3B1}"/>
              </a:ext>
            </a:extLst>
          </p:cNvPr>
          <p:cNvSpPr txBox="1"/>
          <p:nvPr/>
        </p:nvSpPr>
        <p:spPr>
          <a:xfrm>
            <a:off x="3473790" y="1667383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</a:t>
            </a:r>
          </a:p>
        </p:txBody>
      </p:sp>
      <p:sp>
        <p:nvSpPr>
          <p:cNvPr id="46" name="Textfeld 169">
            <a:extLst>
              <a:ext uri="{FF2B5EF4-FFF2-40B4-BE49-F238E27FC236}">
                <a16:creationId xmlns:a16="http://schemas.microsoft.com/office/drawing/2014/main" id="{605E83CD-061A-881D-F464-31D0FD675161}"/>
              </a:ext>
            </a:extLst>
          </p:cNvPr>
          <p:cNvSpPr txBox="1"/>
          <p:nvPr/>
        </p:nvSpPr>
        <p:spPr>
          <a:xfrm>
            <a:off x="2477729" y="1952532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</a:t>
            </a:r>
          </a:p>
        </p:txBody>
      </p:sp>
      <p:sp>
        <p:nvSpPr>
          <p:cNvPr id="47" name="Textfeld 169">
            <a:extLst>
              <a:ext uri="{FF2B5EF4-FFF2-40B4-BE49-F238E27FC236}">
                <a16:creationId xmlns:a16="http://schemas.microsoft.com/office/drawing/2014/main" id="{D1C05C0E-4943-9773-D6FD-DC4EDFA2A64E}"/>
              </a:ext>
            </a:extLst>
          </p:cNvPr>
          <p:cNvSpPr txBox="1"/>
          <p:nvPr/>
        </p:nvSpPr>
        <p:spPr>
          <a:xfrm>
            <a:off x="2395672" y="2476002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sp>
        <p:nvSpPr>
          <p:cNvPr id="48" name="Textfeld 169">
            <a:extLst>
              <a:ext uri="{FF2B5EF4-FFF2-40B4-BE49-F238E27FC236}">
                <a16:creationId xmlns:a16="http://schemas.microsoft.com/office/drawing/2014/main" id="{C1419BAE-5399-EE38-C641-5DEB31BCC51E}"/>
              </a:ext>
            </a:extLst>
          </p:cNvPr>
          <p:cNvSpPr txBox="1"/>
          <p:nvPr/>
        </p:nvSpPr>
        <p:spPr>
          <a:xfrm>
            <a:off x="4202763" y="2303410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sp>
        <p:nvSpPr>
          <p:cNvPr id="49" name="Textfeld 169">
            <a:extLst>
              <a:ext uri="{FF2B5EF4-FFF2-40B4-BE49-F238E27FC236}">
                <a16:creationId xmlns:a16="http://schemas.microsoft.com/office/drawing/2014/main" id="{BAD63946-C403-D2CF-B4B2-1AE53D1BA5CD}"/>
              </a:ext>
            </a:extLst>
          </p:cNvPr>
          <p:cNvSpPr txBox="1"/>
          <p:nvPr/>
        </p:nvSpPr>
        <p:spPr>
          <a:xfrm>
            <a:off x="2398894" y="4795460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sp>
        <p:nvSpPr>
          <p:cNvPr id="50" name="Textfeld 169">
            <a:extLst>
              <a:ext uri="{FF2B5EF4-FFF2-40B4-BE49-F238E27FC236}">
                <a16:creationId xmlns:a16="http://schemas.microsoft.com/office/drawing/2014/main" id="{D38FD031-AF00-EA2D-CA51-130829D38C53}"/>
              </a:ext>
            </a:extLst>
          </p:cNvPr>
          <p:cNvSpPr txBox="1"/>
          <p:nvPr/>
        </p:nvSpPr>
        <p:spPr>
          <a:xfrm>
            <a:off x="4362569" y="4829324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cxnSp>
        <p:nvCxnSpPr>
          <p:cNvPr id="511" name="Gerade Verbindung mit Pfeil 510">
            <a:extLst>
              <a:ext uri="{FF2B5EF4-FFF2-40B4-BE49-F238E27FC236}">
                <a16:creationId xmlns:a16="http://schemas.microsoft.com/office/drawing/2014/main" id="{BDC930B1-E58D-AA60-3EF4-F072C5D9FDF2}"/>
              </a:ext>
            </a:extLst>
          </p:cNvPr>
          <p:cNvCxnSpPr>
            <a:cxnSpLocks/>
            <a:stCxn id="147" idx="2"/>
            <a:endCxn id="125" idx="0"/>
          </p:cNvCxnSpPr>
          <p:nvPr/>
        </p:nvCxnSpPr>
        <p:spPr>
          <a:xfrm>
            <a:off x="11351230" y="4165837"/>
            <a:ext cx="1" cy="111227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65" name="Textfeld 169">
            <a:extLst>
              <a:ext uri="{FF2B5EF4-FFF2-40B4-BE49-F238E27FC236}">
                <a16:creationId xmlns:a16="http://schemas.microsoft.com/office/drawing/2014/main" id="{9E0E0F2B-0BC5-0AA5-8D75-70101429CC24}"/>
              </a:ext>
            </a:extLst>
          </p:cNvPr>
          <p:cNvSpPr txBox="1"/>
          <p:nvPr/>
        </p:nvSpPr>
        <p:spPr>
          <a:xfrm>
            <a:off x="8850638" y="351645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67" name="Textfeld 169">
            <a:extLst>
              <a:ext uri="{FF2B5EF4-FFF2-40B4-BE49-F238E27FC236}">
                <a16:creationId xmlns:a16="http://schemas.microsoft.com/office/drawing/2014/main" id="{B3A17DE9-8B4A-DF69-37FD-AF74BCE2BF5E}"/>
              </a:ext>
            </a:extLst>
          </p:cNvPr>
          <p:cNvSpPr txBox="1"/>
          <p:nvPr/>
        </p:nvSpPr>
        <p:spPr>
          <a:xfrm>
            <a:off x="10104656" y="3943701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68" name="Textfeld 169">
            <a:extLst>
              <a:ext uri="{FF2B5EF4-FFF2-40B4-BE49-F238E27FC236}">
                <a16:creationId xmlns:a16="http://schemas.microsoft.com/office/drawing/2014/main" id="{4B4D0157-965E-BABB-A3C8-2D390F77B09C}"/>
              </a:ext>
            </a:extLst>
          </p:cNvPr>
          <p:cNvSpPr txBox="1"/>
          <p:nvPr/>
        </p:nvSpPr>
        <p:spPr>
          <a:xfrm>
            <a:off x="10372273" y="368671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70" name="Textfeld 169">
            <a:extLst>
              <a:ext uri="{FF2B5EF4-FFF2-40B4-BE49-F238E27FC236}">
                <a16:creationId xmlns:a16="http://schemas.microsoft.com/office/drawing/2014/main" id="{7F405A8B-16A5-1250-40BA-D6EAA4F8ECA9}"/>
              </a:ext>
            </a:extLst>
          </p:cNvPr>
          <p:cNvSpPr txBox="1"/>
          <p:nvPr/>
        </p:nvSpPr>
        <p:spPr>
          <a:xfrm>
            <a:off x="9113658" y="4337243"/>
            <a:ext cx="519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71" name="Textfeld 169">
            <a:extLst>
              <a:ext uri="{FF2B5EF4-FFF2-40B4-BE49-F238E27FC236}">
                <a16:creationId xmlns:a16="http://schemas.microsoft.com/office/drawing/2014/main" id="{AB8D4E62-0987-B452-B884-6BADFFD44FBF}"/>
              </a:ext>
            </a:extLst>
          </p:cNvPr>
          <p:cNvSpPr txBox="1"/>
          <p:nvPr/>
        </p:nvSpPr>
        <p:spPr>
          <a:xfrm>
            <a:off x="8522268" y="4337243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0..2</a:t>
            </a:r>
          </a:p>
        </p:txBody>
      </p:sp>
      <p:sp>
        <p:nvSpPr>
          <p:cNvPr id="72" name="Textfeld 169">
            <a:extLst>
              <a:ext uri="{FF2B5EF4-FFF2-40B4-BE49-F238E27FC236}">
                <a16:creationId xmlns:a16="http://schemas.microsoft.com/office/drawing/2014/main" id="{973C0907-0E26-B428-5CED-F0041D3510DB}"/>
              </a:ext>
            </a:extLst>
          </p:cNvPr>
          <p:cNvSpPr txBox="1"/>
          <p:nvPr/>
        </p:nvSpPr>
        <p:spPr>
          <a:xfrm>
            <a:off x="9146070" y="498462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3" name="Textfeld 169">
            <a:extLst>
              <a:ext uri="{FF2B5EF4-FFF2-40B4-BE49-F238E27FC236}">
                <a16:creationId xmlns:a16="http://schemas.microsoft.com/office/drawing/2014/main" id="{5D090B02-09F5-79A1-B1D1-5300B5ADC6B1}"/>
              </a:ext>
            </a:extLst>
          </p:cNvPr>
          <p:cNvSpPr txBox="1"/>
          <p:nvPr/>
        </p:nvSpPr>
        <p:spPr>
          <a:xfrm>
            <a:off x="8517529" y="498462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74" name="Textfeld 169">
            <a:extLst>
              <a:ext uri="{FF2B5EF4-FFF2-40B4-BE49-F238E27FC236}">
                <a16:creationId xmlns:a16="http://schemas.microsoft.com/office/drawing/2014/main" id="{97530425-AA71-5F54-ABFD-BE6028A44E44}"/>
              </a:ext>
            </a:extLst>
          </p:cNvPr>
          <p:cNvSpPr txBox="1"/>
          <p:nvPr/>
        </p:nvSpPr>
        <p:spPr>
          <a:xfrm>
            <a:off x="10881815" y="4140984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" name="Textfeld 169">
            <a:extLst>
              <a:ext uri="{FF2B5EF4-FFF2-40B4-BE49-F238E27FC236}">
                <a16:creationId xmlns:a16="http://schemas.microsoft.com/office/drawing/2014/main" id="{1C0978E9-B69C-A078-CB94-7A74654B66EF}"/>
              </a:ext>
            </a:extLst>
          </p:cNvPr>
          <p:cNvSpPr txBox="1"/>
          <p:nvPr/>
        </p:nvSpPr>
        <p:spPr>
          <a:xfrm>
            <a:off x="10365657" y="52278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76" name="Textfeld 169">
            <a:extLst>
              <a:ext uri="{FF2B5EF4-FFF2-40B4-BE49-F238E27FC236}">
                <a16:creationId xmlns:a16="http://schemas.microsoft.com/office/drawing/2014/main" id="{C0742461-F6B5-BE71-CF1E-387C69DC86B7}"/>
              </a:ext>
            </a:extLst>
          </p:cNvPr>
          <p:cNvSpPr txBox="1"/>
          <p:nvPr/>
        </p:nvSpPr>
        <p:spPr>
          <a:xfrm>
            <a:off x="11316540" y="499430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77" name="Textfeld 169">
            <a:extLst>
              <a:ext uri="{FF2B5EF4-FFF2-40B4-BE49-F238E27FC236}">
                <a16:creationId xmlns:a16="http://schemas.microsoft.com/office/drawing/2014/main" id="{E6B3F984-07D5-8662-FCD2-492CDD17D7BE}"/>
              </a:ext>
            </a:extLst>
          </p:cNvPr>
          <p:cNvSpPr txBox="1"/>
          <p:nvPr/>
        </p:nvSpPr>
        <p:spPr>
          <a:xfrm>
            <a:off x="11316539" y="417035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79" name="Textfeld 169">
            <a:extLst>
              <a:ext uri="{FF2B5EF4-FFF2-40B4-BE49-F238E27FC236}">
                <a16:creationId xmlns:a16="http://schemas.microsoft.com/office/drawing/2014/main" id="{5C82B351-C16E-20B6-0A2B-60CB41B2C588}"/>
              </a:ext>
            </a:extLst>
          </p:cNvPr>
          <p:cNvSpPr txBox="1"/>
          <p:nvPr/>
        </p:nvSpPr>
        <p:spPr>
          <a:xfrm>
            <a:off x="7742092" y="3457894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0" name="Textfeld 169">
            <a:extLst>
              <a:ext uri="{FF2B5EF4-FFF2-40B4-BE49-F238E27FC236}">
                <a16:creationId xmlns:a16="http://schemas.microsoft.com/office/drawing/2014/main" id="{284CC93A-4D76-C80C-38FE-CEAEBC0CAECA}"/>
              </a:ext>
            </a:extLst>
          </p:cNvPr>
          <p:cNvSpPr txBox="1"/>
          <p:nvPr/>
        </p:nvSpPr>
        <p:spPr>
          <a:xfrm>
            <a:off x="7398160" y="3935621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81" name="Textfeld 169">
            <a:extLst>
              <a:ext uri="{FF2B5EF4-FFF2-40B4-BE49-F238E27FC236}">
                <a16:creationId xmlns:a16="http://schemas.microsoft.com/office/drawing/2014/main" id="{44A89DC7-44CD-14DE-8DDC-F089E744B9E5}"/>
              </a:ext>
            </a:extLst>
          </p:cNvPr>
          <p:cNvSpPr txBox="1"/>
          <p:nvPr/>
        </p:nvSpPr>
        <p:spPr>
          <a:xfrm>
            <a:off x="9699688" y="3686714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82" name="Textfeld 169">
            <a:extLst>
              <a:ext uri="{FF2B5EF4-FFF2-40B4-BE49-F238E27FC236}">
                <a16:creationId xmlns:a16="http://schemas.microsoft.com/office/drawing/2014/main" id="{E60ABA79-1F35-C3CA-703B-8B55838083CC}"/>
              </a:ext>
            </a:extLst>
          </p:cNvPr>
          <p:cNvSpPr txBox="1"/>
          <p:nvPr/>
        </p:nvSpPr>
        <p:spPr>
          <a:xfrm>
            <a:off x="7500943" y="3709102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B8C12262-EF37-2D34-E1D7-200D4F181216}"/>
              </a:ext>
            </a:extLst>
          </p:cNvPr>
          <p:cNvGrpSpPr/>
          <p:nvPr/>
        </p:nvGrpSpPr>
        <p:grpSpPr>
          <a:xfrm>
            <a:off x="7891829" y="3751596"/>
            <a:ext cx="1930787" cy="635024"/>
            <a:chOff x="4316210" y="1861556"/>
            <a:chExt cx="1930787" cy="635024"/>
          </a:xfrm>
        </p:grpSpPr>
        <p:grpSp>
          <p:nvGrpSpPr>
            <p:cNvPr id="84" name="Gruppieren 83">
              <a:extLst>
                <a:ext uri="{FF2B5EF4-FFF2-40B4-BE49-F238E27FC236}">
                  <a16:creationId xmlns:a16="http://schemas.microsoft.com/office/drawing/2014/main" id="{6D9B2261-152F-50E4-2C10-CA2E837E0098}"/>
                </a:ext>
              </a:extLst>
            </p:cNvPr>
            <p:cNvGrpSpPr/>
            <p:nvPr/>
          </p:nvGrpSpPr>
          <p:grpSpPr>
            <a:xfrm>
              <a:off x="4316210" y="1861556"/>
              <a:ext cx="1930787" cy="415732"/>
              <a:chOff x="5746196" y="1700350"/>
              <a:chExt cx="1930787" cy="415732"/>
            </a:xfrm>
          </p:grpSpPr>
          <p:cxnSp>
            <p:nvCxnSpPr>
              <p:cNvPr id="90" name="Verbinder: gewinkelt 87">
                <a:extLst>
                  <a:ext uri="{FF2B5EF4-FFF2-40B4-BE49-F238E27FC236}">
                    <a16:creationId xmlns:a16="http://schemas.microsoft.com/office/drawing/2014/main" id="{69B9D8A4-B695-0E5F-D10A-D22D4C93A55E}"/>
                  </a:ext>
                </a:extLst>
              </p:cNvPr>
              <p:cNvCxnSpPr>
                <a:cxnSpLocks/>
                <a:stCxn id="93" idx="2"/>
                <a:endCxn id="92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35107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91" name="Text Box 82">
                <a:extLst>
                  <a:ext uri="{FF2B5EF4-FFF2-40B4-BE49-F238E27FC236}">
                    <a16:creationId xmlns:a16="http://schemas.microsoft.com/office/drawing/2014/main" id="{E82537E2-E0FC-19E8-DE82-6475756F4E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92" name="Rectangle 83">
                <a:extLst>
                  <a:ext uri="{FF2B5EF4-FFF2-40B4-BE49-F238E27FC236}">
                    <a16:creationId xmlns:a16="http://schemas.microsoft.com/office/drawing/2014/main" id="{481F0EF5-FE34-A92F-498F-E4F9E5B66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93" name="AutoShape 50">
                <a:extLst>
                  <a:ext uri="{FF2B5EF4-FFF2-40B4-BE49-F238E27FC236}">
                    <a16:creationId xmlns:a16="http://schemas.microsoft.com/office/drawing/2014/main" id="{6C24B8FB-EA0A-3ACF-A0AF-A8505B06F7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94" name="Textfeld 169">
                <a:extLst>
                  <a:ext uri="{FF2B5EF4-FFF2-40B4-BE49-F238E27FC236}">
                    <a16:creationId xmlns:a16="http://schemas.microsoft.com/office/drawing/2014/main" id="{A63BC59E-46B9-3893-40DF-AD251C1EEB64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96" name="Textfeld 169">
                <a:extLst>
                  <a:ext uri="{FF2B5EF4-FFF2-40B4-BE49-F238E27FC236}">
                    <a16:creationId xmlns:a16="http://schemas.microsoft.com/office/drawing/2014/main" id="{A22B3888-ED23-B320-36A7-0CE8C56712F9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97" name="AutoShape 50">
                <a:extLst>
                  <a:ext uri="{FF2B5EF4-FFF2-40B4-BE49-F238E27FC236}">
                    <a16:creationId xmlns:a16="http://schemas.microsoft.com/office/drawing/2014/main" id="{386311F9-BA1C-8096-E945-D5A751231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7" name="Rectangle 83">
              <a:extLst>
                <a:ext uri="{FF2B5EF4-FFF2-40B4-BE49-F238E27FC236}">
                  <a16:creationId xmlns:a16="http://schemas.microsoft.com/office/drawing/2014/main" id="{26341F9F-53B7-5B3C-9A92-47BF20699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4667" y="227728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String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9" name="Rectangle 83">
              <a:extLst>
                <a:ext uri="{FF2B5EF4-FFF2-40B4-BE49-F238E27FC236}">
                  <a16:creationId xmlns:a16="http://schemas.microsoft.com/office/drawing/2014/main" id="{2CA085A4-B4D8-00D0-16A4-84A4B1E4F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323" y="2277289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String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98" name="Textfeld 169">
            <a:extLst>
              <a:ext uri="{FF2B5EF4-FFF2-40B4-BE49-F238E27FC236}">
                <a16:creationId xmlns:a16="http://schemas.microsoft.com/office/drawing/2014/main" id="{D62A4B01-0936-1E90-4AC0-0A7B1228B45A}"/>
              </a:ext>
            </a:extLst>
          </p:cNvPr>
          <p:cNvSpPr txBox="1"/>
          <p:nvPr/>
        </p:nvSpPr>
        <p:spPr>
          <a:xfrm>
            <a:off x="9578279" y="4984629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99" name="Textfeld 169">
            <a:extLst>
              <a:ext uri="{FF2B5EF4-FFF2-40B4-BE49-F238E27FC236}">
                <a16:creationId xmlns:a16="http://schemas.microsoft.com/office/drawing/2014/main" id="{190E9F67-BB39-F711-C3E7-4E4CAD4CE5E9}"/>
              </a:ext>
            </a:extLst>
          </p:cNvPr>
          <p:cNvSpPr txBox="1"/>
          <p:nvPr/>
        </p:nvSpPr>
        <p:spPr>
          <a:xfrm>
            <a:off x="9725408" y="52795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D32774A9-C535-BF1D-44D7-0012EBFDB752}"/>
              </a:ext>
            </a:extLst>
          </p:cNvPr>
          <p:cNvGrpSpPr/>
          <p:nvPr/>
        </p:nvGrpSpPr>
        <p:grpSpPr>
          <a:xfrm>
            <a:off x="8143678" y="5278115"/>
            <a:ext cx="1632590" cy="412750"/>
            <a:chOff x="5282178" y="3388075"/>
            <a:chExt cx="1632590" cy="412750"/>
          </a:xfrm>
        </p:grpSpPr>
        <p:grpSp>
          <p:nvGrpSpPr>
            <p:cNvPr id="101" name="Group 87">
              <a:extLst>
                <a:ext uri="{FF2B5EF4-FFF2-40B4-BE49-F238E27FC236}">
                  <a16:creationId xmlns:a16="http://schemas.microsoft.com/office/drawing/2014/main" id="{1D515246-65E2-F8E1-36F8-9BBF17AA3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2178" y="3388075"/>
              <a:ext cx="1631951" cy="412750"/>
              <a:chOff x="3304" y="2592"/>
              <a:chExt cx="1028" cy="260"/>
            </a:xfrm>
          </p:grpSpPr>
          <p:sp>
            <p:nvSpPr>
              <p:cNvPr id="118" name="Text Box 82">
                <a:extLst>
                  <a:ext uri="{FF2B5EF4-FFF2-40B4-BE49-F238E27FC236}">
                    <a16:creationId xmlns:a16="http://schemas.microsoft.com/office/drawing/2014/main" id="{84208D12-F448-0662-EAD0-49E146731B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2616"/>
                <a:ext cx="59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Channel</a:t>
                </a:r>
              </a:p>
            </p:txBody>
          </p:sp>
          <p:sp>
            <p:nvSpPr>
              <p:cNvPr id="119" name="Rectangle 83">
                <a:extLst>
                  <a:ext uri="{FF2B5EF4-FFF2-40B4-BE49-F238E27FC236}">
                    <a16:creationId xmlns:a16="http://schemas.microsoft.com/office/drawing/2014/main" id="{441FC680-6F68-920F-C948-365E463FF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4" y="2592"/>
                <a:ext cx="1028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02" name="Textfeld 169">
              <a:extLst>
                <a:ext uri="{FF2B5EF4-FFF2-40B4-BE49-F238E27FC236}">
                  <a16:creationId xmlns:a16="http://schemas.microsoft.com/office/drawing/2014/main" id="{F32571BE-8FAB-48A1-D075-EA8A9441D4F5}"/>
                </a:ext>
              </a:extLst>
            </p:cNvPr>
            <p:cNvSpPr txBox="1"/>
            <p:nvPr/>
          </p:nvSpPr>
          <p:spPr>
            <a:xfrm>
              <a:off x="6717276" y="3389696"/>
              <a:ext cx="94855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03" name="Textfeld 169">
              <a:extLst>
                <a:ext uri="{FF2B5EF4-FFF2-40B4-BE49-F238E27FC236}">
                  <a16:creationId xmlns:a16="http://schemas.microsoft.com/office/drawing/2014/main" id="{E947FD83-FDED-A8DB-03F2-9B668AA8C6D1}"/>
                </a:ext>
              </a:extLst>
            </p:cNvPr>
            <p:cNvSpPr txBox="1"/>
            <p:nvPr/>
          </p:nvSpPr>
          <p:spPr>
            <a:xfrm>
              <a:off x="6616410" y="363493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14" name="Textfeld 169">
              <a:extLst>
                <a:ext uri="{FF2B5EF4-FFF2-40B4-BE49-F238E27FC236}">
                  <a16:creationId xmlns:a16="http://schemas.microsoft.com/office/drawing/2014/main" id="{759C49F5-B599-F77C-D71F-2E34CD5A7309}"/>
                </a:ext>
              </a:extLst>
            </p:cNvPr>
            <p:cNvSpPr txBox="1"/>
            <p:nvPr/>
          </p:nvSpPr>
          <p:spPr>
            <a:xfrm>
              <a:off x="5576023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15" name="Textfeld 169">
              <a:extLst>
                <a:ext uri="{FF2B5EF4-FFF2-40B4-BE49-F238E27FC236}">
                  <a16:creationId xmlns:a16="http://schemas.microsoft.com/office/drawing/2014/main" id="{51256CEF-B827-9A8F-9C5F-DE9858D2C204}"/>
                </a:ext>
              </a:extLst>
            </p:cNvPr>
            <p:cNvSpPr txBox="1"/>
            <p:nvPr/>
          </p:nvSpPr>
          <p:spPr>
            <a:xfrm>
              <a:off x="6160679" y="3391504"/>
              <a:ext cx="298358" cy="107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20" name="Textfeld 169">
            <a:extLst>
              <a:ext uri="{FF2B5EF4-FFF2-40B4-BE49-F238E27FC236}">
                <a16:creationId xmlns:a16="http://schemas.microsoft.com/office/drawing/2014/main" id="{4316F4EF-93B7-9D86-6A77-1024F817C545}"/>
              </a:ext>
            </a:extLst>
          </p:cNvPr>
          <p:cNvSpPr txBox="1"/>
          <p:nvPr/>
        </p:nvSpPr>
        <p:spPr>
          <a:xfrm>
            <a:off x="8283106" y="4984629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21" name="Textfeld 169">
            <a:extLst>
              <a:ext uri="{FF2B5EF4-FFF2-40B4-BE49-F238E27FC236}">
                <a16:creationId xmlns:a16="http://schemas.microsoft.com/office/drawing/2014/main" id="{F16F3718-A647-BA67-0C1D-5D5C78658580}"/>
              </a:ext>
            </a:extLst>
          </p:cNvPr>
          <p:cNvSpPr txBox="1"/>
          <p:nvPr/>
        </p:nvSpPr>
        <p:spPr>
          <a:xfrm>
            <a:off x="8770996" y="4984629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7C2B9D9D-2C44-47F0-9F9A-1DBBD466E02A}"/>
              </a:ext>
            </a:extLst>
          </p:cNvPr>
          <p:cNvGrpSpPr/>
          <p:nvPr/>
        </p:nvGrpSpPr>
        <p:grpSpPr>
          <a:xfrm>
            <a:off x="10643999" y="5278115"/>
            <a:ext cx="1415042" cy="412750"/>
            <a:chOff x="7782499" y="3595251"/>
            <a:chExt cx="1415042" cy="412750"/>
          </a:xfrm>
        </p:grpSpPr>
        <p:sp>
          <p:nvSpPr>
            <p:cNvPr id="124" name="Text Box 82">
              <a:extLst>
                <a:ext uri="{FF2B5EF4-FFF2-40B4-BE49-F238E27FC236}">
                  <a16:creationId xmlns:a16="http://schemas.microsoft.com/office/drawing/2014/main" id="{C261ADDE-A71A-926E-13BE-E4589D34A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125" name="Rectangle 83">
              <a:extLst>
                <a:ext uri="{FF2B5EF4-FFF2-40B4-BE49-F238E27FC236}">
                  <a16:creationId xmlns:a16="http://schemas.microsoft.com/office/drawing/2014/main" id="{92EA41A7-3067-9C55-CA14-16F60D673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6" name="Textfeld 169">
              <a:extLst>
                <a:ext uri="{FF2B5EF4-FFF2-40B4-BE49-F238E27FC236}">
                  <a16:creationId xmlns:a16="http://schemas.microsoft.com/office/drawing/2014/main" id="{C9B6D02C-F79F-47A9-8165-075C4AAD839F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7" name="Textfeld 169">
              <a:extLst>
                <a:ext uri="{FF2B5EF4-FFF2-40B4-BE49-F238E27FC236}">
                  <a16:creationId xmlns:a16="http://schemas.microsoft.com/office/drawing/2014/main" id="{8EC7715B-2D3F-A1AA-42E5-8DFFE722FA78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8FFC577A-C978-70B4-ACB4-7B87DD8CFFF0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30" name="Textfeld 169">
              <a:extLst>
                <a:ext uri="{FF2B5EF4-FFF2-40B4-BE49-F238E27FC236}">
                  <a16:creationId xmlns:a16="http://schemas.microsoft.com/office/drawing/2014/main" id="{67C07F82-1334-59FF-53BB-7B6E109CFA5C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34" name="Gerade Verbindung mit Pfeil 133">
            <a:extLst>
              <a:ext uri="{FF2B5EF4-FFF2-40B4-BE49-F238E27FC236}">
                <a16:creationId xmlns:a16="http://schemas.microsoft.com/office/drawing/2014/main" id="{6ED13281-4DBE-27CE-B0A4-95FCAC2FBA84}"/>
              </a:ext>
            </a:extLst>
          </p:cNvPr>
          <p:cNvCxnSpPr>
            <a:cxnSpLocks/>
            <a:stCxn id="89" idx="2"/>
            <a:endCxn id="115" idx="0"/>
          </p:cNvCxnSpPr>
          <p:nvPr/>
        </p:nvCxnSpPr>
        <p:spPr>
          <a:xfrm flipH="1">
            <a:off x="9171358" y="4386620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A3387760-B6B8-0D9B-27B3-51EFD92D771A}"/>
              </a:ext>
            </a:extLst>
          </p:cNvPr>
          <p:cNvCxnSpPr>
            <a:cxnSpLocks/>
            <a:stCxn id="87" idx="2"/>
            <a:endCxn id="114" idx="0"/>
          </p:cNvCxnSpPr>
          <p:nvPr/>
        </p:nvCxnSpPr>
        <p:spPr>
          <a:xfrm flipH="1">
            <a:off x="8586702" y="4386619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36831D24-E2F3-2B1A-CB75-C3F4B74EB2A2}"/>
              </a:ext>
            </a:extLst>
          </p:cNvPr>
          <p:cNvGrpSpPr/>
          <p:nvPr/>
        </p:nvGrpSpPr>
        <p:grpSpPr>
          <a:xfrm>
            <a:off x="10646382" y="3753087"/>
            <a:ext cx="1410052" cy="412750"/>
            <a:chOff x="7784882" y="1863047"/>
            <a:chExt cx="1410052" cy="412750"/>
          </a:xfrm>
        </p:grpSpPr>
        <p:grpSp>
          <p:nvGrpSpPr>
            <p:cNvPr id="140" name="Gruppieren 139">
              <a:extLst>
                <a:ext uri="{FF2B5EF4-FFF2-40B4-BE49-F238E27FC236}">
                  <a16:creationId xmlns:a16="http://schemas.microsoft.com/office/drawing/2014/main" id="{B5EDF774-126C-4809-E877-8BDC0E466A2F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143" name="Text Box 82">
                <a:extLst>
                  <a:ext uri="{FF2B5EF4-FFF2-40B4-BE49-F238E27FC236}">
                    <a16:creationId xmlns:a16="http://schemas.microsoft.com/office/drawing/2014/main" id="{43D54330-553A-A8AD-AABA-2BB50FF3B5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C122C83C-9DAF-F8E1-A63F-E3462A369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49" name="Textfeld 169">
                <a:extLst>
                  <a:ext uri="{FF2B5EF4-FFF2-40B4-BE49-F238E27FC236}">
                    <a16:creationId xmlns:a16="http://schemas.microsoft.com/office/drawing/2014/main" id="{2B256E44-C839-F1BF-D298-4C793DD8145F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7" name="Textfeld 169">
                <a:extLst>
                  <a:ext uri="{FF2B5EF4-FFF2-40B4-BE49-F238E27FC236}">
                    <a16:creationId xmlns:a16="http://schemas.microsoft.com/office/drawing/2014/main" id="{13CF68EA-0767-16C7-0A9D-B364BD863920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8" name="Textfeld 169">
                <a:extLst>
                  <a:ext uri="{FF2B5EF4-FFF2-40B4-BE49-F238E27FC236}">
                    <a16:creationId xmlns:a16="http://schemas.microsoft.com/office/drawing/2014/main" id="{995E8652-C926-5179-DBEC-76DEFD2EAA2D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60" name="Textfeld 169">
                <a:extLst>
                  <a:ext uri="{FF2B5EF4-FFF2-40B4-BE49-F238E27FC236}">
                    <a16:creationId xmlns:a16="http://schemas.microsoft.com/office/drawing/2014/main" id="{37D3AE99-F50A-63E2-CA86-6BB65E731046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61" name="Textfeld 169">
                <a:extLst>
                  <a:ext uri="{FF2B5EF4-FFF2-40B4-BE49-F238E27FC236}">
                    <a16:creationId xmlns:a16="http://schemas.microsoft.com/office/drawing/2014/main" id="{F3462837-4457-0A91-4C1E-E34886B4E612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141" name="Textfeld 169">
              <a:extLst>
                <a:ext uri="{FF2B5EF4-FFF2-40B4-BE49-F238E27FC236}">
                  <a16:creationId xmlns:a16="http://schemas.microsoft.com/office/drawing/2014/main" id="{22DB1AF5-0AEA-6731-581F-FA074E147A5E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2" name="Textfeld 169">
              <a:extLst>
                <a:ext uri="{FF2B5EF4-FFF2-40B4-BE49-F238E27FC236}">
                  <a16:creationId xmlns:a16="http://schemas.microsoft.com/office/drawing/2014/main" id="{DD4DCA6A-66B6-568F-494C-B64EC36E8B3D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40840327-B7C9-1FB7-23C1-049F988DCD1E}"/>
              </a:ext>
            </a:extLst>
          </p:cNvPr>
          <p:cNvCxnSpPr>
            <a:cxnSpLocks/>
            <a:stCxn id="97" idx="2"/>
            <a:endCxn id="147" idx="1"/>
          </p:cNvCxnSpPr>
          <p:nvPr/>
        </p:nvCxnSpPr>
        <p:spPr>
          <a:xfrm flipV="1">
            <a:off x="9822616" y="3959462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63" name="Verbinder: gewinkelt 87">
            <a:extLst>
              <a:ext uri="{FF2B5EF4-FFF2-40B4-BE49-F238E27FC236}">
                <a16:creationId xmlns:a16="http://schemas.microsoft.com/office/drawing/2014/main" id="{171C78FE-BB38-130C-BCB0-36922650ADE2}"/>
              </a:ext>
            </a:extLst>
          </p:cNvPr>
          <p:cNvCxnSpPr>
            <a:cxnSpLocks/>
            <a:stCxn id="102" idx="0"/>
            <a:endCxn id="142" idx="2"/>
          </p:cNvCxnSpPr>
          <p:nvPr/>
        </p:nvCxnSpPr>
        <p:spPr>
          <a:xfrm rot="5400000" flipH="1" flipV="1">
            <a:off x="9714480" y="4075610"/>
            <a:ext cx="1115851" cy="12924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5056E084-AAAF-A327-753E-74DE74F0AA50}"/>
              </a:ext>
            </a:extLst>
          </p:cNvPr>
          <p:cNvCxnSpPr>
            <a:cxnSpLocks/>
            <a:stCxn id="119" idx="3"/>
            <a:endCxn id="125" idx="1"/>
          </p:cNvCxnSpPr>
          <p:nvPr/>
        </p:nvCxnSpPr>
        <p:spPr>
          <a:xfrm>
            <a:off x="9775629" y="5484490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" name="Rechteck 3"/>
          <p:cNvSpPr/>
          <p:nvPr/>
        </p:nvSpPr>
        <p:spPr bwMode="auto">
          <a:xfrm>
            <a:off x="7987205" y="201600"/>
            <a:ext cx="2485378" cy="543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r>
              <a:rPr lang="en-US" dirty="0" err="1" smtClean="0"/>
              <a:t>Streichen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45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9BF9D21-14D3-B113-7DA4-43C50D5CE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Alternative with Port Definition</a:t>
            </a:r>
          </a:p>
        </p:txBody>
      </p:sp>
    </p:spTree>
    <p:extLst>
      <p:ext uri="{BB962C8B-B14F-4D97-AF65-F5344CB8AC3E}">
        <p14:creationId xmlns:p14="http://schemas.microsoft.com/office/powerpoint/2010/main" val="219912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feld 169">
            <a:extLst>
              <a:ext uri="{FF2B5EF4-FFF2-40B4-BE49-F238E27FC236}">
                <a16:creationId xmlns:a16="http://schemas.microsoft.com/office/drawing/2014/main" id="{544756ED-B840-C025-3A4C-68E29AE63FA0}"/>
              </a:ext>
            </a:extLst>
          </p:cNvPr>
          <p:cNvSpPr txBox="1"/>
          <p:nvPr/>
        </p:nvSpPr>
        <p:spPr>
          <a:xfrm>
            <a:off x="7553629" y="4114307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sp>
        <p:nvSpPr>
          <p:cNvPr id="111" name="Textfeld 169">
            <a:extLst>
              <a:ext uri="{FF2B5EF4-FFF2-40B4-BE49-F238E27FC236}">
                <a16:creationId xmlns:a16="http://schemas.microsoft.com/office/drawing/2014/main" id="{45D6BDE6-289B-2D23-835E-AC7D0CA2EF04}"/>
              </a:ext>
            </a:extLst>
          </p:cNvPr>
          <p:cNvSpPr txBox="1"/>
          <p:nvPr/>
        </p:nvSpPr>
        <p:spPr>
          <a:xfrm>
            <a:off x="7927932" y="4116569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FunctionStructure</a:t>
            </a:r>
            <a:r>
              <a:rPr lang="en-US" dirty="0" smtClean="0"/>
              <a:t> Alternative</a:t>
            </a:r>
            <a:r>
              <a:rPr lang="de-DE" dirty="0" smtClean="0"/>
              <a:t> </a:t>
            </a:r>
            <a:r>
              <a:rPr lang="de-DE" dirty="0" err="1"/>
              <a:t>with</a:t>
            </a:r>
            <a:r>
              <a:rPr lang="de-DE" dirty="0"/>
              <a:t> Port Definition</a:t>
            </a:r>
          </a:p>
        </p:txBody>
      </p:sp>
      <p:sp>
        <p:nvSpPr>
          <p:cNvPr id="22" name="Inhaltsplatzhalter 21"/>
          <p:cNvSpPr>
            <a:spLocks noGrp="1"/>
          </p:cNvSpPr>
          <p:nvPr>
            <p:ph sz="quarter" idx="14"/>
          </p:nvPr>
        </p:nvSpPr>
        <p:spPr>
          <a:xfrm>
            <a:off x="384000" y="1235175"/>
            <a:ext cx="4530789" cy="4385455"/>
          </a:xfrm>
        </p:spPr>
        <p:txBody>
          <a:bodyPr/>
          <a:lstStyle/>
          <a:p>
            <a:r>
              <a:rPr lang="en-US" dirty="0" smtClean="0"/>
              <a:t>Variant: Using </a:t>
            </a:r>
            <a:r>
              <a:rPr lang="en-US" dirty="0"/>
              <a:t>Ports instead of </a:t>
            </a:r>
            <a:r>
              <a:rPr lang="en-US" dirty="0" smtClean="0"/>
              <a:t>Channels</a:t>
            </a:r>
          </a:p>
          <a:p>
            <a:endParaRPr lang="en-US" dirty="0" smtClean="0"/>
          </a:p>
          <a:p>
            <a:r>
              <a:rPr lang="en-US" sz="1400" dirty="0" smtClean="0">
                <a:solidFill>
                  <a:srgbClr val="FF0000"/>
                </a:solidFill>
              </a:rPr>
              <a:t>Also </a:t>
            </a:r>
            <a:r>
              <a:rPr lang="en-US" sz="1400" dirty="0" err="1" smtClean="0">
                <a:solidFill>
                  <a:srgbClr val="FF0000"/>
                </a:solidFill>
              </a:rPr>
              <a:t>ehrlich</a:t>
            </a:r>
            <a:r>
              <a:rPr lang="en-US" sz="1400" dirty="0" smtClean="0">
                <a:solidFill>
                  <a:srgbClr val="FF0000"/>
                </a:solidFill>
              </a:rPr>
              <a:t>: </a:t>
            </a:r>
            <a:r>
              <a:rPr lang="en-US" sz="1400" dirty="0" err="1" smtClean="0">
                <a:solidFill>
                  <a:srgbClr val="FF0000"/>
                </a:solidFill>
              </a:rPr>
              <a:t>ich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sehe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hier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keinen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Vorteil</a:t>
            </a:r>
            <a:r>
              <a:rPr lang="en-US" sz="1400" dirty="0" smtClean="0">
                <a:solidFill>
                  <a:srgbClr val="FF0000"/>
                </a:solidFill>
              </a:rPr>
              <a:t>, die </a:t>
            </a:r>
            <a:r>
              <a:rPr lang="en-US" sz="1400" dirty="0" err="1" smtClean="0">
                <a:solidFill>
                  <a:srgbClr val="FF0000"/>
                </a:solidFill>
              </a:rPr>
              <a:t>voll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qualifizierten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Namen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habt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ihr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drin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gelassen</a:t>
            </a:r>
            <a:r>
              <a:rPr lang="en-US" sz="1400" dirty="0" smtClean="0">
                <a:solidFill>
                  <a:srgbClr val="FF0000"/>
                </a:solidFill>
              </a:rPr>
              <a:t>; die Ports </a:t>
            </a:r>
            <a:r>
              <a:rPr lang="en-US" sz="1400" dirty="0" err="1" smtClean="0">
                <a:solidFill>
                  <a:srgbClr val="FF0000"/>
                </a:solidFill>
              </a:rPr>
              <a:t>selbst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haben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aber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keinen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Namen</a:t>
            </a:r>
            <a:endParaRPr lang="en-US" sz="1400" dirty="0" smtClean="0">
              <a:solidFill>
                <a:srgbClr val="FF0000"/>
              </a:solidFill>
            </a:endParaRPr>
          </a:p>
          <a:p>
            <a:endParaRPr lang="en-US" sz="1400" dirty="0" smtClean="0">
              <a:solidFill>
                <a:srgbClr val="FF0000"/>
              </a:solidFill>
            </a:endParaRPr>
          </a:p>
          <a:p>
            <a:r>
              <a:rPr lang="en-US" sz="1400" dirty="0" smtClean="0">
                <a:solidFill>
                  <a:srgbClr val="FF0000"/>
                </a:solidFill>
              </a:rPr>
              <a:t>Das sharing von Ports, </a:t>
            </a:r>
            <a:r>
              <a:rPr lang="en-US" sz="1400" dirty="0" err="1" smtClean="0">
                <a:solidFill>
                  <a:srgbClr val="FF0000"/>
                </a:solidFill>
              </a:rPr>
              <a:t>entlang</a:t>
            </a:r>
            <a:r>
              <a:rPr lang="en-US" sz="1400" dirty="0" smtClean="0">
                <a:solidFill>
                  <a:srgbClr val="FF0000"/>
                </a:solidFill>
              </a:rPr>
              <a:t> der </a:t>
            </a:r>
            <a:r>
              <a:rPr lang="en-US" sz="1400" dirty="0" err="1" smtClean="0">
                <a:solidFill>
                  <a:srgbClr val="FF0000"/>
                </a:solidFill>
              </a:rPr>
              <a:t>Hierarchie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hoch</a:t>
            </a:r>
            <a:r>
              <a:rPr lang="en-US" sz="1400" dirty="0" smtClean="0">
                <a:solidFill>
                  <a:srgbClr val="FF0000"/>
                </a:solidFill>
              </a:rPr>
              <a:t> und </a:t>
            </a:r>
            <a:r>
              <a:rPr lang="en-US" sz="1400" dirty="0" err="1" smtClean="0">
                <a:solidFill>
                  <a:srgbClr val="FF0000"/>
                </a:solidFill>
              </a:rPr>
              <a:t>wieder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runter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bleibt</a:t>
            </a:r>
            <a:r>
              <a:rPr lang="en-US" sz="1400" dirty="0" smtClean="0">
                <a:solidFill>
                  <a:srgbClr val="FF0000"/>
                </a:solidFill>
              </a:rPr>
              <a:t>; </a:t>
            </a:r>
          </a:p>
          <a:p>
            <a:endParaRPr lang="en-US" sz="1400" dirty="0" smtClean="0">
              <a:solidFill>
                <a:srgbClr val="FF0000"/>
              </a:solidFill>
            </a:endParaRPr>
          </a:p>
          <a:p>
            <a:r>
              <a:rPr lang="en-US" sz="1400" dirty="0" smtClean="0">
                <a:solidFill>
                  <a:srgbClr val="FF0000"/>
                </a:solidFill>
              </a:rPr>
              <a:t>Und in </a:t>
            </a:r>
            <a:r>
              <a:rPr lang="en-US" sz="1400" dirty="0" err="1" smtClean="0">
                <a:solidFill>
                  <a:srgbClr val="FF0000"/>
                </a:solidFill>
              </a:rPr>
              <a:t>dieser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Fassung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sind</a:t>
            </a:r>
            <a:r>
              <a:rPr lang="en-US" sz="1400" dirty="0" smtClean="0">
                <a:solidFill>
                  <a:srgbClr val="FF0000"/>
                </a:solidFill>
              </a:rPr>
              <a:t> IO-Ports, also </a:t>
            </a:r>
            <a:r>
              <a:rPr lang="en-US" sz="1400" dirty="0" err="1" smtClean="0">
                <a:solidFill>
                  <a:srgbClr val="FF0000"/>
                </a:solidFill>
              </a:rPr>
              <a:t>welche</a:t>
            </a:r>
            <a:r>
              <a:rPr lang="en-US" sz="1400" dirty="0" smtClean="0">
                <a:solidFill>
                  <a:srgbClr val="FF0000"/>
                </a:solidFill>
              </a:rPr>
              <a:t> die </a:t>
            </a:r>
            <a:r>
              <a:rPr lang="en-US" sz="1400" dirty="0" err="1" smtClean="0">
                <a:solidFill>
                  <a:srgbClr val="FF0000"/>
                </a:solidFill>
              </a:rPr>
              <a:t>nach</a:t>
            </a:r>
            <a:r>
              <a:rPr lang="en-US" sz="1400" dirty="0" smtClean="0">
                <a:solidFill>
                  <a:srgbClr val="FF0000"/>
                </a:solidFill>
              </a:rPr>
              <a:t> links </a:t>
            </a:r>
            <a:r>
              <a:rPr lang="en-US" sz="1400" dirty="0" err="1" smtClean="0">
                <a:solidFill>
                  <a:srgbClr val="FF0000"/>
                </a:solidFill>
              </a:rPr>
              <a:t>wie</a:t>
            </a:r>
            <a:r>
              <a:rPr lang="en-US" sz="1400" dirty="0" smtClean="0">
                <a:solidFill>
                  <a:srgbClr val="FF0000"/>
                </a:solidFill>
              </a:rPr>
              <a:t> Input </a:t>
            </a:r>
            <a:r>
              <a:rPr lang="en-US" sz="1400" dirty="0" err="1" smtClean="0">
                <a:solidFill>
                  <a:srgbClr val="FF0000"/>
                </a:solidFill>
              </a:rPr>
              <a:t>nach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rechts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wie</a:t>
            </a:r>
            <a:r>
              <a:rPr lang="en-US" sz="1400" dirty="0" smtClean="0">
                <a:solidFill>
                  <a:srgbClr val="FF0000"/>
                </a:solidFill>
              </a:rPr>
              <a:t> Output </a:t>
            </a:r>
            <a:r>
              <a:rPr lang="en-US" sz="1400" dirty="0" err="1" smtClean="0">
                <a:solidFill>
                  <a:srgbClr val="FF0000"/>
                </a:solidFill>
              </a:rPr>
              <a:t>wirken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auch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noch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nicht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dabei</a:t>
            </a:r>
            <a:r>
              <a:rPr lang="en-US" sz="1400" dirty="0" smtClean="0">
                <a:solidFill>
                  <a:srgbClr val="FF0000"/>
                </a:solidFill>
              </a:rPr>
              <a:t>. (was </a:t>
            </a:r>
            <a:r>
              <a:rPr lang="en-US" sz="1400" dirty="0" err="1" smtClean="0">
                <a:solidFill>
                  <a:srgbClr val="FF0000"/>
                </a:solidFill>
              </a:rPr>
              <a:t>aber</a:t>
            </a:r>
            <a:r>
              <a:rPr lang="en-US" sz="1400" dirty="0" smtClean="0">
                <a:solidFill>
                  <a:srgbClr val="FF0000"/>
                </a:solidFill>
              </a:rPr>
              <a:t> sein </a:t>
            </a:r>
            <a:r>
              <a:rPr lang="en-US" sz="1400" dirty="0" err="1" smtClean="0">
                <a:solidFill>
                  <a:srgbClr val="FF0000"/>
                </a:solidFill>
              </a:rPr>
              <a:t>müsste</a:t>
            </a:r>
            <a:r>
              <a:rPr lang="en-US" sz="1400" dirty="0" smtClean="0">
                <a:solidFill>
                  <a:srgbClr val="FF0000"/>
                </a:solidFill>
              </a:rPr>
              <a:t>, </a:t>
            </a:r>
            <a:r>
              <a:rPr lang="en-US" sz="1400" dirty="0" err="1" smtClean="0">
                <a:solidFill>
                  <a:srgbClr val="FF0000"/>
                </a:solidFill>
              </a:rPr>
              <a:t>wenn</a:t>
            </a:r>
            <a:r>
              <a:rPr lang="en-US" sz="1400" dirty="0" smtClean="0">
                <a:solidFill>
                  <a:srgbClr val="FF0000"/>
                </a:solidFill>
              </a:rPr>
              <a:t> die Ports </a:t>
            </a:r>
            <a:r>
              <a:rPr lang="en-US" sz="1400" dirty="0" err="1" smtClean="0">
                <a:solidFill>
                  <a:srgbClr val="FF0000"/>
                </a:solidFill>
              </a:rPr>
              <a:t>ihre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Namen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kennen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würden</a:t>
            </a:r>
            <a:r>
              <a:rPr lang="en-US" sz="1400" dirty="0" smtClean="0">
                <a:solidFill>
                  <a:srgbClr val="FF0000"/>
                </a:solidFill>
              </a:rPr>
              <a:t>)</a:t>
            </a:r>
          </a:p>
          <a:p>
            <a:endParaRPr lang="en-US" sz="1400" dirty="0" smtClean="0">
              <a:solidFill>
                <a:srgbClr val="FF0000"/>
              </a:solidFill>
            </a:endParaRPr>
          </a:p>
          <a:p>
            <a:r>
              <a:rPr lang="en-US" sz="1400" dirty="0" smtClean="0">
                <a:solidFill>
                  <a:srgbClr val="FF0000"/>
                </a:solidFill>
              </a:rPr>
              <a:t>In der MA-Simulation </a:t>
            </a:r>
            <a:r>
              <a:rPr lang="en-US" sz="1400" dirty="0" err="1" smtClean="0">
                <a:solidFill>
                  <a:srgbClr val="FF0000"/>
                </a:solidFill>
              </a:rPr>
              <a:t>wurde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diese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Zerlegung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übrigens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gemacht</a:t>
            </a:r>
            <a:r>
              <a:rPr lang="en-US" sz="1400" dirty="0" smtClean="0">
                <a:solidFill>
                  <a:srgbClr val="FF0000"/>
                </a:solidFill>
              </a:rPr>
              <a:t>, um </a:t>
            </a:r>
            <a:r>
              <a:rPr lang="en-US" sz="1400" dirty="0" err="1" smtClean="0">
                <a:solidFill>
                  <a:srgbClr val="FF0000"/>
                </a:solidFill>
              </a:rPr>
              <a:t>Nachrichten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zwischen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zu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speichern</a:t>
            </a:r>
            <a:r>
              <a:rPr lang="en-US" sz="1400" dirty="0" smtClean="0">
                <a:solidFill>
                  <a:srgbClr val="FF0000"/>
                </a:solidFill>
              </a:rPr>
              <a:t>, </a:t>
            </a:r>
            <a:r>
              <a:rPr lang="en-US" sz="1400" dirty="0" err="1" smtClean="0">
                <a:solidFill>
                  <a:srgbClr val="FF0000"/>
                </a:solidFill>
              </a:rPr>
              <a:t>wenn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sie</a:t>
            </a:r>
            <a:r>
              <a:rPr lang="en-US" sz="1400" dirty="0" smtClean="0">
                <a:solidFill>
                  <a:srgbClr val="FF0000"/>
                </a:solidFill>
              </a:rPr>
              <a:t> in der Simulation </a:t>
            </a:r>
            <a:r>
              <a:rPr lang="en-US" sz="1400" dirty="0" err="1" smtClean="0">
                <a:solidFill>
                  <a:srgbClr val="FF0000"/>
                </a:solidFill>
              </a:rPr>
              <a:t>unterwegs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sind</a:t>
            </a:r>
            <a:r>
              <a:rPr lang="en-US" sz="1400" dirty="0" smtClean="0">
                <a:solidFill>
                  <a:srgbClr val="FF0000"/>
                </a:solidFill>
              </a:rPr>
              <a:t>. Das </a:t>
            </a:r>
            <a:r>
              <a:rPr lang="en-US" sz="1400" dirty="0" err="1" smtClean="0">
                <a:solidFill>
                  <a:srgbClr val="FF0000"/>
                </a:solidFill>
              </a:rPr>
              <a:t>brauchen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wir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hier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doch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nicht</a:t>
            </a:r>
            <a:r>
              <a:rPr lang="en-US" sz="1400" dirty="0" smtClean="0">
                <a:solidFill>
                  <a:srgbClr val="FF0000"/>
                </a:solidFill>
              </a:rPr>
              <a:t>?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 smtClean="0">
                <a:solidFill>
                  <a:srgbClr val="FF0000"/>
                </a:solidFill>
              </a:rPr>
              <a:t>Was </a:t>
            </a:r>
            <a:r>
              <a:rPr lang="en-US" sz="1400" dirty="0" err="1" smtClean="0">
                <a:solidFill>
                  <a:srgbClr val="FF0000"/>
                </a:solidFill>
              </a:rPr>
              <a:t>wäre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hier</a:t>
            </a:r>
            <a:r>
              <a:rPr lang="en-US" sz="1400" dirty="0" smtClean="0">
                <a:solidFill>
                  <a:srgbClr val="FF0000"/>
                </a:solidFill>
              </a:rPr>
              <a:t> der </a:t>
            </a:r>
            <a:r>
              <a:rPr lang="en-US" sz="1400" dirty="0" err="1" smtClean="0">
                <a:solidFill>
                  <a:srgbClr val="FF0000"/>
                </a:solidFill>
              </a:rPr>
              <a:t>Vorteil</a:t>
            </a:r>
            <a:r>
              <a:rPr lang="en-US" sz="1400" dirty="0" smtClean="0">
                <a:solidFill>
                  <a:srgbClr val="FF0000"/>
                </a:solidFill>
              </a:rPr>
              <a:t>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6D7175A-5FFA-CA72-4D0C-436B010B5E4D}"/>
              </a:ext>
            </a:extLst>
          </p:cNvPr>
          <p:cNvGrpSpPr/>
          <p:nvPr/>
        </p:nvGrpSpPr>
        <p:grpSpPr>
          <a:xfrm>
            <a:off x="7245929" y="3429000"/>
            <a:ext cx="1414463" cy="412750"/>
            <a:chOff x="7497215" y="4334214"/>
            <a:chExt cx="1414463" cy="412750"/>
          </a:xfrm>
        </p:grpSpPr>
        <p:grpSp>
          <p:nvGrpSpPr>
            <p:cNvPr id="85" name="Group 87">
              <a:extLst>
                <a:ext uri="{FF2B5EF4-FFF2-40B4-BE49-F238E27FC236}">
                  <a16:creationId xmlns:a16="http://schemas.microsoft.com/office/drawing/2014/main" id="{08879DE1-631C-B3E6-79A9-0BF722F6B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87" name="Text Box 82">
                <a:extLst>
                  <a:ext uri="{FF2B5EF4-FFF2-40B4-BE49-F238E27FC236}">
                    <a16:creationId xmlns:a16="http://schemas.microsoft.com/office/drawing/2014/main" id="{CC66CF99-BB29-2EE8-6234-A661173090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4" y="2616"/>
                <a:ext cx="4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  <a:endPara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8" name="Rectangle 83">
                <a:extLst>
                  <a:ext uri="{FF2B5EF4-FFF2-40B4-BE49-F238E27FC236}">
                    <a16:creationId xmlns:a16="http://schemas.microsoft.com/office/drawing/2014/main" id="{183A5675-C351-2D8D-7F51-457DE51C9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6" name="Textfeld 169">
              <a:extLst>
                <a:ext uri="{FF2B5EF4-FFF2-40B4-BE49-F238E27FC236}">
                  <a16:creationId xmlns:a16="http://schemas.microsoft.com/office/drawing/2014/main" id="{B71A5076-E84E-8975-93B3-6862861D1C53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20E5E315-5EC4-A924-2F47-D8E0B1C571D1}"/>
              </a:ext>
            </a:extLst>
          </p:cNvPr>
          <p:cNvGrpSpPr/>
          <p:nvPr/>
        </p:nvGrpSpPr>
        <p:grpSpPr>
          <a:xfrm>
            <a:off x="7246758" y="4376645"/>
            <a:ext cx="1414463" cy="412750"/>
            <a:chOff x="9978688" y="4334214"/>
            <a:chExt cx="1414463" cy="412750"/>
          </a:xfrm>
        </p:grpSpPr>
        <p:grpSp>
          <p:nvGrpSpPr>
            <p:cNvPr id="90" name="Group 87">
              <a:extLst>
                <a:ext uri="{FF2B5EF4-FFF2-40B4-BE49-F238E27FC236}">
                  <a16:creationId xmlns:a16="http://schemas.microsoft.com/office/drawing/2014/main" id="{E78A8A73-5FBD-78F1-1CD7-72D7C4018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94" name="Text Box 82">
                <a:extLst>
                  <a:ext uri="{FF2B5EF4-FFF2-40B4-BE49-F238E27FC236}">
                    <a16:creationId xmlns:a16="http://schemas.microsoft.com/office/drawing/2014/main" id="{A0D32A82-610F-BB3D-5A3C-F59093EC15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4" y="2616"/>
                <a:ext cx="56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  <a:endPara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98" name="Rectangle 83">
                <a:extLst>
                  <a:ext uri="{FF2B5EF4-FFF2-40B4-BE49-F238E27FC236}">
                    <a16:creationId xmlns:a16="http://schemas.microsoft.com/office/drawing/2014/main" id="{B68FA06F-4BE7-D52C-F927-B0BB2C0E3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1" name="Textfeld 169">
              <a:extLst>
                <a:ext uri="{FF2B5EF4-FFF2-40B4-BE49-F238E27FC236}">
                  <a16:creationId xmlns:a16="http://schemas.microsoft.com/office/drawing/2014/main" id="{FAE0DB3F-D9C9-DCD8-50E4-7F7ACFA3E93D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2" name="Verbinder: gewinkelt 87">
            <a:extLst>
              <a:ext uri="{FF2B5EF4-FFF2-40B4-BE49-F238E27FC236}">
                <a16:creationId xmlns:a16="http://schemas.microsoft.com/office/drawing/2014/main" id="{E78214E8-980F-73A0-1988-80B2005C57C1}"/>
              </a:ext>
            </a:extLst>
          </p:cNvPr>
          <p:cNvCxnSpPr>
            <a:cxnSpLocks/>
            <a:stCxn id="88" idx="3"/>
            <a:endCxn id="116" idx="3"/>
          </p:cNvCxnSpPr>
          <p:nvPr/>
        </p:nvCxnSpPr>
        <p:spPr>
          <a:xfrm flipV="1">
            <a:off x="8660392" y="3460250"/>
            <a:ext cx="281464" cy="17512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6" name="Verbinder: gewinkelt 87">
            <a:extLst>
              <a:ext uri="{FF2B5EF4-FFF2-40B4-BE49-F238E27FC236}">
                <a16:creationId xmlns:a16="http://schemas.microsoft.com/office/drawing/2014/main" id="{510E37C7-F6E9-F32D-26D2-97D83A40CB66}"/>
              </a:ext>
            </a:extLst>
          </p:cNvPr>
          <p:cNvCxnSpPr>
            <a:cxnSpLocks/>
            <a:stCxn id="98" idx="3"/>
            <a:endCxn id="116" idx="3"/>
          </p:cNvCxnSpPr>
          <p:nvPr/>
        </p:nvCxnSpPr>
        <p:spPr>
          <a:xfrm flipV="1">
            <a:off x="8661221" y="3460250"/>
            <a:ext cx="280635" cy="112277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21" name="Verbinder: gewinkelt 87">
            <a:extLst>
              <a:ext uri="{FF2B5EF4-FFF2-40B4-BE49-F238E27FC236}">
                <a16:creationId xmlns:a16="http://schemas.microsoft.com/office/drawing/2014/main" id="{ACF79AE6-0C37-92CA-3E62-D662C3D6344B}"/>
              </a:ext>
            </a:extLst>
          </p:cNvPr>
          <p:cNvCxnSpPr>
            <a:cxnSpLocks/>
            <a:stCxn id="120" idx="2"/>
            <a:endCxn id="108" idx="1"/>
          </p:cNvCxnSpPr>
          <p:nvPr/>
        </p:nvCxnSpPr>
        <p:spPr>
          <a:xfrm rot="16200000" flipH="1">
            <a:off x="9514639" y="3111994"/>
            <a:ext cx="482588" cy="57426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F4C1D47-193E-F9D7-05CA-EB6617727CC6}"/>
              </a:ext>
            </a:extLst>
          </p:cNvPr>
          <p:cNvCxnSpPr>
            <a:cxnSpLocks/>
            <a:stCxn id="123" idx="2"/>
            <a:endCxn id="108" idx="0"/>
          </p:cNvCxnSpPr>
          <p:nvPr/>
        </p:nvCxnSpPr>
        <p:spPr>
          <a:xfrm>
            <a:off x="10750296" y="2114591"/>
            <a:ext cx="1" cy="131945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BF91FA5-D920-0099-1F3D-665E88A4BD7A}"/>
              </a:ext>
            </a:extLst>
          </p:cNvPr>
          <p:cNvCxnSpPr>
            <a:cxnSpLocks/>
            <a:stCxn id="98" idx="0"/>
            <a:endCxn id="88" idx="2"/>
          </p:cNvCxnSpPr>
          <p:nvPr/>
        </p:nvCxnSpPr>
        <p:spPr>
          <a:xfrm flipH="1" flipV="1">
            <a:off x="7953161" y="3841750"/>
            <a:ext cx="829" cy="53489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66" name="Textfeld 169">
            <a:extLst>
              <a:ext uri="{FF2B5EF4-FFF2-40B4-BE49-F238E27FC236}">
                <a16:creationId xmlns:a16="http://schemas.microsoft.com/office/drawing/2014/main" id="{7A66C475-C575-3B52-6A3D-CB34A715C6E5}"/>
              </a:ext>
            </a:extLst>
          </p:cNvPr>
          <p:cNvSpPr txBox="1"/>
          <p:nvPr/>
        </p:nvSpPr>
        <p:spPr>
          <a:xfrm>
            <a:off x="6705005" y="146521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68" name="Textfeld 169">
            <a:extLst>
              <a:ext uri="{FF2B5EF4-FFF2-40B4-BE49-F238E27FC236}">
                <a16:creationId xmlns:a16="http://schemas.microsoft.com/office/drawing/2014/main" id="{9282EF4C-19BB-40F8-96CB-B9980AB3981C}"/>
              </a:ext>
            </a:extLst>
          </p:cNvPr>
          <p:cNvSpPr txBox="1"/>
          <p:nvPr/>
        </p:nvSpPr>
        <p:spPr>
          <a:xfrm>
            <a:off x="9472891" y="1889133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69" name="Textfeld 169">
            <a:extLst>
              <a:ext uri="{FF2B5EF4-FFF2-40B4-BE49-F238E27FC236}">
                <a16:creationId xmlns:a16="http://schemas.microsoft.com/office/drawing/2014/main" id="{C360610D-FC9F-4055-0CFF-58ECA127EB77}"/>
              </a:ext>
            </a:extLst>
          </p:cNvPr>
          <p:cNvSpPr txBox="1"/>
          <p:nvPr/>
        </p:nvSpPr>
        <p:spPr>
          <a:xfrm>
            <a:off x="9759558" y="163546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5B3519F-5A9B-181D-818C-0019A1D6B38B}"/>
              </a:ext>
            </a:extLst>
          </p:cNvPr>
          <p:cNvGrpSpPr/>
          <p:nvPr/>
        </p:nvGrpSpPr>
        <p:grpSpPr>
          <a:xfrm>
            <a:off x="10045448" y="1701841"/>
            <a:ext cx="1410052" cy="412750"/>
            <a:chOff x="6133049" y="1935065"/>
            <a:chExt cx="1410052" cy="412750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DB97B62D-7852-1951-5753-9C8B3D4A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753" y="1973165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123" name="Rectangle 83">
              <a:extLst>
                <a:ext uri="{FF2B5EF4-FFF2-40B4-BE49-F238E27FC236}">
                  <a16:creationId xmlns:a16="http://schemas.microsoft.com/office/drawing/2014/main" id="{BF5759FB-D2C0-3651-529A-95B580D8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049" y="1935065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4" name="Textfeld 169">
              <a:extLst>
                <a:ext uri="{FF2B5EF4-FFF2-40B4-BE49-F238E27FC236}">
                  <a16:creationId xmlns:a16="http://schemas.microsoft.com/office/drawing/2014/main" id="{67432E70-327C-5769-D573-FF8AA74DAFF9}"/>
                </a:ext>
              </a:extLst>
            </p:cNvPr>
            <p:cNvSpPr txBox="1"/>
            <p:nvPr/>
          </p:nvSpPr>
          <p:spPr>
            <a:xfrm>
              <a:off x="6329512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5" name="Textfeld 169">
              <a:extLst>
                <a:ext uri="{FF2B5EF4-FFF2-40B4-BE49-F238E27FC236}">
                  <a16:creationId xmlns:a16="http://schemas.microsoft.com/office/drawing/2014/main" id="{C8B76388-0F8E-C1DE-3B10-A902B3179C02}"/>
                </a:ext>
              </a:extLst>
            </p:cNvPr>
            <p:cNvSpPr txBox="1"/>
            <p:nvPr/>
          </p:nvSpPr>
          <p:spPr>
            <a:xfrm>
              <a:off x="7035803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5C9F63D6-6797-9E22-329B-792FA6544F76}"/>
                </a:ext>
              </a:extLst>
            </p:cNvPr>
            <p:cNvSpPr txBox="1"/>
            <p:nvPr/>
          </p:nvSpPr>
          <p:spPr>
            <a:xfrm>
              <a:off x="6231404" y="218958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0" name="Textfeld 169">
              <a:extLst>
                <a:ext uri="{FF2B5EF4-FFF2-40B4-BE49-F238E27FC236}">
                  <a16:creationId xmlns:a16="http://schemas.microsoft.com/office/drawing/2014/main" id="{95D28428-8C6A-10F6-4129-8E98A8E7D605}"/>
                </a:ext>
              </a:extLst>
            </p:cNvPr>
            <p:cNvSpPr txBox="1"/>
            <p:nvPr/>
          </p:nvSpPr>
          <p:spPr>
            <a:xfrm>
              <a:off x="7244743" y="1984753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1" name="Textfeld 169">
              <a:extLst>
                <a:ext uri="{FF2B5EF4-FFF2-40B4-BE49-F238E27FC236}">
                  <a16:creationId xmlns:a16="http://schemas.microsoft.com/office/drawing/2014/main" id="{70AB998D-93B2-4237-B4A2-12065D6F97BE}"/>
                </a:ext>
              </a:extLst>
            </p:cNvPr>
            <p:cNvSpPr txBox="1"/>
            <p:nvPr/>
          </p:nvSpPr>
          <p:spPr>
            <a:xfrm>
              <a:off x="7244743" y="216331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01" name="Textfeld 169">
            <a:extLst>
              <a:ext uri="{FF2B5EF4-FFF2-40B4-BE49-F238E27FC236}">
                <a16:creationId xmlns:a16="http://schemas.microsoft.com/office/drawing/2014/main" id="{08611245-C212-9B72-1629-BF3A342CBB74}"/>
              </a:ext>
            </a:extLst>
          </p:cNvPr>
          <p:cNvSpPr txBox="1"/>
          <p:nvPr/>
        </p:nvSpPr>
        <p:spPr>
          <a:xfrm>
            <a:off x="6972380" y="2268480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..*</a:t>
            </a:r>
          </a:p>
        </p:txBody>
      </p:sp>
      <p:sp>
        <p:nvSpPr>
          <p:cNvPr id="102" name="Textfeld 169">
            <a:extLst>
              <a:ext uri="{FF2B5EF4-FFF2-40B4-BE49-F238E27FC236}">
                <a16:creationId xmlns:a16="http://schemas.microsoft.com/office/drawing/2014/main" id="{F6EB8E70-FBFE-2B71-EA44-942975F5B5A0}"/>
              </a:ext>
            </a:extLst>
          </p:cNvPr>
          <p:cNvSpPr txBox="1"/>
          <p:nvPr/>
        </p:nvSpPr>
        <p:spPr>
          <a:xfrm>
            <a:off x="6382940" y="2266117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..*</a:t>
            </a:r>
          </a:p>
        </p:txBody>
      </p:sp>
      <p:sp>
        <p:nvSpPr>
          <p:cNvPr id="104" name="Textfeld 169">
            <a:extLst>
              <a:ext uri="{FF2B5EF4-FFF2-40B4-BE49-F238E27FC236}">
                <a16:creationId xmlns:a16="http://schemas.microsoft.com/office/drawing/2014/main" id="{5BC84E8F-A35F-A352-1E52-E02675B7D1FB}"/>
              </a:ext>
            </a:extLst>
          </p:cNvPr>
          <p:cNvSpPr txBox="1"/>
          <p:nvPr/>
        </p:nvSpPr>
        <p:spPr>
          <a:xfrm>
            <a:off x="7024160" y="33970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702B0F8E-D738-AD6F-1862-AD36BE633553}"/>
              </a:ext>
            </a:extLst>
          </p:cNvPr>
          <p:cNvSpPr txBox="1"/>
          <p:nvPr/>
        </p:nvSpPr>
        <p:spPr>
          <a:xfrm>
            <a:off x="7015763" y="435313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9" name="Textfeld 169">
            <a:extLst>
              <a:ext uri="{FF2B5EF4-FFF2-40B4-BE49-F238E27FC236}">
                <a16:creationId xmlns:a16="http://schemas.microsoft.com/office/drawing/2014/main" id="{76D7673B-AF82-00F2-8198-406F547CA2EA}"/>
              </a:ext>
            </a:extLst>
          </p:cNvPr>
          <p:cNvSpPr txBox="1"/>
          <p:nvPr/>
        </p:nvSpPr>
        <p:spPr>
          <a:xfrm>
            <a:off x="7663059" y="3797537"/>
            <a:ext cx="32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10" name="Textfeld 169">
            <a:extLst>
              <a:ext uri="{FF2B5EF4-FFF2-40B4-BE49-F238E27FC236}">
                <a16:creationId xmlns:a16="http://schemas.microsoft.com/office/drawing/2014/main" id="{DB071100-D853-40E9-1BD9-36E255024260}"/>
              </a:ext>
            </a:extLst>
          </p:cNvPr>
          <p:cNvSpPr txBox="1"/>
          <p:nvPr/>
        </p:nvSpPr>
        <p:spPr>
          <a:xfrm>
            <a:off x="7943693" y="38477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75561C5-77E1-02C4-9FE4-EDB9F8608322}"/>
              </a:ext>
            </a:extLst>
          </p:cNvPr>
          <p:cNvGrpSpPr/>
          <p:nvPr/>
        </p:nvGrpSpPr>
        <p:grpSpPr>
          <a:xfrm>
            <a:off x="8234626" y="2747559"/>
            <a:ext cx="1415104" cy="712691"/>
            <a:chOff x="4164286" y="2980783"/>
            <a:chExt cx="1415104" cy="712691"/>
          </a:xfrm>
        </p:grpSpPr>
        <p:grpSp>
          <p:nvGrpSpPr>
            <p:cNvPr id="115" name="Group 87">
              <a:extLst>
                <a:ext uri="{FF2B5EF4-FFF2-40B4-BE49-F238E27FC236}">
                  <a16:creationId xmlns:a16="http://schemas.microsoft.com/office/drawing/2014/main" id="{9235F5D3-5A12-B93E-A970-0DFF85250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4286" y="2980783"/>
              <a:ext cx="1414463" cy="412750"/>
              <a:chOff x="3441" y="2592"/>
              <a:chExt cx="891" cy="260"/>
            </a:xfrm>
          </p:grpSpPr>
          <p:sp>
            <p:nvSpPr>
              <p:cNvPr id="117" name="Text Box 82">
                <a:extLst>
                  <a:ext uri="{FF2B5EF4-FFF2-40B4-BE49-F238E27FC236}">
                    <a16:creationId xmlns:a16="http://schemas.microsoft.com/office/drawing/2014/main" id="{6364B172-4927-CA14-8041-03FD85DB2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18" name="Rectangle 83">
                <a:extLst>
                  <a:ext uri="{FF2B5EF4-FFF2-40B4-BE49-F238E27FC236}">
                    <a16:creationId xmlns:a16="http://schemas.microsoft.com/office/drawing/2014/main" id="{ABA119B7-07A6-01C7-76FA-824327710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6" name="AutoShape 37">
              <a:extLst>
                <a:ext uri="{FF2B5EF4-FFF2-40B4-BE49-F238E27FC236}">
                  <a16:creationId xmlns:a16="http://schemas.microsoft.com/office/drawing/2014/main" id="{5708A57A-2241-BE1F-2238-61CC9652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116" y="3402961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3" name="Textfeld 169">
              <a:extLst>
                <a:ext uri="{FF2B5EF4-FFF2-40B4-BE49-F238E27FC236}">
                  <a16:creationId xmlns:a16="http://schemas.microsoft.com/office/drawing/2014/main" id="{3FDBF117-AC16-0CE1-E857-A2C897DBAF22}"/>
                </a:ext>
              </a:extLst>
            </p:cNvPr>
            <p:cNvSpPr txBox="1"/>
            <p:nvPr/>
          </p:nvSpPr>
          <p:spPr>
            <a:xfrm>
              <a:off x="5281032" y="300462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0" name="Textfeld 169">
              <a:extLst>
                <a:ext uri="{FF2B5EF4-FFF2-40B4-BE49-F238E27FC236}">
                  <a16:creationId xmlns:a16="http://schemas.microsoft.com/office/drawing/2014/main" id="{62505F43-22F5-C76F-72BD-A546837054CE}"/>
                </a:ext>
              </a:extLst>
            </p:cNvPr>
            <p:cNvSpPr txBox="1"/>
            <p:nvPr/>
          </p:nvSpPr>
          <p:spPr>
            <a:xfrm>
              <a:off x="5249282" y="323716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35" name="Textfeld 169">
            <a:extLst>
              <a:ext uri="{FF2B5EF4-FFF2-40B4-BE49-F238E27FC236}">
                <a16:creationId xmlns:a16="http://schemas.microsoft.com/office/drawing/2014/main" id="{7F28EFBB-45F7-626C-3B51-7E592B2F483A}"/>
              </a:ext>
            </a:extLst>
          </p:cNvPr>
          <p:cNvSpPr txBox="1"/>
          <p:nvPr/>
        </p:nvSpPr>
        <p:spPr>
          <a:xfrm>
            <a:off x="10237481" y="2157471"/>
            <a:ext cx="489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B7C03D2D-AC68-2259-7EE6-C3530266FFF7}"/>
              </a:ext>
            </a:extLst>
          </p:cNvPr>
          <p:cNvGrpSpPr/>
          <p:nvPr/>
        </p:nvGrpSpPr>
        <p:grpSpPr>
          <a:xfrm>
            <a:off x="10043065" y="3434045"/>
            <a:ext cx="1414463" cy="414290"/>
            <a:chOff x="6130666" y="3341842"/>
            <a:chExt cx="1414463" cy="414290"/>
          </a:xfrm>
        </p:grpSpPr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89B7DD98-5465-6A8B-D0B9-3D672639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204" y="3379942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108" name="Rectangle 83">
              <a:extLst>
                <a:ext uri="{FF2B5EF4-FFF2-40B4-BE49-F238E27FC236}">
                  <a16:creationId xmlns:a16="http://schemas.microsoft.com/office/drawing/2014/main" id="{6344571D-9725-529C-61F1-398BAB5C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0666" y="3341842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6" name="Textfeld 169">
              <a:extLst>
                <a:ext uri="{FF2B5EF4-FFF2-40B4-BE49-F238E27FC236}">
                  <a16:creationId xmlns:a16="http://schemas.microsoft.com/office/drawing/2014/main" id="{3B1220EA-3474-1410-3E4B-D09C4774D7C4}"/>
                </a:ext>
              </a:extLst>
            </p:cNvPr>
            <p:cNvSpPr txBox="1"/>
            <p:nvPr/>
          </p:nvSpPr>
          <p:spPr>
            <a:xfrm>
              <a:off x="7172157" y="3602244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73" name="Textfeld 169">
            <a:extLst>
              <a:ext uri="{FF2B5EF4-FFF2-40B4-BE49-F238E27FC236}">
                <a16:creationId xmlns:a16="http://schemas.microsoft.com/office/drawing/2014/main" id="{9B7BB3A9-EAA3-3A7E-30D2-989D9E578004}"/>
              </a:ext>
            </a:extLst>
          </p:cNvPr>
          <p:cNvSpPr txBox="1"/>
          <p:nvPr/>
        </p:nvSpPr>
        <p:spPr>
          <a:xfrm>
            <a:off x="9644327" y="2602274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74" name="Textfeld 169">
            <a:extLst>
              <a:ext uri="{FF2B5EF4-FFF2-40B4-BE49-F238E27FC236}">
                <a16:creationId xmlns:a16="http://schemas.microsoft.com/office/drawing/2014/main" id="{F8379769-3C79-2C5E-AD2F-30A7EAEB5323}"/>
              </a:ext>
            </a:extLst>
          </p:cNvPr>
          <p:cNvSpPr txBox="1"/>
          <p:nvPr/>
        </p:nvSpPr>
        <p:spPr>
          <a:xfrm>
            <a:off x="9760490" y="337559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5" name="Textfeld 169">
            <a:extLst>
              <a:ext uri="{FF2B5EF4-FFF2-40B4-BE49-F238E27FC236}">
                <a16:creationId xmlns:a16="http://schemas.microsoft.com/office/drawing/2014/main" id="{86C41B41-D4C4-E842-32F0-98AD32F355D9}"/>
              </a:ext>
            </a:extLst>
          </p:cNvPr>
          <p:cNvSpPr txBox="1"/>
          <p:nvPr/>
        </p:nvSpPr>
        <p:spPr>
          <a:xfrm>
            <a:off x="10697506" y="317708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8" name="Textfeld 169">
            <a:extLst>
              <a:ext uri="{FF2B5EF4-FFF2-40B4-BE49-F238E27FC236}">
                <a16:creationId xmlns:a16="http://schemas.microsoft.com/office/drawing/2014/main" id="{7B494332-8610-3D5B-6FB4-4DBD6CABC7E6}"/>
              </a:ext>
            </a:extLst>
          </p:cNvPr>
          <p:cNvSpPr txBox="1"/>
          <p:nvPr/>
        </p:nvSpPr>
        <p:spPr>
          <a:xfrm>
            <a:off x="9423359" y="311439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79" name="Textfeld 169">
            <a:extLst>
              <a:ext uri="{FF2B5EF4-FFF2-40B4-BE49-F238E27FC236}">
                <a16:creationId xmlns:a16="http://schemas.microsoft.com/office/drawing/2014/main" id="{48661ED5-BA68-EBF3-8607-19C54C044862}"/>
              </a:ext>
            </a:extLst>
          </p:cNvPr>
          <p:cNvSpPr txBox="1"/>
          <p:nvPr/>
        </p:nvSpPr>
        <p:spPr>
          <a:xfrm>
            <a:off x="10716556" y="21868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1" name="AutoShape 40">
            <a:extLst>
              <a:ext uri="{FF2B5EF4-FFF2-40B4-BE49-F238E27FC236}">
                <a16:creationId xmlns:a16="http://schemas.microsoft.com/office/drawing/2014/main" id="{93ED320D-E348-306D-E77F-264C9FF87C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1" y="1236273"/>
            <a:ext cx="4867698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j-lt"/>
            </a:endParaRPr>
          </a:p>
        </p:txBody>
      </p:sp>
      <p:sp>
        <p:nvSpPr>
          <p:cNvPr id="7" name="Textfeld 44">
            <a:extLst>
              <a:ext uri="{FF2B5EF4-FFF2-40B4-BE49-F238E27FC236}">
                <a16:creationId xmlns:a16="http://schemas.microsoft.com/office/drawing/2014/main" id="{17B2A8AD-7256-5245-0156-AEFE56B5E376}"/>
              </a:ext>
            </a:extLst>
          </p:cNvPr>
          <p:cNvSpPr txBox="1"/>
          <p:nvPr/>
        </p:nvSpPr>
        <p:spPr>
          <a:xfrm>
            <a:off x="5166526" y="2379341"/>
            <a:ext cx="1305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shared port object</a:t>
            </a:r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E6F64434-E633-8F9D-4CFB-5A18068867F8}"/>
              </a:ext>
            </a:extLst>
          </p:cNvPr>
          <p:cNvSpPr/>
          <p:nvPr/>
        </p:nvSpPr>
        <p:spPr>
          <a:xfrm>
            <a:off x="6071936" y="2549860"/>
            <a:ext cx="545123" cy="258791"/>
          </a:xfrm>
          <a:custGeom>
            <a:avLst/>
            <a:gdLst>
              <a:gd name="connsiteX0" fmla="*/ 0 w 545123"/>
              <a:gd name="connsiteY0" fmla="*/ 257908 h 258791"/>
              <a:gd name="connsiteX1" fmla="*/ 281354 w 545123"/>
              <a:gd name="connsiteY1" fmla="*/ 246185 h 258791"/>
              <a:gd name="connsiteX2" fmla="*/ 480646 w 545123"/>
              <a:gd name="connsiteY2" fmla="*/ 169985 h 258791"/>
              <a:gd name="connsiteX3" fmla="*/ 545123 w 545123"/>
              <a:gd name="connsiteY3" fmla="*/ 0 h 25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23" h="258791">
                <a:moveTo>
                  <a:pt x="0" y="257908"/>
                </a:moveTo>
                <a:cubicBezTo>
                  <a:pt x="100623" y="259373"/>
                  <a:pt x="201247" y="260839"/>
                  <a:pt x="281354" y="246185"/>
                </a:cubicBezTo>
                <a:cubicBezTo>
                  <a:pt x="361461" y="231531"/>
                  <a:pt x="436685" y="211016"/>
                  <a:pt x="480646" y="169985"/>
                </a:cubicBezTo>
                <a:cubicBezTo>
                  <a:pt x="524607" y="128954"/>
                  <a:pt x="534865" y="64477"/>
                  <a:pt x="545123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feld 44">
            <a:extLst>
              <a:ext uri="{FF2B5EF4-FFF2-40B4-BE49-F238E27FC236}">
                <a16:creationId xmlns:a16="http://schemas.microsoft.com/office/drawing/2014/main" id="{0BBFAED8-E268-7CC9-C076-09887EFB89EE}"/>
              </a:ext>
            </a:extLst>
          </p:cNvPr>
          <p:cNvSpPr txBox="1"/>
          <p:nvPr/>
        </p:nvSpPr>
        <p:spPr>
          <a:xfrm>
            <a:off x="6343558" y="811492"/>
            <a:ext cx="200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tree structure</a:t>
            </a:r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358FF456-DFEE-D7DC-E393-AD4F86641A86}"/>
              </a:ext>
            </a:extLst>
          </p:cNvPr>
          <p:cNvSpPr/>
          <p:nvPr/>
        </p:nvSpPr>
        <p:spPr>
          <a:xfrm>
            <a:off x="6221418" y="1085263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3CCE1E2-8AAC-1BBA-EC46-D987B10AFBB7}"/>
              </a:ext>
            </a:extLst>
          </p:cNvPr>
          <p:cNvSpPr/>
          <p:nvPr/>
        </p:nvSpPr>
        <p:spPr bwMode="auto">
          <a:xfrm>
            <a:off x="6076950" y="2534604"/>
            <a:ext cx="1089660" cy="391125"/>
          </a:xfrm>
          <a:custGeom>
            <a:avLst/>
            <a:gdLst>
              <a:gd name="connsiteX0" fmla="*/ 0 w 1089660"/>
              <a:gd name="connsiteY0" fmla="*/ 369570 h 391125"/>
              <a:gd name="connsiteX1" fmla="*/ 864870 w 1089660"/>
              <a:gd name="connsiteY1" fmla="*/ 350520 h 391125"/>
              <a:gd name="connsiteX2" fmla="*/ 1089660 w 1089660"/>
              <a:gd name="connsiteY2" fmla="*/ 0 h 39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660" h="391125">
                <a:moveTo>
                  <a:pt x="0" y="369570"/>
                </a:moveTo>
                <a:cubicBezTo>
                  <a:pt x="341630" y="390842"/>
                  <a:pt x="683260" y="412115"/>
                  <a:pt x="864870" y="350520"/>
                </a:cubicBezTo>
                <a:cubicBezTo>
                  <a:pt x="1046480" y="288925"/>
                  <a:pt x="1068070" y="144462"/>
                  <a:pt x="10896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CCF4947-F0A4-50F8-B261-40234925D4E1}"/>
              </a:ext>
            </a:extLst>
          </p:cNvPr>
          <p:cNvSpPr/>
          <p:nvPr/>
        </p:nvSpPr>
        <p:spPr bwMode="auto">
          <a:xfrm>
            <a:off x="6403895" y="273016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6140065-CE66-A407-2068-6AF03E2AE1F4}"/>
              </a:ext>
            </a:extLst>
          </p:cNvPr>
          <p:cNvSpPr/>
          <p:nvPr/>
        </p:nvSpPr>
        <p:spPr bwMode="auto">
          <a:xfrm>
            <a:off x="6410009" y="288648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A5F2A3F-B659-2B1D-A0DA-98B6129E794F}"/>
              </a:ext>
            </a:extLst>
          </p:cNvPr>
          <p:cNvSpPr/>
          <p:nvPr/>
        </p:nvSpPr>
        <p:spPr bwMode="auto">
          <a:xfrm>
            <a:off x="6969820" y="281236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5" name="Verbinder: gewinkelt 87">
            <a:extLst>
              <a:ext uri="{FF2B5EF4-FFF2-40B4-BE49-F238E27FC236}">
                <a16:creationId xmlns:a16="http://schemas.microsoft.com/office/drawing/2014/main" id="{7B30A56A-863D-F485-DE66-7EE3C1D1DBB8}"/>
              </a:ext>
            </a:extLst>
          </p:cNvPr>
          <p:cNvCxnSpPr>
            <a:cxnSpLocks/>
            <a:stCxn id="23" idx="2"/>
            <a:endCxn id="88" idx="1"/>
          </p:cNvCxnSpPr>
          <p:nvPr/>
        </p:nvCxnSpPr>
        <p:spPr>
          <a:xfrm rot="16200000" flipH="1">
            <a:off x="6471561" y="2861007"/>
            <a:ext cx="1304926" cy="243809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27" name="Verbinder: gewinkelt 87">
            <a:extLst>
              <a:ext uri="{FF2B5EF4-FFF2-40B4-BE49-F238E27FC236}">
                <a16:creationId xmlns:a16="http://schemas.microsoft.com/office/drawing/2014/main" id="{86D099F0-2225-F6F5-AF06-B3681D86A972}"/>
              </a:ext>
            </a:extLst>
          </p:cNvPr>
          <p:cNvCxnSpPr>
            <a:cxnSpLocks/>
            <a:stCxn id="113" idx="3"/>
            <a:endCxn id="129" idx="2"/>
          </p:cNvCxnSpPr>
          <p:nvPr/>
        </p:nvCxnSpPr>
        <p:spPr>
          <a:xfrm flipV="1">
            <a:off x="9649730" y="2110245"/>
            <a:ext cx="643252" cy="7381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CE70D65-9980-87B3-AB46-055BC15D88BF}"/>
              </a:ext>
            </a:extLst>
          </p:cNvPr>
          <p:cNvCxnSpPr>
            <a:cxnSpLocks/>
            <a:stCxn id="81" idx="2"/>
            <a:endCxn id="123" idx="1"/>
          </p:cNvCxnSpPr>
          <p:nvPr/>
        </p:nvCxnSpPr>
        <p:spPr>
          <a:xfrm flipV="1">
            <a:off x="7676983" y="1908216"/>
            <a:ext cx="2368465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1" name="Textfeld 44">
            <a:extLst>
              <a:ext uri="{FF2B5EF4-FFF2-40B4-BE49-F238E27FC236}">
                <a16:creationId xmlns:a16="http://schemas.microsoft.com/office/drawing/2014/main" id="{B1BEFFD0-23B1-DBD3-9958-A0C5C087FDFE}"/>
              </a:ext>
            </a:extLst>
          </p:cNvPr>
          <p:cNvSpPr txBox="1"/>
          <p:nvPr/>
        </p:nvSpPr>
        <p:spPr>
          <a:xfrm>
            <a:off x="8420672" y="1038276"/>
            <a:ext cx="2159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 Series of Values</a:t>
            </a:r>
          </a:p>
        </p:txBody>
      </p:sp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5C25647C-1A1E-43BE-875E-847609E9149E}"/>
              </a:ext>
            </a:extLst>
          </p:cNvPr>
          <p:cNvSpPr/>
          <p:nvPr/>
        </p:nvSpPr>
        <p:spPr bwMode="auto">
          <a:xfrm>
            <a:off x="10546080" y="1159454"/>
            <a:ext cx="445268" cy="532186"/>
          </a:xfrm>
          <a:custGeom>
            <a:avLst/>
            <a:gdLst>
              <a:gd name="connsiteX0" fmla="*/ 0 w 445268"/>
              <a:gd name="connsiteY0" fmla="*/ 52126 h 532186"/>
              <a:gd name="connsiteX1" fmla="*/ 419100 w 445268"/>
              <a:gd name="connsiteY1" fmla="*/ 44506 h 532186"/>
              <a:gd name="connsiteX2" fmla="*/ 365760 w 445268"/>
              <a:gd name="connsiteY2" fmla="*/ 532186 h 5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268" h="532186">
                <a:moveTo>
                  <a:pt x="0" y="52126"/>
                </a:moveTo>
                <a:cubicBezTo>
                  <a:pt x="179070" y="8311"/>
                  <a:pt x="358140" y="-35504"/>
                  <a:pt x="419100" y="44506"/>
                </a:cubicBezTo>
                <a:cubicBezTo>
                  <a:pt x="480060" y="124516"/>
                  <a:pt x="422910" y="328351"/>
                  <a:pt x="365760" y="53218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feld 44">
            <a:extLst>
              <a:ext uri="{FF2B5EF4-FFF2-40B4-BE49-F238E27FC236}">
                <a16:creationId xmlns:a16="http://schemas.microsoft.com/office/drawing/2014/main" id="{C704CFFB-686E-BCB9-3B48-DF54E85AC59C}"/>
              </a:ext>
            </a:extLst>
          </p:cNvPr>
          <p:cNvSpPr txBox="1"/>
          <p:nvPr/>
        </p:nvSpPr>
        <p:spPr>
          <a:xfrm>
            <a:off x="6618359" y="4847318"/>
            <a:ext cx="1779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Connector inside of a function</a:t>
            </a:r>
          </a:p>
        </p:txBody>
      </p:sp>
      <p:sp>
        <p:nvSpPr>
          <p:cNvPr id="49" name="Freihandform: Form 48">
            <a:extLst>
              <a:ext uri="{FF2B5EF4-FFF2-40B4-BE49-F238E27FC236}">
                <a16:creationId xmlns:a16="http://schemas.microsoft.com/office/drawing/2014/main" id="{2C43FE29-2F88-85F3-6730-6C72F27F806F}"/>
              </a:ext>
            </a:extLst>
          </p:cNvPr>
          <p:cNvSpPr/>
          <p:nvPr/>
        </p:nvSpPr>
        <p:spPr bwMode="auto">
          <a:xfrm>
            <a:off x="6622755" y="3999923"/>
            <a:ext cx="1279185" cy="861637"/>
          </a:xfrm>
          <a:custGeom>
            <a:avLst/>
            <a:gdLst>
              <a:gd name="connsiteX0" fmla="*/ 128565 w 1279185"/>
              <a:gd name="connsiteY0" fmla="*/ 861637 h 861637"/>
              <a:gd name="connsiteX1" fmla="*/ 105705 w 1279185"/>
              <a:gd name="connsiteY1" fmla="*/ 69157 h 861637"/>
              <a:gd name="connsiteX2" fmla="*/ 1279185 w 1279185"/>
              <a:gd name="connsiteY2" fmla="*/ 92017 h 861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9185" h="861637">
                <a:moveTo>
                  <a:pt x="128565" y="861637"/>
                </a:moveTo>
                <a:cubicBezTo>
                  <a:pt x="21250" y="529532"/>
                  <a:pt x="-86065" y="197427"/>
                  <a:pt x="105705" y="69157"/>
                </a:cubicBezTo>
                <a:cubicBezTo>
                  <a:pt x="297475" y="-59113"/>
                  <a:pt x="788330" y="16452"/>
                  <a:pt x="1279185" y="92017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1E045BE-5F3A-DD85-9FFA-838FC1BD1095}"/>
              </a:ext>
            </a:extLst>
          </p:cNvPr>
          <p:cNvSpPr/>
          <p:nvPr/>
        </p:nvSpPr>
        <p:spPr bwMode="auto">
          <a:xfrm>
            <a:off x="6623520" y="4560304"/>
            <a:ext cx="89545" cy="45719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8" name="Verbinder: gewinkelt 87">
            <a:extLst>
              <a:ext uri="{FF2B5EF4-FFF2-40B4-BE49-F238E27FC236}">
                <a16:creationId xmlns:a16="http://schemas.microsoft.com/office/drawing/2014/main" id="{FB09C0AE-45B7-FED5-8D63-694C9B96404C}"/>
              </a:ext>
            </a:extLst>
          </p:cNvPr>
          <p:cNvCxnSpPr>
            <a:cxnSpLocks/>
            <a:stCxn id="20" idx="2"/>
            <a:endCxn id="98" idx="1"/>
          </p:cNvCxnSpPr>
          <p:nvPr/>
        </p:nvCxnSpPr>
        <p:spPr>
          <a:xfrm rot="16200000" flipH="1">
            <a:off x="5705825" y="3042087"/>
            <a:ext cx="2252572" cy="82929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9" name="Textfeld 169">
            <a:extLst>
              <a:ext uri="{FF2B5EF4-FFF2-40B4-BE49-F238E27FC236}">
                <a16:creationId xmlns:a16="http://schemas.microsoft.com/office/drawing/2014/main" id="{84BD94CF-9748-A9EB-57F9-C78EA415E0C3}"/>
              </a:ext>
            </a:extLst>
          </p:cNvPr>
          <p:cNvSpPr txBox="1"/>
          <p:nvPr/>
        </p:nvSpPr>
        <p:spPr>
          <a:xfrm>
            <a:off x="5596459" y="140664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" name="Textfeld 169">
            <a:extLst>
              <a:ext uri="{FF2B5EF4-FFF2-40B4-BE49-F238E27FC236}">
                <a16:creationId xmlns:a16="http://schemas.microsoft.com/office/drawing/2014/main" id="{3754D900-E39C-CA6A-9AB8-3D67766576CA}"/>
              </a:ext>
            </a:extLst>
          </p:cNvPr>
          <p:cNvSpPr txBox="1"/>
          <p:nvPr/>
        </p:nvSpPr>
        <p:spPr>
          <a:xfrm>
            <a:off x="5252527" y="188437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FDC58CF8-207F-D8BB-4120-AD73ECC42DFF}"/>
              </a:ext>
            </a:extLst>
          </p:cNvPr>
          <p:cNvSpPr txBox="1"/>
          <p:nvPr/>
        </p:nvSpPr>
        <p:spPr>
          <a:xfrm>
            <a:off x="7564260" y="1633895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19C78C9-4D9E-4951-0D1D-FE9FAC2EB13E}"/>
              </a:ext>
            </a:extLst>
          </p:cNvPr>
          <p:cNvGrpSpPr/>
          <p:nvPr/>
        </p:nvGrpSpPr>
        <p:grpSpPr>
          <a:xfrm>
            <a:off x="5746196" y="1700350"/>
            <a:ext cx="1930787" cy="630099"/>
            <a:chOff x="5746196" y="1700350"/>
            <a:chExt cx="1930787" cy="630099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06CF1CF-F314-C363-F4CB-09387A4773FB}"/>
                </a:ext>
              </a:extLst>
            </p:cNvPr>
            <p:cNvGrpSpPr/>
            <p:nvPr/>
          </p:nvGrpSpPr>
          <p:grpSpPr>
            <a:xfrm>
              <a:off x="5746196" y="1700350"/>
              <a:ext cx="1930787" cy="415732"/>
              <a:chOff x="5746196" y="1700350"/>
              <a:chExt cx="1930787" cy="415732"/>
            </a:xfrm>
          </p:grpSpPr>
          <p:cxnSp>
            <p:nvCxnSpPr>
              <p:cNvPr id="47" name="Verbinder: gewinkelt 87">
                <a:extLst>
                  <a:ext uri="{FF2B5EF4-FFF2-40B4-BE49-F238E27FC236}">
                    <a16:creationId xmlns:a16="http://schemas.microsoft.com/office/drawing/2014/main" id="{9BD66F53-02F8-0245-5342-5DB7E16F73E5}"/>
                  </a:ext>
                </a:extLst>
              </p:cNvPr>
              <p:cNvCxnSpPr>
                <a:cxnSpLocks/>
                <a:stCxn id="74" idx="2"/>
                <a:endCxn id="57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19321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48" name="Text Box 82">
                <a:extLst>
                  <a:ext uri="{FF2B5EF4-FFF2-40B4-BE49-F238E27FC236}">
                    <a16:creationId xmlns:a16="http://schemas.microsoft.com/office/drawing/2014/main" id="{2E6CCE68-4D26-3E46-3B4B-C83A7CA526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57" name="Rectangle 83">
                <a:extLst>
                  <a:ext uri="{FF2B5EF4-FFF2-40B4-BE49-F238E27FC236}">
                    <a16:creationId xmlns:a16="http://schemas.microsoft.com/office/drawing/2014/main" id="{6C69CBA5-6820-2D85-A9E6-F0D687810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4" name="AutoShape 50">
                <a:extLst>
                  <a:ext uri="{FF2B5EF4-FFF2-40B4-BE49-F238E27FC236}">
                    <a16:creationId xmlns:a16="http://schemas.microsoft.com/office/drawing/2014/main" id="{4BCB37B3-246C-B80E-0B3B-27CE4BD5E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5" name="Textfeld 169">
                <a:extLst>
                  <a:ext uri="{FF2B5EF4-FFF2-40B4-BE49-F238E27FC236}">
                    <a16:creationId xmlns:a16="http://schemas.microsoft.com/office/drawing/2014/main" id="{A742F8FD-B8DE-99D1-3A56-9FF3B4EC2CF2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76" name="Textfeld 169">
                <a:extLst>
                  <a:ext uri="{FF2B5EF4-FFF2-40B4-BE49-F238E27FC236}">
                    <a16:creationId xmlns:a16="http://schemas.microsoft.com/office/drawing/2014/main" id="{AA661F45-9377-AAD5-8921-3D60F173FBBC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81" name="AutoShape 50">
                <a:extLst>
                  <a:ext uri="{FF2B5EF4-FFF2-40B4-BE49-F238E27FC236}">
                    <a16:creationId xmlns:a16="http://schemas.microsoft.com/office/drawing/2014/main" id="{7FBB79BE-5472-26D3-14BB-4674C5C0A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0" name="Rectangle 83">
              <a:extLst>
                <a:ext uri="{FF2B5EF4-FFF2-40B4-BE49-F238E27FC236}">
                  <a16:creationId xmlns:a16="http://schemas.microsoft.com/office/drawing/2014/main" id="{0E6FA59B-1FBA-40C3-B74E-688161A23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047" y="2111157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" name="Rectangle 83">
              <a:extLst>
                <a:ext uri="{FF2B5EF4-FFF2-40B4-BE49-F238E27FC236}">
                  <a16:creationId xmlns:a16="http://schemas.microsoft.com/office/drawing/2014/main" id="{FA3868F2-68A9-8175-ACA9-B0F910A88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5703" y="211115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E1566D7D-4EA8-0108-EE84-7C0DEC05FC1F}"/>
              </a:ext>
            </a:extLst>
          </p:cNvPr>
          <p:cNvSpPr txBox="1"/>
          <p:nvPr/>
        </p:nvSpPr>
        <p:spPr>
          <a:xfrm>
            <a:off x="10889596" y="4962040"/>
            <a:ext cx="13593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</a:rPr>
              <a:t>e.g., Diesel in l/s &lt;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</a:rPr>
              <a:t>Int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</a:rPr>
              <a:t>&gt;</a:t>
            </a:r>
            <a:endParaRPr lang="de-DE" sz="1600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F5AF05A-E9BB-6586-037C-2008C7CE1B44}"/>
              </a:ext>
            </a:extLst>
          </p:cNvPr>
          <p:cNvSpPr txBox="1"/>
          <p:nvPr/>
        </p:nvSpPr>
        <p:spPr>
          <a:xfrm>
            <a:off x="9253663" y="4101685"/>
            <a:ext cx="2023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</a:rPr>
              <a:t>Material, Data, Energy in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</a:rPr>
              <a:t>UnitType</a:t>
            </a:r>
            <a:endParaRPr lang="de-DE" sz="1600" i="1" dirty="0">
              <a:solidFill>
                <a:srgbClr val="00549F"/>
              </a:solidFill>
              <a:latin typeface="Trebuchet MS" panose="020B0603020202020204" pitchFamily="34" charset="0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43531B09-011F-7146-3F4B-1D7A98686505}"/>
              </a:ext>
            </a:extLst>
          </p:cNvPr>
          <p:cNvSpPr/>
          <p:nvPr/>
        </p:nvSpPr>
        <p:spPr bwMode="auto">
          <a:xfrm>
            <a:off x="11518900" y="3758025"/>
            <a:ext cx="374885" cy="1225550"/>
          </a:xfrm>
          <a:custGeom>
            <a:avLst/>
            <a:gdLst>
              <a:gd name="connsiteX0" fmla="*/ 44450 w 374885"/>
              <a:gd name="connsiteY0" fmla="*/ 1225550 h 1225550"/>
              <a:gd name="connsiteX1" fmla="*/ 374650 w 374885"/>
              <a:gd name="connsiteY1" fmla="*/ 571500 h 1225550"/>
              <a:gd name="connsiteX2" fmla="*/ 0 w 374885"/>
              <a:gd name="connsiteY2" fmla="*/ 0 h 122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885" h="1225550">
                <a:moveTo>
                  <a:pt x="44450" y="1225550"/>
                </a:moveTo>
                <a:cubicBezTo>
                  <a:pt x="213254" y="1000654"/>
                  <a:pt x="382058" y="775758"/>
                  <a:pt x="374650" y="571500"/>
                </a:cubicBezTo>
                <a:cubicBezTo>
                  <a:pt x="367242" y="367242"/>
                  <a:pt x="183621" y="183621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0C3FF140-EA86-51D8-154D-A5F27E5072D9}"/>
              </a:ext>
            </a:extLst>
          </p:cNvPr>
          <p:cNvSpPr/>
          <p:nvPr/>
        </p:nvSpPr>
        <p:spPr bwMode="auto">
          <a:xfrm>
            <a:off x="9941940" y="3857105"/>
            <a:ext cx="149711" cy="282633"/>
          </a:xfrm>
          <a:custGeom>
            <a:avLst/>
            <a:gdLst>
              <a:gd name="connsiteX0" fmla="*/ 149711 w 149711"/>
              <a:gd name="connsiteY0" fmla="*/ 282633 h 282633"/>
              <a:gd name="connsiteX1" fmla="*/ 82 w 149711"/>
              <a:gd name="connsiteY1" fmla="*/ 174568 h 282633"/>
              <a:gd name="connsiteX2" fmla="*/ 133085 w 149711"/>
              <a:gd name="connsiteY2" fmla="*/ 0 h 28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11" h="282633">
                <a:moveTo>
                  <a:pt x="149711" y="282633"/>
                </a:moveTo>
                <a:cubicBezTo>
                  <a:pt x="76282" y="252153"/>
                  <a:pt x="2853" y="221673"/>
                  <a:pt x="82" y="174568"/>
                </a:cubicBezTo>
                <a:cubicBezTo>
                  <a:pt x="-2689" y="127463"/>
                  <a:pt x="65198" y="63731"/>
                  <a:pt x="133085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857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FunctionStructure</a:t>
            </a:r>
            <a:r>
              <a:rPr lang="en-US" dirty="0" smtClean="0"/>
              <a:t> Alternative</a:t>
            </a:r>
            <a:r>
              <a:rPr lang="de-DE" dirty="0" smtClean="0"/>
              <a:t> </a:t>
            </a:r>
            <a:r>
              <a:rPr lang="de-DE" dirty="0" err="1"/>
              <a:t>with</a:t>
            </a:r>
            <a:r>
              <a:rPr lang="de-DE" dirty="0"/>
              <a:t> Port Definition</a:t>
            </a:r>
          </a:p>
        </p:txBody>
      </p:sp>
      <p:sp>
        <p:nvSpPr>
          <p:cNvPr id="22" name="Inhaltsplatzhalter 21"/>
          <p:cNvSpPr>
            <a:spLocks noGrp="1"/>
          </p:cNvSpPr>
          <p:nvPr>
            <p:ph sz="quarter" idx="14"/>
          </p:nvPr>
        </p:nvSpPr>
        <p:spPr>
          <a:xfrm>
            <a:off x="384000" y="1235175"/>
            <a:ext cx="4530789" cy="4385455"/>
          </a:xfrm>
        </p:spPr>
        <p:txBody>
          <a:bodyPr/>
          <a:lstStyle/>
          <a:p>
            <a:r>
              <a:rPr lang="en-US" dirty="0" smtClean="0"/>
              <a:t>Variant: Not using Qualified </a:t>
            </a:r>
            <a:r>
              <a:rPr lang="en-US" dirty="0" err="1" smtClean="0"/>
              <a:t>Assocs</a:t>
            </a:r>
            <a:endParaRPr lang="en-US" dirty="0" smtClean="0"/>
          </a:p>
          <a:p>
            <a:endParaRPr lang="en-US" dirty="0" smtClean="0"/>
          </a:p>
          <a:p>
            <a:r>
              <a:rPr lang="en-US" sz="1400" dirty="0" smtClean="0">
                <a:solidFill>
                  <a:srgbClr val="FF0000"/>
                </a:solidFill>
              </a:rPr>
              <a:t>Aber </a:t>
            </a:r>
            <a:r>
              <a:rPr lang="en-US" sz="1400" dirty="0" err="1" smtClean="0">
                <a:solidFill>
                  <a:srgbClr val="FF0000"/>
                </a:solidFill>
              </a:rPr>
              <a:t>wenn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ihr</a:t>
            </a:r>
            <a:r>
              <a:rPr lang="en-US" sz="1400" dirty="0" smtClean="0">
                <a:solidFill>
                  <a:srgbClr val="FF0000"/>
                </a:solidFill>
              </a:rPr>
              <a:t> von </a:t>
            </a:r>
            <a:r>
              <a:rPr lang="en-US" sz="1400" dirty="0" err="1" smtClean="0">
                <a:solidFill>
                  <a:srgbClr val="FF0000"/>
                </a:solidFill>
              </a:rPr>
              <a:t>qualifizierten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Assoziationen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weg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kommen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wollt</a:t>
            </a:r>
            <a:r>
              <a:rPr lang="en-US" sz="1400" dirty="0" smtClean="0">
                <a:solidFill>
                  <a:srgbClr val="FF0000"/>
                </a:solidFill>
              </a:rPr>
              <a:t> (</a:t>
            </a:r>
            <a:r>
              <a:rPr lang="en-US" sz="1400" dirty="0" err="1" smtClean="0">
                <a:solidFill>
                  <a:srgbClr val="FF0000"/>
                </a:solidFill>
              </a:rPr>
              <a:t>weil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noch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nicht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verfügbar</a:t>
            </a:r>
            <a:r>
              <a:rPr lang="en-US" sz="1400" dirty="0" smtClean="0">
                <a:solidFill>
                  <a:srgbClr val="FF0000"/>
                </a:solidFill>
              </a:rPr>
              <a:t>): </a:t>
            </a:r>
            <a:r>
              <a:rPr lang="en-US" sz="1400" dirty="0" err="1" smtClean="0">
                <a:solidFill>
                  <a:srgbClr val="FF0000"/>
                </a:solidFill>
              </a:rPr>
              <a:t>anbei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eine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Krücke</a:t>
            </a:r>
            <a:r>
              <a:rPr lang="en-US" sz="1400" dirty="0" smtClean="0">
                <a:solidFill>
                  <a:srgbClr val="FF0000"/>
                </a:solidFill>
              </a:rPr>
              <a:t>, die das </a:t>
            </a:r>
            <a:r>
              <a:rPr lang="en-US" sz="1400" dirty="0" err="1" smtClean="0">
                <a:solidFill>
                  <a:srgbClr val="FF0000"/>
                </a:solidFill>
              </a:rPr>
              <a:t>leisten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würde</a:t>
            </a:r>
            <a:endParaRPr lang="en-US" sz="1400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sz="1400" dirty="0">
                <a:solidFill>
                  <a:srgbClr val="FF0000"/>
                </a:solidFill>
              </a:rPr>
              <a:t>Und die </a:t>
            </a:r>
            <a:r>
              <a:rPr lang="en-US" sz="1400" dirty="0" err="1">
                <a:solidFill>
                  <a:srgbClr val="FF0000"/>
                </a:solidFill>
              </a:rPr>
              <a:t>kann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natürlich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auch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noch</a:t>
            </a:r>
            <a:r>
              <a:rPr lang="en-US" sz="1400" dirty="0">
                <a:solidFill>
                  <a:srgbClr val="FF0000"/>
                </a:solidFill>
              </a:rPr>
              <a:t> mal </a:t>
            </a:r>
            <a:r>
              <a:rPr lang="en-US" sz="1400" dirty="0" err="1">
                <a:solidFill>
                  <a:srgbClr val="FF0000"/>
                </a:solidFill>
              </a:rPr>
              <a:t>isolierte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unverbundene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Funktionen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ganz</a:t>
            </a:r>
            <a:r>
              <a:rPr lang="en-US" sz="1400" dirty="0">
                <a:solidFill>
                  <a:srgbClr val="FF0000"/>
                </a:solidFill>
              </a:rPr>
              <a:t> gut </a:t>
            </a:r>
            <a:r>
              <a:rPr lang="en-US" sz="1400" dirty="0" err="1">
                <a:solidFill>
                  <a:srgbClr val="FF0000"/>
                </a:solidFill>
              </a:rPr>
              <a:t>darstellen</a:t>
            </a:r>
            <a:r>
              <a:rPr lang="en-US" sz="1400" dirty="0">
                <a:solidFill>
                  <a:srgbClr val="FF0000"/>
                </a:solidFill>
              </a:rPr>
              <a:t> (</a:t>
            </a:r>
            <a:r>
              <a:rPr lang="en-US" sz="1400" dirty="0" err="1">
                <a:solidFill>
                  <a:srgbClr val="FF0000"/>
                </a:solidFill>
              </a:rPr>
              <a:t>auch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wenn</a:t>
            </a:r>
            <a:r>
              <a:rPr lang="en-US" sz="1400" dirty="0">
                <a:solidFill>
                  <a:srgbClr val="FF0000"/>
                </a:solidFill>
              </a:rPr>
              <a:t> das die </a:t>
            </a:r>
            <a:r>
              <a:rPr lang="en-US" sz="1400" dirty="0" err="1">
                <a:solidFill>
                  <a:srgbClr val="FF0000"/>
                </a:solidFill>
              </a:rPr>
              <a:t>ursprüngliche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Datenstruktur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auch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schon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kann</a:t>
            </a:r>
            <a:r>
              <a:rPr lang="en-US" sz="1400" dirty="0">
                <a:solidFill>
                  <a:srgbClr val="FF0000"/>
                </a:solidFill>
              </a:rPr>
              <a:t>, die </a:t>
            </a:r>
            <a:r>
              <a:rPr lang="en-US" sz="1400" dirty="0" err="1">
                <a:solidFill>
                  <a:srgbClr val="FF0000"/>
                </a:solidFill>
              </a:rPr>
              <a:t>aber</a:t>
            </a:r>
            <a:r>
              <a:rPr lang="en-US" sz="1400" dirty="0">
                <a:solidFill>
                  <a:srgbClr val="FF0000"/>
                </a:solidFill>
              </a:rPr>
              <a:t> halt </a:t>
            </a:r>
            <a:r>
              <a:rPr lang="en-US" sz="1400" dirty="0" err="1">
                <a:solidFill>
                  <a:srgbClr val="FF0000"/>
                </a:solidFill>
              </a:rPr>
              <a:t>dafür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isolierte</a:t>
            </a:r>
            <a:r>
              <a:rPr lang="en-US" sz="1400" dirty="0">
                <a:solidFill>
                  <a:srgbClr val="FF0000"/>
                </a:solidFill>
              </a:rPr>
              <a:t> Channels </a:t>
            </a:r>
            <a:r>
              <a:rPr lang="en-US" sz="1400" dirty="0" err="1">
                <a:solidFill>
                  <a:srgbClr val="FF0000"/>
                </a:solidFill>
              </a:rPr>
              <a:t>nutzt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  <a:endParaRPr lang="en-US" sz="1400" dirty="0">
              <a:solidFill>
                <a:srgbClr val="FF0000"/>
              </a:solidFill>
            </a:endParaRPr>
          </a:p>
          <a:p>
            <a:endParaRPr lang="en-US" sz="14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1" y="1236273"/>
            <a:ext cx="4867698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j-lt"/>
            </a:endParaRPr>
          </a:p>
        </p:txBody>
      </p:sp>
      <p:sp>
        <p:nvSpPr>
          <p:cNvPr id="92" name="AutoShape 40">
            <a:extLst>
              <a:ext uri="{FF2B5EF4-FFF2-40B4-BE49-F238E27FC236}">
                <a16:creationId xmlns:a16="http://schemas.microsoft.com/office/drawing/2014/main" id="{3143E6B0-ED09-5279-54BB-D41917E6537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6E318E4F-F7FD-7DA4-800B-1ED3DAF27E5A}"/>
              </a:ext>
            </a:extLst>
          </p:cNvPr>
          <p:cNvCxnSpPr>
            <a:cxnSpLocks/>
            <a:stCxn id="177" idx="2"/>
            <a:endCxn id="160" idx="0"/>
          </p:cNvCxnSpPr>
          <p:nvPr/>
        </p:nvCxnSpPr>
        <p:spPr>
          <a:xfrm>
            <a:off x="10700915" y="2400488"/>
            <a:ext cx="6888" cy="279791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95" name="Textfeld 169">
            <a:extLst>
              <a:ext uri="{FF2B5EF4-FFF2-40B4-BE49-F238E27FC236}">
                <a16:creationId xmlns:a16="http://schemas.microsoft.com/office/drawing/2014/main" id="{2999EC7D-46BB-600E-18D1-0338B4AC1D12}"/>
              </a:ext>
            </a:extLst>
          </p:cNvPr>
          <p:cNvSpPr txBox="1"/>
          <p:nvPr/>
        </p:nvSpPr>
        <p:spPr>
          <a:xfrm>
            <a:off x="8200323" y="175110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6" name="Textfeld 169">
            <a:extLst>
              <a:ext uri="{FF2B5EF4-FFF2-40B4-BE49-F238E27FC236}">
                <a16:creationId xmlns:a16="http://schemas.microsoft.com/office/drawing/2014/main" id="{FA3D8469-B464-FB58-E9A2-28A3565EE77C}"/>
              </a:ext>
            </a:extLst>
          </p:cNvPr>
          <p:cNvSpPr txBox="1"/>
          <p:nvPr/>
        </p:nvSpPr>
        <p:spPr>
          <a:xfrm>
            <a:off x="9454341" y="2178352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97" name="Textfeld 169">
            <a:extLst>
              <a:ext uri="{FF2B5EF4-FFF2-40B4-BE49-F238E27FC236}">
                <a16:creationId xmlns:a16="http://schemas.microsoft.com/office/drawing/2014/main" id="{90A96CA0-1796-32A3-10A2-D7DD5DFD92B3}"/>
              </a:ext>
            </a:extLst>
          </p:cNvPr>
          <p:cNvSpPr txBox="1"/>
          <p:nvPr/>
        </p:nvSpPr>
        <p:spPr>
          <a:xfrm>
            <a:off x="9721958" y="192136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14" name="Textfeld 169">
            <a:extLst>
              <a:ext uri="{FF2B5EF4-FFF2-40B4-BE49-F238E27FC236}">
                <a16:creationId xmlns:a16="http://schemas.microsoft.com/office/drawing/2014/main" id="{9F2E9ADB-C206-4C74-26B9-7CEAFFD28099}"/>
              </a:ext>
            </a:extLst>
          </p:cNvPr>
          <p:cNvSpPr txBox="1"/>
          <p:nvPr/>
        </p:nvSpPr>
        <p:spPr>
          <a:xfrm>
            <a:off x="10231500" y="2375635"/>
            <a:ext cx="32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9" name="Textfeld 169">
            <a:extLst>
              <a:ext uri="{FF2B5EF4-FFF2-40B4-BE49-F238E27FC236}">
                <a16:creationId xmlns:a16="http://schemas.microsoft.com/office/drawing/2014/main" id="{F69605DD-337B-0E40-F96D-1749C033402A}"/>
              </a:ext>
            </a:extLst>
          </p:cNvPr>
          <p:cNvSpPr txBox="1"/>
          <p:nvPr/>
        </p:nvSpPr>
        <p:spPr>
          <a:xfrm>
            <a:off x="9722229" y="514817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26" name="Textfeld 169">
            <a:extLst>
              <a:ext uri="{FF2B5EF4-FFF2-40B4-BE49-F238E27FC236}">
                <a16:creationId xmlns:a16="http://schemas.microsoft.com/office/drawing/2014/main" id="{3241799B-CB88-3DC0-34E9-9B6CA14B7902}"/>
              </a:ext>
            </a:extLst>
          </p:cNvPr>
          <p:cNvSpPr txBox="1"/>
          <p:nvPr/>
        </p:nvSpPr>
        <p:spPr>
          <a:xfrm>
            <a:off x="10673112" y="491459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28" name="Textfeld 169">
            <a:extLst>
              <a:ext uri="{FF2B5EF4-FFF2-40B4-BE49-F238E27FC236}">
                <a16:creationId xmlns:a16="http://schemas.microsoft.com/office/drawing/2014/main" id="{B3E23BBE-6E9E-5BAD-F30D-130E1CC6BBA0}"/>
              </a:ext>
            </a:extLst>
          </p:cNvPr>
          <p:cNvSpPr txBox="1"/>
          <p:nvPr/>
        </p:nvSpPr>
        <p:spPr>
          <a:xfrm>
            <a:off x="10666224" y="24050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30" name="Textfeld 169">
            <a:extLst>
              <a:ext uri="{FF2B5EF4-FFF2-40B4-BE49-F238E27FC236}">
                <a16:creationId xmlns:a16="http://schemas.microsoft.com/office/drawing/2014/main" id="{D3676E1F-5FA4-D310-7673-A821F62FD2F0}"/>
              </a:ext>
            </a:extLst>
          </p:cNvPr>
          <p:cNvSpPr txBox="1"/>
          <p:nvPr/>
        </p:nvSpPr>
        <p:spPr>
          <a:xfrm>
            <a:off x="7091777" y="1692545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1" name="Textfeld 169">
            <a:extLst>
              <a:ext uri="{FF2B5EF4-FFF2-40B4-BE49-F238E27FC236}">
                <a16:creationId xmlns:a16="http://schemas.microsoft.com/office/drawing/2014/main" id="{19CB2952-0F08-2F71-D663-CBCE13667917}"/>
              </a:ext>
            </a:extLst>
          </p:cNvPr>
          <p:cNvSpPr txBox="1"/>
          <p:nvPr/>
        </p:nvSpPr>
        <p:spPr>
          <a:xfrm>
            <a:off x="6747845" y="2170272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132" name="Textfeld 169">
            <a:extLst>
              <a:ext uri="{FF2B5EF4-FFF2-40B4-BE49-F238E27FC236}">
                <a16:creationId xmlns:a16="http://schemas.microsoft.com/office/drawing/2014/main" id="{F52E0AD1-8927-70ED-E56F-4BCCBC1376D1}"/>
              </a:ext>
            </a:extLst>
          </p:cNvPr>
          <p:cNvSpPr txBox="1"/>
          <p:nvPr/>
        </p:nvSpPr>
        <p:spPr>
          <a:xfrm>
            <a:off x="9049373" y="1921365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33" name="Textfeld 169">
            <a:extLst>
              <a:ext uri="{FF2B5EF4-FFF2-40B4-BE49-F238E27FC236}">
                <a16:creationId xmlns:a16="http://schemas.microsoft.com/office/drawing/2014/main" id="{0E60E8B7-62C2-3055-0DEA-48C62DACFDC3}"/>
              </a:ext>
            </a:extLst>
          </p:cNvPr>
          <p:cNvSpPr txBox="1"/>
          <p:nvPr/>
        </p:nvSpPr>
        <p:spPr>
          <a:xfrm>
            <a:off x="6850628" y="1943753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08856241-F42C-DA2F-8661-DEEFD304F1B5}"/>
              </a:ext>
            </a:extLst>
          </p:cNvPr>
          <p:cNvGrpSpPr/>
          <p:nvPr/>
        </p:nvGrpSpPr>
        <p:grpSpPr>
          <a:xfrm>
            <a:off x="7241514" y="1986247"/>
            <a:ext cx="1930787" cy="415732"/>
            <a:chOff x="5746196" y="1700350"/>
            <a:chExt cx="1930787" cy="415732"/>
          </a:xfrm>
        </p:grpSpPr>
        <p:cxnSp>
          <p:nvCxnSpPr>
            <p:cNvPr id="139" name="Verbinder: gewinkelt 87">
              <a:extLst>
                <a:ext uri="{FF2B5EF4-FFF2-40B4-BE49-F238E27FC236}">
                  <a16:creationId xmlns:a16="http://schemas.microsoft.com/office/drawing/2014/main" id="{A920C7F1-0363-1FDB-82D2-9D5C75E02547}"/>
                </a:ext>
              </a:extLst>
            </p:cNvPr>
            <p:cNvCxnSpPr>
              <a:cxnSpLocks/>
              <a:stCxn id="142" idx="2"/>
              <a:endCxn id="141" idx="0"/>
            </p:cNvCxnSpPr>
            <p:nvPr/>
          </p:nvCxnSpPr>
          <p:spPr>
            <a:xfrm rot="10800000" flipH="1">
              <a:off x="5746196" y="1700351"/>
              <a:ext cx="965428" cy="213027"/>
            </a:xfrm>
            <a:prstGeom prst="bentConnector4">
              <a:avLst>
                <a:gd name="adj1" fmla="val -35107"/>
                <a:gd name="adj2" fmla="val 20731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sp>
          <p:nvSpPr>
            <p:cNvPr id="140" name="Text Box 82">
              <a:extLst>
                <a:ext uri="{FF2B5EF4-FFF2-40B4-BE49-F238E27FC236}">
                  <a16:creationId xmlns:a16="http://schemas.microsoft.com/office/drawing/2014/main" id="{0C0574C3-73FB-EFBA-C1F4-293FA233B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5055" y="1738450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Function</a:t>
              </a:r>
            </a:p>
          </p:txBody>
        </p:sp>
        <p:sp>
          <p:nvSpPr>
            <p:cNvPr id="141" name="Rectangle 83">
              <a:extLst>
                <a:ext uri="{FF2B5EF4-FFF2-40B4-BE49-F238E27FC236}">
                  <a16:creationId xmlns:a16="http://schemas.microsoft.com/office/drawing/2014/main" id="{F3A1AB0C-1748-BF4C-EC98-DEF179C2C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4392" y="1700350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2" name="AutoShape 50">
              <a:extLst>
                <a:ext uri="{FF2B5EF4-FFF2-40B4-BE49-F238E27FC236}">
                  <a16:creationId xmlns:a16="http://schemas.microsoft.com/office/drawing/2014/main" id="{38FC5BF9-1501-E813-3275-8069619B03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264" y="1787170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3" name="Textfeld 169">
              <a:extLst>
                <a:ext uri="{FF2B5EF4-FFF2-40B4-BE49-F238E27FC236}">
                  <a16:creationId xmlns:a16="http://schemas.microsoft.com/office/drawing/2014/main" id="{2CB15E71-2829-D175-D89B-A31CF42F200A}"/>
                </a:ext>
              </a:extLst>
            </p:cNvPr>
            <p:cNvSpPr txBox="1"/>
            <p:nvPr/>
          </p:nvSpPr>
          <p:spPr>
            <a:xfrm>
              <a:off x="6283785" y="1895925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4" name="Textfeld 169">
              <a:extLst>
                <a:ext uri="{FF2B5EF4-FFF2-40B4-BE49-F238E27FC236}">
                  <a16:creationId xmlns:a16="http://schemas.microsoft.com/office/drawing/2014/main" id="{BC1EE926-0DD7-158A-803B-A90CD69F69F4}"/>
                </a:ext>
              </a:extLst>
            </p:cNvPr>
            <p:cNvSpPr txBox="1"/>
            <p:nvPr/>
          </p:nvSpPr>
          <p:spPr>
            <a:xfrm>
              <a:off x="6847764" y="1900638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45" name="AutoShape 50">
              <a:extLst>
                <a:ext uri="{FF2B5EF4-FFF2-40B4-BE49-F238E27FC236}">
                  <a16:creationId xmlns:a16="http://schemas.microsoft.com/office/drawing/2014/main" id="{1333DF7C-6460-C908-B6ED-8BC96752A6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466639" y="1782011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46" name="Textfeld 169">
            <a:extLst>
              <a:ext uri="{FF2B5EF4-FFF2-40B4-BE49-F238E27FC236}">
                <a16:creationId xmlns:a16="http://schemas.microsoft.com/office/drawing/2014/main" id="{43DE3393-51AD-3A22-A0EE-AE19883D59A0}"/>
              </a:ext>
            </a:extLst>
          </p:cNvPr>
          <p:cNvSpPr txBox="1"/>
          <p:nvPr/>
        </p:nvSpPr>
        <p:spPr>
          <a:xfrm>
            <a:off x="8934851" y="4904920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47" name="Textfeld 169">
            <a:extLst>
              <a:ext uri="{FF2B5EF4-FFF2-40B4-BE49-F238E27FC236}">
                <a16:creationId xmlns:a16="http://schemas.microsoft.com/office/drawing/2014/main" id="{41A5D449-A9EA-B64B-C2DB-1ADE1BA61045}"/>
              </a:ext>
            </a:extLst>
          </p:cNvPr>
          <p:cNvSpPr txBox="1"/>
          <p:nvPr/>
        </p:nvSpPr>
        <p:spPr>
          <a:xfrm>
            <a:off x="9081980" y="519981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BAB713FD-33B1-A6DB-BBBF-09DE9EED2CB2}"/>
              </a:ext>
            </a:extLst>
          </p:cNvPr>
          <p:cNvGrpSpPr/>
          <p:nvPr/>
        </p:nvGrpSpPr>
        <p:grpSpPr>
          <a:xfrm>
            <a:off x="10000571" y="5198406"/>
            <a:ext cx="1415042" cy="412750"/>
            <a:chOff x="7782499" y="3595251"/>
            <a:chExt cx="1415042" cy="412750"/>
          </a:xfrm>
        </p:grpSpPr>
        <p:sp>
          <p:nvSpPr>
            <p:cNvPr id="159" name="Text Box 82">
              <a:extLst>
                <a:ext uri="{FF2B5EF4-FFF2-40B4-BE49-F238E27FC236}">
                  <a16:creationId xmlns:a16="http://schemas.microsoft.com/office/drawing/2014/main" id="{EFC4421B-BAF2-1CFF-0F24-5814A32ED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9041" y="3633351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160" name="Rectangle 83">
              <a:extLst>
                <a:ext uri="{FF2B5EF4-FFF2-40B4-BE49-F238E27FC236}">
                  <a16:creationId xmlns:a16="http://schemas.microsoft.com/office/drawing/2014/main" id="{46334214-9256-17FF-A5ED-19A71B4A1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2499" y="3595251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1" name="Textfeld 169">
              <a:extLst>
                <a:ext uri="{FF2B5EF4-FFF2-40B4-BE49-F238E27FC236}">
                  <a16:creationId xmlns:a16="http://schemas.microsoft.com/office/drawing/2014/main" id="{AD7FC709-4F1D-942B-4CC9-DA1066EE83D8}"/>
                </a:ext>
              </a:extLst>
            </p:cNvPr>
            <p:cNvSpPr txBox="1"/>
            <p:nvPr/>
          </p:nvSpPr>
          <p:spPr>
            <a:xfrm>
              <a:off x="8899183" y="3824640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62" name="Textfeld 169">
              <a:extLst>
                <a:ext uri="{FF2B5EF4-FFF2-40B4-BE49-F238E27FC236}">
                  <a16:creationId xmlns:a16="http://schemas.microsoft.com/office/drawing/2014/main" id="{F10BD332-3D74-E379-AB22-C5CDE7A7FC50}"/>
                </a:ext>
              </a:extLst>
            </p:cNvPr>
            <p:cNvSpPr txBox="1"/>
            <p:nvPr/>
          </p:nvSpPr>
          <p:spPr>
            <a:xfrm>
              <a:off x="8899183" y="3619215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63" name="Textfeld 169">
              <a:extLst>
                <a:ext uri="{FF2B5EF4-FFF2-40B4-BE49-F238E27FC236}">
                  <a16:creationId xmlns:a16="http://schemas.microsoft.com/office/drawing/2014/main" id="{12247113-4C44-5C02-AFBB-6A11F0A77AA5}"/>
                </a:ext>
              </a:extLst>
            </p:cNvPr>
            <p:cNvSpPr txBox="1"/>
            <p:nvPr/>
          </p:nvSpPr>
          <p:spPr>
            <a:xfrm>
              <a:off x="8632948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64" name="Textfeld 169">
              <a:extLst>
                <a:ext uri="{FF2B5EF4-FFF2-40B4-BE49-F238E27FC236}">
                  <a16:creationId xmlns:a16="http://schemas.microsoft.com/office/drawing/2014/main" id="{6F8DC06D-DF45-E1B0-2894-20928F6A1F92}"/>
                </a:ext>
              </a:extLst>
            </p:cNvPr>
            <p:cNvSpPr txBox="1"/>
            <p:nvPr/>
          </p:nvSpPr>
          <p:spPr>
            <a:xfrm>
              <a:off x="8069479" y="385035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03" name="Textfeld 169">
            <a:extLst>
              <a:ext uri="{FF2B5EF4-FFF2-40B4-BE49-F238E27FC236}">
                <a16:creationId xmlns:a16="http://schemas.microsoft.com/office/drawing/2014/main" id="{2FBD7CE1-CD1E-C0F6-7687-6F95AFFD2A4D}"/>
              </a:ext>
            </a:extLst>
          </p:cNvPr>
          <p:cNvSpPr txBox="1"/>
          <p:nvPr/>
        </p:nvSpPr>
        <p:spPr>
          <a:xfrm>
            <a:off x="8479129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smtClean="0">
                <a:solidFill>
                  <a:prstClr val="black"/>
                </a:solidFill>
              </a:rPr>
              <a:t>*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2" name="Textfeld 169">
            <a:extLst>
              <a:ext uri="{FF2B5EF4-FFF2-40B4-BE49-F238E27FC236}">
                <a16:creationId xmlns:a16="http://schemas.microsoft.com/office/drawing/2014/main" id="{6DEE6405-28F0-9672-6A0F-6B556A67026C}"/>
              </a:ext>
            </a:extLst>
          </p:cNvPr>
          <p:cNvSpPr txBox="1"/>
          <p:nvPr/>
        </p:nvSpPr>
        <p:spPr>
          <a:xfrm>
            <a:off x="7892153" y="32192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6" name="Textfeld 169">
            <a:extLst>
              <a:ext uri="{FF2B5EF4-FFF2-40B4-BE49-F238E27FC236}">
                <a16:creationId xmlns:a16="http://schemas.microsoft.com/office/drawing/2014/main" id="{02F21CBA-55F6-0E21-FBE8-05F597DADB94}"/>
              </a:ext>
            </a:extLst>
          </p:cNvPr>
          <p:cNvSpPr txBox="1"/>
          <p:nvPr/>
        </p:nvSpPr>
        <p:spPr>
          <a:xfrm>
            <a:off x="7632791" y="3219280"/>
            <a:ext cx="357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57" name="Textfeld 169">
            <a:extLst>
              <a:ext uri="{FF2B5EF4-FFF2-40B4-BE49-F238E27FC236}">
                <a16:creationId xmlns:a16="http://schemas.microsoft.com/office/drawing/2014/main" id="{F70F902A-6B52-2884-689F-C5B736942005}"/>
              </a:ext>
            </a:extLst>
          </p:cNvPr>
          <p:cNvSpPr txBox="1"/>
          <p:nvPr/>
        </p:nvSpPr>
        <p:spPr>
          <a:xfrm>
            <a:off x="8120681" y="3219280"/>
            <a:ext cx="45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0C176BE6-11AC-BA82-3DA1-DE3E20E89ECE}"/>
              </a:ext>
            </a:extLst>
          </p:cNvPr>
          <p:cNvCxnSpPr>
            <a:cxnSpLocks/>
            <a:endCxn id="153" idx="0"/>
          </p:cNvCxnSpPr>
          <p:nvPr/>
        </p:nvCxnSpPr>
        <p:spPr>
          <a:xfrm flipH="1">
            <a:off x="8521043" y="2621271"/>
            <a:ext cx="1" cy="89492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68" name="Gerade Verbindung mit Pfeil 167">
            <a:extLst>
              <a:ext uri="{FF2B5EF4-FFF2-40B4-BE49-F238E27FC236}">
                <a16:creationId xmlns:a16="http://schemas.microsoft.com/office/drawing/2014/main" id="{EA0F0157-0F9F-62F9-D227-80C22176FC6A}"/>
              </a:ext>
            </a:extLst>
          </p:cNvPr>
          <p:cNvCxnSpPr>
            <a:cxnSpLocks/>
            <a:endCxn id="152" idx="0"/>
          </p:cNvCxnSpPr>
          <p:nvPr/>
        </p:nvCxnSpPr>
        <p:spPr>
          <a:xfrm flipH="1">
            <a:off x="7936387" y="2621270"/>
            <a:ext cx="1" cy="89492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69" name="Gruppieren 168">
            <a:extLst>
              <a:ext uri="{FF2B5EF4-FFF2-40B4-BE49-F238E27FC236}">
                <a16:creationId xmlns:a16="http://schemas.microsoft.com/office/drawing/2014/main" id="{269E97B2-7211-69D4-77FF-6FFEB73ACA4A}"/>
              </a:ext>
            </a:extLst>
          </p:cNvPr>
          <p:cNvGrpSpPr/>
          <p:nvPr/>
        </p:nvGrpSpPr>
        <p:grpSpPr>
          <a:xfrm>
            <a:off x="9996067" y="1987738"/>
            <a:ext cx="1410052" cy="412750"/>
            <a:chOff x="7784882" y="1863047"/>
            <a:chExt cx="1410052" cy="412750"/>
          </a:xfrm>
        </p:grpSpPr>
        <p:grpSp>
          <p:nvGrpSpPr>
            <p:cNvPr id="170" name="Gruppieren 169">
              <a:extLst>
                <a:ext uri="{FF2B5EF4-FFF2-40B4-BE49-F238E27FC236}">
                  <a16:creationId xmlns:a16="http://schemas.microsoft.com/office/drawing/2014/main" id="{E2DCF331-E8D4-0170-BFDD-EC1DCCE19861}"/>
                </a:ext>
              </a:extLst>
            </p:cNvPr>
            <p:cNvGrpSpPr/>
            <p:nvPr/>
          </p:nvGrpSpPr>
          <p:grpSpPr>
            <a:xfrm>
              <a:off x="7784882" y="1863047"/>
              <a:ext cx="1410052" cy="412750"/>
              <a:chOff x="6133049" y="1935065"/>
              <a:chExt cx="1410052" cy="412750"/>
            </a:xfrm>
          </p:grpSpPr>
          <p:sp>
            <p:nvSpPr>
              <p:cNvPr id="176" name="Text Box 82">
                <a:extLst>
                  <a:ext uri="{FF2B5EF4-FFF2-40B4-BE49-F238E27FC236}">
                    <a16:creationId xmlns:a16="http://schemas.microsoft.com/office/drawing/2014/main" id="{ECFFF66B-E071-D62A-1883-2F12B2626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3753" y="1973165"/>
                <a:ext cx="846707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Stream</a:t>
                </a:r>
              </a:p>
            </p:txBody>
          </p:sp>
          <p:sp>
            <p:nvSpPr>
              <p:cNvPr id="177" name="Rectangle 83">
                <a:extLst>
                  <a:ext uri="{FF2B5EF4-FFF2-40B4-BE49-F238E27FC236}">
                    <a16:creationId xmlns:a16="http://schemas.microsoft.com/office/drawing/2014/main" id="{B482AC9D-F7F8-219C-A795-6372734EC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3049" y="1935065"/>
                <a:ext cx="1409695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0" name="Textfeld 169">
                <a:extLst>
                  <a:ext uri="{FF2B5EF4-FFF2-40B4-BE49-F238E27FC236}">
                    <a16:creationId xmlns:a16="http://schemas.microsoft.com/office/drawing/2014/main" id="{6E17EDAD-3165-5BE7-E383-819E9259F5DB}"/>
                  </a:ext>
                </a:extLst>
              </p:cNvPr>
              <p:cNvSpPr txBox="1"/>
              <p:nvPr/>
            </p:nvSpPr>
            <p:spPr>
              <a:xfrm>
                <a:off x="6329512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81" name="Textfeld 169">
                <a:extLst>
                  <a:ext uri="{FF2B5EF4-FFF2-40B4-BE49-F238E27FC236}">
                    <a16:creationId xmlns:a16="http://schemas.microsoft.com/office/drawing/2014/main" id="{7475F71E-12DC-E782-BC4D-855549815D6C}"/>
                  </a:ext>
                </a:extLst>
              </p:cNvPr>
              <p:cNvSpPr txBox="1"/>
              <p:nvPr/>
            </p:nvSpPr>
            <p:spPr>
              <a:xfrm>
                <a:off x="7035803" y="1935116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82" name="Textfeld 169">
                <a:extLst>
                  <a:ext uri="{FF2B5EF4-FFF2-40B4-BE49-F238E27FC236}">
                    <a16:creationId xmlns:a16="http://schemas.microsoft.com/office/drawing/2014/main" id="{8431EC04-1B65-EEC1-AAB0-794E2F686DE3}"/>
                  </a:ext>
                </a:extLst>
              </p:cNvPr>
              <p:cNvSpPr txBox="1"/>
              <p:nvPr/>
            </p:nvSpPr>
            <p:spPr>
              <a:xfrm>
                <a:off x="6231404" y="2189581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83" name="Textfeld 169">
                <a:extLst>
                  <a:ext uri="{FF2B5EF4-FFF2-40B4-BE49-F238E27FC236}">
                    <a16:creationId xmlns:a16="http://schemas.microsoft.com/office/drawing/2014/main" id="{8D380FC9-4322-BF64-1314-4A12F2323BDA}"/>
                  </a:ext>
                </a:extLst>
              </p:cNvPr>
              <p:cNvSpPr txBox="1"/>
              <p:nvPr/>
            </p:nvSpPr>
            <p:spPr>
              <a:xfrm>
                <a:off x="7244743" y="1954273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84" name="Textfeld 169">
                <a:extLst>
                  <a:ext uri="{FF2B5EF4-FFF2-40B4-BE49-F238E27FC236}">
                    <a16:creationId xmlns:a16="http://schemas.microsoft.com/office/drawing/2014/main" id="{CF6563A1-F4EF-90B2-B12F-323860392756}"/>
                  </a:ext>
                </a:extLst>
              </p:cNvPr>
              <p:cNvSpPr txBox="1"/>
              <p:nvPr/>
            </p:nvSpPr>
            <p:spPr>
              <a:xfrm>
                <a:off x="7244743" y="2163318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171" name="Textfeld 169">
              <a:extLst>
                <a:ext uri="{FF2B5EF4-FFF2-40B4-BE49-F238E27FC236}">
                  <a16:creationId xmlns:a16="http://schemas.microsoft.com/office/drawing/2014/main" id="{DD834B4A-332A-3C9E-73BE-42A3D9075692}"/>
                </a:ext>
              </a:extLst>
            </p:cNvPr>
            <p:cNvSpPr txBox="1"/>
            <p:nvPr/>
          </p:nvSpPr>
          <p:spPr>
            <a:xfrm>
              <a:off x="7786744" y="1864687"/>
              <a:ext cx="29835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3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72" name="Textfeld 169">
              <a:extLst>
                <a:ext uri="{FF2B5EF4-FFF2-40B4-BE49-F238E27FC236}">
                  <a16:creationId xmlns:a16="http://schemas.microsoft.com/office/drawing/2014/main" id="{EE8AA1F3-0C6C-2F65-4F20-27EF840614E3}"/>
                </a:ext>
              </a:extLst>
            </p:cNvPr>
            <p:cNvSpPr txBox="1"/>
            <p:nvPr/>
          </p:nvSpPr>
          <p:spPr>
            <a:xfrm>
              <a:off x="7907927" y="2119957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03C067E5-348D-E1C2-ABE1-A3DF29E2265B}"/>
              </a:ext>
            </a:extLst>
          </p:cNvPr>
          <p:cNvCxnSpPr>
            <a:cxnSpLocks/>
            <a:stCxn id="145" idx="2"/>
            <a:endCxn id="177" idx="1"/>
          </p:cNvCxnSpPr>
          <p:nvPr/>
        </p:nvCxnSpPr>
        <p:spPr>
          <a:xfrm flipV="1">
            <a:off x="9172301" y="2194113"/>
            <a:ext cx="823766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86" name="Verbinder: gewinkelt 87">
            <a:extLst>
              <a:ext uri="{FF2B5EF4-FFF2-40B4-BE49-F238E27FC236}">
                <a16:creationId xmlns:a16="http://schemas.microsoft.com/office/drawing/2014/main" id="{E710B6EA-BF79-8B0C-6EEE-89A895865090}"/>
              </a:ext>
            </a:extLst>
          </p:cNvPr>
          <p:cNvCxnSpPr>
            <a:cxnSpLocks/>
            <a:stCxn id="224" idx="0"/>
            <a:endCxn id="172" idx="2"/>
          </p:cNvCxnSpPr>
          <p:nvPr/>
        </p:nvCxnSpPr>
        <p:spPr>
          <a:xfrm rot="5400000" flipH="1" flipV="1">
            <a:off x="8202081" y="3171706"/>
            <a:ext cx="2839379" cy="1293041"/>
          </a:xfrm>
          <a:prstGeom prst="bentConnector3">
            <a:avLst>
              <a:gd name="adj1" fmla="val 17796"/>
            </a:avLst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87" name="Gerade Verbindung mit Pfeil 186">
            <a:extLst>
              <a:ext uri="{FF2B5EF4-FFF2-40B4-BE49-F238E27FC236}">
                <a16:creationId xmlns:a16="http://schemas.microsoft.com/office/drawing/2014/main" id="{4625334E-A89C-A3EE-7C2F-4D293AA21E92}"/>
              </a:ext>
            </a:extLst>
          </p:cNvPr>
          <p:cNvCxnSpPr>
            <a:cxnSpLocks/>
            <a:endCxn id="160" idx="1"/>
          </p:cNvCxnSpPr>
          <p:nvPr/>
        </p:nvCxnSpPr>
        <p:spPr>
          <a:xfrm>
            <a:off x="9132201" y="5404781"/>
            <a:ext cx="868370" cy="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93" name="Textfeld 44">
            <a:extLst>
              <a:ext uri="{FF2B5EF4-FFF2-40B4-BE49-F238E27FC236}">
                <a16:creationId xmlns:a16="http://schemas.microsoft.com/office/drawing/2014/main" id="{7BC0D25E-54CA-85CC-FF0D-817E2ADD0ABD}"/>
              </a:ext>
            </a:extLst>
          </p:cNvPr>
          <p:cNvSpPr txBox="1"/>
          <p:nvPr/>
        </p:nvSpPr>
        <p:spPr>
          <a:xfrm>
            <a:off x="6755415" y="2679387"/>
            <a:ext cx="651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 smtClean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port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94" name="Freihandform: Form 138">
            <a:extLst>
              <a:ext uri="{FF2B5EF4-FFF2-40B4-BE49-F238E27FC236}">
                <a16:creationId xmlns:a16="http://schemas.microsoft.com/office/drawing/2014/main" id="{6BCFBB93-5028-E55A-7926-6CEE60C790EB}"/>
              </a:ext>
            </a:extLst>
          </p:cNvPr>
          <p:cNvSpPr/>
          <p:nvPr/>
        </p:nvSpPr>
        <p:spPr bwMode="auto">
          <a:xfrm>
            <a:off x="6981673" y="2517888"/>
            <a:ext cx="677331" cy="253647"/>
          </a:xfrm>
          <a:custGeom>
            <a:avLst/>
            <a:gdLst>
              <a:gd name="connsiteX0" fmla="*/ 55031 w 677331"/>
              <a:gd name="connsiteY0" fmla="*/ 463550 h 463550"/>
              <a:gd name="connsiteX1" fmla="*/ 61381 w 677331"/>
              <a:gd name="connsiteY1" fmla="*/ 133350 h 463550"/>
              <a:gd name="connsiteX2" fmla="*/ 677331 w 677331"/>
              <a:gd name="connsiteY2" fmla="*/ 0 h 46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7331" h="463550">
                <a:moveTo>
                  <a:pt x="55031" y="463550"/>
                </a:moveTo>
                <a:cubicBezTo>
                  <a:pt x="6347" y="337079"/>
                  <a:pt x="-42336" y="210608"/>
                  <a:pt x="61381" y="133350"/>
                </a:cubicBezTo>
                <a:cubicBezTo>
                  <a:pt x="165098" y="56092"/>
                  <a:pt x="421214" y="28046"/>
                  <a:pt x="677331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uppieren 212"/>
          <p:cNvGrpSpPr/>
          <p:nvPr/>
        </p:nvGrpSpPr>
        <p:grpSpPr>
          <a:xfrm>
            <a:off x="7492724" y="4320360"/>
            <a:ext cx="1632590" cy="1328684"/>
            <a:chOff x="7493363" y="2596832"/>
            <a:chExt cx="1632590" cy="1328684"/>
          </a:xfrm>
        </p:grpSpPr>
        <p:sp>
          <p:nvSpPr>
            <p:cNvPr id="214" name="Textfeld 169">
              <a:extLst>
                <a:ext uri="{FF2B5EF4-FFF2-40B4-BE49-F238E27FC236}">
                  <a16:creationId xmlns:a16="http://schemas.microsoft.com/office/drawing/2014/main" id="{2802B045-84D2-CD15-454C-824D61558E21}"/>
                </a:ext>
              </a:extLst>
            </p:cNvPr>
            <p:cNvSpPr txBox="1"/>
            <p:nvPr/>
          </p:nvSpPr>
          <p:spPr>
            <a:xfrm>
              <a:off x="8479969" y="2596832"/>
              <a:ext cx="5194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*</a:t>
              </a:r>
            </a:p>
          </p:txBody>
        </p:sp>
        <p:sp>
          <p:nvSpPr>
            <p:cNvPr id="215" name="Textfeld 169">
              <a:extLst>
                <a:ext uri="{FF2B5EF4-FFF2-40B4-BE49-F238E27FC236}">
                  <a16:creationId xmlns:a16="http://schemas.microsoft.com/office/drawing/2014/main" id="{5541BF5C-1246-2622-ED99-B65D205838E1}"/>
                </a:ext>
              </a:extLst>
            </p:cNvPr>
            <p:cNvSpPr txBox="1"/>
            <p:nvPr/>
          </p:nvSpPr>
          <p:spPr>
            <a:xfrm>
              <a:off x="7888579" y="2596832"/>
              <a:ext cx="5470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*</a:t>
              </a:r>
            </a:p>
          </p:txBody>
        </p:sp>
        <p:sp>
          <p:nvSpPr>
            <p:cNvPr id="216" name="Textfeld 169">
              <a:extLst>
                <a:ext uri="{FF2B5EF4-FFF2-40B4-BE49-F238E27FC236}">
                  <a16:creationId xmlns:a16="http://schemas.microsoft.com/office/drawing/2014/main" id="{2FBD7CE1-CD1E-C0F6-7687-6F95AFFD2A4D}"/>
                </a:ext>
              </a:extLst>
            </p:cNvPr>
            <p:cNvSpPr txBox="1"/>
            <p:nvPr/>
          </p:nvSpPr>
          <p:spPr>
            <a:xfrm>
              <a:off x="8479129" y="3219280"/>
              <a:ext cx="264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prstClr val="black"/>
                  </a:solidFill>
                </a:rPr>
                <a:t>1</a:t>
              </a:r>
              <a:endPara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7" name="Textfeld 169">
              <a:extLst>
                <a:ext uri="{FF2B5EF4-FFF2-40B4-BE49-F238E27FC236}">
                  <a16:creationId xmlns:a16="http://schemas.microsoft.com/office/drawing/2014/main" id="{6DEE6405-28F0-9672-6A0F-6B556A67026C}"/>
                </a:ext>
              </a:extLst>
            </p:cNvPr>
            <p:cNvSpPr txBox="1"/>
            <p:nvPr/>
          </p:nvSpPr>
          <p:spPr>
            <a:xfrm>
              <a:off x="7892153" y="3219280"/>
              <a:ext cx="264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  <p:grpSp>
          <p:nvGrpSpPr>
            <p:cNvPr id="218" name="Gruppieren 217">
              <a:extLst>
                <a:ext uri="{FF2B5EF4-FFF2-40B4-BE49-F238E27FC236}">
                  <a16:creationId xmlns:a16="http://schemas.microsoft.com/office/drawing/2014/main" id="{E0BE791C-BF90-3A88-9A2E-8B46FA62A030}"/>
                </a:ext>
              </a:extLst>
            </p:cNvPr>
            <p:cNvGrpSpPr/>
            <p:nvPr/>
          </p:nvGrpSpPr>
          <p:grpSpPr>
            <a:xfrm>
              <a:off x="7493363" y="3512766"/>
              <a:ext cx="1632590" cy="412750"/>
              <a:chOff x="5282178" y="3388075"/>
              <a:chExt cx="1632590" cy="412750"/>
            </a:xfrm>
          </p:grpSpPr>
          <p:grpSp>
            <p:nvGrpSpPr>
              <p:cNvPr id="223" name="Group 87">
                <a:extLst>
                  <a:ext uri="{FF2B5EF4-FFF2-40B4-BE49-F238E27FC236}">
                    <a16:creationId xmlns:a16="http://schemas.microsoft.com/office/drawing/2014/main" id="{7EB6FC42-E321-9086-E996-A53229FD1E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2178" y="3388075"/>
                <a:ext cx="1631951" cy="412750"/>
                <a:chOff x="3304" y="2592"/>
                <a:chExt cx="1028" cy="260"/>
              </a:xfrm>
            </p:grpSpPr>
            <p:sp>
              <p:nvSpPr>
                <p:cNvPr id="228" name="Text Box 82">
                  <a:extLst>
                    <a:ext uri="{FF2B5EF4-FFF2-40B4-BE49-F238E27FC236}">
                      <a16:creationId xmlns:a16="http://schemas.microsoft.com/office/drawing/2014/main" id="{11B63CBF-704C-6768-2114-A597A26243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0" y="2616"/>
                  <a:ext cx="596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de-DE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</a:rPr>
                    <a:t>Channel</a:t>
                  </a:r>
                </a:p>
              </p:txBody>
            </p:sp>
            <p:sp>
              <p:nvSpPr>
                <p:cNvPr id="229" name="Rectangle 83">
                  <a:extLst>
                    <a:ext uri="{FF2B5EF4-FFF2-40B4-BE49-F238E27FC236}">
                      <a16:creationId xmlns:a16="http://schemas.microsoft.com/office/drawing/2014/main" id="{45539E50-69D0-5A30-BBC5-7BB5EB3CA8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04" y="2592"/>
                  <a:ext cx="1028" cy="260"/>
                </a:xfrm>
                <a:prstGeom prst="rect">
                  <a:avLst/>
                </a:prstGeom>
                <a:noFill/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24" name="Textfeld 169">
                <a:extLst>
                  <a:ext uri="{FF2B5EF4-FFF2-40B4-BE49-F238E27FC236}">
                    <a16:creationId xmlns:a16="http://schemas.microsoft.com/office/drawing/2014/main" id="{D51080FE-FB29-D84B-2188-54F6A57F68C1}"/>
                  </a:ext>
                </a:extLst>
              </p:cNvPr>
              <p:cNvSpPr txBox="1"/>
              <p:nvPr/>
            </p:nvSpPr>
            <p:spPr>
              <a:xfrm>
                <a:off x="6717276" y="3389696"/>
                <a:ext cx="94855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225" name="Textfeld 169">
                <a:extLst>
                  <a:ext uri="{FF2B5EF4-FFF2-40B4-BE49-F238E27FC236}">
                    <a16:creationId xmlns:a16="http://schemas.microsoft.com/office/drawing/2014/main" id="{5EAB0E9C-B5C1-685B-7C70-E4066D32A30F}"/>
                  </a:ext>
                </a:extLst>
              </p:cNvPr>
              <p:cNvSpPr txBox="1"/>
              <p:nvPr/>
            </p:nvSpPr>
            <p:spPr>
              <a:xfrm>
                <a:off x="6616410" y="3634935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226" name="Textfeld 169">
                <a:extLst>
                  <a:ext uri="{FF2B5EF4-FFF2-40B4-BE49-F238E27FC236}">
                    <a16:creationId xmlns:a16="http://schemas.microsoft.com/office/drawing/2014/main" id="{E4C0FC92-A921-6CF5-808D-B171870A870A}"/>
                  </a:ext>
                </a:extLst>
              </p:cNvPr>
              <p:cNvSpPr txBox="1"/>
              <p:nvPr/>
            </p:nvSpPr>
            <p:spPr>
              <a:xfrm>
                <a:off x="5576023" y="3391504"/>
                <a:ext cx="298358" cy="107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1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227" name="Textfeld 169">
                <a:extLst>
                  <a:ext uri="{FF2B5EF4-FFF2-40B4-BE49-F238E27FC236}">
                    <a16:creationId xmlns:a16="http://schemas.microsoft.com/office/drawing/2014/main" id="{267520AC-691E-0BC6-E0DE-948D2B4403DC}"/>
                  </a:ext>
                </a:extLst>
              </p:cNvPr>
              <p:cNvSpPr txBox="1"/>
              <p:nvPr/>
            </p:nvSpPr>
            <p:spPr>
              <a:xfrm>
                <a:off x="6160679" y="3391504"/>
                <a:ext cx="298358" cy="107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1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sp>
          <p:nvSpPr>
            <p:cNvPr id="219" name="Textfeld 169">
              <a:extLst>
                <a:ext uri="{FF2B5EF4-FFF2-40B4-BE49-F238E27FC236}">
                  <a16:creationId xmlns:a16="http://schemas.microsoft.com/office/drawing/2014/main" id="{02F21CBA-55F6-0E21-FBE8-05F597DADB94}"/>
                </a:ext>
              </a:extLst>
            </p:cNvPr>
            <p:cNvSpPr txBox="1"/>
            <p:nvPr/>
          </p:nvSpPr>
          <p:spPr>
            <a:xfrm>
              <a:off x="7632791" y="3219280"/>
              <a:ext cx="3576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in</a:t>
              </a:r>
            </a:p>
          </p:txBody>
        </p:sp>
        <p:sp>
          <p:nvSpPr>
            <p:cNvPr id="220" name="Textfeld 169">
              <a:extLst>
                <a:ext uri="{FF2B5EF4-FFF2-40B4-BE49-F238E27FC236}">
                  <a16:creationId xmlns:a16="http://schemas.microsoft.com/office/drawing/2014/main" id="{F70F902A-6B52-2884-689F-C5B736942005}"/>
                </a:ext>
              </a:extLst>
            </p:cNvPr>
            <p:cNvSpPr txBox="1"/>
            <p:nvPr/>
          </p:nvSpPr>
          <p:spPr>
            <a:xfrm>
              <a:off x="8120681" y="3219280"/>
              <a:ext cx="4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out</a:t>
              </a:r>
            </a:p>
          </p:txBody>
        </p:sp>
        <p:cxnSp>
          <p:nvCxnSpPr>
            <p:cNvPr id="221" name="Gerade Verbindung mit Pfeil 220">
              <a:extLst>
                <a:ext uri="{FF2B5EF4-FFF2-40B4-BE49-F238E27FC236}">
                  <a16:creationId xmlns:a16="http://schemas.microsoft.com/office/drawing/2014/main" id="{0C176BE6-11AC-BA82-3DA1-DE3E20E89ECE}"/>
                </a:ext>
              </a:extLst>
            </p:cNvPr>
            <p:cNvCxnSpPr>
              <a:cxnSpLocks/>
              <a:endCxn id="227" idx="0"/>
            </p:cNvCxnSpPr>
            <p:nvPr/>
          </p:nvCxnSpPr>
          <p:spPr>
            <a:xfrm flipH="1">
              <a:off x="8521043" y="2621271"/>
              <a:ext cx="1" cy="894924"/>
            </a:xfrm>
            <a:prstGeom prst="straightConnector1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222" name="Gerade Verbindung mit Pfeil 221">
              <a:extLst>
                <a:ext uri="{FF2B5EF4-FFF2-40B4-BE49-F238E27FC236}">
                  <a16:creationId xmlns:a16="http://schemas.microsoft.com/office/drawing/2014/main" id="{EA0F0157-0F9F-62F9-D227-80C22176FC6A}"/>
                </a:ext>
              </a:extLst>
            </p:cNvPr>
            <p:cNvCxnSpPr>
              <a:cxnSpLocks/>
              <a:endCxn id="226" idx="0"/>
            </p:cNvCxnSpPr>
            <p:nvPr/>
          </p:nvCxnSpPr>
          <p:spPr>
            <a:xfrm flipH="1">
              <a:off x="7936387" y="2621270"/>
              <a:ext cx="1" cy="894925"/>
            </a:xfrm>
            <a:prstGeom prst="straightConnector1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230" name="AutoShape 50">
            <a:extLst>
              <a:ext uri="{FF2B5EF4-FFF2-40B4-BE49-F238E27FC236}">
                <a16:creationId xmlns:a16="http://schemas.microsoft.com/office/drawing/2014/main" id="{38FC5BF9-1501-E813-3275-8069619B03D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842120" y="2428395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31" name="AutoShape 50">
            <a:extLst>
              <a:ext uri="{FF2B5EF4-FFF2-40B4-BE49-F238E27FC236}">
                <a16:creationId xmlns:a16="http://schemas.microsoft.com/office/drawing/2014/main" id="{38FC5BF9-1501-E813-3275-8069619B03D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435677" y="2428395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8" name="Gruppieren 7"/>
          <p:cNvGrpSpPr/>
          <p:nvPr/>
        </p:nvGrpSpPr>
        <p:grpSpPr>
          <a:xfrm>
            <a:off x="7493363" y="3512766"/>
            <a:ext cx="1632590" cy="821885"/>
            <a:chOff x="7493363" y="3512766"/>
            <a:chExt cx="1632590" cy="821885"/>
          </a:xfrm>
        </p:grpSpPr>
        <p:grpSp>
          <p:nvGrpSpPr>
            <p:cNvPr id="148" name="Gruppieren 147">
              <a:extLst>
                <a:ext uri="{FF2B5EF4-FFF2-40B4-BE49-F238E27FC236}">
                  <a16:creationId xmlns:a16="http://schemas.microsoft.com/office/drawing/2014/main" id="{E0BE791C-BF90-3A88-9A2E-8B46FA62A030}"/>
                </a:ext>
              </a:extLst>
            </p:cNvPr>
            <p:cNvGrpSpPr/>
            <p:nvPr/>
          </p:nvGrpSpPr>
          <p:grpSpPr>
            <a:xfrm>
              <a:off x="7493363" y="3512766"/>
              <a:ext cx="1632590" cy="412750"/>
              <a:chOff x="5282178" y="3388075"/>
              <a:chExt cx="1632590" cy="412750"/>
            </a:xfrm>
          </p:grpSpPr>
          <p:grpSp>
            <p:nvGrpSpPr>
              <p:cNvPr id="149" name="Group 87">
                <a:extLst>
                  <a:ext uri="{FF2B5EF4-FFF2-40B4-BE49-F238E27FC236}">
                    <a16:creationId xmlns:a16="http://schemas.microsoft.com/office/drawing/2014/main" id="{7EB6FC42-E321-9086-E996-A53229FD1E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2178" y="3388075"/>
                <a:ext cx="1631951" cy="412750"/>
                <a:chOff x="3304" y="2592"/>
                <a:chExt cx="1028" cy="260"/>
              </a:xfrm>
            </p:grpSpPr>
            <p:sp>
              <p:nvSpPr>
                <p:cNvPr id="154" name="Text Box 82">
                  <a:extLst>
                    <a:ext uri="{FF2B5EF4-FFF2-40B4-BE49-F238E27FC236}">
                      <a16:creationId xmlns:a16="http://schemas.microsoft.com/office/drawing/2014/main" id="{11B63CBF-704C-6768-2114-A597A26243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41" y="2616"/>
                  <a:ext cx="354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de-DE" sz="16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</a:rPr>
                    <a:t>Port</a:t>
                  </a:r>
                  <a:endPara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155" name="Rectangle 83">
                  <a:extLst>
                    <a:ext uri="{FF2B5EF4-FFF2-40B4-BE49-F238E27FC236}">
                      <a16:creationId xmlns:a16="http://schemas.microsoft.com/office/drawing/2014/main" id="{45539E50-69D0-5A30-BBC5-7BB5EB3CA8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04" y="2592"/>
                  <a:ext cx="1028" cy="260"/>
                </a:xfrm>
                <a:prstGeom prst="rect">
                  <a:avLst/>
                </a:prstGeom>
                <a:noFill/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150" name="Textfeld 169">
                <a:extLst>
                  <a:ext uri="{FF2B5EF4-FFF2-40B4-BE49-F238E27FC236}">
                    <a16:creationId xmlns:a16="http://schemas.microsoft.com/office/drawing/2014/main" id="{D51080FE-FB29-D84B-2188-54F6A57F68C1}"/>
                  </a:ext>
                </a:extLst>
              </p:cNvPr>
              <p:cNvSpPr txBox="1"/>
              <p:nvPr/>
            </p:nvSpPr>
            <p:spPr>
              <a:xfrm>
                <a:off x="6717276" y="3389696"/>
                <a:ext cx="94855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1" name="Textfeld 169">
                <a:extLst>
                  <a:ext uri="{FF2B5EF4-FFF2-40B4-BE49-F238E27FC236}">
                    <a16:creationId xmlns:a16="http://schemas.microsoft.com/office/drawing/2014/main" id="{5EAB0E9C-B5C1-685B-7C70-E4066D32A30F}"/>
                  </a:ext>
                </a:extLst>
              </p:cNvPr>
              <p:cNvSpPr txBox="1"/>
              <p:nvPr/>
            </p:nvSpPr>
            <p:spPr>
              <a:xfrm>
                <a:off x="6616410" y="3634935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2" name="Textfeld 169">
                <a:extLst>
                  <a:ext uri="{FF2B5EF4-FFF2-40B4-BE49-F238E27FC236}">
                    <a16:creationId xmlns:a16="http://schemas.microsoft.com/office/drawing/2014/main" id="{E4C0FC92-A921-6CF5-808D-B171870A870A}"/>
                  </a:ext>
                </a:extLst>
              </p:cNvPr>
              <p:cNvSpPr txBox="1"/>
              <p:nvPr/>
            </p:nvSpPr>
            <p:spPr>
              <a:xfrm>
                <a:off x="5576023" y="3391504"/>
                <a:ext cx="298358" cy="107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1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53" name="Textfeld 169">
                <a:extLst>
                  <a:ext uri="{FF2B5EF4-FFF2-40B4-BE49-F238E27FC236}">
                    <a16:creationId xmlns:a16="http://schemas.microsoft.com/office/drawing/2014/main" id="{267520AC-691E-0BC6-E0DE-948D2B4403DC}"/>
                  </a:ext>
                </a:extLst>
              </p:cNvPr>
              <p:cNvSpPr txBox="1"/>
              <p:nvPr/>
            </p:nvSpPr>
            <p:spPr>
              <a:xfrm>
                <a:off x="6160679" y="3391504"/>
                <a:ext cx="298358" cy="107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1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  <p:grpSp>
          <p:nvGrpSpPr>
            <p:cNvPr id="232" name="Gruppieren 231">
              <a:extLst>
                <a:ext uri="{FF2B5EF4-FFF2-40B4-BE49-F238E27FC236}">
                  <a16:creationId xmlns:a16="http://schemas.microsoft.com/office/drawing/2014/main" id="{E0BE791C-BF90-3A88-9A2E-8B46FA62A030}"/>
                </a:ext>
              </a:extLst>
            </p:cNvPr>
            <p:cNvGrpSpPr/>
            <p:nvPr/>
          </p:nvGrpSpPr>
          <p:grpSpPr>
            <a:xfrm>
              <a:off x="7493363" y="3921901"/>
              <a:ext cx="1632590" cy="412750"/>
              <a:chOff x="5282178" y="3388075"/>
              <a:chExt cx="1632590" cy="412750"/>
            </a:xfrm>
          </p:grpSpPr>
          <p:grpSp>
            <p:nvGrpSpPr>
              <p:cNvPr id="233" name="Group 87">
                <a:extLst>
                  <a:ext uri="{FF2B5EF4-FFF2-40B4-BE49-F238E27FC236}">
                    <a16:creationId xmlns:a16="http://schemas.microsoft.com/office/drawing/2014/main" id="{7EB6FC42-E321-9086-E996-A53229FD1E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2178" y="3388075"/>
                <a:ext cx="1631951" cy="412750"/>
                <a:chOff x="3304" y="2592"/>
                <a:chExt cx="1028" cy="260"/>
              </a:xfrm>
            </p:grpSpPr>
            <p:sp>
              <p:nvSpPr>
                <p:cNvPr id="238" name="Text Box 82">
                  <a:extLst>
                    <a:ext uri="{FF2B5EF4-FFF2-40B4-BE49-F238E27FC236}">
                      <a16:creationId xmlns:a16="http://schemas.microsoft.com/office/drawing/2014/main" id="{11B63CBF-704C-6768-2114-A597A26243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2" y="2616"/>
                  <a:ext cx="813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de-DE" sz="16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</a:rPr>
                    <a:t>String name</a:t>
                  </a:r>
                  <a:endPara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39" name="Rectangle 83">
                  <a:extLst>
                    <a:ext uri="{FF2B5EF4-FFF2-40B4-BE49-F238E27FC236}">
                      <a16:creationId xmlns:a16="http://schemas.microsoft.com/office/drawing/2014/main" id="{45539E50-69D0-5A30-BBC5-7BB5EB3CA8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04" y="2592"/>
                  <a:ext cx="1028" cy="260"/>
                </a:xfrm>
                <a:prstGeom prst="rect">
                  <a:avLst/>
                </a:prstGeom>
                <a:noFill/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34" name="Textfeld 169">
                <a:extLst>
                  <a:ext uri="{FF2B5EF4-FFF2-40B4-BE49-F238E27FC236}">
                    <a16:creationId xmlns:a16="http://schemas.microsoft.com/office/drawing/2014/main" id="{D51080FE-FB29-D84B-2188-54F6A57F68C1}"/>
                  </a:ext>
                </a:extLst>
              </p:cNvPr>
              <p:cNvSpPr txBox="1"/>
              <p:nvPr/>
            </p:nvSpPr>
            <p:spPr>
              <a:xfrm>
                <a:off x="6717276" y="3389696"/>
                <a:ext cx="94855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235" name="Textfeld 169">
                <a:extLst>
                  <a:ext uri="{FF2B5EF4-FFF2-40B4-BE49-F238E27FC236}">
                    <a16:creationId xmlns:a16="http://schemas.microsoft.com/office/drawing/2014/main" id="{5EAB0E9C-B5C1-685B-7C70-E4066D32A30F}"/>
                  </a:ext>
                </a:extLst>
              </p:cNvPr>
              <p:cNvSpPr txBox="1"/>
              <p:nvPr/>
            </p:nvSpPr>
            <p:spPr>
              <a:xfrm>
                <a:off x="6616410" y="3634935"/>
                <a:ext cx="298358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4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236" name="Textfeld 169">
                <a:extLst>
                  <a:ext uri="{FF2B5EF4-FFF2-40B4-BE49-F238E27FC236}">
                    <a16:creationId xmlns:a16="http://schemas.microsoft.com/office/drawing/2014/main" id="{E4C0FC92-A921-6CF5-808D-B171870A870A}"/>
                  </a:ext>
                </a:extLst>
              </p:cNvPr>
              <p:cNvSpPr txBox="1"/>
              <p:nvPr/>
            </p:nvSpPr>
            <p:spPr>
              <a:xfrm>
                <a:off x="5576023" y="3391504"/>
                <a:ext cx="298358" cy="107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1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237" name="Textfeld 169">
                <a:extLst>
                  <a:ext uri="{FF2B5EF4-FFF2-40B4-BE49-F238E27FC236}">
                    <a16:creationId xmlns:a16="http://schemas.microsoft.com/office/drawing/2014/main" id="{267520AC-691E-0BC6-E0DE-948D2B4403DC}"/>
                  </a:ext>
                </a:extLst>
              </p:cNvPr>
              <p:cNvSpPr txBox="1"/>
              <p:nvPr/>
            </p:nvSpPr>
            <p:spPr>
              <a:xfrm>
                <a:off x="6160679" y="3391504"/>
                <a:ext cx="298358" cy="107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1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</p:grpSp>
      </p:grpSp>
      <p:cxnSp>
        <p:nvCxnSpPr>
          <p:cNvPr id="240" name="Gerade Verbindung mit Pfeil 239">
            <a:extLst>
              <a:ext uri="{FF2B5EF4-FFF2-40B4-BE49-F238E27FC236}">
                <a16:creationId xmlns:a16="http://schemas.microsoft.com/office/drawing/2014/main" id="{4625334E-A89C-A3EE-7C2F-4D293AA21E92}"/>
              </a:ext>
            </a:extLst>
          </p:cNvPr>
          <p:cNvCxnSpPr>
            <a:cxnSpLocks/>
            <a:stCxn id="151" idx="3"/>
          </p:cNvCxnSpPr>
          <p:nvPr/>
        </p:nvCxnSpPr>
        <p:spPr>
          <a:xfrm>
            <a:off x="9125953" y="3836570"/>
            <a:ext cx="1140695" cy="1327138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241" name="Textfeld 169">
            <a:extLst>
              <a:ext uri="{FF2B5EF4-FFF2-40B4-BE49-F238E27FC236}">
                <a16:creationId xmlns:a16="http://schemas.microsoft.com/office/drawing/2014/main" id="{F69605DD-337B-0E40-F96D-1749C033402A}"/>
              </a:ext>
            </a:extLst>
          </p:cNvPr>
          <p:cNvSpPr txBox="1"/>
          <p:nvPr/>
        </p:nvSpPr>
        <p:spPr>
          <a:xfrm>
            <a:off x="10178389" y="487325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42" name="Textfeld 169">
            <a:extLst>
              <a:ext uri="{FF2B5EF4-FFF2-40B4-BE49-F238E27FC236}">
                <a16:creationId xmlns:a16="http://schemas.microsoft.com/office/drawing/2014/main" id="{41A5D449-A9EA-B64B-C2DB-1ADE1BA61045}"/>
              </a:ext>
            </a:extLst>
          </p:cNvPr>
          <p:cNvSpPr txBox="1"/>
          <p:nvPr/>
        </p:nvSpPr>
        <p:spPr>
          <a:xfrm>
            <a:off x="9072559" y="369963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26280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CD4Function </a:t>
            </a:r>
            <a:r>
              <a:rPr lang="de-DE" dirty="0" err="1"/>
              <a:t>with</a:t>
            </a:r>
            <a:r>
              <a:rPr lang="de-DE" dirty="0"/>
              <a:t> Port Definition</a:t>
            </a:r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0" y="1236273"/>
            <a:ext cx="5957577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+mj-lt"/>
              </a:rPr>
              <a:t>Each port and each stream has a </a:t>
            </a:r>
            <a:r>
              <a:rPr lang="en-US" dirty="0">
                <a:solidFill>
                  <a:srgbClr val="00549F"/>
                </a:solidFill>
                <a:latin typeface="+mj-lt"/>
              </a:rPr>
              <a:t>type</a:t>
            </a:r>
          </a:p>
          <a:p>
            <a:pPr lvl="1"/>
            <a:r>
              <a:rPr lang="en-US" sz="1800" dirty="0">
                <a:latin typeface="+mj-lt"/>
              </a:rPr>
              <a:t>Ports and their streams are of the same type</a:t>
            </a:r>
          </a:p>
          <a:p>
            <a:endParaRPr lang="en-US" dirty="0">
              <a:solidFill>
                <a:srgbClr val="00549F"/>
              </a:solidFill>
              <a:latin typeface="Trebuchet MS" panose="020B0603020202020204" pitchFamily="34" charset="0"/>
            </a:endParaRPr>
          </a:p>
          <a:p>
            <a:r>
              <a:rPr lang="en-US" dirty="0">
                <a:solidFill>
                  <a:srgbClr val="00549F"/>
                </a:solidFill>
                <a:latin typeface="Trebuchet MS" panose="020B0603020202020204" pitchFamily="34" charset="0"/>
              </a:rPr>
              <a:t>Stream</a:t>
            </a:r>
            <a:r>
              <a:rPr lang="en-US" dirty="0">
                <a:latin typeface="+mj-lt"/>
              </a:rPr>
              <a:t> is intentionally under-specified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Output ports “produce” data, input ports “consume”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it. Data is therefore associated with output ports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and only indirectly with input ports</a:t>
            </a:r>
          </a:p>
          <a:p>
            <a:pPr lvl="1"/>
            <a:r>
              <a:rPr lang="en-US" dirty="0">
                <a:latin typeface="+mj-lt"/>
              </a:rPr>
              <a:t>Only exception: data is also present at the outermost input ports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23" name="Textfeld 169">
            <a:extLst>
              <a:ext uri="{FF2B5EF4-FFF2-40B4-BE49-F238E27FC236}">
                <a16:creationId xmlns:a16="http://schemas.microsoft.com/office/drawing/2014/main" id="{94B21161-F2DD-F063-E38E-CBF3CB4F1837}"/>
              </a:ext>
            </a:extLst>
          </p:cNvPr>
          <p:cNvSpPr txBox="1"/>
          <p:nvPr/>
        </p:nvSpPr>
        <p:spPr>
          <a:xfrm>
            <a:off x="7553629" y="4114307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sp>
        <p:nvSpPr>
          <p:cNvPr id="24" name="Textfeld 169">
            <a:extLst>
              <a:ext uri="{FF2B5EF4-FFF2-40B4-BE49-F238E27FC236}">
                <a16:creationId xmlns:a16="http://schemas.microsoft.com/office/drawing/2014/main" id="{1CC78FCF-1C5C-3082-9FEC-7BC922031FAF}"/>
              </a:ext>
            </a:extLst>
          </p:cNvPr>
          <p:cNvSpPr txBox="1"/>
          <p:nvPr/>
        </p:nvSpPr>
        <p:spPr>
          <a:xfrm>
            <a:off x="7927932" y="4116569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E2053CE8-4F7D-F525-E23D-597A5F8493C4}"/>
              </a:ext>
            </a:extLst>
          </p:cNvPr>
          <p:cNvGrpSpPr/>
          <p:nvPr/>
        </p:nvGrpSpPr>
        <p:grpSpPr>
          <a:xfrm>
            <a:off x="7245929" y="3429000"/>
            <a:ext cx="1414463" cy="412750"/>
            <a:chOff x="7497215" y="4334214"/>
            <a:chExt cx="1414463" cy="412750"/>
          </a:xfrm>
        </p:grpSpPr>
        <p:grpSp>
          <p:nvGrpSpPr>
            <p:cNvPr id="27" name="Group 87">
              <a:extLst>
                <a:ext uri="{FF2B5EF4-FFF2-40B4-BE49-F238E27FC236}">
                  <a16:creationId xmlns:a16="http://schemas.microsoft.com/office/drawing/2014/main" id="{D05903DE-14BA-6D5D-5A19-8312CF216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30" name="Text Box 82">
                <a:extLst>
                  <a:ext uri="{FF2B5EF4-FFF2-40B4-BE49-F238E27FC236}">
                    <a16:creationId xmlns:a16="http://schemas.microsoft.com/office/drawing/2014/main" id="{D7A8A13E-073B-C8A4-0C98-F0F047CE57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4" y="2616"/>
                <a:ext cx="4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  <a:endPara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" name="Rectangle 83">
                <a:extLst>
                  <a:ext uri="{FF2B5EF4-FFF2-40B4-BE49-F238E27FC236}">
                    <a16:creationId xmlns:a16="http://schemas.microsoft.com/office/drawing/2014/main" id="{EFBB6115-2F44-D04D-3035-CAB678B7C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8" name="Textfeld 169">
              <a:extLst>
                <a:ext uri="{FF2B5EF4-FFF2-40B4-BE49-F238E27FC236}">
                  <a16:creationId xmlns:a16="http://schemas.microsoft.com/office/drawing/2014/main" id="{51F3C165-F713-8565-2FA9-E6209CFA2D65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3A49EC85-8FDF-9934-F4F4-A782010CFFE9}"/>
              </a:ext>
            </a:extLst>
          </p:cNvPr>
          <p:cNvGrpSpPr/>
          <p:nvPr/>
        </p:nvGrpSpPr>
        <p:grpSpPr>
          <a:xfrm>
            <a:off x="7246758" y="4376645"/>
            <a:ext cx="1414463" cy="412750"/>
            <a:chOff x="9978688" y="4334214"/>
            <a:chExt cx="1414463" cy="412750"/>
          </a:xfrm>
        </p:grpSpPr>
        <p:grpSp>
          <p:nvGrpSpPr>
            <p:cNvPr id="45" name="Group 87">
              <a:extLst>
                <a:ext uri="{FF2B5EF4-FFF2-40B4-BE49-F238E27FC236}">
                  <a16:creationId xmlns:a16="http://schemas.microsoft.com/office/drawing/2014/main" id="{A03B496C-15AF-74A9-103A-26C342B6A3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51" name="Text Box 82">
                <a:extLst>
                  <a:ext uri="{FF2B5EF4-FFF2-40B4-BE49-F238E27FC236}">
                    <a16:creationId xmlns:a16="http://schemas.microsoft.com/office/drawing/2014/main" id="{177F3639-BF38-4C03-B1ED-2B2BF2D5BE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4" y="2616"/>
                <a:ext cx="56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  <a:endPara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2" name="Rectangle 83">
                <a:extLst>
                  <a:ext uri="{FF2B5EF4-FFF2-40B4-BE49-F238E27FC236}">
                    <a16:creationId xmlns:a16="http://schemas.microsoft.com/office/drawing/2014/main" id="{CB0150EF-946F-03F8-AB96-50A514315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46" name="Textfeld 169">
              <a:extLst>
                <a:ext uri="{FF2B5EF4-FFF2-40B4-BE49-F238E27FC236}">
                  <a16:creationId xmlns:a16="http://schemas.microsoft.com/office/drawing/2014/main" id="{DBDB26A3-9DB3-9A86-B9A4-D0EC71D512D4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cxnSp>
        <p:nvCxnSpPr>
          <p:cNvPr id="53" name="Verbinder: gewinkelt 87">
            <a:extLst>
              <a:ext uri="{FF2B5EF4-FFF2-40B4-BE49-F238E27FC236}">
                <a16:creationId xmlns:a16="http://schemas.microsoft.com/office/drawing/2014/main" id="{04F3278E-020D-E62E-7012-4BAD3DA8DC6F}"/>
              </a:ext>
            </a:extLst>
          </p:cNvPr>
          <p:cNvCxnSpPr>
            <a:cxnSpLocks/>
            <a:stCxn id="37" idx="3"/>
            <a:endCxn id="99" idx="3"/>
          </p:cNvCxnSpPr>
          <p:nvPr/>
        </p:nvCxnSpPr>
        <p:spPr>
          <a:xfrm flipV="1">
            <a:off x="8660392" y="3460250"/>
            <a:ext cx="281464" cy="17512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54" name="Verbinder: gewinkelt 87">
            <a:extLst>
              <a:ext uri="{FF2B5EF4-FFF2-40B4-BE49-F238E27FC236}">
                <a16:creationId xmlns:a16="http://schemas.microsoft.com/office/drawing/2014/main" id="{76A694C1-1DA4-89E0-1CF0-7A2D175B7C98}"/>
              </a:ext>
            </a:extLst>
          </p:cNvPr>
          <p:cNvCxnSpPr>
            <a:cxnSpLocks/>
            <a:stCxn id="52" idx="3"/>
            <a:endCxn id="99" idx="3"/>
          </p:cNvCxnSpPr>
          <p:nvPr/>
        </p:nvCxnSpPr>
        <p:spPr>
          <a:xfrm flipV="1">
            <a:off x="8661221" y="3460250"/>
            <a:ext cx="280635" cy="112277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55" name="Verbinder: gewinkelt 87">
            <a:extLst>
              <a:ext uri="{FF2B5EF4-FFF2-40B4-BE49-F238E27FC236}">
                <a16:creationId xmlns:a16="http://schemas.microsoft.com/office/drawing/2014/main" id="{E1BC4B83-CB36-DF1F-2F56-2BA96FECF12F}"/>
              </a:ext>
            </a:extLst>
          </p:cNvPr>
          <p:cNvCxnSpPr>
            <a:cxnSpLocks/>
            <a:stCxn id="103" idx="2"/>
            <a:endCxn id="133" idx="1"/>
          </p:cNvCxnSpPr>
          <p:nvPr/>
        </p:nvCxnSpPr>
        <p:spPr>
          <a:xfrm rot="16200000" flipH="1">
            <a:off x="9514639" y="3111994"/>
            <a:ext cx="482588" cy="57426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F99838A0-C5DF-55E3-61CD-B006503F934E}"/>
              </a:ext>
            </a:extLst>
          </p:cNvPr>
          <p:cNvCxnSpPr>
            <a:cxnSpLocks/>
            <a:stCxn id="65" idx="2"/>
            <a:endCxn id="133" idx="0"/>
          </p:cNvCxnSpPr>
          <p:nvPr/>
        </p:nvCxnSpPr>
        <p:spPr>
          <a:xfrm>
            <a:off x="10750296" y="2114591"/>
            <a:ext cx="1" cy="131945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2C9E46BE-E20A-5816-EEB5-0E92D37633B6}"/>
              </a:ext>
            </a:extLst>
          </p:cNvPr>
          <p:cNvCxnSpPr>
            <a:cxnSpLocks/>
            <a:stCxn id="52" idx="0"/>
            <a:endCxn id="37" idx="2"/>
          </p:cNvCxnSpPr>
          <p:nvPr/>
        </p:nvCxnSpPr>
        <p:spPr>
          <a:xfrm flipH="1" flipV="1">
            <a:off x="7953161" y="3841750"/>
            <a:ext cx="829" cy="53489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59" name="Textfeld 169">
            <a:extLst>
              <a:ext uri="{FF2B5EF4-FFF2-40B4-BE49-F238E27FC236}">
                <a16:creationId xmlns:a16="http://schemas.microsoft.com/office/drawing/2014/main" id="{CC37AD56-3984-5605-E631-69AC3EBDCCE4}"/>
              </a:ext>
            </a:extLst>
          </p:cNvPr>
          <p:cNvSpPr txBox="1"/>
          <p:nvPr/>
        </p:nvSpPr>
        <p:spPr>
          <a:xfrm>
            <a:off x="6705005" y="146521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60" name="Textfeld 169">
            <a:extLst>
              <a:ext uri="{FF2B5EF4-FFF2-40B4-BE49-F238E27FC236}">
                <a16:creationId xmlns:a16="http://schemas.microsoft.com/office/drawing/2014/main" id="{DC03162A-F855-2465-4F50-5D81987C3DCB}"/>
              </a:ext>
            </a:extLst>
          </p:cNvPr>
          <p:cNvSpPr txBox="1"/>
          <p:nvPr/>
        </p:nvSpPr>
        <p:spPr>
          <a:xfrm>
            <a:off x="9472891" y="1889133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61" name="Textfeld 169">
            <a:extLst>
              <a:ext uri="{FF2B5EF4-FFF2-40B4-BE49-F238E27FC236}">
                <a16:creationId xmlns:a16="http://schemas.microsoft.com/office/drawing/2014/main" id="{F8FE4D91-00FD-AA79-3516-BF9DC093E0B7}"/>
              </a:ext>
            </a:extLst>
          </p:cNvPr>
          <p:cNvSpPr txBox="1"/>
          <p:nvPr/>
        </p:nvSpPr>
        <p:spPr>
          <a:xfrm>
            <a:off x="9759558" y="163546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74610D73-1260-3804-F736-A063E6EA2EC5}"/>
              </a:ext>
            </a:extLst>
          </p:cNvPr>
          <p:cNvGrpSpPr/>
          <p:nvPr/>
        </p:nvGrpSpPr>
        <p:grpSpPr>
          <a:xfrm>
            <a:off x="10045448" y="1701841"/>
            <a:ext cx="1410052" cy="412750"/>
            <a:chOff x="6133049" y="1935065"/>
            <a:chExt cx="1410052" cy="412750"/>
          </a:xfrm>
        </p:grpSpPr>
        <p:sp>
          <p:nvSpPr>
            <p:cNvPr id="64" name="Text Box 82">
              <a:extLst>
                <a:ext uri="{FF2B5EF4-FFF2-40B4-BE49-F238E27FC236}">
                  <a16:creationId xmlns:a16="http://schemas.microsoft.com/office/drawing/2014/main" id="{E0CCD8CC-C4EB-FC3C-980E-3503374C1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753" y="1973165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65" name="Rectangle 83">
              <a:extLst>
                <a:ext uri="{FF2B5EF4-FFF2-40B4-BE49-F238E27FC236}">
                  <a16:creationId xmlns:a16="http://schemas.microsoft.com/office/drawing/2014/main" id="{A34FEA7D-F9A1-1769-6042-C7DCF89B0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049" y="1935065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7" name="Textfeld 169">
              <a:extLst>
                <a:ext uri="{FF2B5EF4-FFF2-40B4-BE49-F238E27FC236}">
                  <a16:creationId xmlns:a16="http://schemas.microsoft.com/office/drawing/2014/main" id="{4D5ACE93-1879-C6A1-CFE7-52DAADF020FF}"/>
                </a:ext>
              </a:extLst>
            </p:cNvPr>
            <p:cNvSpPr txBox="1"/>
            <p:nvPr/>
          </p:nvSpPr>
          <p:spPr>
            <a:xfrm>
              <a:off x="6329512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3" name="Textfeld 169">
              <a:extLst>
                <a:ext uri="{FF2B5EF4-FFF2-40B4-BE49-F238E27FC236}">
                  <a16:creationId xmlns:a16="http://schemas.microsoft.com/office/drawing/2014/main" id="{F31BA346-994F-4B02-7888-705E2740CD50}"/>
                </a:ext>
              </a:extLst>
            </p:cNvPr>
            <p:cNvSpPr txBox="1"/>
            <p:nvPr/>
          </p:nvSpPr>
          <p:spPr>
            <a:xfrm>
              <a:off x="7035803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7" name="Textfeld 169">
              <a:extLst>
                <a:ext uri="{FF2B5EF4-FFF2-40B4-BE49-F238E27FC236}">
                  <a16:creationId xmlns:a16="http://schemas.microsoft.com/office/drawing/2014/main" id="{F7123988-4873-1756-6FA3-BEF901C8EB11}"/>
                </a:ext>
              </a:extLst>
            </p:cNvPr>
            <p:cNvSpPr txBox="1"/>
            <p:nvPr/>
          </p:nvSpPr>
          <p:spPr>
            <a:xfrm>
              <a:off x="6231404" y="218958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8" name="Textfeld 169">
              <a:extLst>
                <a:ext uri="{FF2B5EF4-FFF2-40B4-BE49-F238E27FC236}">
                  <a16:creationId xmlns:a16="http://schemas.microsoft.com/office/drawing/2014/main" id="{40892EA5-CE09-A493-E4B1-BE13A1E98622}"/>
                </a:ext>
              </a:extLst>
            </p:cNvPr>
            <p:cNvSpPr txBox="1"/>
            <p:nvPr/>
          </p:nvSpPr>
          <p:spPr>
            <a:xfrm>
              <a:off x="7244743" y="1984753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9" name="Textfeld 169">
              <a:extLst>
                <a:ext uri="{FF2B5EF4-FFF2-40B4-BE49-F238E27FC236}">
                  <a16:creationId xmlns:a16="http://schemas.microsoft.com/office/drawing/2014/main" id="{1AFF4C92-3671-BD95-E82C-F1817357A6CB}"/>
                </a:ext>
              </a:extLst>
            </p:cNvPr>
            <p:cNvSpPr txBox="1"/>
            <p:nvPr/>
          </p:nvSpPr>
          <p:spPr>
            <a:xfrm>
              <a:off x="7244743" y="216331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80" name="Textfeld 169">
            <a:extLst>
              <a:ext uri="{FF2B5EF4-FFF2-40B4-BE49-F238E27FC236}">
                <a16:creationId xmlns:a16="http://schemas.microsoft.com/office/drawing/2014/main" id="{10A0C2BA-D368-09EB-0722-D1E7850AC92F}"/>
              </a:ext>
            </a:extLst>
          </p:cNvPr>
          <p:cNvSpPr txBox="1"/>
          <p:nvPr/>
        </p:nvSpPr>
        <p:spPr>
          <a:xfrm>
            <a:off x="6972380" y="2268480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..*</a:t>
            </a:r>
          </a:p>
        </p:txBody>
      </p:sp>
      <p:sp>
        <p:nvSpPr>
          <p:cNvPr id="82" name="Textfeld 169">
            <a:extLst>
              <a:ext uri="{FF2B5EF4-FFF2-40B4-BE49-F238E27FC236}">
                <a16:creationId xmlns:a16="http://schemas.microsoft.com/office/drawing/2014/main" id="{44635AD0-D51F-3E45-6383-71D44683ADC8}"/>
              </a:ext>
            </a:extLst>
          </p:cNvPr>
          <p:cNvSpPr txBox="1"/>
          <p:nvPr/>
        </p:nvSpPr>
        <p:spPr>
          <a:xfrm>
            <a:off x="6382940" y="2266117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..*</a:t>
            </a:r>
          </a:p>
        </p:txBody>
      </p:sp>
      <p:sp>
        <p:nvSpPr>
          <p:cNvPr id="83" name="Textfeld 169">
            <a:extLst>
              <a:ext uri="{FF2B5EF4-FFF2-40B4-BE49-F238E27FC236}">
                <a16:creationId xmlns:a16="http://schemas.microsoft.com/office/drawing/2014/main" id="{40648FAF-4DD7-C62B-FA7F-6FEE055635FB}"/>
              </a:ext>
            </a:extLst>
          </p:cNvPr>
          <p:cNvSpPr txBox="1"/>
          <p:nvPr/>
        </p:nvSpPr>
        <p:spPr>
          <a:xfrm>
            <a:off x="7024160" y="339708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2" name="Textfeld 169">
            <a:extLst>
              <a:ext uri="{FF2B5EF4-FFF2-40B4-BE49-F238E27FC236}">
                <a16:creationId xmlns:a16="http://schemas.microsoft.com/office/drawing/2014/main" id="{F8E50555-CCB1-9D7E-3663-88744FAB0666}"/>
              </a:ext>
            </a:extLst>
          </p:cNvPr>
          <p:cNvSpPr txBox="1"/>
          <p:nvPr/>
        </p:nvSpPr>
        <p:spPr>
          <a:xfrm>
            <a:off x="7015763" y="435313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3" name="Textfeld 169">
            <a:extLst>
              <a:ext uri="{FF2B5EF4-FFF2-40B4-BE49-F238E27FC236}">
                <a16:creationId xmlns:a16="http://schemas.microsoft.com/office/drawing/2014/main" id="{735864BB-E6F2-6AA2-50C2-8E6A1496869C}"/>
              </a:ext>
            </a:extLst>
          </p:cNvPr>
          <p:cNvSpPr txBox="1"/>
          <p:nvPr/>
        </p:nvSpPr>
        <p:spPr>
          <a:xfrm>
            <a:off x="7663059" y="3797537"/>
            <a:ext cx="32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95" name="Textfeld 169">
            <a:extLst>
              <a:ext uri="{FF2B5EF4-FFF2-40B4-BE49-F238E27FC236}">
                <a16:creationId xmlns:a16="http://schemas.microsoft.com/office/drawing/2014/main" id="{491DFA50-3CD5-A622-5B4A-02D045D811C7}"/>
              </a:ext>
            </a:extLst>
          </p:cNvPr>
          <p:cNvSpPr txBox="1"/>
          <p:nvPr/>
        </p:nvSpPr>
        <p:spPr>
          <a:xfrm>
            <a:off x="7943693" y="38477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F70984AC-E79E-DC28-DCC8-7B44162765AF}"/>
              </a:ext>
            </a:extLst>
          </p:cNvPr>
          <p:cNvGrpSpPr/>
          <p:nvPr/>
        </p:nvGrpSpPr>
        <p:grpSpPr>
          <a:xfrm>
            <a:off x="8234626" y="2747559"/>
            <a:ext cx="1415104" cy="712691"/>
            <a:chOff x="4164286" y="2980783"/>
            <a:chExt cx="1415104" cy="712691"/>
          </a:xfrm>
        </p:grpSpPr>
        <p:grpSp>
          <p:nvGrpSpPr>
            <p:cNvPr id="97" name="Group 87">
              <a:extLst>
                <a:ext uri="{FF2B5EF4-FFF2-40B4-BE49-F238E27FC236}">
                  <a16:creationId xmlns:a16="http://schemas.microsoft.com/office/drawing/2014/main" id="{2B2E6F96-AF78-7746-4ED5-F6D6D290C3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4286" y="2980783"/>
              <a:ext cx="1414463" cy="412750"/>
              <a:chOff x="3441" y="2592"/>
              <a:chExt cx="891" cy="260"/>
            </a:xfrm>
          </p:grpSpPr>
          <p:sp>
            <p:nvSpPr>
              <p:cNvPr id="112" name="Text Box 82">
                <a:extLst>
                  <a:ext uri="{FF2B5EF4-FFF2-40B4-BE49-F238E27FC236}">
                    <a16:creationId xmlns:a16="http://schemas.microsoft.com/office/drawing/2014/main" id="{9818D0A0-89FF-AAB5-F8C8-556028049E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14" name="Rectangle 83">
                <a:extLst>
                  <a:ext uri="{FF2B5EF4-FFF2-40B4-BE49-F238E27FC236}">
                    <a16:creationId xmlns:a16="http://schemas.microsoft.com/office/drawing/2014/main" id="{216D7495-0E66-D870-FA0D-BF6F389F3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9" name="AutoShape 37">
              <a:extLst>
                <a:ext uri="{FF2B5EF4-FFF2-40B4-BE49-F238E27FC236}">
                  <a16:creationId xmlns:a16="http://schemas.microsoft.com/office/drawing/2014/main" id="{78390E28-3709-D9B2-3A0A-FC351DE26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116" y="3402961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00" name="Textfeld 169">
              <a:extLst>
                <a:ext uri="{FF2B5EF4-FFF2-40B4-BE49-F238E27FC236}">
                  <a16:creationId xmlns:a16="http://schemas.microsoft.com/office/drawing/2014/main" id="{7C0E311D-D77E-3342-1C62-5931AFED58DF}"/>
                </a:ext>
              </a:extLst>
            </p:cNvPr>
            <p:cNvSpPr txBox="1"/>
            <p:nvPr/>
          </p:nvSpPr>
          <p:spPr>
            <a:xfrm>
              <a:off x="5281032" y="300462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03" name="Textfeld 169">
              <a:extLst>
                <a:ext uri="{FF2B5EF4-FFF2-40B4-BE49-F238E27FC236}">
                  <a16:creationId xmlns:a16="http://schemas.microsoft.com/office/drawing/2014/main" id="{1B854DBF-CA6E-C49B-8F95-BB7FFBBB1D68}"/>
                </a:ext>
              </a:extLst>
            </p:cNvPr>
            <p:cNvSpPr txBox="1"/>
            <p:nvPr/>
          </p:nvSpPr>
          <p:spPr>
            <a:xfrm>
              <a:off x="5249282" y="323716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19" name="Textfeld 169">
            <a:extLst>
              <a:ext uri="{FF2B5EF4-FFF2-40B4-BE49-F238E27FC236}">
                <a16:creationId xmlns:a16="http://schemas.microsoft.com/office/drawing/2014/main" id="{01B85138-F008-4DDE-109F-BD721B58CBD6}"/>
              </a:ext>
            </a:extLst>
          </p:cNvPr>
          <p:cNvSpPr txBox="1"/>
          <p:nvPr/>
        </p:nvSpPr>
        <p:spPr>
          <a:xfrm>
            <a:off x="10237481" y="2157471"/>
            <a:ext cx="489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124E0D69-954E-129D-23C7-DF227C287A62}"/>
              </a:ext>
            </a:extLst>
          </p:cNvPr>
          <p:cNvGrpSpPr/>
          <p:nvPr/>
        </p:nvGrpSpPr>
        <p:grpSpPr>
          <a:xfrm>
            <a:off x="10043065" y="3434045"/>
            <a:ext cx="1414463" cy="414290"/>
            <a:chOff x="6130666" y="3341842"/>
            <a:chExt cx="1414463" cy="414290"/>
          </a:xfrm>
        </p:grpSpPr>
        <p:sp>
          <p:nvSpPr>
            <p:cNvPr id="128" name="Text Box 82">
              <a:extLst>
                <a:ext uri="{FF2B5EF4-FFF2-40B4-BE49-F238E27FC236}">
                  <a16:creationId xmlns:a16="http://schemas.microsoft.com/office/drawing/2014/main" id="{714C20A4-BB5C-B292-B5E5-9851EAFE75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7204" y="3379942"/>
              <a:ext cx="101662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Category</a:t>
              </a:r>
            </a:p>
          </p:txBody>
        </p:sp>
        <p:sp>
          <p:nvSpPr>
            <p:cNvPr id="133" name="Rectangle 83">
              <a:extLst>
                <a:ext uri="{FF2B5EF4-FFF2-40B4-BE49-F238E27FC236}">
                  <a16:creationId xmlns:a16="http://schemas.microsoft.com/office/drawing/2014/main" id="{77C6179D-4D04-3243-7151-A0BD6B383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0666" y="3341842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34" name="Textfeld 169">
              <a:extLst>
                <a:ext uri="{FF2B5EF4-FFF2-40B4-BE49-F238E27FC236}">
                  <a16:creationId xmlns:a16="http://schemas.microsoft.com/office/drawing/2014/main" id="{79891FE9-C003-DF8C-D582-F5E3B375EE43}"/>
                </a:ext>
              </a:extLst>
            </p:cNvPr>
            <p:cNvSpPr txBox="1"/>
            <p:nvPr/>
          </p:nvSpPr>
          <p:spPr>
            <a:xfrm>
              <a:off x="7172157" y="3602244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36" name="Textfeld 169">
            <a:extLst>
              <a:ext uri="{FF2B5EF4-FFF2-40B4-BE49-F238E27FC236}">
                <a16:creationId xmlns:a16="http://schemas.microsoft.com/office/drawing/2014/main" id="{EC8288CA-7386-D67F-83E9-B3748C0E8F5B}"/>
              </a:ext>
            </a:extLst>
          </p:cNvPr>
          <p:cNvSpPr txBox="1"/>
          <p:nvPr/>
        </p:nvSpPr>
        <p:spPr>
          <a:xfrm>
            <a:off x="9644327" y="2602274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37" name="Textfeld 169">
            <a:extLst>
              <a:ext uri="{FF2B5EF4-FFF2-40B4-BE49-F238E27FC236}">
                <a16:creationId xmlns:a16="http://schemas.microsoft.com/office/drawing/2014/main" id="{CEFE45D0-AB2C-B507-1639-8B64EFB03765}"/>
              </a:ext>
            </a:extLst>
          </p:cNvPr>
          <p:cNvSpPr txBox="1"/>
          <p:nvPr/>
        </p:nvSpPr>
        <p:spPr>
          <a:xfrm>
            <a:off x="9760490" y="337559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38" name="Textfeld 169">
            <a:extLst>
              <a:ext uri="{FF2B5EF4-FFF2-40B4-BE49-F238E27FC236}">
                <a16:creationId xmlns:a16="http://schemas.microsoft.com/office/drawing/2014/main" id="{AD870EDE-DDDF-117B-9BB2-3DD7EA68025D}"/>
              </a:ext>
            </a:extLst>
          </p:cNvPr>
          <p:cNvSpPr txBox="1"/>
          <p:nvPr/>
        </p:nvSpPr>
        <p:spPr>
          <a:xfrm>
            <a:off x="10697506" y="317708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39" name="Textfeld 169">
            <a:extLst>
              <a:ext uri="{FF2B5EF4-FFF2-40B4-BE49-F238E27FC236}">
                <a16:creationId xmlns:a16="http://schemas.microsoft.com/office/drawing/2014/main" id="{50A09235-8C7A-943D-F1A6-C409AFD0DA66}"/>
              </a:ext>
            </a:extLst>
          </p:cNvPr>
          <p:cNvSpPr txBox="1"/>
          <p:nvPr/>
        </p:nvSpPr>
        <p:spPr>
          <a:xfrm>
            <a:off x="9423359" y="311439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40" name="Textfeld 169">
            <a:extLst>
              <a:ext uri="{FF2B5EF4-FFF2-40B4-BE49-F238E27FC236}">
                <a16:creationId xmlns:a16="http://schemas.microsoft.com/office/drawing/2014/main" id="{C8FD6550-F697-028F-BC54-3C50EBD87E82}"/>
              </a:ext>
            </a:extLst>
          </p:cNvPr>
          <p:cNvSpPr txBox="1"/>
          <p:nvPr/>
        </p:nvSpPr>
        <p:spPr>
          <a:xfrm>
            <a:off x="10716556" y="21868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41" name="AutoShape 40">
            <a:extLst>
              <a:ext uri="{FF2B5EF4-FFF2-40B4-BE49-F238E27FC236}">
                <a16:creationId xmlns:a16="http://schemas.microsoft.com/office/drawing/2014/main" id="{EBDE4469-84CA-691A-17E1-AD302C3601D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277481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142" name="Textfeld 44">
            <a:extLst>
              <a:ext uri="{FF2B5EF4-FFF2-40B4-BE49-F238E27FC236}">
                <a16:creationId xmlns:a16="http://schemas.microsoft.com/office/drawing/2014/main" id="{A6D98E5C-8A84-6AED-E372-C5C893243CC1}"/>
              </a:ext>
            </a:extLst>
          </p:cNvPr>
          <p:cNvSpPr txBox="1"/>
          <p:nvPr/>
        </p:nvSpPr>
        <p:spPr>
          <a:xfrm>
            <a:off x="5166526" y="2379341"/>
            <a:ext cx="1305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shared port object</a:t>
            </a:r>
          </a:p>
        </p:txBody>
      </p:sp>
      <p:sp>
        <p:nvSpPr>
          <p:cNvPr id="143" name="Freihandform: Form 142">
            <a:extLst>
              <a:ext uri="{FF2B5EF4-FFF2-40B4-BE49-F238E27FC236}">
                <a16:creationId xmlns:a16="http://schemas.microsoft.com/office/drawing/2014/main" id="{8064CE61-76BC-5405-6433-064838FA5F76}"/>
              </a:ext>
            </a:extLst>
          </p:cNvPr>
          <p:cNvSpPr/>
          <p:nvPr/>
        </p:nvSpPr>
        <p:spPr>
          <a:xfrm>
            <a:off x="6071936" y="2549860"/>
            <a:ext cx="545123" cy="258791"/>
          </a:xfrm>
          <a:custGeom>
            <a:avLst/>
            <a:gdLst>
              <a:gd name="connsiteX0" fmla="*/ 0 w 545123"/>
              <a:gd name="connsiteY0" fmla="*/ 257908 h 258791"/>
              <a:gd name="connsiteX1" fmla="*/ 281354 w 545123"/>
              <a:gd name="connsiteY1" fmla="*/ 246185 h 258791"/>
              <a:gd name="connsiteX2" fmla="*/ 480646 w 545123"/>
              <a:gd name="connsiteY2" fmla="*/ 169985 h 258791"/>
              <a:gd name="connsiteX3" fmla="*/ 545123 w 545123"/>
              <a:gd name="connsiteY3" fmla="*/ 0 h 25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23" h="258791">
                <a:moveTo>
                  <a:pt x="0" y="257908"/>
                </a:moveTo>
                <a:cubicBezTo>
                  <a:pt x="100623" y="259373"/>
                  <a:pt x="201247" y="260839"/>
                  <a:pt x="281354" y="246185"/>
                </a:cubicBezTo>
                <a:cubicBezTo>
                  <a:pt x="361461" y="231531"/>
                  <a:pt x="436685" y="211016"/>
                  <a:pt x="480646" y="169985"/>
                </a:cubicBezTo>
                <a:cubicBezTo>
                  <a:pt x="524607" y="128954"/>
                  <a:pt x="534865" y="64477"/>
                  <a:pt x="545123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Textfeld 44">
            <a:extLst>
              <a:ext uri="{FF2B5EF4-FFF2-40B4-BE49-F238E27FC236}">
                <a16:creationId xmlns:a16="http://schemas.microsoft.com/office/drawing/2014/main" id="{91427A4C-96C2-CDF9-8050-6658BE127D80}"/>
              </a:ext>
            </a:extLst>
          </p:cNvPr>
          <p:cNvSpPr txBox="1"/>
          <p:nvPr/>
        </p:nvSpPr>
        <p:spPr>
          <a:xfrm>
            <a:off x="6343558" y="811492"/>
            <a:ext cx="200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tree structure</a:t>
            </a:r>
          </a:p>
        </p:txBody>
      </p:sp>
      <p:sp>
        <p:nvSpPr>
          <p:cNvPr id="145" name="Freihandform: Form 144">
            <a:extLst>
              <a:ext uri="{FF2B5EF4-FFF2-40B4-BE49-F238E27FC236}">
                <a16:creationId xmlns:a16="http://schemas.microsoft.com/office/drawing/2014/main" id="{2953EBF9-7432-03E2-C119-396FCB86C9C3}"/>
              </a:ext>
            </a:extLst>
          </p:cNvPr>
          <p:cNvSpPr/>
          <p:nvPr/>
        </p:nvSpPr>
        <p:spPr>
          <a:xfrm>
            <a:off x="6221418" y="1085263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6" name="Freihandform: Form 145">
            <a:extLst>
              <a:ext uri="{FF2B5EF4-FFF2-40B4-BE49-F238E27FC236}">
                <a16:creationId xmlns:a16="http://schemas.microsoft.com/office/drawing/2014/main" id="{32F781D9-31C2-F2C5-CD1B-91B1F15EDCFD}"/>
              </a:ext>
            </a:extLst>
          </p:cNvPr>
          <p:cNvSpPr/>
          <p:nvPr/>
        </p:nvSpPr>
        <p:spPr bwMode="auto">
          <a:xfrm>
            <a:off x="6076950" y="2534604"/>
            <a:ext cx="1089660" cy="391125"/>
          </a:xfrm>
          <a:custGeom>
            <a:avLst/>
            <a:gdLst>
              <a:gd name="connsiteX0" fmla="*/ 0 w 1089660"/>
              <a:gd name="connsiteY0" fmla="*/ 369570 h 391125"/>
              <a:gd name="connsiteX1" fmla="*/ 864870 w 1089660"/>
              <a:gd name="connsiteY1" fmla="*/ 350520 h 391125"/>
              <a:gd name="connsiteX2" fmla="*/ 1089660 w 1089660"/>
              <a:gd name="connsiteY2" fmla="*/ 0 h 39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660" h="391125">
                <a:moveTo>
                  <a:pt x="0" y="369570"/>
                </a:moveTo>
                <a:cubicBezTo>
                  <a:pt x="341630" y="390842"/>
                  <a:pt x="683260" y="412115"/>
                  <a:pt x="864870" y="350520"/>
                </a:cubicBezTo>
                <a:cubicBezTo>
                  <a:pt x="1046480" y="288925"/>
                  <a:pt x="1068070" y="144462"/>
                  <a:pt x="10896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9BF3E188-AC2B-81F6-416D-F9D07C74D79D}"/>
              </a:ext>
            </a:extLst>
          </p:cNvPr>
          <p:cNvSpPr/>
          <p:nvPr/>
        </p:nvSpPr>
        <p:spPr bwMode="auto">
          <a:xfrm>
            <a:off x="6403895" y="273016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41C02B67-6589-21B6-B488-1008B89D45DE}"/>
              </a:ext>
            </a:extLst>
          </p:cNvPr>
          <p:cNvSpPr/>
          <p:nvPr/>
        </p:nvSpPr>
        <p:spPr bwMode="auto">
          <a:xfrm>
            <a:off x="6410009" y="288648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45CAB27E-31B2-C4BC-4754-29DEBEBD2B96}"/>
              </a:ext>
            </a:extLst>
          </p:cNvPr>
          <p:cNvSpPr/>
          <p:nvPr/>
        </p:nvSpPr>
        <p:spPr bwMode="auto">
          <a:xfrm>
            <a:off x="6969820" y="281236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50" name="Verbinder: gewinkelt 87">
            <a:extLst>
              <a:ext uri="{FF2B5EF4-FFF2-40B4-BE49-F238E27FC236}">
                <a16:creationId xmlns:a16="http://schemas.microsoft.com/office/drawing/2014/main" id="{DB1CC35A-146F-B327-940D-912C54632A84}"/>
              </a:ext>
            </a:extLst>
          </p:cNvPr>
          <p:cNvCxnSpPr>
            <a:cxnSpLocks/>
            <a:stCxn id="165" idx="2"/>
            <a:endCxn id="37" idx="1"/>
          </p:cNvCxnSpPr>
          <p:nvPr/>
        </p:nvCxnSpPr>
        <p:spPr>
          <a:xfrm rot="16200000" flipH="1">
            <a:off x="6471561" y="2861007"/>
            <a:ext cx="1304926" cy="243809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51" name="Verbinder: gewinkelt 87">
            <a:extLst>
              <a:ext uri="{FF2B5EF4-FFF2-40B4-BE49-F238E27FC236}">
                <a16:creationId xmlns:a16="http://schemas.microsoft.com/office/drawing/2014/main" id="{3097B600-086D-4A27-EF65-AAC98DF22DCE}"/>
              </a:ext>
            </a:extLst>
          </p:cNvPr>
          <p:cNvCxnSpPr>
            <a:cxnSpLocks/>
            <a:stCxn id="100" idx="3"/>
            <a:endCxn id="77" idx="2"/>
          </p:cNvCxnSpPr>
          <p:nvPr/>
        </p:nvCxnSpPr>
        <p:spPr>
          <a:xfrm flipV="1">
            <a:off x="9649730" y="2110245"/>
            <a:ext cx="643252" cy="7381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52" name="Gerade Verbindung mit Pfeil 151">
            <a:extLst>
              <a:ext uri="{FF2B5EF4-FFF2-40B4-BE49-F238E27FC236}">
                <a16:creationId xmlns:a16="http://schemas.microsoft.com/office/drawing/2014/main" id="{3E325C92-0101-3EA1-E7BB-9E9F38C4D8DC}"/>
              </a:ext>
            </a:extLst>
          </p:cNvPr>
          <p:cNvCxnSpPr>
            <a:cxnSpLocks/>
            <a:stCxn id="176" idx="2"/>
            <a:endCxn id="65" idx="1"/>
          </p:cNvCxnSpPr>
          <p:nvPr/>
        </p:nvCxnSpPr>
        <p:spPr>
          <a:xfrm flipV="1">
            <a:off x="7676983" y="1908216"/>
            <a:ext cx="2368465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53" name="Textfeld 44">
            <a:extLst>
              <a:ext uri="{FF2B5EF4-FFF2-40B4-BE49-F238E27FC236}">
                <a16:creationId xmlns:a16="http://schemas.microsoft.com/office/drawing/2014/main" id="{E14DF4D4-E8BF-1417-8985-9047CF227673}"/>
              </a:ext>
            </a:extLst>
          </p:cNvPr>
          <p:cNvSpPr txBox="1"/>
          <p:nvPr/>
        </p:nvSpPr>
        <p:spPr>
          <a:xfrm>
            <a:off x="8420672" y="1038276"/>
            <a:ext cx="2159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 Series of Values</a:t>
            </a:r>
          </a:p>
        </p:txBody>
      </p:sp>
      <p:sp>
        <p:nvSpPr>
          <p:cNvPr id="154" name="Freihandform: Form 153">
            <a:extLst>
              <a:ext uri="{FF2B5EF4-FFF2-40B4-BE49-F238E27FC236}">
                <a16:creationId xmlns:a16="http://schemas.microsoft.com/office/drawing/2014/main" id="{377930D8-56F5-8FE5-0849-BC7F9EF67813}"/>
              </a:ext>
            </a:extLst>
          </p:cNvPr>
          <p:cNvSpPr/>
          <p:nvPr/>
        </p:nvSpPr>
        <p:spPr bwMode="auto">
          <a:xfrm>
            <a:off x="10546080" y="1159454"/>
            <a:ext cx="445268" cy="532186"/>
          </a:xfrm>
          <a:custGeom>
            <a:avLst/>
            <a:gdLst>
              <a:gd name="connsiteX0" fmla="*/ 0 w 445268"/>
              <a:gd name="connsiteY0" fmla="*/ 52126 h 532186"/>
              <a:gd name="connsiteX1" fmla="*/ 419100 w 445268"/>
              <a:gd name="connsiteY1" fmla="*/ 44506 h 532186"/>
              <a:gd name="connsiteX2" fmla="*/ 365760 w 445268"/>
              <a:gd name="connsiteY2" fmla="*/ 532186 h 532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5268" h="532186">
                <a:moveTo>
                  <a:pt x="0" y="52126"/>
                </a:moveTo>
                <a:cubicBezTo>
                  <a:pt x="179070" y="8311"/>
                  <a:pt x="358140" y="-35504"/>
                  <a:pt x="419100" y="44506"/>
                </a:cubicBezTo>
                <a:cubicBezTo>
                  <a:pt x="480060" y="124516"/>
                  <a:pt x="422910" y="328351"/>
                  <a:pt x="365760" y="53218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feld 44">
            <a:extLst>
              <a:ext uri="{FF2B5EF4-FFF2-40B4-BE49-F238E27FC236}">
                <a16:creationId xmlns:a16="http://schemas.microsoft.com/office/drawing/2014/main" id="{3136C065-D44A-5C04-FBB3-D61F3B9A0084}"/>
              </a:ext>
            </a:extLst>
          </p:cNvPr>
          <p:cNvSpPr txBox="1"/>
          <p:nvPr/>
        </p:nvSpPr>
        <p:spPr>
          <a:xfrm>
            <a:off x="6618359" y="4847318"/>
            <a:ext cx="1779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Connector inside of a function</a:t>
            </a:r>
          </a:p>
        </p:txBody>
      </p:sp>
      <p:sp>
        <p:nvSpPr>
          <p:cNvPr id="156" name="Freihandform: Form 155">
            <a:extLst>
              <a:ext uri="{FF2B5EF4-FFF2-40B4-BE49-F238E27FC236}">
                <a16:creationId xmlns:a16="http://schemas.microsoft.com/office/drawing/2014/main" id="{91957559-6751-778E-A696-5E423DBB66CA}"/>
              </a:ext>
            </a:extLst>
          </p:cNvPr>
          <p:cNvSpPr/>
          <p:nvPr/>
        </p:nvSpPr>
        <p:spPr bwMode="auto">
          <a:xfrm>
            <a:off x="6622755" y="3999923"/>
            <a:ext cx="1279185" cy="861637"/>
          </a:xfrm>
          <a:custGeom>
            <a:avLst/>
            <a:gdLst>
              <a:gd name="connsiteX0" fmla="*/ 128565 w 1279185"/>
              <a:gd name="connsiteY0" fmla="*/ 861637 h 861637"/>
              <a:gd name="connsiteX1" fmla="*/ 105705 w 1279185"/>
              <a:gd name="connsiteY1" fmla="*/ 69157 h 861637"/>
              <a:gd name="connsiteX2" fmla="*/ 1279185 w 1279185"/>
              <a:gd name="connsiteY2" fmla="*/ 92017 h 861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9185" h="861637">
                <a:moveTo>
                  <a:pt x="128565" y="861637"/>
                </a:moveTo>
                <a:cubicBezTo>
                  <a:pt x="21250" y="529532"/>
                  <a:pt x="-86065" y="197427"/>
                  <a:pt x="105705" y="69157"/>
                </a:cubicBezTo>
                <a:cubicBezTo>
                  <a:pt x="297475" y="-59113"/>
                  <a:pt x="788330" y="16452"/>
                  <a:pt x="1279185" y="92017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4253A693-8941-3577-9AE2-6A5EB80A017D}"/>
              </a:ext>
            </a:extLst>
          </p:cNvPr>
          <p:cNvSpPr/>
          <p:nvPr/>
        </p:nvSpPr>
        <p:spPr bwMode="auto">
          <a:xfrm>
            <a:off x="6623520" y="4560304"/>
            <a:ext cx="89545" cy="45719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58" name="Verbinder: gewinkelt 87">
            <a:extLst>
              <a:ext uri="{FF2B5EF4-FFF2-40B4-BE49-F238E27FC236}">
                <a16:creationId xmlns:a16="http://schemas.microsoft.com/office/drawing/2014/main" id="{160F7604-5901-F1F9-CDD9-15921139DEFC}"/>
              </a:ext>
            </a:extLst>
          </p:cNvPr>
          <p:cNvCxnSpPr>
            <a:cxnSpLocks/>
            <a:stCxn id="164" idx="2"/>
            <a:endCxn id="52" idx="1"/>
          </p:cNvCxnSpPr>
          <p:nvPr/>
        </p:nvCxnSpPr>
        <p:spPr>
          <a:xfrm rot="16200000" flipH="1">
            <a:off x="5705825" y="3042087"/>
            <a:ext cx="2252572" cy="82929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59" name="Textfeld 169">
            <a:extLst>
              <a:ext uri="{FF2B5EF4-FFF2-40B4-BE49-F238E27FC236}">
                <a16:creationId xmlns:a16="http://schemas.microsoft.com/office/drawing/2014/main" id="{C42DFEF6-5D7F-2A5E-519A-F040E238771A}"/>
              </a:ext>
            </a:extLst>
          </p:cNvPr>
          <p:cNvSpPr txBox="1"/>
          <p:nvPr/>
        </p:nvSpPr>
        <p:spPr>
          <a:xfrm>
            <a:off x="5596459" y="1406648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0" name="Textfeld 169">
            <a:extLst>
              <a:ext uri="{FF2B5EF4-FFF2-40B4-BE49-F238E27FC236}">
                <a16:creationId xmlns:a16="http://schemas.microsoft.com/office/drawing/2014/main" id="{5CD43791-70EB-3718-6794-0914C7223FAE}"/>
              </a:ext>
            </a:extLst>
          </p:cNvPr>
          <p:cNvSpPr txBox="1"/>
          <p:nvPr/>
        </p:nvSpPr>
        <p:spPr>
          <a:xfrm>
            <a:off x="5252527" y="1884375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161" name="Textfeld 169">
            <a:extLst>
              <a:ext uri="{FF2B5EF4-FFF2-40B4-BE49-F238E27FC236}">
                <a16:creationId xmlns:a16="http://schemas.microsoft.com/office/drawing/2014/main" id="{99A930A7-E84B-00F7-3088-A6898C72F6C3}"/>
              </a:ext>
            </a:extLst>
          </p:cNvPr>
          <p:cNvSpPr txBox="1"/>
          <p:nvPr/>
        </p:nvSpPr>
        <p:spPr>
          <a:xfrm>
            <a:off x="7564260" y="1633895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E5B9A889-014D-D176-F845-C9F0B921CC9A}"/>
              </a:ext>
            </a:extLst>
          </p:cNvPr>
          <p:cNvGrpSpPr/>
          <p:nvPr/>
        </p:nvGrpSpPr>
        <p:grpSpPr>
          <a:xfrm>
            <a:off x="5746196" y="1700350"/>
            <a:ext cx="1930787" cy="630099"/>
            <a:chOff x="5746196" y="1700350"/>
            <a:chExt cx="1930787" cy="630099"/>
          </a:xfrm>
        </p:grpSpPr>
        <p:grpSp>
          <p:nvGrpSpPr>
            <p:cNvPr id="163" name="Gruppieren 162">
              <a:extLst>
                <a:ext uri="{FF2B5EF4-FFF2-40B4-BE49-F238E27FC236}">
                  <a16:creationId xmlns:a16="http://schemas.microsoft.com/office/drawing/2014/main" id="{AAFEC5B2-5AE3-3A8D-BD71-E18636D8467C}"/>
                </a:ext>
              </a:extLst>
            </p:cNvPr>
            <p:cNvGrpSpPr/>
            <p:nvPr/>
          </p:nvGrpSpPr>
          <p:grpSpPr>
            <a:xfrm>
              <a:off x="5746196" y="1700350"/>
              <a:ext cx="1930787" cy="415732"/>
              <a:chOff x="5746196" y="1700350"/>
              <a:chExt cx="1930787" cy="415732"/>
            </a:xfrm>
          </p:grpSpPr>
          <p:cxnSp>
            <p:nvCxnSpPr>
              <p:cNvPr id="168" name="Verbinder: gewinkelt 87">
                <a:extLst>
                  <a:ext uri="{FF2B5EF4-FFF2-40B4-BE49-F238E27FC236}">
                    <a16:creationId xmlns:a16="http://schemas.microsoft.com/office/drawing/2014/main" id="{CC5F1ABD-020E-56A7-EBD3-70B501C26005}"/>
                  </a:ext>
                </a:extLst>
              </p:cNvPr>
              <p:cNvCxnSpPr>
                <a:cxnSpLocks/>
                <a:stCxn id="171" idx="2"/>
                <a:endCxn id="170" idx="0"/>
              </p:cNvCxnSpPr>
              <p:nvPr/>
            </p:nvCxnSpPr>
            <p:spPr>
              <a:xfrm rot="10800000" flipH="1">
                <a:off x="5746196" y="1700351"/>
                <a:ext cx="965428" cy="213027"/>
              </a:xfrm>
              <a:prstGeom prst="bentConnector4">
                <a:avLst>
                  <a:gd name="adj1" fmla="val -19321"/>
                  <a:gd name="adj2" fmla="val 207310"/>
                </a:avLst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69" name="Text Box 82">
                <a:extLst>
                  <a:ext uri="{FF2B5EF4-FFF2-40B4-BE49-F238E27FC236}">
                    <a16:creationId xmlns:a16="http://schemas.microsoft.com/office/drawing/2014/main" id="{3AFB3CD0-678D-2813-D583-2FAECBFFF3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5055" y="1738450"/>
                <a:ext cx="969963" cy="338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Function</a:t>
                </a:r>
              </a:p>
            </p:txBody>
          </p:sp>
          <p:sp>
            <p:nvSpPr>
              <p:cNvPr id="170" name="Rectangle 83">
                <a:extLst>
                  <a:ext uri="{FF2B5EF4-FFF2-40B4-BE49-F238E27FC236}">
                    <a16:creationId xmlns:a16="http://schemas.microsoft.com/office/drawing/2014/main" id="{1C6E41DD-2F6D-42FA-F3F9-4EEA29EB5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4392" y="1700350"/>
                <a:ext cx="1414463" cy="41275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71" name="AutoShape 50">
                <a:extLst>
                  <a:ext uri="{FF2B5EF4-FFF2-40B4-BE49-F238E27FC236}">
                    <a16:creationId xmlns:a16="http://schemas.microsoft.com/office/drawing/2014/main" id="{42ABCD7F-B292-79B2-CE78-D1A330430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5788264" y="1787170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72" name="Textfeld 169">
                <a:extLst>
                  <a:ext uri="{FF2B5EF4-FFF2-40B4-BE49-F238E27FC236}">
                    <a16:creationId xmlns:a16="http://schemas.microsoft.com/office/drawing/2014/main" id="{2A76A95D-9D13-A8F8-E892-D2A2A06B7556}"/>
                  </a:ext>
                </a:extLst>
              </p:cNvPr>
              <p:cNvSpPr txBox="1"/>
              <p:nvPr/>
            </p:nvSpPr>
            <p:spPr>
              <a:xfrm>
                <a:off x="6283785" y="1895925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73" name="Textfeld 169">
                <a:extLst>
                  <a:ext uri="{FF2B5EF4-FFF2-40B4-BE49-F238E27FC236}">
                    <a16:creationId xmlns:a16="http://schemas.microsoft.com/office/drawing/2014/main" id="{65347D7D-EF7A-8BF1-8226-DE73A2E6D16A}"/>
                  </a:ext>
                </a:extLst>
              </p:cNvPr>
              <p:cNvSpPr txBox="1"/>
              <p:nvPr/>
            </p:nvSpPr>
            <p:spPr>
              <a:xfrm>
                <a:off x="6847764" y="1900638"/>
                <a:ext cx="29835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800" dirty="0">
                    <a:solidFill>
                      <a:prstClr val="black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 </a:t>
                </a:r>
              </a:p>
            </p:txBody>
          </p:sp>
          <p:sp>
            <p:nvSpPr>
              <p:cNvPr id="176" name="AutoShape 50">
                <a:extLst>
                  <a:ext uri="{FF2B5EF4-FFF2-40B4-BE49-F238E27FC236}">
                    <a16:creationId xmlns:a16="http://schemas.microsoft.com/office/drawing/2014/main" id="{4128C2B9-B509-1454-D1B8-511FC938C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7466639" y="1782011"/>
                <a:ext cx="168275" cy="252412"/>
              </a:xfrm>
              <a:prstGeom prst="diamond">
                <a:avLst/>
              </a:prstGeom>
              <a:solidFill>
                <a:sysClr val="windowText" lastClr="000000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64" name="Rectangle 83">
              <a:extLst>
                <a:ext uri="{FF2B5EF4-FFF2-40B4-BE49-F238E27FC236}">
                  <a16:creationId xmlns:a16="http://schemas.microsoft.com/office/drawing/2014/main" id="{FD433C7C-3589-D714-AA7E-4A004EFE5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047" y="2111157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dirty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5" name="Rectangle 83">
              <a:extLst>
                <a:ext uri="{FF2B5EF4-FFF2-40B4-BE49-F238E27FC236}">
                  <a16:creationId xmlns:a16="http://schemas.microsoft.com/office/drawing/2014/main" id="{B50B9B5C-50CB-5B6E-4016-EBE7913FC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5703" y="2111158"/>
              <a:ext cx="492833" cy="219291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>
                  <a:solidFill>
                    <a:prstClr val="black"/>
                  </a:solidFill>
                </a:rPr>
                <a:t>Name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80" name="Textfeld 179">
            <a:extLst>
              <a:ext uri="{FF2B5EF4-FFF2-40B4-BE49-F238E27FC236}">
                <a16:creationId xmlns:a16="http://schemas.microsoft.com/office/drawing/2014/main" id="{FA4B99D5-0023-BF9B-3A0A-4468D77AAA8F}"/>
              </a:ext>
            </a:extLst>
          </p:cNvPr>
          <p:cNvSpPr txBox="1"/>
          <p:nvPr/>
        </p:nvSpPr>
        <p:spPr>
          <a:xfrm>
            <a:off x="10889596" y="4962040"/>
            <a:ext cx="13593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</a:rPr>
              <a:t>e.g., Diesel in l/s &lt;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</a:rPr>
              <a:t>Int</a:t>
            </a:r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</a:rPr>
              <a:t>&gt;</a:t>
            </a:r>
            <a:endParaRPr lang="de-DE" sz="1600" dirty="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FAD8FA82-B8FA-26A7-760C-6FFC01AE1DAE}"/>
              </a:ext>
            </a:extLst>
          </p:cNvPr>
          <p:cNvSpPr txBox="1"/>
          <p:nvPr/>
        </p:nvSpPr>
        <p:spPr>
          <a:xfrm>
            <a:off x="9253663" y="4101685"/>
            <a:ext cx="2023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rgbClr val="00549F"/>
                </a:solidFill>
                <a:latin typeface="Trebuchet MS" panose="020B0603020202020204" pitchFamily="34" charset="0"/>
              </a:rPr>
              <a:t>Material, Data, Energy in </a:t>
            </a:r>
            <a:r>
              <a:rPr lang="de-DE" sz="1600" i="1" dirty="0" err="1">
                <a:solidFill>
                  <a:srgbClr val="00549F"/>
                </a:solidFill>
                <a:latin typeface="Trebuchet MS" panose="020B0603020202020204" pitchFamily="34" charset="0"/>
              </a:rPr>
              <a:t>UnitType</a:t>
            </a:r>
            <a:endParaRPr lang="de-DE" sz="1600" i="1" dirty="0">
              <a:solidFill>
                <a:srgbClr val="00549F"/>
              </a:solidFill>
              <a:latin typeface="Trebuchet MS" panose="020B0603020202020204" pitchFamily="34" charset="0"/>
            </a:endParaRPr>
          </a:p>
        </p:txBody>
      </p:sp>
      <p:sp>
        <p:nvSpPr>
          <p:cNvPr id="182" name="Freihandform: Form 181">
            <a:extLst>
              <a:ext uri="{FF2B5EF4-FFF2-40B4-BE49-F238E27FC236}">
                <a16:creationId xmlns:a16="http://schemas.microsoft.com/office/drawing/2014/main" id="{8799B64B-99DB-1655-5783-D708F3048A7D}"/>
              </a:ext>
            </a:extLst>
          </p:cNvPr>
          <p:cNvSpPr/>
          <p:nvPr/>
        </p:nvSpPr>
        <p:spPr bwMode="auto">
          <a:xfrm>
            <a:off x="11518900" y="3758025"/>
            <a:ext cx="374885" cy="1225550"/>
          </a:xfrm>
          <a:custGeom>
            <a:avLst/>
            <a:gdLst>
              <a:gd name="connsiteX0" fmla="*/ 44450 w 374885"/>
              <a:gd name="connsiteY0" fmla="*/ 1225550 h 1225550"/>
              <a:gd name="connsiteX1" fmla="*/ 374650 w 374885"/>
              <a:gd name="connsiteY1" fmla="*/ 571500 h 1225550"/>
              <a:gd name="connsiteX2" fmla="*/ 0 w 374885"/>
              <a:gd name="connsiteY2" fmla="*/ 0 h 122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885" h="1225550">
                <a:moveTo>
                  <a:pt x="44450" y="1225550"/>
                </a:moveTo>
                <a:cubicBezTo>
                  <a:pt x="213254" y="1000654"/>
                  <a:pt x="382058" y="775758"/>
                  <a:pt x="374650" y="571500"/>
                </a:cubicBezTo>
                <a:cubicBezTo>
                  <a:pt x="367242" y="367242"/>
                  <a:pt x="183621" y="183621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Freihandform: Form 182">
            <a:extLst>
              <a:ext uri="{FF2B5EF4-FFF2-40B4-BE49-F238E27FC236}">
                <a16:creationId xmlns:a16="http://schemas.microsoft.com/office/drawing/2014/main" id="{F10D30F2-CAB0-E47A-D779-51426E0AA6F4}"/>
              </a:ext>
            </a:extLst>
          </p:cNvPr>
          <p:cNvSpPr/>
          <p:nvPr/>
        </p:nvSpPr>
        <p:spPr bwMode="auto">
          <a:xfrm>
            <a:off x="9941940" y="3857105"/>
            <a:ext cx="149711" cy="282633"/>
          </a:xfrm>
          <a:custGeom>
            <a:avLst/>
            <a:gdLst>
              <a:gd name="connsiteX0" fmla="*/ 149711 w 149711"/>
              <a:gd name="connsiteY0" fmla="*/ 282633 h 282633"/>
              <a:gd name="connsiteX1" fmla="*/ 82 w 149711"/>
              <a:gd name="connsiteY1" fmla="*/ 174568 h 282633"/>
              <a:gd name="connsiteX2" fmla="*/ 133085 w 149711"/>
              <a:gd name="connsiteY2" fmla="*/ 0 h 28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11" h="282633">
                <a:moveTo>
                  <a:pt x="149711" y="282633"/>
                </a:moveTo>
                <a:cubicBezTo>
                  <a:pt x="76282" y="252153"/>
                  <a:pt x="2853" y="221673"/>
                  <a:pt x="82" y="174568"/>
                </a:cubicBezTo>
                <a:cubicBezTo>
                  <a:pt x="-2689" y="127463"/>
                  <a:pt x="65198" y="63731"/>
                  <a:pt x="133085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88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CD4Function </a:t>
            </a:r>
            <a:r>
              <a:rPr lang="de-DE" dirty="0" err="1"/>
              <a:t>with</a:t>
            </a:r>
            <a:r>
              <a:rPr lang="de-DE" dirty="0"/>
              <a:t> Port Definition + Monitoring</a:t>
            </a:r>
          </a:p>
        </p:txBody>
      </p:sp>
      <p:cxnSp>
        <p:nvCxnSpPr>
          <p:cNvPr id="59" name="Verbinder: gewinkelt 87">
            <a:extLst>
              <a:ext uri="{FF2B5EF4-FFF2-40B4-BE49-F238E27FC236}">
                <a16:creationId xmlns:a16="http://schemas.microsoft.com/office/drawing/2014/main" id="{14D3FCE0-9DA9-94DB-C4EF-31BB4B93727F}"/>
              </a:ext>
            </a:extLst>
          </p:cNvPr>
          <p:cNvCxnSpPr>
            <a:cxnSpLocks/>
            <a:stCxn id="64" idx="3"/>
            <a:endCxn id="42" idx="1"/>
          </p:cNvCxnSpPr>
          <p:nvPr/>
        </p:nvCxnSpPr>
        <p:spPr>
          <a:xfrm>
            <a:off x="9194934" y="2168244"/>
            <a:ext cx="1262584" cy="84307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36" name="Text Box 82">
            <a:extLst>
              <a:ext uri="{FF2B5EF4-FFF2-40B4-BE49-F238E27FC236}">
                <a16:creationId xmlns:a16="http://schemas.microsoft.com/office/drawing/2014/main" id="{A86E7FAC-D012-8643-A9DD-B84EE56CF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7783" y="1871191"/>
            <a:ext cx="12907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Observation</a:t>
            </a:r>
          </a:p>
        </p:txBody>
      </p:sp>
      <p:sp>
        <p:nvSpPr>
          <p:cNvPr id="37" name="Rectangle 83">
            <a:extLst>
              <a:ext uri="{FF2B5EF4-FFF2-40B4-BE49-F238E27FC236}">
                <a16:creationId xmlns:a16="http://schemas.microsoft.com/office/drawing/2014/main" id="{14FFC7ED-4636-51E7-CD3A-25D6E5190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8306" y="1863047"/>
            <a:ext cx="1409694" cy="4127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2" name="Textfeld 169">
            <a:extLst>
              <a:ext uri="{FF2B5EF4-FFF2-40B4-BE49-F238E27FC236}">
                <a16:creationId xmlns:a16="http://schemas.microsoft.com/office/drawing/2014/main" id="{402B1547-CB5A-BCFE-048C-EA4238ED56D3}"/>
              </a:ext>
            </a:extLst>
          </p:cNvPr>
          <p:cNvSpPr txBox="1"/>
          <p:nvPr/>
        </p:nvSpPr>
        <p:spPr>
          <a:xfrm>
            <a:off x="10460376" y="1883735"/>
            <a:ext cx="29835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506C418B-FA7C-40EA-9E50-8D50E310378A}"/>
              </a:ext>
            </a:extLst>
          </p:cNvPr>
          <p:cNvCxnSpPr>
            <a:cxnSpLocks/>
            <a:stCxn id="37" idx="2"/>
            <a:endCxn id="42" idx="0"/>
          </p:cNvCxnSpPr>
          <p:nvPr/>
        </p:nvCxnSpPr>
        <p:spPr>
          <a:xfrm flipH="1">
            <a:off x="11162365" y="2275797"/>
            <a:ext cx="788" cy="52914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EF4C04C-2DA2-BCD2-61C1-FBD24E64E77E}"/>
              </a:ext>
            </a:extLst>
          </p:cNvPr>
          <p:cNvGrpSpPr/>
          <p:nvPr/>
        </p:nvGrpSpPr>
        <p:grpSpPr>
          <a:xfrm>
            <a:off x="10457518" y="2804941"/>
            <a:ext cx="1409694" cy="412750"/>
            <a:chOff x="8871299" y="3365841"/>
            <a:chExt cx="1409694" cy="412750"/>
          </a:xfrm>
        </p:grpSpPr>
        <p:sp>
          <p:nvSpPr>
            <p:cNvPr id="41" name="Text Box 82">
              <a:extLst>
                <a:ext uri="{FF2B5EF4-FFF2-40B4-BE49-F238E27FC236}">
                  <a16:creationId xmlns:a16="http://schemas.microsoft.com/office/drawing/2014/main" id="{986D3CE8-B027-93F3-3E49-60577780D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2523" y="3389041"/>
              <a:ext cx="7072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</a:t>
              </a:r>
            </a:p>
          </p:txBody>
        </p:sp>
        <p:sp>
          <p:nvSpPr>
            <p:cNvPr id="42" name="Rectangle 83">
              <a:extLst>
                <a:ext uri="{FF2B5EF4-FFF2-40B4-BE49-F238E27FC236}">
                  <a16:creationId xmlns:a16="http://schemas.microsoft.com/office/drawing/2014/main" id="{52E5103E-6ECF-385B-6921-9D25C3AB7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1299" y="3365841"/>
              <a:ext cx="140969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46" name="Verbinder: gewinkelt 87">
            <a:extLst>
              <a:ext uri="{FF2B5EF4-FFF2-40B4-BE49-F238E27FC236}">
                <a16:creationId xmlns:a16="http://schemas.microsoft.com/office/drawing/2014/main" id="{CD886444-3BA8-7244-DC3A-085B2992340B}"/>
              </a:ext>
            </a:extLst>
          </p:cNvPr>
          <p:cNvCxnSpPr>
            <a:cxnSpLocks/>
            <a:stCxn id="42" idx="2"/>
            <a:endCxn id="119" idx="3"/>
          </p:cNvCxnSpPr>
          <p:nvPr/>
        </p:nvCxnSpPr>
        <p:spPr>
          <a:xfrm rot="5400000">
            <a:off x="9887697" y="2526957"/>
            <a:ext cx="583935" cy="19654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63" name="Textfeld 169">
            <a:extLst>
              <a:ext uri="{FF2B5EF4-FFF2-40B4-BE49-F238E27FC236}">
                <a16:creationId xmlns:a16="http://schemas.microsoft.com/office/drawing/2014/main" id="{E8B6B90A-C517-4F5A-54A1-22AC14079DD7}"/>
              </a:ext>
            </a:extLst>
          </p:cNvPr>
          <p:cNvSpPr txBox="1"/>
          <p:nvPr/>
        </p:nvSpPr>
        <p:spPr>
          <a:xfrm>
            <a:off x="9248227" y="2757490"/>
            <a:ext cx="123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*</a:t>
            </a:r>
            <a:br>
              <a:rPr lang="en-US" sz="1400" dirty="0">
                <a:solidFill>
                  <a:prstClr val="black"/>
                </a:solidFill>
              </a:rPr>
            </a:br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sp>
        <p:nvSpPr>
          <p:cNvPr id="164" name="Textfeld 169">
            <a:extLst>
              <a:ext uri="{FF2B5EF4-FFF2-40B4-BE49-F238E27FC236}">
                <a16:creationId xmlns:a16="http://schemas.microsoft.com/office/drawing/2014/main" id="{72066C95-9C5C-01BC-E930-4BBFF5681059}"/>
              </a:ext>
            </a:extLst>
          </p:cNvPr>
          <p:cNvSpPr txBox="1"/>
          <p:nvPr/>
        </p:nvSpPr>
        <p:spPr>
          <a:xfrm>
            <a:off x="10213866" y="2503989"/>
            <a:ext cx="969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B4A8BE56-5B97-FE39-1B1A-13D263F49C42}"/>
              </a:ext>
            </a:extLst>
          </p:cNvPr>
          <p:cNvCxnSpPr>
            <a:cxnSpLocks/>
            <a:stCxn id="82" idx="1"/>
            <a:endCxn id="62" idx="3"/>
          </p:cNvCxnSpPr>
          <p:nvPr/>
        </p:nvCxnSpPr>
        <p:spPr>
          <a:xfrm flipH="1" flipV="1">
            <a:off x="9194934" y="1959199"/>
            <a:ext cx="1265442" cy="148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176" name="Textfeld 169">
            <a:extLst>
              <a:ext uri="{FF2B5EF4-FFF2-40B4-BE49-F238E27FC236}">
                <a16:creationId xmlns:a16="http://schemas.microsoft.com/office/drawing/2014/main" id="{F3C7BE52-08B6-F485-2061-9B1C41781DF5}"/>
              </a:ext>
            </a:extLst>
          </p:cNvPr>
          <p:cNvSpPr txBox="1"/>
          <p:nvPr/>
        </p:nvSpPr>
        <p:spPr>
          <a:xfrm>
            <a:off x="9154562" y="351862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80" name="Textfeld 169">
            <a:extLst>
              <a:ext uri="{FF2B5EF4-FFF2-40B4-BE49-F238E27FC236}">
                <a16:creationId xmlns:a16="http://schemas.microsoft.com/office/drawing/2014/main" id="{A02AF184-31F4-9AB8-16CF-AC7FB3BA549E}"/>
              </a:ext>
            </a:extLst>
          </p:cNvPr>
          <p:cNvSpPr txBox="1"/>
          <p:nvPr/>
        </p:nvSpPr>
        <p:spPr>
          <a:xfrm>
            <a:off x="11140452" y="316669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1" name="Textfeld 169">
            <a:extLst>
              <a:ext uri="{FF2B5EF4-FFF2-40B4-BE49-F238E27FC236}">
                <a16:creationId xmlns:a16="http://schemas.microsoft.com/office/drawing/2014/main" id="{B9DEA424-30B4-859A-89AB-467FC057E910}"/>
              </a:ext>
            </a:extLst>
          </p:cNvPr>
          <p:cNvSpPr txBox="1"/>
          <p:nvPr/>
        </p:nvSpPr>
        <p:spPr>
          <a:xfrm>
            <a:off x="11140451" y="220352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2" name="Textfeld 169">
            <a:extLst>
              <a:ext uri="{FF2B5EF4-FFF2-40B4-BE49-F238E27FC236}">
                <a16:creationId xmlns:a16="http://schemas.microsoft.com/office/drawing/2014/main" id="{4B1FB061-A8E4-4319-98AE-5B89E5E4A230}"/>
              </a:ext>
            </a:extLst>
          </p:cNvPr>
          <p:cNvSpPr txBox="1"/>
          <p:nvPr/>
        </p:nvSpPr>
        <p:spPr>
          <a:xfrm>
            <a:off x="11140452" y="255474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83" name="Textfeld 169">
            <a:extLst>
              <a:ext uri="{FF2B5EF4-FFF2-40B4-BE49-F238E27FC236}">
                <a16:creationId xmlns:a16="http://schemas.microsoft.com/office/drawing/2014/main" id="{9FAB837E-E081-EF2C-A092-3BE7A070A92E}"/>
              </a:ext>
            </a:extLst>
          </p:cNvPr>
          <p:cNvSpPr txBox="1"/>
          <p:nvPr/>
        </p:nvSpPr>
        <p:spPr>
          <a:xfrm>
            <a:off x="9218493" y="170930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84" name="Textfeld 169">
            <a:extLst>
              <a:ext uri="{FF2B5EF4-FFF2-40B4-BE49-F238E27FC236}">
                <a16:creationId xmlns:a16="http://schemas.microsoft.com/office/drawing/2014/main" id="{645FFC5F-EAB3-2698-8D5E-D20F99E41040}"/>
              </a:ext>
            </a:extLst>
          </p:cNvPr>
          <p:cNvSpPr txBox="1"/>
          <p:nvPr/>
        </p:nvSpPr>
        <p:spPr>
          <a:xfrm>
            <a:off x="10192702" y="178628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94" name="Textfeld 193">
            <a:extLst>
              <a:ext uri="{FF2B5EF4-FFF2-40B4-BE49-F238E27FC236}">
                <a16:creationId xmlns:a16="http://schemas.microsoft.com/office/drawing/2014/main" id="{E8E9FBF4-7286-ADB3-F148-4A79C325FC14}"/>
              </a:ext>
            </a:extLst>
          </p:cNvPr>
          <p:cNvSpPr txBox="1"/>
          <p:nvPr/>
        </p:nvSpPr>
        <p:spPr>
          <a:xfrm>
            <a:off x="9875698" y="970108"/>
            <a:ext cx="136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Monitoring</a:t>
            </a:r>
            <a:endParaRPr lang="de-DE" dirty="0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09A8F5F4-9AD6-DA6B-C494-329D7F7FDE7A}"/>
              </a:ext>
            </a:extLst>
          </p:cNvPr>
          <p:cNvSpPr/>
          <p:nvPr/>
        </p:nvSpPr>
        <p:spPr bwMode="auto">
          <a:xfrm rot="21216338">
            <a:off x="9476163" y="1010886"/>
            <a:ext cx="2194361" cy="3291840"/>
          </a:xfrm>
          <a:custGeom>
            <a:avLst/>
            <a:gdLst>
              <a:gd name="connsiteX0" fmla="*/ 631568 w 2194361"/>
              <a:gd name="connsiteY0" fmla="*/ 0 h 3291840"/>
              <a:gd name="connsiteX1" fmla="*/ 49677 w 2194361"/>
              <a:gd name="connsiteY1" fmla="*/ 1413163 h 3291840"/>
              <a:gd name="connsiteX2" fmla="*/ 274121 w 2194361"/>
              <a:gd name="connsiteY2" fmla="*/ 2493818 h 3291840"/>
              <a:gd name="connsiteX3" fmla="*/ 2194361 w 2194361"/>
              <a:gd name="connsiteY3" fmla="*/ 3291840 h 329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361" h="3291840">
                <a:moveTo>
                  <a:pt x="631568" y="0"/>
                </a:moveTo>
                <a:cubicBezTo>
                  <a:pt x="370409" y="498763"/>
                  <a:pt x="109251" y="997527"/>
                  <a:pt x="49677" y="1413163"/>
                </a:cubicBezTo>
                <a:cubicBezTo>
                  <a:pt x="-9897" y="1828799"/>
                  <a:pt x="-83326" y="2180705"/>
                  <a:pt x="274121" y="2493818"/>
                </a:cubicBezTo>
                <a:cubicBezTo>
                  <a:pt x="631568" y="2806931"/>
                  <a:pt x="1412964" y="3049385"/>
                  <a:pt x="2194361" y="32918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40">
            <a:extLst>
              <a:ext uri="{FF2B5EF4-FFF2-40B4-BE49-F238E27FC236}">
                <a16:creationId xmlns:a16="http://schemas.microsoft.com/office/drawing/2014/main" id="{93ED320D-E348-306D-E77F-264C9FF87C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15987" y="1043706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4" name="Content Placeholder 131">
            <a:extLst>
              <a:ext uri="{FF2B5EF4-FFF2-40B4-BE49-F238E27FC236}">
                <a16:creationId xmlns:a16="http://schemas.microsoft.com/office/drawing/2014/main" id="{4849778A-8294-48E6-7184-A569295144E9}"/>
              </a:ext>
            </a:extLst>
          </p:cNvPr>
          <p:cNvSpPr txBox="1">
            <a:spLocks/>
          </p:cNvSpPr>
          <p:nvPr/>
        </p:nvSpPr>
        <p:spPr>
          <a:xfrm>
            <a:off x="384001" y="1236273"/>
            <a:ext cx="2884330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Trebuchet MS" panose="020B0603020202020204" pitchFamily="34" charset="0"/>
              </a:rPr>
              <a:t>Each stream can be observed</a:t>
            </a:r>
          </a:p>
          <a:p>
            <a:endParaRPr lang="en-US" dirty="0">
              <a:latin typeface="Trebuchet MS" panose="020B0603020202020204" pitchFamily="34" charset="0"/>
            </a:endParaRPr>
          </a:p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Trebuchet MS" panose="020B0603020202020204" pitchFamily="34" charset="0"/>
              </a:rPr>
              <a:t>An observation may be incomplete on a stream</a:t>
            </a:r>
          </a:p>
          <a:p>
            <a:pPr lvl="1"/>
            <a:r>
              <a:rPr lang="en-US" dirty="0">
                <a:latin typeface="Trebuchet MS" panose="020B0603020202020204" pitchFamily="34" charset="0"/>
              </a:rPr>
              <a:t>Stream may be continuous </a:t>
            </a:r>
          </a:p>
          <a:p>
            <a:pPr lvl="1"/>
            <a:r>
              <a:rPr lang="en-US" dirty="0">
                <a:latin typeface="+mj-lt"/>
              </a:rPr>
              <a:t>Constrained by a sampling rate</a:t>
            </a:r>
          </a:p>
          <a:p>
            <a:pPr lvl="1"/>
            <a:r>
              <a:rPr lang="en-US" dirty="0">
                <a:latin typeface="+mj-lt"/>
              </a:rPr>
              <a:t>With start and end time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Observations can be set on ports or inner states</a:t>
            </a:r>
          </a:p>
        </p:txBody>
      </p:sp>
      <p:sp>
        <p:nvSpPr>
          <p:cNvPr id="5" name="Textfeld 169">
            <a:extLst>
              <a:ext uri="{FF2B5EF4-FFF2-40B4-BE49-F238E27FC236}">
                <a16:creationId xmlns:a16="http://schemas.microsoft.com/office/drawing/2014/main" id="{DB0E97B5-14C1-9A24-FC44-BD692E88EF0F}"/>
              </a:ext>
            </a:extLst>
          </p:cNvPr>
          <p:cNvSpPr txBox="1"/>
          <p:nvPr/>
        </p:nvSpPr>
        <p:spPr>
          <a:xfrm>
            <a:off x="5293063" y="4275513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sp>
        <p:nvSpPr>
          <p:cNvPr id="7" name="Textfeld 169">
            <a:extLst>
              <a:ext uri="{FF2B5EF4-FFF2-40B4-BE49-F238E27FC236}">
                <a16:creationId xmlns:a16="http://schemas.microsoft.com/office/drawing/2014/main" id="{C8EA6076-8AD1-8651-0CA9-3CD8DB93AA91}"/>
              </a:ext>
            </a:extLst>
          </p:cNvPr>
          <p:cNvSpPr txBox="1"/>
          <p:nvPr/>
        </p:nvSpPr>
        <p:spPr>
          <a:xfrm>
            <a:off x="5667366" y="4277775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55637FB-0EF3-2A39-3D95-759E50539EEA}"/>
              </a:ext>
            </a:extLst>
          </p:cNvPr>
          <p:cNvGrpSpPr/>
          <p:nvPr/>
        </p:nvGrpSpPr>
        <p:grpSpPr>
          <a:xfrm>
            <a:off x="4985363" y="3590206"/>
            <a:ext cx="1414463" cy="412750"/>
            <a:chOff x="7497215" y="4334214"/>
            <a:chExt cx="1414463" cy="412750"/>
          </a:xfrm>
        </p:grpSpPr>
        <p:grpSp>
          <p:nvGrpSpPr>
            <p:cNvPr id="9" name="Group 87">
              <a:extLst>
                <a:ext uri="{FF2B5EF4-FFF2-40B4-BE49-F238E27FC236}">
                  <a16:creationId xmlns:a16="http://schemas.microsoft.com/office/drawing/2014/main" id="{6049D24F-F454-4DA0-7C90-2DB3385D9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14" name="Text Box 82">
                <a:extLst>
                  <a:ext uri="{FF2B5EF4-FFF2-40B4-BE49-F238E27FC236}">
                    <a16:creationId xmlns:a16="http://schemas.microsoft.com/office/drawing/2014/main" id="{D0F6257E-CABB-1030-47A4-18DCB43AA0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4" y="2616"/>
                <a:ext cx="4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  <a:endPara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6" name="Rectangle 83">
                <a:extLst>
                  <a:ext uri="{FF2B5EF4-FFF2-40B4-BE49-F238E27FC236}">
                    <a16:creationId xmlns:a16="http://schemas.microsoft.com/office/drawing/2014/main" id="{281C2E80-78CB-DD5E-B162-9E3D673C9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3" name="Textfeld 169">
              <a:extLst>
                <a:ext uri="{FF2B5EF4-FFF2-40B4-BE49-F238E27FC236}">
                  <a16:creationId xmlns:a16="http://schemas.microsoft.com/office/drawing/2014/main" id="{9654C0C2-E10C-EA19-EA4B-16956A373D9E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544C733-4131-503D-EC7D-6C4F9723F507}"/>
              </a:ext>
            </a:extLst>
          </p:cNvPr>
          <p:cNvGrpSpPr/>
          <p:nvPr/>
        </p:nvGrpSpPr>
        <p:grpSpPr>
          <a:xfrm>
            <a:off x="4986192" y="4537851"/>
            <a:ext cx="1414463" cy="412750"/>
            <a:chOff x="9978688" y="4334214"/>
            <a:chExt cx="1414463" cy="412750"/>
          </a:xfrm>
        </p:grpSpPr>
        <p:grpSp>
          <p:nvGrpSpPr>
            <p:cNvPr id="19" name="Group 87">
              <a:extLst>
                <a:ext uri="{FF2B5EF4-FFF2-40B4-BE49-F238E27FC236}">
                  <a16:creationId xmlns:a16="http://schemas.microsoft.com/office/drawing/2014/main" id="{DEB00EEA-6550-64BD-3E1A-ED06E9246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22" name="Text Box 82">
                <a:extLst>
                  <a:ext uri="{FF2B5EF4-FFF2-40B4-BE49-F238E27FC236}">
                    <a16:creationId xmlns:a16="http://schemas.microsoft.com/office/drawing/2014/main" id="{B939D808-5045-B7E8-DEB5-ECA51B6C6E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4" y="2616"/>
                <a:ext cx="56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  <a:endPara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3" name="Rectangle 83">
                <a:extLst>
                  <a:ext uri="{FF2B5EF4-FFF2-40B4-BE49-F238E27FC236}">
                    <a16:creationId xmlns:a16="http://schemas.microsoft.com/office/drawing/2014/main" id="{9C6CDE5B-F62E-8337-298B-B80B23B9D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20" name="Textfeld 169">
              <a:extLst>
                <a:ext uri="{FF2B5EF4-FFF2-40B4-BE49-F238E27FC236}">
                  <a16:creationId xmlns:a16="http://schemas.microsoft.com/office/drawing/2014/main" id="{877E9C88-44CF-86CF-49B8-4557344A2FA0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24" name="Group 87">
            <a:extLst>
              <a:ext uri="{FF2B5EF4-FFF2-40B4-BE49-F238E27FC236}">
                <a16:creationId xmlns:a16="http://schemas.microsoft.com/office/drawing/2014/main" id="{68E28098-44C8-55B7-1845-68547CE48E91}"/>
              </a:ext>
            </a:extLst>
          </p:cNvPr>
          <p:cNvGrpSpPr>
            <a:grpSpLocks/>
          </p:cNvGrpSpPr>
          <p:nvPr/>
        </p:nvGrpSpPr>
        <p:grpSpPr bwMode="auto">
          <a:xfrm>
            <a:off x="7784882" y="4537851"/>
            <a:ext cx="1414463" cy="412750"/>
            <a:chOff x="3441" y="2592"/>
            <a:chExt cx="891" cy="260"/>
          </a:xfrm>
        </p:grpSpPr>
        <p:sp>
          <p:nvSpPr>
            <p:cNvPr id="25" name="Text Box 82">
              <a:extLst>
                <a:ext uri="{FF2B5EF4-FFF2-40B4-BE49-F238E27FC236}">
                  <a16:creationId xmlns:a16="http://schemas.microsoft.com/office/drawing/2014/main" id="{175F2F9C-7BBD-B7C7-FA30-60A393029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616"/>
              <a:ext cx="37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Kind</a:t>
              </a:r>
            </a:p>
          </p:txBody>
        </p:sp>
        <p:sp>
          <p:nvSpPr>
            <p:cNvPr id="27" name="Rectangle 83">
              <a:extLst>
                <a:ext uri="{FF2B5EF4-FFF2-40B4-BE49-F238E27FC236}">
                  <a16:creationId xmlns:a16="http://schemas.microsoft.com/office/drawing/2014/main" id="{0FBE417F-9027-70B3-B62E-D7642364D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28" name="Verbinder: gewinkelt 87">
            <a:extLst>
              <a:ext uri="{FF2B5EF4-FFF2-40B4-BE49-F238E27FC236}">
                <a16:creationId xmlns:a16="http://schemas.microsoft.com/office/drawing/2014/main" id="{72432AE7-A6F7-8E60-96FB-CA157AFF17C2}"/>
              </a:ext>
            </a:extLst>
          </p:cNvPr>
          <p:cNvCxnSpPr>
            <a:cxnSpLocks/>
            <a:stCxn id="16" idx="3"/>
            <a:endCxn id="93" idx="3"/>
          </p:cNvCxnSpPr>
          <p:nvPr/>
        </p:nvCxnSpPr>
        <p:spPr>
          <a:xfrm flipV="1">
            <a:off x="6399826" y="3621456"/>
            <a:ext cx="281464" cy="17512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30" name="Verbinder: gewinkelt 87">
            <a:extLst>
              <a:ext uri="{FF2B5EF4-FFF2-40B4-BE49-F238E27FC236}">
                <a16:creationId xmlns:a16="http://schemas.microsoft.com/office/drawing/2014/main" id="{A7214BA0-8D98-6633-A48F-CD46E48D5C5A}"/>
              </a:ext>
            </a:extLst>
          </p:cNvPr>
          <p:cNvCxnSpPr>
            <a:cxnSpLocks/>
            <a:stCxn id="23" idx="3"/>
            <a:endCxn id="93" idx="3"/>
          </p:cNvCxnSpPr>
          <p:nvPr/>
        </p:nvCxnSpPr>
        <p:spPr>
          <a:xfrm flipV="1">
            <a:off x="6400655" y="3621456"/>
            <a:ext cx="280635" cy="112277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31" name="Verbinder: gewinkelt 87">
            <a:extLst>
              <a:ext uri="{FF2B5EF4-FFF2-40B4-BE49-F238E27FC236}">
                <a16:creationId xmlns:a16="http://schemas.microsoft.com/office/drawing/2014/main" id="{5EA2C2EA-1B7B-3C8D-EBE4-81B3B0E72AEC}"/>
              </a:ext>
            </a:extLst>
          </p:cNvPr>
          <p:cNvCxnSpPr>
            <a:cxnSpLocks/>
            <a:stCxn id="96" idx="2"/>
            <a:endCxn id="119" idx="1"/>
          </p:cNvCxnSpPr>
          <p:nvPr/>
        </p:nvCxnSpPr>
        <p:spPr>
          <a:xfrm rot="16200000" flipH="1">
            <a:off x="7254073" y="3273200"/>
            <a:ext cx="482588" cy="57426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1F6034E-8909-7343-6DEC-9E5D64D0A662}"/>
              </a:ext>
            </a:extLst>
          </p:cNvPr>
          <p:cNvCxnSpPr>
            <a:cxnSpLocks/>
            <a:stCxn id="56" idx="2"/>
            <a:endCxn id="119" idx="0"/>
          </p:cNvCxnSpPr>
          <p:nvPr/>
        </p:nvCxnSpPr>
        <p:spPr>
          <a:xfrm>
            <a:off x="8489730" y="2275797"/>
            <a:ext cx="1" cy="131945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4D0B6A7-8425-29B3-AD74-7BD910B3AD65}"/>
              </a:ext>
            </a:extLst>
          </p:cNvPr>
          <p:cNvCxnSpPr>
            <a:cxnSpLocks/>
            <a:stCxn id="126" idx="0"/>
            <a:endCxn id="27" idx="0"/>
          </p:cNvCxnSpPr>
          <p:nvPr/>
        </p:nvCxnSpPr>
        <p:spPr>
          <a:xfrm>
            <a:off x="8489731" y="4266998"/>
            <a:ext cx="2383" cy="270853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8A77CD5-3051-816F-F356-9305A31F6F2E}"/>
              </a:ext>
            </a:extLst>
          </p:cNvPr>
          <p:cNvCxnSpPr>
            <a:cxnSpLocks/>
            <a:stCxn id="23" idx="0"/>
            <a:endCxn id="16" idx="2"/>
          </p:cNvCxnSpPr>
          <p:nvPr/>
        </p:nvCxnSpPr>
        <p:spPr>
          <a:xfrm flipH="1" flipV="1">
            <a:off x="5692595" y="4002956"/>
            <a:ext cx="829" cy="53489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F1748259-7664-02D7-42E6-3854F01CAF41}"/>
              </a:ext>
            </a:extLst>
          </p:cNvPr>
          <p:cNvGrpSpPr/>
          <p:nvPr/>
        </p:nvGrpSpPr>
        <p:grpSpPr>
          <a:xfrm>
            <a:off x="3485630" y="1861556"/>
            <a:ext cx="1930787" cy="415732"/>
            <a:chOff x="5746196" y="1700350"/>
            <a:chExt cx="1930787" cy="415732"/>
          </a:xfrm>
        </p:grpSpPr>
        <p:cxnSp>
          <p:nvCxnSpPr>
            <p:cNvPr id="39" name="Verbinder: gewinkelt 87">
              <a:extLst>
                <a:ext uri="{FF2B5EF4-FFF2-40B4-BE49-F238E27FC236}">
                  <a16:creationId xmlns:a16="http://schemas.microsoft.com/office/drawing/2014/main" id="{7368805F-E8DF-41E7-E660-F700F2718F83}"/>
                </a:ext>
              </a:extLst>
            </p:cNvPr>
            <p:cNvCxnSpPr>
              <a:cxnSpLocks/>
              <a:stCxn id="45" idx="2"/>
              <a:endCxn id="44" idx="0"/>
            </p:cNvCxnSpPr>
            <p:nvPr/>
          </p:nvCxnSpPr>
          <p:spPr>
            <a:xfrm rot="10800000" flipH="1">
              <a:off x="5746196" y="1700351"/>
              <a:ext cx="965428" cy="213027"/>
            </a:xfrm>
            <a:prstGeom prst="bentConnector4">
              <a:avLst>
                <a:gd name="adj1" fmla="val -19321"/>
                <a:gd name="adj2" fmla="val 20731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sp>
          <p:nvSpPr>
            <p:cNvPr id="43" name="Text Box 82">
              <a:extLst>
                <a:ext uri="{FF2B5EF4-FFF2-40B4-BE49-F238E27FC236}">
                  <a16:creationId xmlns:a16="http://schemas.microsoft.com/office/drawing/2014/main" id="{0C533DF8-DBAB-43C5-308E-1DCCC8074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5055" y="1738450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Function</a:t>
              </a:r>
            </a:p>
          </p:txBody>
        </p:sp>
        <p:sp>
          <p:nvSpPr>
            <p:cNvPr id="44" name="Rectangle 83">
              <a:extLst>
                <a:ext uri="{FF2B5EF4-FFF2-40B4-BE49-F238E27FC236}">
                  <a16:creationId xmlns:a16="http://schemas.microsoft.com/office/drawing/2014/main" id="{F420C451-9681-9006-FFCB-BE8AF473B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4392" y="1700350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5" name="AutoShape 50">
              <a:extLst>
                <a:ext uri="{FF2B5EF4-FFF2-40B4-BE49-F238E27FC236}">
                  <a16:creationId xmlns:a16="http://schemas.microsoft.com/office/drawing/2014/main" id="{B2A2236F-6475-B5E0-A6A9-52F82008BB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264" y="1787170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6" name="Textfeld 169">
              <a:extLst>
                <a:ext uri="{FF2B5EF4-FFF2-40B4-BE49-F238E27FC236}">
                  <a16:creationId xmlns:a16="http://schemas.microsoft.com/office/drawing/2014/main" id="{AFDA5BD2-5B2F-032C-DDEB-704523080280}"/>
                </a:ext>
              </a:extLst>
            </p:cNvPr>
            <p:cNvSpPr txBox="1"/>
            <p:nvPr/>
          </p:nvSpPr>
          <p:spPr>
            <a:xfrm>
              <a:off x="6283785" y="1895925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49" name="Textfeld 169">
              <a:extLst>
                <a:ext uri="{FF2B5EF4-FFF2-40B4-BE49-F238E27FC236}">
                  <a16:creationId xmlns:a16="http://schemas.microsoft.com/office/drawing/2014/main" id="{85ED3B47-E825-AF97-013E-B60ACF9735C7}"/>
                </a:ext>
              </a:extLst>
            </p:cNvPr>
            <p:cNvSpPr txBox="1"/>
            <p:nvPr/>
          </p:nvSpPr>
          <p:spPr>
            <a:xfrm>
              <a:off x="6847764" y="1900638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50" name="AutoShape 50">
              <a:extLst>
                <a:ext uri="{FF2B5EF4-FFF2-40B4-BE49-F238E27FC236}">
                  <a16:creationId xmlns:a16="http://schemas.microsoft.com/office/drawing/2014/main" id="{29D1A0FE-0993-E4E8-82FF-B16FB166D1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466639" y="1782011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1" name="Textfeld 169">
            <a:extLst>
              <a:ext uri="{FF2B5EF4-FFF2-40B4-BE49-F238E27FC236}">
                <a16:creationId xmlns:a16="http://schemas.microsoft.com/office/drawing/2014/main" id="{AFBCD20D-7524-EC56-2A71-2145EDBD4E12}"/>
              </a:ext>
            </a:extLst>
          </p:cNvPr>
          <p:cNvSpPr txBox="1"/>
          <p:nvPr/>
        </p:nvSpPr>
        <p:spPr>
          <a:xfrm>
            <a:off x="4444439" y="162641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52" name="Textfeld 169">
            <a:extLst>
              <a:ext uri="{FF2B5EF4-FFF2-40B4-BE49-F238E27FC236}">
                <a16:creationId xmlns:a16="http://schemas.microsoft.com/office/drawing/2014/main" id="{BF618432-0E60-4C72-51F7-91B59156AFA0}"/>
              </a:ext>
            </a:extLst>
          </p:cNvPr>
          <p:cNvSpPr txBox="1"/>
          <p:nvPr/>
        </p:nvSpPr>
        <p:spPr>
          <a:xfrm>
            <a:off x="7212325" y="2050339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53" name="Textfeld 169">
            <a:extLst>
              <a:ext uri="{FF2B5EF4-FFF2-40B4-BE49-F238E27FC236}">
                <a16:creationId xmlns:a16="http://schemas.microsoft.com/office/drawing/2014/main" id="{76233D61-9B9D-62F2-2CC0-0B8DC6F8CC5A}"/>
              </a:ext>
            </a:extLst>
          </p:cNvPr>
          <p:cNvSpPr txBox="1"/>
          <p:nvPr/>
        </p:nvSpPr>
        <p:spPr>
          <a:xfrm>
            <a:off x="7498992" y="179667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AD3F749-19D5-1D44-DCD4-65720E86416B}"/>
              </a:ext>
            </a:extLst>
          </p:cNvPr>
          <p:cNvGrpSpPr/>
          <p:nvPr/>
        </p:nvGrpSpPr>
        <p:grpSpPr>
          <a:xfrm>
            <a:off x="7784882" y="1863047"/>
            <a:ext cx="1410052" cy="412750"/>
            <a:chOff x="6133049" y="1935065"/>
            <a:chExt cx="1410052" cy="412750"/>
          </a:xfrm>
        </p:grpSpPr>
        <p:sp>
          <p:nvSpPr>
            <p:cNvPr id="55" name="Text Box 82">
              <a:extLst>
                <a:ext uri="{FF2B5EF4-FFF2-40B4-BE49-F238E27FC236}">
                  <a16:creationId xmlns:a16="http://schemas.microsoft.com/office/drawing/2014/main" id="{A8129D00-6FE3-4D3F-38F7-FD2F0826D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753" y="1973165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56" name="Rectangle 83">
              <a:extLst>
                <a:ext uri="{FF2B5EF4-FFF2-40B4-BE49-F238E27FC236}">
                  <a16:creationId xmlns:a16="http://schemas.microsoft.com/office/drawing/2014/main" id="{5633609B-9483-9CF3-BDEF-8C038A759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049" y="1935065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Textfeld 169">
              <a:extLst>
                <a:ext uri="{FF2B5EF4-FFF2-40B4-BE49-F238E27FC236}">
                  <a16:creationId xmlns:a16="http://schemas.microsoft.com/office/drawing/2014/main" id="{6E91C04A-BC1F-C081-501B-80AFDFC7D08A}"/>
                </a:ext>
              </a:extLst>
            </p:cNvPr>
            <p:cNvSpPr txBox="1"/>
            <p:nvPr/>
          </p:nvSpPr>
          <p:spPr>
            <a:xfrm>
              <a:off x="6329512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0" name="Textfeld 169">
              <a:extLst>
                <a:ext uri="{FF2B5EF4-FFF2-40B4-BE49-F238E27FC236}">
                  <a16:creationId xmlns:a16="http://schemas.microsoft.com/office/drawing/2014/main" id="{5B41272C-D895-66C8-8218-DE7B9AC25578}"/>
                </a:ext>
              </a:extLst>
            </p:cNvPr>
            <p:cNvSpPr txBox="1"/>
            <p:nvPr/>
          </p:nvSpPr>
          <p:spPr>
            <a:xfrm>
              <a:off x="7035803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1" name="Textfeld 169">
              <a:extLst>
                <a:ext uri="{FF2B5EF4-FFF2-40B4-BE49-F238E27FC236}">
                  <a16:creationId xmlns:a16="http://schemas.microsoft.com/office/drawing/2014/main" id="{D4685A46-7ADC-3D7C-140B-DBDAE7CE5B31}"/>
                </a:ext>
              </a:extLst>
            </p:cNvPr>
            <p:cNvSpPr txBox="1"/>
            <p:nvPr/>
          </p:nvSpPr>
          <p:spPr>
            <a:xfrm>
              <a:off x="6231404" y="218958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2" name="Textfeld 169">
              <a:extLst>
                <a:ext uri="{FF2B5EF4-FFF2-40B4-BE49-F238E27FC236}">
                  <a16:creationId xmlns:a16="http://schemas.microsoft.com/office/drawing/2014/main" id="{689970C7-47E9-1F88-380A-491B97C2F0F4}"/>
                </a:ext>
              </a:extLst>
            </p:cNvPr>
            <p:cNvSpPr txBox="1"/>
            <p:nvPr/>
          </p:nvSpPr>
          <p:spPr>
            <a:xfrm>
              <a:off x="7244743" y="1954273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64" name="Textfeld 169">
              <a:extLst>
                <a:ext uri="{FF2B5EF4-FFF2-40B4-BE49-F238E27FC236}">
                  <a16:creationId xmlns:a16="http://schemas.microsoft.com/office/drawing/2014/main" id="{498C4916-9CBC-32CB-6586-2CABC2BA2535}"/>
                </a:ext>
              </a:extLst>
            </p:cNvPr>
            <p:cNvSpPr txBox="1"/>
            <p:nvPr/>
          </p:nvSpPr>
          <p:spPr>
            <a:xfrm>
              <a:off x="7244743" y="216331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65" name="Textfeld 169">
            <a:extLst>
              <a:ext uri="{FF2B5EF4-FFF2-40B4-BE49-F238E27FC236}">
                <a16:creationId xmlns:a16="http://schemas.microsoft.com/office/drawing/2014/main" id="{23098CCB-72F8-AD0E-5A48-4D2C74BB74AC}"/>
              </a:ext>
            </a:extLst>
          </p:cNvPr>
          <p:cNvSpPr txBox="1"/>
          <p:nvPr/>
        </p:nvSpPr>
        <p:spPr>
          <a:xfrm>
            <a:off x="4711814" y="2234422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73" name="Textfeld 169">
            <a:extLst>
              <a:ext uri="{FF2B5EF4-FFF2-40B4-BE49-F238E27FC236}">
                <a16:creationId xmlns:a16="http://schemas.microsoft.com/office/drawing/2014/main" id="{FF04CE16-D2CB-F5E2-C36F-96E3D36FE7B0}"/>
              </a:ext>
            </a:extLst>
          </p:cNvPr>
          <p:cNvSpPr txBox="1"/>
          <p:nvPr/>
        </p:nvSpPr>
        <p:spPr>
          <a:xfrm>
            <a:off x="4122374" y="2232059"/>
            <a:ext cx="547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1..*</a:t>
            </a:r>
          </a:p>
        </p:txBody>
      </p:sp>
      <p:sp>
        <p:nvSpPr>
          <p:cNvPr id="77" name="Textfeld 169">
            <a:extLst>
              <a:ext uri="{FF2B5EF4-FFF2-40B4-BE49-F238E27FC236}">
                <a16:creationId xmlns:a16="http://schemas.microsoft.com/office/drawing/2014/main" id="{4E8865A8-A5EB-AE1E-47B8-72EE77967872}"/>
              </a:ext>
            </a:extLst>
          </p:cNvPr>
          <p:cNvSpPr txBox="1"/>
          <p:nvPr/>
        </p:nvSpPr>
        <p:spPr>
          <a:xfrm>
            <a:off x="4763594" y="355828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78" name="Textfeld 169">
            <a:extLst>
              <a:ext uri="{FF2B5EF4-FFF2-40B4-BE49-F238E27FC236}">
                <a16:creationId xmlns:a16="http://schemas.microsoft.com/office/drawing/2014/main" id="{F16C2D88-5623-DB7C-A8CB-A52F427D4DAE}"/>
              </a:ext>
            </a:extLst>
          </p:cNvPr>
          <p:cNvSpPr txBox="1"/>
          <p:nvPr/>
        </p:nvSpPr>
        <p:spPr>
          <a:xfrm>
            <a:off x="4755197" y="451434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79" name="Textfeld 169">
            <a:extLst>
              <a:ext uri="{FF2B5EF4-FFF2-40B4-BE49-F238E27FC236}">
                <a16:creationId xmlns:a16="http://schemas.microsoft.com/office/drawing/2014/main" id="{655FCD6A-EB80-4FE3-3B06-A781CA86F871}"/>
              </a:ext>
            </a:extLst>
          </p:cNvPr>
          <p:cNvSpPr txBox="1"/>
          <p:nvPr/>
        </p:nvSpPr>
        <p:spPr>
          <a:xfrm>
            <a:off x="5402493" y="3958743"/>
            <a:ext cx="32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80" name="Textfeld 169">
            <a:extLst>
              <a:ext uri="{FF2B5EF4-FFF2-40B4-BE49-F238E27FC236}">
                <a16:creationId xmlns:a16="http://schemas.microsoft.com/office/drawing/2014/main" id="{5EBB1785-0A62-7347-D1D1-1B4EA9030A3D}"/>
              </a:ext>
            </a:extLst>
          </p:cNvPr>
          <p:cNvSpPr txBox="1"/>
          <p:nvPr/>
        </p:nvSpPr>
        <p:spPr>
          <a:xfrm>
            <a:off x="5683127" y="400891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60578F61-93AF-EEC8-2947-3ADE3B98E394}"/>
              </a:ext>
            </a:extLst>
          </p:cNvPr>
          <p:cNvGrpSpPr/>
          <p:nvPr/>
        </p:nvGrpSpPr>
        <p:grpSpPr>
          <a:xfrm>
            <a:off x="5974060" y="2908765"/>
            <a:ext cx="1415104" cy="712691"/>
            <a:chOff x="4164286" y="2980783"/>
            <a:chExt cx="1415104" cy="712691"/>
          </a:xfrm>
        </p:grpSpPr>
        <p:grpSp>
          <p:nvGrpSpPr>
            <p:cNvPr id="92" name="Group 87">
              <a:extLst>
                <a:ext uri="{FF2B5EF4-FFF2-40B4-BE49-F238E27FC236}">
                  <a16:creationId xmlns:a16="http://schemas.microsoft.com/office/drawing/2014/main" id="{AAF35CCA-0548-82CF-0A15-782BF73F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4286" y="2980783"/>
              <a:ext cx="1414463" cy="412750"/>
              <a:chOff x="3441" y="2592"/>
              <a:chExt cx="891" cy="260"/>
            </a:xfrm>
          </p:grpSpPr>
          <p:sp>
            <p:nvSpPr>
              <p:cNvPr id="99" name="Text Box 82">
                <a:extLst>
                  <a:ext uri="{FF2B5EF4-FFF2-40B4-BE49-F238E27FC236}">
                    <a16:creationId xmlns:a16="http://schemas.microsoft.com/office/drawing/2014/main" id="{4CEB775D-579D-5943-8179-5EB6BD549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00" name="Rectangle 83">
                <a:extLst>
                  <a:ext uri="{FF2B5EF4-FFF2-40B4-BE49-F238E27FC236}">
                    <a16:creationId xmlns:a16="http://schemas.microsoft.com/office/drawing/2014/main" id="{BAB7E7AC-6E2B-5DA5-6314-D1F8964B3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3" name="AutoShape 37">
              <a:extLst>
                <a:ext uri="{FF2B5EF4-FFF2-40B4-BE49-F238E27FC236}">
                  <a16:creationId xmlns:a16="http://schemas.microsoft.com/office/drawing/2014/main" id="{730B014A-9A8B-5DBE-8547-EB8A2AA22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116" y="3402961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95" name="Textfeld 169">
              <a:extLst>
                <a:ext uri="{FF2B5EF4-FFF2-40B4-BE49-F238E27FC236}">
                  <a16:creationId xmlns:a16="http://schemas.microsoft.com/office/drawing/2014/main" id="{E69B6247-7F8D-16BE-A130-557C997BC6AA}"/>
                </a:ext>
              </a:extLst>
            </p:cNvPr>
            <p:cNvSpPr txBox="1"/>
            <p:nvPr/>
          </p:nvSpPr>
          <p:spPr>
            <a:xfrm>
              <a:off x="5281032" y="300462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96" name="Textfeld 169">
              <a:extLst>
                <a:ext uri="{FF2B5EF4-FFF2-40B4-BE49-F238E27FC236}">
                  <a16:creationId xmlns:a16="http://schemas.microsoft.com/office/drawing/2014/main" id="{7D820340-DC19-14EF-40C1-7A10944307D4}"/>
                </a:ext>
              </a:extLst>
            </p:cNvPr>
            <p:cNvSpPr txBox="1"/>
            <p:nvPr/>
          </p:nvSpPr>
          <p:spPr>
            <a:xfrm>
              <a:off x="5249282" y="323716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03" name="Textfeld 169">
            <a:extLst>
              <a:ext uri="{FF2B5EF4-FFF2-40B4-BE49-F238E27FC236}">
                <a16:creationId xmlns:a16="http://schemas.microsoft.com/office/drawing/2014/main" id="{4DBC862D-868F-41FA-EBAC-6AADAA347220}"/>
              </a:ext>
            </a:extLst>
          </p:cNvPr>
          <p:cNvSpPr txBox="1"/>
          <p:nvPr/>
        </p:nvSpPr>
        <p:spPr>
          <a:xfrm>
            <a:off x="7976915" y="2318677"/>
            <a:ext cx="489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B9C619DC-2C6E-ECE4-07C2-D83E7F612598}"/>
              </a:ext>
            </a:extLst>
          </p:cNvPr>
          <p:cNvGrpSpPr/>
          <p:nvPr/>
        </p:nvGrpSpPr>
        <p:grpSpPr>
          <a:xfrm>
            <a:off x="7782499" y="3595251"/>
            <a:ext cx="1414463" cy="671747"/>
            <a:chOff x="6130666" y="3341842"/>
            <a:chExt cx="1414463" cy="671747"/>
          </a:xfrm>
        </p:grpSpPr>
        <p:sp>
          <p:nvSpPr>
            <p:cNvPr id="114" name="Text Box 82">
              <a:extLst>
                <a:ext uri="{FF2B5EF4-FFF2-40B4-BE49-F238E27FC236}">
                  <a16:creationId xmlns:a16="http://schemas.microsoft.com/office/drawing/2014/main" id="{0F7C5B89-6A48-EDD8-38A7-146F9192A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1191" y="3379942"/>
              <a:ext cx="62865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Type</a:t>
              </a:r>
            </a:p>
          </p:txBody>
        </p:sp>
        <p:sp>
          <p:nvSpPr>
            <p:cNvPr id="119" name="Rectangle 83">
              <a:extLst>
                <a:ext uri="{FF2B5EF4-FFF2-40B4-BE49-F238E27FC236}">
                  <a16:creationId xmlns:a16="http://schemas.microsoft.com/office/drawing/2014/main" id="{2869E856-1D96-3478-29F9-01674BB16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0666" y="3341842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6" name="AutoShape 50">
              <a:extLst>
                <a:ext uri="{FF2B5EF4-FFF2-40B4-BE49-F238E27FC236}">
                  <a16:creationId xmlns:a16="http://schemas.microsoft.com/office/drawing/2014/main" id="{0041D9FD-9839-C8F6-863B-6E048D237B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53761" y="3761177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8" name="Textfeld 169">
              <a:extLst>
                <a:ext uri="{FF2B5EF4-FFF2-40B4-BE49-F238E27FC236}">
                  <a16:creationId xmlns:a16="http://schemas.microsoft.com/office/drawing/2014/main" id="{DAA876B9-CE33-6B87-F39A-8109C564A20A}"/>
                </a:ext>
              </a:extLst>
            </p:cNvPr>
            <p:cNvSpPr txBox="1"/>
            <p:nvPr/>
          </p:nvSpPr>
          <p:spPr>
            <a:xfrm>
              <a:off x="7172157" y="3602244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33" name="Textfeld 169">
            <a:extLst>
              <a:ext uri="{FF2B5EF4-FFF2-40B4-BE49-F238E27FC236}">
                <a16:creationId xmlns:a16="http://schemas.microsoft.com/office/drawing/2014/main" id="{410712FD-24D1-D652-4CE6-D5E3A0DF5024}"/>
              </a:ext>
            </a:extLst>
          </p:cNvPr>
          <p:cNvSpPr txBox="1"/>
          <p:nvPr/>
        </p:nvSpPr>
        <p:spPr>
          <a:xfrm>
            <a:off x="7383761" y="2763480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34" name="Textfeld 169">
            <a:extLst>
              <a:ext uri="{FF2B5EF4-FFF2-40B4-BE49-F238E27FC236}">
                <a16:creationId xmlns:a16="http://schemas.microsoft.com/office/drawing/2014/main" id="{8439108A-CB0A-DEDE-D308-3E2E93A3327F}"/>
              </a:ext>
            </a:extLst>
          </p:cNvPr>
          <p:cNvSpPr txBox="1"/>
          <p:nvPr/>
        </p:nvSpPr>
        <p:spPr>
          <a:xfrm>
            <a:off x="7499924" y="353680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36" name="Textfeld 169">
            <a:extLst>
              <a:ext uri="{FF2B5EF4-FFF2-40B4-BE49-F238E27FC236}">
                <a16:creationId xmlns:a16="http://schemas.microsoft.com/office/drawing/2014/main" id="{A54053BD-013A-3268-EFD4-E4CC8D7B5F8E}"/>
              </a:ext>
            </a:extLst>
          </p:cNvPr>
          <p:cNvSpPr txBox="1"/>
          <p:nvPr/>
        </p:nvSpPr>
        <p:spPr>
          <a:xfrm>
            <a:off x="8436940" y="333828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37" name="Textfeld 169">
            <a:extLst>
              <a:ext uri="{FF2B5EF4-FFF2-40B4-BE49-F238E27FC236}">
                <a16:creationId xmlns:a16="http://schemas.microsoft.com/office/drawing/2014/main" id="{ED0757D6-C6B6-1A3B-71A2-DB27241CE72D}"/>
              </a:ext>
            </a:extLst>
          </p:cNvPr>
          <p:cNvSpPr txBox="1"/>
          <p:nvPr/>
        </p:nvSpPr>
        <p:spPr>
          <a:xfrm>
            <a:off x="8455424" y="4263011"/>
            <a:ext cx="6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38" name="Textfeld 169">
            <a:extLst>
              <a:ext uri="{FF2B5EF4-FFF2-40B4-BE49-F238E27FC236}">
                <a16:creationId xmlns:a16="http://schemas.microsoft.com/office/drawing/2014/main" id="{F64637CC-A584-931C-F08E-75B708CEEADD}"/>
              </a:ext>
            </a:extLst>
          </p:cNvPr>
          <p:cNvSpPr txBox="1"/>
          <p:nvPr/>
        </p:nvSpPr>
        <p:spPr>
          <a:xfrm>
            <a:off x="7162793" y="3275602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39" name="Textfeld 169">
            <a:extLst>
              <a:ext uri="{FF2B5EF4-FFF2-40B4-BE49-F238E27FC236}">
                <a16:creationId xmlns:a16="http://schemas.microsoft.com/office/drawing/2014/main" id="{B919345D-8021-B6B8-A30D-81B4F590D65E}"/>
              </a:ext>
            </a:extLst>
          </p:cNvPr>
          <p:cNvSpPr txBox="1"/>
          <p:nvPr/>
        </p:nvSpPr>
        <p:spPr>
          <a:xfrm>
            <a:off x="8455990" y="234804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cxnSp>
        <p:nvCxnSpPr>
          <p:cNvPr id="154" name="Verbinder: gewinkelt 87">
            <a:extLst>
              <a:ext uri="{FF2B5EF4-FFF2-40B4-BE49-F238E27FC236}">
                <a16:creationId xmlns:a16="http://schemas.microsoft.com/office/drawing/2014/main" id="{0183BEA3-6598-36F9-EE01-8B735AEF2E9A}"/>
              </a:ext>
            </a:extLst>
          </p:cNvPr>
          <p:cNvCxnSpPr>
            <a:cxnSpLocks/>
            <a:stCxn id="49" idx="2"/>
            <a:endCxn id="16" idx="1"/>
          </p:cNvCxnSpPr>
          <p:nvPr/>
        </p:nvCxnSpPr>
        <p:spPr>
          <a:xfrm rot="16200000" flipH="1">
            <a:off x="4101224" y="2912441"/>
            <a:ext cx="1519293" cy="248986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59" name="Verbinder: gewinkelt 87">
            <a:extLst>
              <a:ext uri="{FF2B5EF4-FFF2-40B4-BE49-F238E27FC236}">
                <a16:creationId xmlns:a16="http://schemas.microsoft.com/office/drawing/2014/main" id="{B5445932-4899-F0CE-DACF-66C1CAEB99FA}"/>
              </a:ext>
            </a:extLst>
          </p:cNvPr>
          <p:cNvCxnSpPr>
            <a:cxnSpLocks/>
            <a:stCxn id="95" idx="3"/>
            <a:endCxn id="61" idx="2"/>
          </p:cNvCxnSpPr>
          <p:nvPr/>
        </p:nvCxnSpPr>
        <p:spPr>
          <a:xfrm flipV="1">
            <a:off x="7389164" y="2271451"/>
            <a:ext cx="643252" cy="7381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1160A881-A1AA-546C-B8AA-855A11C76393}"/>
              </a:ext>
            </a:extLst>
          </p:cNvPr>
          <p:cNvCxnSpPr>
            <a:cxnSpLocks/>
            <a:stCxn id="50" idx="2"/>
            <a:endCxn id="56" idx="1"/>
          </p:cNvCxnSpPr>
          <p:nvPr/>
        </p:nvCxnSpPr>
        <p:spPr>
          <a:xfrm flipV="1">
            <a:off x="5416417" y="2069422"/>
            <a:ext cx="2368465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71" name="Verbinder: gewinkelt 87">
            <a:extLst>
              <a:ext uri="{FF2B5EF4-FFF2-40B4-BE49-F238E27FC236}">
                <a16:creationId xmlns:a16="http://schemas.microsoft.com/office/drawing/2014/main" id="{BCEA4818-DE4D-5555-6663-2309B54DCB28}"/>
              </a:ext>
            </a:extLst>
          </p:cNvPr>
          <p:cNvCxnSpPr>
            <a:cxnSpLocks/>
            <a:stCxn id="46" idx="2"/>
            <a:endCxn id="23" idx="1"/>
          </p:cNvCxnSpPr>
          <p:nvPr/>
        </p:nvCxnSpPr>
        <p:spPr>
          <a:xfrm rot="16200000" flipH="1">
            <a:off x="3343470" y="3101503"/>
            <a:ext cx="2471651" cy="81379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72" name="Textfeld 169">
            <a:extLst>
              <a:ext uri="{FF2B5EF4-FFF2-40B4-BE49-F238E27FC236}">
                <a16:creationId xmlns:a16="http://schemas.microsoft.com/office/drawing/2014/main" id="{8A3E073B-D6D4-21E6-3B80-A9826F640AE0}"/>
              </a:ext>
            </a:extLst>
          </p:cNvPr>
          <p:cNvSpPr txBox="1"/>
          <p:nvPr/>
        </p:nvSpPr>
        <p:spPr>
          <a:xfrm>
            <a:off x="3335893" y="1567854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5" name="Textfeld 169">
            <a:extLst>
              <a:ext uri="{FF2B5EF4-FFF2-40B4-BE49-F238E27FC236}">
                <a16:creationId xmlns:a16="http://schemas.microsoft.com/office/drawing/2014/main" id="{6243A130-45F9-418D-476B-BD590B0557BB}"/>
              </a:ext>
            </a:extLst>
          </p:cNvPr>
          <p:cNvSpPr txBox="1"/>
          <p:nvPr/>
        </p:nvSpPr>
        <p:spPr>
          <a:xfrm>
            <a:off x="2991961" y="2045581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2" name="Textfeld 169">
            <a:extLst>
              <a:ext uri="{FF2B5EF4-FFF2-40B4-BE49-F238E27FC236}">
                <a16:creationId xmlns:a16="http://schemas.microsoft.com/office/drawing/2014/main" id="{F6BDD172-8B17-7912-8F1B-2EB2E18A20B9}"/>
              </a:ext>
            </a:extLst>
          </p:cNvPr>
          <p:cNvSpPr txBox="1"/>
          <p:nvPr/>
        </p:nvSpPr>
        <p:spPr>
          <a:xfrm>
            <a:off x="5293489" y="1796674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cxnSp>
        <p:nvCxnSpPr>
          <p:cNvPr id="6" name="Verbinder: gewinkelt 87">
            <a:extLst>
              <a:ext uri="{FF2B5EF4-FFF2-40B4-BE49-F238E27FC236}">
                <a16:creationId xmlns:a16="http://schemas.microsoft.com/office/drawing/2014/main" id="{13A289F0-3B6F-7736-A922-262DFDCFA917}"/>
              </a:ext>
            </a:extLst>
          </p:cNvPr>
          <p:cNvCxnSpPr>
            <a:cxnSpLocks/>
            <a:stCxn id="37" idx="3"/>
          </p:cNvCxnSpPr>
          <p:nvPr/>
        </p:nvCxnSpPr>
        <p:spPr>
          <a:xfrm flipH="1">
            <a:off x="9194577" y="2069422"/>
            <a:ext cx="2673423" cy="1889321"/>
          </a:xfrm>
          <a:prstGeom prst="bentConnector3">
            <a:avLst>
              <a:gd name="adj1" fmla="val -8551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8" name="Textfeld 169">
            <a:extLst>
              <a:ext uri="{FF2B5EF4-FFF2-40B4-BE49-F238E27FC236}">
                <a16:creationId xmlns:a16="http://schemas.microsoft.com/office/drawing/2014/main" id="{775A434C-B2DC-4F03-A9E5-83559E84A6E8}"/>
              </a:ext>
            </a:extLst>
          </p:cNvPr>
          <p:cNvSpPr txBox="1"/>
          <p:nvPr/>
        </p:nvSpPr>
        <p:spPr>
          <a:xfrm>
            <a:off x="3133849" y="1814181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</p:spTree>
    <p:extLst>
      <p:ext uri="{BB962C8B-B14F-4D97-AF65-F5344CB8AC3E}">
        <p14:creationId xmlns:p14="http://schemas.microsoft.com/office/powerpoint/2010/main" val="386071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Verbinder: gewinkelt 126">
            <a:extLst>
              <a:ext uri="{FF2B5EF4-FFF2-40B4-BE49-F238E27FC236}">
                <a16:creationId xmlns:a16="http://schemas.microsoft.com/office/drawing/2014/main" id="{9B3BB713-CDC6-34C4-338E-34D340C080EC}"/>
              </a:ext>
            </a:extLst>
          </p:cNvPr>
          <p:cNvCxnSpPr>
            <a:cxnSpLocks/>
            <a:stCxn id="189" idx="3"/>
            <a:endCxn id="231" idx="1"/>
          </p:cNvCxnSpPr>
          <p:nvPr/>
        </p:nvCxnSpPr>
        <p:spPr>
          <a:xfrm>
            <a:off x="4336146" y="2846774"/>
            <a:ext cx="759201" cy="1282786"/>
          </a:xfrm>
          <a:prstGeom prst="bentConnector3">
            <a:avLst>
              <a:gd name="adj1" fmla="val 6472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5" name="Rechteck 304">
            <a:extLst>
              <a:ext uri="{FF2B5EF4-FFF2-40B4-BE49-F238E27FC236}">
                <a16:creationId xmlns:a16="http://schemas.microsoft.com/office/drawing/2014/main" id="{B121B567-3942-9004-3D40-41BBA67F92D6}"/>
              </a:ext>
            </a:extLst>
          </p:cNvPr>
          <p:cNvSpPr/>
          <p:nvPr/>
        </p:nvSpPr>
        <p:spPr bwMode="auto">
          <a:xfrm rot="5400000">
            <a:off x="4802484" y="3709728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224" name="Textfeld 169">
            <a:extLst>
              <a:ext uri="{FF2B5EF4-FFF2-40B4-BE49-F238E27FC236}">
                <a16:creationId xmlns:a16="http://schemas.microsoft.com/office/drawing/2014/main" id="{FBE7F8F2-3CDB-F794-90D3-C3115C22EF53}"/>
              </a:ext>
            </a:extLst>
          </p:cNvPr>
          <p:cNvSpPr txBox="1"/>
          <p:nvPr/>
        </p:nvSpPr>
        <p:spPr>
          <a:xfrm>
            <a:off x="3488956" y="4065395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</a:t>
            </a:r>
          </a:p>
        </p:txBody>
      </p:sp>
      <p:sp>
        <p:nvSpPr>
          <p:cNvPr id="225" name="Textfeld 169">
            <a:extLst>
              <a:ext uri="{FF2B5EF4-FFF2-40B4-BE49-F238E27FC236}">
                <a16:creationId xmlns:a16="http://schemas.microsoft.com/office/drawing/2014/main" id="{BD408BDA-0891-B4A7-5E61-FF58BBA96045}"/>
              </a:ext>
            </a:extLst>
          </p:cNvPr>
          <p:cNvSpPr txBox="1"/>
          <p:nvPr/>
        </p:nvSpPr>
        <p:spPr>
          <a:xfrm>
            <a:off x="3488957" y="345392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66F73B-7FFD-AA6B-520B-D7CE6896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Port Definition</a:t>
            </a:r>
          </a:p>
        </p:txBody>
      </p:sp>
      <p:sp>
        <p:nvSpPr>
          <p:cNvPr id="52" name="AutoShape 50">
            <a:extLst>
              <a:ext uri="{FF2B5EF4-FFF2-40B4-BE49-F238E27FC236}">
                <a16:creationId xmlns:a16="http://schemas.microsoft.com/office/drawing/2014/main" id="{2689F7A2-0FDA-A390-6393-280C7A521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5" y="1454863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07" name="Verbinder: gewinkelt 126">
            <a:extLst>
              <a:ext uri="{FF2B5EF4-FFF2-40B4-BE49-F238E27FC236}">
                <a16:creationId xmlns:a16="http://schemas.microsoft.com/office/drawing/2014/main" id="{2B330A06-71BC-C704-DB37-9DBF68EE666D}"/>
              </a:ext>
            </a:extLst>
          </p:cNvPr>
          <p:cNvCxnSpPr>
            <a:cxnSpLocks/>
            <a:stCxn id="52" idx="2"/>
            <a:endCxn id="152" idx="1"/>
          </p:cNvCxnSpPr>
          <p:nvPr/>
        </p:nvCxnSpPr>
        <p:spPr>
          <a:xfrm rot="16200000" flipH="1">
            <a:off x="197238" y="1867690"/>
            <a:ext cx="512617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D5E0A6EF-69DC-4E33-D654-A4FF0EA65638}"/>
              </a:ext>
            </a:extLst>
          </p:cNvPr>
          <p:cNvGrpSpPr/>
          <p:nvPr/>
        </p:nvGrpSpPr>
        <p:grpSpPr>
          <a:xfrm>
            <a:off x="7844774" y="1041524"/>
            <a:ext cx="4245198" cy="1942009"/>
            <a:chOff x="7780197" y="3118762"/>
            <a:chExt cx="4245198" cy="1942009"/>
          </a:xfrm>
        </p:grpSpPr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E35D8789-056C-0CCF-15AC-A784F9DB5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499" y="3118762"/>
              <a:ext cx="4029362" cy="1942009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lvl="0"/>
              <a:r>
                <a:rPr lang="en-US" sz="1600" dirty="0">
                  <a:solidFill>
                    <a:srgbClr val="000000"/>
                  </a:solidFill>
                </a:rPr>
                <a:t>F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0C1CDB0-A162-9852-4D54-89C73D316DBA}"/>
                </a:ext>
              </a:extLst>
            </p:cNvPr>
            <p:cNvGrpSpPr/>
            <p:nvPr/>
          </p:nvGrpSpPr>
          <p:grpSpPr>
            <a:xfrm>
              <a:off x="8815914" y="3367363"/>
              <a:ext cx="1071989" cy="919048"/>
              <a:chOff x="5433573" y="2209305"/>
              <a:chExt cx="1071989" cy="919048"/>
            </a:xfrm>
          </p:grpSpPr>
          <p:sp>
            <p:nvSpPr>
              <p:cNvPr id="5" name="Rectangle 27">
                <a:extLst>
                  <a:ext uri="{FF2B5EF4-FFF2-40B4-BE49-F238E27FC236}">
                    <a16:creationId xmlns:a16="http://schemas.microsoft.com/office/drawing/2014/main" id="{6C5577BA-1A28-656A-A16A-861C732AA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384" y="2209305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7" name="Rechteck 64">
                <a:extLst>
                  <a:ext uri="{FF2B5EF4-FFF2-40B4-BE49-F238E27FC236}">
                    <a16:creationId xmlns:a16="http://schemas.microsoft.com/office/drawing/2014/main" id="{7CAD9612-7189-9619-D770-AAC86C3B9F22}"/>
                  </a:ext>
                </a:extLst>
              </p:cNvPr>
              <p:cNvSpPr/>
              <p:nvPr/>
            </p:nvSpPr>
            <p:spPr>
              <a:xfrm>
                <a:off x="5433573" y="256082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9" name="Rechteck 66">
                <a:extLst>
                  <a:ext uri="{FF2B5EF4-FFF2-40B4-BE49-F238E27FC236}">
                    <a16:creationId xmlns:a16="http://schemas.microsoft.com/office/drawing/2014/main" id="{BD7D162F-1017-8255-B5C5-2C7520B9E36E}"/>
                  </a:ext>
                </a:extLst>
              </p:cNvPr>
              <p:cNvSpPr/>
              <p:nvPr/>
            </p:nvSpPr>
            <p:spPr>
              <a:xfrm>
                <a:off x="6289562" y="237747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12" name="Rechteck 71">
                <a:extLst>
                  <a:ext uri="{FF2B5EF4-FFF2-40B4-BE49-F238E27FC236}">
                    <a16:creationId xmlns:a16="http://schemas.microsoft.com/office/drawing/2014/main" id="{F36A44C2-EEC8-80F7-52A6-6B3D502238DD}"/>
                  </a:ext>
                </a:extLst>
              </p:cNvPr>
              <p:cNvSpPr/>
              <p:nvPr/>
            </p:nvSpPr>
            <p:spPr>
              <a:xfrm>
                <a:off x="6289562" y="2758461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cxnSp>
          <p:nvCxnSpPr>
            <p:cNvPr id="22" name="Gerade Verbindung mit Pfeil 63">
              <a:extLst>
                <a:ext uri="{FF2B5EF4-FFF2-40B4-BE49-F238E27FC236}">
                  <a16:creationId xmlns:a16="http://schemas.microsoft.com/office/drawing/2014/main" id="{D39678FC-62FB-4B8A-1960-511240C95AA6}"/>
                </a:ext>
              </a:extLst>
            </p:cNvPr>
            <p:cNvCxnSpPr>
              <a:cxnSpLocks/>
              <a:stCxn id="24" idx="3"/>
              <a:endCxn id="35" idx="1"/>
            </p:cNvCxnSpPr>
            <p:nvPr/>
          </p:nvCxnSpPr>
          <p:spPr>
            <a:xfrm>
              <a:off x="11612003" y="4484043"/>
              <a:ext cx="1973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AB752EF-A7E6-D54D-FE84-FA9FF3869AEC}"/>
                </a:ext>
              </a:extLst>
            </p:cNvPr>
            <p:cNvGrpSpPr/>
            <p:nvPr/>
          </p:nvGrpSpPr>
          <p:grpSpPr>
            <a:xfrm>
              <a:off x="10537587" y="4024519"/>
              <a:ext cx="1074416" cy="919048"/>
              <a:chOff x="7591431" y="2820281"/>
              <a:chExt cx="1074416" cy="919048"/>
            </a:xfrm>
          </p:grpSpPr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4560859C-94D1-C1A6-6D08-FFC5CEF4C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431" y="2820281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23" name="Rechteck 64">
                <a:extLst>
                  <a:ext uri="{FF2B5EF4-FFF2-40B4-BE49-F238E27FC236}">
                    <a16:creationId xmlns:a16="http://schemas.microsoft.com/office/drawing/2014/main" id="{AA6335BC-55C3-26BE-FCDB-EAE62E647F7B}"/>
                  </a:ext>
                </a:extLst>
              </p:cNvPr>
              <p:cNvSpPr/>
              <p:nvPr/>
            </p:nvSpPr>
            <p:spPr>
              <a:xfrm>
                <a:off x="7591431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24" name="Rechteck 66">
                <a:extLst>
                  <a:ext uri="{FF2B5EF4-FFF2-40B4-BE49-F238E27FC236}">
                    <a16:creationId xmlns:a16="http://schemas.microsoft.com/office/drawing/2014/main" id="{09FBF61C-7369-2045-13E3-CF481DE31A28}"/>
                  </a:ext>
                </a:extLst>
              </p:cNvPr>
              <p:cNvSpPr/>
              <p:nvPr/>
            </p:nvSpPr>
            <p:spPr>
              <a:xfrm>
                <a:off x="8449847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32" name="Rechteck 64">
              <a:extLst>
                <a:ext uri="{FF2B5EF4-FFF2-40B4-BE49-F238E27FC236}">
                  <a16:creationId xmlns:a16="http://schemas.microsoft.com/office/drawing/2014/main" id="{6C711B4E-B4DE-5C84-0EA9-5F579AAF9C44}"/>
                </a:ext>
              </a:extLst>
            </p:cNvPr>
            <p:cNvSpPr/>
            <p:nvPr/>
          </p:nvSpPr>
          <p:spPr>
            <a:xfrm>
              <a:off x="7780197" y="3818198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Rechteck 64">
              <a:extLst>
                <a:ext uri="{FF2B5EF4-FFF2-40B4-BE49-F238E27FC236}">
                  <a16:creationId xmlns:a16="http://schemas.microsoft.com/office/drawing/2014/main" id="{13C68ECD-C8EF-264A-CB42-325003CBEA80}"/>
                </a:ext>
              </a:extLst>
            </p:cNvPr>
            <p:cNvSpPr/>
            <p:nvPr/>
          </p:nvSpPr>
          <p:spPr>
            <a:xfrm>
              <a:off x="11809394" y="4376043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9403DEB-F64C-9D87-AC65-7D0152B9C313}"/>
                </a:ext>
              </a:extLst>
            </p:cNvPr>
            <p:cNvCxnSpPr>
              <a:stCxn id="32" idx="3"/>
              <a:endCxn id="7" idx="1"/>
            </p:cNvCxnSpPr>
            <p:nvPr/>
          </p:nvCxnSpPr>
          <p:spPr>
            <a:xfrm flipV="1">
              <a:off x="7996197" y="3826887"/>
              <a:ext cx="819717" cy="9931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7ECC7113-487B-52F5-BC32-DCC0BB80E283}"/>
                </a:ext>
              </a:extLst>
            </p:cNvPr>
            <p:cNvCxnSpPr>
              <a:cxnSpLocks/>
              <a:stCxn id="12" idx="3"/>
              <a:endCxn id="23" idx="1"/>
            </p:cNvCxnSpPr>
            <p:nvPr/>
          </p:nvCxnSpPr>
          <p:spPr>
            <a:xfrm>
              <a:off x="9887903" y="4024519"/>
              <a:ext cx="649684" cy="4595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hteck 64">
              <a:extLst>
                <a:ext uri="{FF2B5EF4-FFF2-40B4-BE49-F238E27FC236}">
                  <a16:creationId xmlns:a16="http://schemas.microsoft.com/office/drawing/2014/main" id="{9828DAB6-939D-31E6-2238-D96A2C4DFCD0}"/>
                </a:ext>
              </a:extLst>
            </p:cNvPr>
            <p:cNvSpPr/>
            <p:nvPr/>
          </p:nvSpPr>
          <p:spPr>
            <a:xfrm>
              <a:off x="11809395" y="3535537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60" name="Gerade Verbindung mit Pfeil 63">
              <a:extLst>
                <a:ext uri="{FF2B5EF4-FFF2-40B4-BE49-F238E27FC236}">
                  <a16:creationId xmlns:a16="http://schemas.microsoft.com/office/drawing/2014/main" id="{6EE080D8-F8C2-5F70-56F6-A1B3E3408AB7}"/>
                </a:ext>
              </a:extLst>
            </p:cNvPr>
            <p:cNvCxnSpPr>
              <a:cxnSpLocks/>
              <a:stCxn id="9" idx="3"/>
              <a:endCxn id="59" idx="1"/>
            </p:cNvCxnSpPr>
            <p:nvPr/>
          </p:nvCxnSpPr>
          <p:spPr>
            <a:xfrm>
              <a:off x="9887903" y="3643537"/>
              <a:ext cx="1921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8" name="AutoShape 40">
            <a:extLst>
              <a:ext uri="{FF2B5EF4-FFF2-40B4-BE49-F238E27FC236}">
                <a16:creationId xmlns:a16="http://schemas.microsoft.com/office/drawing/2014/main" id="{62AA2151-551F-78E9-2306-9F1DA2667EE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28094" y="1065918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OD</a:t>
            </a:r>
          </a:p>
        </p:txBody>
      </p:sp>
      <p:cxnSp>
        <p:nvCxnSpPr>
          <p:cNvPr id="159" name="Verbinder: gewinkelt 126">
            <a:extLst>
              <a:ext uri="{FF2B5EF4-FFF2-40B4-BE49-F238E27FC236}">
                <a16:creationId xmlns:a16="http://schemas.microsoft.com/office/drawing/2014/main" id="{030D9945-9019-551D-A4FE-41A4CEB027E5}"/>
              </a:ext>
            </a:extLst>
          </p:cNvPr>
          <p:cNvCxnSpPr>
            <a:cxnSpLocks/>
            <a:stCxn id="52" idx="2"/>
            <a:endCxn id="156" idx="1"/>
          </p:cNvCxnSpPr>
          <p:nvPr/>
        </p:nvCxnSpPr>
        <p:spPr>
          <a:xfrm rot="16200000" flipH="1">
            <a:off x="-969325" y="3034253"/>
            <a:ext cx="2845743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6" name="Verbinder: gewinkelt 126">
            <a:extLst>
              <a:ext uri="{FF2B5EF4-FFF2-40B4-BE49-F238E27FC236}">
                <a16:creationId xmlns:a16="http://schemas.microsoft.com/office/drawing/2014/main" id="{E2566A95-82D2-F965-D04D-290B087347F7}"/>
              </a:ext>
            </a:extLst>
          </p:cNvPr>
          <p:cNvCxnSpPr>
            <a:cxnSpLocks/>
            <a:stCxn id="132" idx="3"/>
            <a:endCxn id="173" idx="0"/>
          </p:cNvCxnSpPr>
          <p:nvPr/>
        </p:nvCxnSpPr>
        <p:spPr>
          <a:xfrm>
            <a:off x="1709379" y="1343164"/>
            <a:ext cx="1829047" cy="670353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3" name="Verbinder: gewinkelt 126">
            <a:extLst>
              <a:ext uri="{FF2B5EF4-FFF2-40B4-BE49-F238E27FC236}">
                <a16:creationId xmlns:a16="http://schemas.microsoft.com/office/drawing/2014/main" id="{4DF13B7E-4514-8D41-9DA8-0E4C0E478315}"/>
              </a:ext>
            </a:extLst>
          </p:cNvPr>
          <p:cNvCxnSpPr>
            <a:cxnSpLocks/>
            <a:stCxn id="152" idx="3"/>
            <a:endCxn id="182" idx="1"/>
          </p:cNvCxnSpPr>
          <p:nvPr/>
        </p:nvCxnSpPr>
        <p:spPr>
          <a:xfrm>
            <a:off x="2157577" y="2219892"/>
            <a:ext cx="576780" cy="52309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Verbinder: gewinkelt 126">
            <a:extLst>
              <a:ext uri="{FF2B5EF4-FFF2-40B4-BE49-F238E27FC236}">
                <a16:creationId xmlns:a16="http://schemas.microsoft.com/office/drawing/2014/main" id="{6947B75E-65FC-6B59-2E5E-5444ADBE4623}"/>
              </a:ext>
            </a:extLst>
          </p:cNvPr>
          <p:cNvCxnSpPr>
            <a:cxnSpLocks/>
            <a:stCxn id="145" idx="3"/>
            <a:endCxn id="185" idx="1"/>
          </p:cNvCxnSpPr>
          <p:nvPr/>
        </p:nvCxnSpPr>
        <p:spPr>
          <a:xfrm>
            <a:off x="2158093" y="2326557"/>
            <a:ext cx="576264" cy="939532"/>
          </a:xfrm>
          <a:prstGeom prst="bentConnector3">
            <a:avLst>
              <a:gd name="adj1" fmla="val 3214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D249D6FD-E908-5FD4-5540-CD465918A1A9}"/>
              </a:ext>
            </a:extLst>
          </p:cNvPr>
          <p:cNvCxnSpPr>
            <a:cxnSpLocks/>
            <a:stCxn id="156" idx="3"/>
            <a:endCxn id="196" idx="1"/>
          </p:cNvCxnSpPr>
          <p:nvPr/>
        </p:nvCxnSpPr>
        <p:spPr>
          <a:xfrm>
            <a:off x="2157577" y="4553018"/>
            <a:ext cx="57678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2" name="Verbinder: gewinkelt 126">
            <a:extLst>
              <a:ext uri="{FF2B5EF4-FFF2-40B4-BE49-F238E27FC236}">
                <a16:creationId xmlns:a16="http://schemas.microsoft.com/office/drawing/2014/main" id="{CBAC3719-C914-7B30-F071-E2C362759D40}"/>
              </a:ext>
            </a:extLst>
          </p:cNvPr>
          <p:cNvCxnSpPr>
            <a:cxnSpLocks/>
            <a:stCxn id="138" idx="3"/>
            <a:endCxn id="199" idx="1"/>
          </p:cNvCxnSpPr>
          <p:nvPr/>
        </p:nvCxnSpPr>
        <p:spPr>
          <a:xfrm>
            <a:off x="2158872" y="4662543"/>
            <a:ext cx="575485" cy="40919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E8B8C5DB-9C17-FDC3-1B1F-671C5B66F4AE}"/>
              </a:ext>
            </a:extLst>
          </p:cNvPr>
          <p:cNvCxnSpPr>
            <a:cxnSpLocks/>
            <a:stCxn id="196" idx="0"/>
            <a:endCxn id="185" idx="2"/>
          </p:cNvCxnSpPr>
          <p:nvPr/>
        </p:nvCxnSpPr>
        <p:spPr>
          <a:xfrm flipV="1">
            <a:off x="3538426" y="3472464"/>
            <a:ext cx="0" cy="8741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triangle" w="med" len="med"/>
          </a:ln>
        </p:spPr>
      </p:cxnSp>
      <p:sp>
        <p:nvSpPr>
          <p:cNvPr id="2" name="AutoShape 40">
            <a:extLst>
              <a:ext uri="{FF2B5EF4-FFF2-40B4-BE49-F238E27FC236}">
                <a16:creationId xmlns:a16="http://schemas.microsoft.com/office/drawing/2014/main" id="{613EB7B1-7430-36AF-4E6F-3B631DF293A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65002" y="1100827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MA</a:t>
            </a:r>
          </a:p>
        </p:txBody>
      </p:sp>
      <p:grpSp>
        <p:nvGrpSpPr>
          <p:cNvPr id="11" name="Group 140">
            <a:extLst>
              <a:ext uri="{FF2B5EF4-FFF2-40B4-BE49-F238E27FC236}">
                <a16:creationId xmlns:a16="http://schemas.microsoft.com/office/drawing/2014/main" id="{30F46719-0869-216D-93CB-A6AC12BAD1D3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2013517"/>
            <a:ext cx="1608138" cy="412750"/>
            <a:chOff x="3381" y="2592"/>
            <a:chExt cx="1013" cy="260"/>
          </a:xfrm>
        </p:grpSpPr>
        <p:sp>
          <p:nvSpPr>
            <p:cNvPr id="13" name="Text Box 141">
              <a:extLst>
                <a:ext uri="{FF2B5EF4-FFF2-40B4-BE49-F238E27FC236}">
                  <a16:creationId xmlns:a16="http://schemas.microsoft.com/office/drawing/2014/main" id="{71909902-00E5-B8BB-8C30-F391C162C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616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diesel:Type</a:t>
              </a:r>
            </a:p>
          </p:txBody>
        </p:sp>
        <p:sp>
          <p:nvSpPr>
            <p:cNvPr id="14" name="Rectangle 142">
              <a:extLst>
                <a:ext uri="{FF2B5EF4-FFF2-40B4-BE49-F238E27FC236}">
                  <a16:creationId xmlns:a16="http://schemas.microsoft.com/office/drawing/2014/main" id="{49935D48-C897-1EEC-0787-020268F51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sp>
        <p:nvSpPr>
          <p:cNvPr id="16" name="Textfeld 44">
            <a:extLst>
              <a:ext uri="{FF2B5EF4-FFF2-40B4-BE49-F238E27FC236}">
                <a16:creationId xmlns:a16="http://schemas.microsoft.com/office/drawing/2014/main" id="{A528B237-6005-6A10-C164-A5EE806104D5}"/>
              </a:ext>
            </a:extLst>
          </p:cNvPr>
          <p:cNvSpPr txBox="1"/>
          <p:nvPr/>
        </p:nvSpPr>
        <p:spPr>
          <a:xfrm>
            <a:off x="10602164" y="3010025"/>
            <a:ext cx="1379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Acceleration</a:t>
            </a:r>
          </a:p>
        </p:txBody>
      </p:sp>
      <p:sp>
        <p:nvSpPr>
          <p:cNvPr id="17" name="Textfeld 44">
            <a:extLst>
              <a:ext uri="{FF2B5EF4-FFF2-40B4-BE49-F238E27FC236}">
                <a16:creationId xmlns:a16="http://schemas.microsoft.com/office/drawing/2014/main" id="{6A28862B-ACF8-2857-881E-13AB96E76909}"/>
              </a:ext>
            </a:extLst>
          </p:cNvPr>
          <p:cNvSpPr txBox="1"/>
          <p:nvPr/>
        </p:nvSpPr>
        <p:spPr>
          <a:xfrm>
            <a:off x="8116092" y="1249095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Diesel</a:t>
            </a:r>
          </a:p>
        </p:txBody>
      </p:sp>
      <p:sp>
        <p:nvSpPr>
          <p:cNvPr id="18" name="Textfeld 44">
            <a:extLst>
              <a:ext uri="{FF2B5EF4-FFF2-40B4-BE49-F238E27FC236}">
                <a16:creationId xmlns:a16="http://schemas.microsoft.com/office/drawing/2014/main" id="{5BBCA4C7-F3BD-F883-8F54-7E45D9884471}"/>
              </a:ext>
            </a:extLst>
          </p:cNvPr>
          <p:cNvSpPr txBox="1"/>
          <p:nvPr/>
        </p:nvSpPr>
        <p:spPr>
          <a:xfrm>
            <a:off x="9483324" y="2504504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Float</a:t>
            </a:r>
          </a:p>
        </p:txBody>
      </p:sp>
      <p:sp>
        <p:nvSpPr>
          <p:cNvPr id="19" name="Textfeld 44">
            <a:extLst>
              <a:ext uri="{FF2B5EF4-FFF2-40B4-BE49-F238E27FC236}">
                <a16:creationId xmlns:a16="http://schemas.microsoft.com/office/drawing/2014/main" id="{CC8DECB8-3E7F-8AB8-9596-BDBDB73CAF75}"/>
              </a:ext>
            </a:extLst>
          </p:cNvPr>
          <p:cNvSpPr txBox="1"/>
          <p:nvPr/>
        </p:nvSpPr>
        <p:spPr>
          <a:xfrm>
            <a:off x="10472583" y="1139997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Float</a:t>
            </a: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AC91D182-D705-2398-CB97-7ACF6725003F}"/>
              </a:ext>
            </a:extLst>
          </p:cNvPr>
          <p:cNvSpPr/>
          <p:nvPr/>
        </p:nvSpPr>
        <p:spPr bwMode="auto">
          <a:xfrm>
            <a:off x="8100060" y="1554480"/>
            <a:ext cx="198120" cy="228600"/>
          </a:xfrm>
          <a:custGeom>
            <a:avLst/>
            <a:gdLst>
              <a:gd name="connsiteX0" fmla="*/ 198120 w 198120"/>
              <a:gd name="connsiteY0" fmla="*/ 0 h 228600"/>
              <a:gd name="connsiteX1" fmla="*/ 144780 w 198120"/>
              <a:gd name="connsiteY1" fmla="*/ 121920 h 228600"/>
              <a:gd name="connsiteX2" fmla="*/ 0 w 19812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28600">
                <a:moveTo>
                  <a:pt x="198120" y="0"/>
                </a:moveTo>
                <a:cubicBezTo>
                  <a:pt x="187960" y="41910"/>
                  <a:pt x="177800" y="83820"/>
                  <a:pt x="144780" y="121920"/>
                </a:cubicBezTo>
                <a:cubicBezTo>
                  <a:pt x="111760" y="160020"/>
                  <a:pt x="55880" y="194310"/>
                  <a:pt x="0" y="2286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7BE0ECD7-9DEE-CF8A-E096-7A24D1AAB12C}"/>
              </a:ext>
            </a:extLst>
          </p:cNvPr>
          <p:cNvSpPr/>
          <p:nvPr/>
        </p:nvSpPr>
        <p:spPr bwMode="auto">
          <a:xfrm>
            <a:off x="8587740" y="1539240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FDF91A8C-7E54-4456-9113-DB007F7DEA1C}"/>
              </a:ext>
            </a:extLst>
          </p:cNvPr>
          <p:cNvSpPr/>
          <p:nvPr/>
        </p:nvSpPr>
        <p:spPr bwMode="auto">
          <a:xfrm>
            <a:off x="9974580" y="1363980"/>
            <a:ext cx="541020" cy="114300"/>
          </a:xfrm>
          <a:custGeom>
            <a:avLst/>
            <a:gdLst>
              <a:gd name="connsiteX0" fmla="*/ 541020 w 541020"/>
              <a:gd name="connsiteY0" fmla="*/ 0 h 114300"/>
              <a:gd name="connsiteX1" fmla="*/ 236220 w 541020"/>
              <a:gd name="connsiteY1" fmla="*/ 22860 h 114300"/>
              <a:gd name="connsiteX2" fmla="*/ 0 w 54102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020" h="114300">
                <a:moveTo>
                  <a:pt x="541020" y="0"/>
                </a:moveTo>
                <a:cubicBezTo>
                  <a:pt x="433705" y="1905"/>
                  <a:pt x="326390" y="3810"/>
                  <a:pt x="236220" y="22860"/>
                </a:cubicBezTo>
                <a:cubicBezTo>
                  <a:pt x="146050" y="41910"/>
                  <a:pt x="73025" y="78105"/>
                  <a:pt x="0" y="1143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0744F670-239B-4317-A1BA-871A080B0B4A}"/>
              </a:ext>
            </a:extLst>
          </p:cNvPr>
          <p:cNvSpPr/>
          <p:nvPr/>
        </p:nvSpPr>
        <p:spPr bwMode="auto">
          <a:xfrm>
            <a:off x="11056620" y="1325880"/>
            <a:ext cx="815340" cy="129540"/>
          </a:xfrm>
          <a:custGeom>
            <a:avLst/>
            <a:gdLst>
              <a:gd name="connsiteX0" fmla="*/ 0 w 815340"/>
              <a:gd name="connsiteY0" fmla="*/ 0 h 129540"/>
              <a:gd name="connsiteX1" fmla="*/ 533400 w 815340"/>
              <a:gd name="connsiteY1" fmla="*/ 38100 h 129540"/>
              <a:gd name="connsiteX2" fmla="*/ 815340 w 815340"/>
              <a:gd name="connsiteY2" fmla="*/ 129540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5340" h="129540">
                <a:moveTo>
                  <a:pt x="0" y="0"/>
                </a:moveTo>
                <a:cubicBezTo>
                  <a:pt x="198755" y="8255"/>
                  <a:pt x="397510" y="16510"/>
                  <a:pt x="533400" y="38100"/>
                </a:cubicBezTo>
                <a:cubicBezTo>
                  <a:pt x="669290" y="59690"/>
                  <a:pt x="742315" y="94615"/>
                  <a:pt x="815340" y="12954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94A6E433-0ACF-1CA4-86C4-23B4B8F58029}"/>
              </a:ext>
            </a:extLst>
          </p:cNvPr>
          <p:cNvSpPr/>
          <p:nvPr/>
        </p:nvSpPr>
        <p:spPr bwMode="auto">
          <a:xfrm>
            <a:off x="9875520" y="2049780"/>
            <a:ext cx="215116" cy="533400"/>
          </a:xfrm>
          <a:custGeom>
            <a:avLst/>
            <a:gdLst>
              <a:gd name="connsiteX0" fmla="*/ 0 w 215116"/>
              <a:gd name="connsiteY0" fmla="*/ 533400 h 533400"/>
              <a:gd name="connsiteX1" fmla="*/ 213360 w 215116"/>
              <a:gd name="connsiteY1" fmla="*/ 297180 h 533400"/>
              <a:gd name="connsiteX2" fmla="*/ 83820 w 215116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116" h="533400">
                <a:moveTo>
                  <a:pt x="0" y="533400"/>
                </a:moveTo>
                <a:cubicBezTo>
                  <a:pt x="99695" y="459740"/>
                  <a:pt x="199390" y="386080"/>
                  <a:pt x="213360" y="297180"/>
                </a:cubicBezTo>
                <a:cubicBezTo>
                  <a:pt x="227330" y="208280"/>
                  <a:pt x="155575" y="104140"/>
                  <a:pt x="8382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2C6D928F-AFBC-277E-E31B-70DC50179272}"/>
              </a:ext>
            </a:extLst>
          </p:cNvPr>
          <p:cNvSpPr/>
          <p:nvPr/>
        </p:nvSpPr>
        <p:spPr bwMode="auto">
          <a:xfrm>
            <a:off x="10096500" y="2545080"/>
            <a:ext cx="518160" cy="144780"/>
          </a:xfrm>
          <a:custGeom>
            <a:avLst/>
            <a:gdLst>
              <a:gd name="connsiteX0" fmla="*/ 0 w 518160"/>
              <a:gd name="connsiteY0" fmla="*/ 144780 h 144780"/>
              <a:gd name="connsiteX1" fmla="*/ 396240 w 518160"/>
              <a:gd name="connsiteY1" fmla="*/ 106680 h 144780"/>
              <a:gd name="connsiteX2" fmla="*/ 518160 w 518160"/>
              <a:gd name="connsiteY2" fmla="*/ 0 h 14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" h="144780">
                <a:moveTo>
                  <a:pt x="0" y="144780"/>
                </a:moveTo>
                <a:cubicBezTo>
                  <a:pt x="154940" y="137795"/>
                  <a:pt x="309880" y="130810"/>
                  <a:pt x="396240" y="106680"/>
                </a:cubicBezTo>
                <a:cubicBezTo>
                  <a:pt x="482600" y="82550"/>
                  <a:pt x="500380" y="41275"/>
                  <a:pt x="5181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02F10A9B-800D-1858-FBE6-FE560D65E860}"/>
              </a:ext>
            </a:extLst>
          </p:cNvPr>
          <p:cNvSpPr/>
          <p:nvPr/>
        </p:nvSpPr>
        <p:spPr bwMode="auto">
          <a:xfrm>
            <a:off x="11673840" y="2529840"/>
            <a:ext cx="70606" cy="548640"/>
          </a:xfrm>
          <a:custGeom>
            <a:avLst/>
            <a:gdLst>
              <a:gd name="connsiteX0" fmla="*/ 45720 w 70606"/>
              <a:gd name="connsiteY0" fmla="*/ 548640 h 548640"/>
              <a:gd name="connsiteX1" fmla="*/ 68580 w 70606"/>
              <a:gd name="connsiteY1" fmla="*/ 144780 h 548640"/>
              <a:gd name="connsiteX2" fmla="*/ 0 w 70606"/>
              <a:gd name="connsiteY2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606" h="548640">
                <a:moveTo>
                  <a:pt x="45720" y="548640"/>
                </a:moveTo>
                <a:cubicBezTo>
                  <a:pt x="60960" y="392430"/>
                  <a:pt x="76200" y="236220"/>
                  <a:pt x="68580" y="144780"/>
                </a:cubicBezTo>
                <a:cubicBezTo>
                  <a:pt x="60960" y="53340"/>
                  <a:pt x="30480" y="26670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FAD98A37-9C0D-3C88-BF02-A20E1C1DEB42}"/>
              </a:ext>
            </a:extLst>
          </p:cNvPr>
          <p:cNvSpPr/>
          <p:nvPr/>
        </p:nvSpPr>
        <p:spPr bwMode="auto">
          <a:xfrm>
            <a:off x="11826240" y="2522220"/>
            <a:ext cx="106680" cy="563880"/>
          </a:xfrm>
          <a:custGeom>
            <a:avLst/>
            <a:gdLst>
              <a:gd name="connsiteX0" fmla="*/ 0 w 106680"/>
              <a:gd name="connsiteY0" fmla="*/ 563880 h 563880"/>
              <a:gd name="connsiteX1" fmla="*/ 83820 w 106680"/>
              <a:gd name="connsiteY1" fmla="*/ 205740 h 563880"/>
              <a:gd name="connsiteX2" fmla="*/ 106680 w 106680"/>
              <a:gd name="connsiteY2" fmla="*/ 0 h 56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680" h="563880">
                <a:moveTo>
                  <a:pt x="0" y="563880"/>
                </a:moveTo>
                <a:cubicBezTo>
                  <a:pt x="33020" y="431800"/>
                  <a:pt x="66040" y="299720"/>
                  <a:pt x="83820" y="205740"/>
                </a:cubicBezTo>
                <a:cubicBezTo>
                  <a:pt x="101600" y="111760"/>
                  <a:pt x="104140" y="55880"/>
                  <a:pt x="10668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140">
            <a:extLst>
              <a:ext uri="{FF2B5EF4-FFF2-40B4-BE49-F238E27FC236}">
                <a16:creationId xmlns:a16="http://schemas.microsoft.com/office/drawing/2014/main" id="{42FBC61F-90A4-809F-B9B3-A12B3970DB7B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4545325"/>
            <a:ext cx="1608138" cy="412750"/>
            <a:chOff x="3381" y="2592"/>
            <a:chExt cx="1013" cy="260"/>
          </a:xfrm>
        </p:grpSpPr>
        <p:sp>
          <p:nvSpPr>
            <p:cNvPr id="41" name="Text Box 141">
              <a:extLst>
                <a:ext uri="{FF2B5EF4-FFF2-40B4-BE49-F238E27FC236}">
                  <a16:creationId xmlns:a16="http://schemas.microsoft.com/office/drawing/2014/main" id="{988FC40F-5956-E8A9-0D32-C0A7A977A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9" y="2616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acc:Type</a:t>
              </a:r>
            </a:p>
          </p:txBody>
        </p:sp>
        <p:sp>
          <p:nvSpPr>
            <p:cNvPr id="42" name="Rectangle 142">
              <a:extLst>
                <a:ext uri="{FF2B5EF4-FFF2-40B4-BE49-F238E27FC236}">
                  <a16:creationId xmlns:a16="http://schemas.microsoft.com/office/drawing/2014/main" id="{8EE2197B-7E09-E980-2DE6-D1C3F732D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54" name="Group 140">
            <a:extLst>
              <a:ext uri="{FF2B5EF4-FFF2-40B4-BE49-F238E27FC236}">
                <a16:creationId xmlns:a16="http://schemas.microsoft.com/office/drawing/2014/main" id="{8D125345-AABF-4F5B-D672-D2561C4E6B89}"/>
              </a:ext>
            </a:extLst>
          </p:cNvPr>
          <p:cNvGrpSpPr>
            <a:grpSpLocks/>
          </p:cNvGrpSpPr>
          <p:nvPr/>
        </p:nvGrpSpPr>
        <p:grpSpPr bwMode="auto">
          <a:xfrm>
            <a:off x="5438778" y="2508165"/>
            <a:ext cx="1608138" cy="412750"/>
            <a:chOff x="3381" y="2592"/>
            <a:chExt cx="1013" cy="260"/>
          </a:xfrm>
        </p:grpSpPr>
        <p:sp>
          <p:nvSpPr>
            <p:cNvPr id="55" name="Text Box 141">
              <a:extLst>
                <a:ext uri="{FF2B5EF4-FFF2-40B4-BE49-F238E27FC236}">
                  <a16:creationId xmlns:a16="http://schemas.microsoft.com/office/drawing/2014/main" id="{8BC3BE7C-2977-2E09-9943-43F11837A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" y="2616"/>
              <a:ext cx="64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fluid:Kind</a:t>
              </a:r>
            </a:p>
          </p:txBody>
        </p:sp>
        <p:sp>
          <p:nvSpPr>
            <p:cNvPr id="56" name="Rectangle 142">
              <a:extLst>
                <a:ext uri="{FF2B5EF4-FFF2-40B4-BE49-F238E27FC236}">
                  <a16:creationId xmlns:a16="http://schemas.microsoft.com/office/drawing/2014/main" id="{5B81D1D9-7A76-4BE6-090A-CDB1B45EA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57" name="Group 140">
            <a:extLst>
              <a:ext uri="{FF2B5EF4-FFF2-40B4-BE49-F238E27FC236}">
                <a16:creationId xmlns:a16="http://schemas.microsoft.com/office/drawing/2014/main" id="{6DCF251E-56CA-5D62-EB3A-76CA6E113B8D}"/>
              </a:ext>
            </a:extLst>
          </p:cNvPr>
          <p:cNvGrpSpPr>
            <a:grpSpLocks/>
          </p:cNvGrpSpPr>
          <p:nvPr/>
        </p:nvGrpSpPr>
        <p:grpSpPr bwMode="auto">
          <a:xfrm>
            <a:off x="5438778" y="5038636"/>
            <a:ext cx="1608138" cy="412750"/>
            <a:chOff x="3381" y="2592"/>
            <a:chExt cx="1013" cy="260"/>
          </a:xfrm>
        </p:grpSpPr>
        <p:sp>
          <p:nvSpPr>
            <p:cNvPr id="58" name="Text Box 141">
              <a:extLst>
                <a:ext uri="{FF2B5EF4-FFF2-40B4-BE49-F238E27FC236}">
                  <a16:creationId xmlns:a16="http://schemas.microsoft.com/office/drawing/2014/main" id="{161440B1-D4DD-2F9A-C8BF-375E6A21C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" y="2616"/>
              <a:ext cx="64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fluid:Kind</a:t>
              </a:r>
            </a:p>
          </p:txBody>
        </p:sp>
        <p:sp>
          <p:nvSpPr>
            <p:cNvPr id="61" name="Rectangle 142">
              <a:extLst>
                <a:ext uri="{FF2B5EF4-FFF2-40B4-BE49-F238E27FC236}">
                  <a16:creationId xmlns:a16="http://schemas.microsoft.com/office/drawing/2014/main" id="{20D6EF9E-1374-A531-D6E0-E9C0B2640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sp>
        <p:nvSpPr>
          <p:cNvPr id="62" name="AutoShape 50">
            <a:extLst>
              <a:ext uri="{FF2B5EF4-FFF2-40B4-BE49-F238E27FC236}">
                <a16:creationId xmlns:a16="http://schemas.microsoft.com/office/drawing/2014/main" id="{D7A6F448-9D9E-1524-F37B-7CB81E7AD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167" y="2435950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dirty="0"/>
          </a:p>
        </p:txBody>
      </p:sp>
      <p:sp>
        <p:nvSpPr>
          <p:cNvPr id="63" name="AutoShape 50">
            <a:extLst>
              <a:ext uri="{FF2B5EF4-FFF2-40B4-BE49-F238E27FC236}">
                <a16:creationId xmlns:a16="http://schemas.microsoft.com/office/drawing/2014/main" id="{6183F128-4D14-6180-160B-C1A057A43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0166" y="4965852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 dirty="0"/>
          </a:p>
        </p:txBody>
      </p:sp>
      <p:cxnSp>
        <p:nvCxnSpPr>
          <p:cNvPr id="66" name="Verbinder: gewinkelt 126">
            <a:extLst>
              <a:ext uri="{FF2B5EF4-FFF2-40B4-BE49-F238E27FC236}">
                <a16:creationId xmlns:a16="http://schemas.microsoft.com/office/drawing/2014/main" id="{2BC93DC1-4B36-B89D-1691-DB36CA0079CB}"/>
              </a:ext>
            </a:extLst>
          </p:cNvPr>
          <p:cNvCxnSpPr>
            <a:cxnSpLocks/>
            <a:stCxn id="62" idx="2"/>
            <a:endCxn id="56" idx="1"/>
          </p:cNvCxnSpPr>
          <p:nvPr/>
        </p:nvCxnSpPr>
        <p:spPr>
          <a:xfrm rot="16200000" flipH="1">
            <a:off x="5323452" y="2599214"/>
            <a:ext cx="26178" cy="204473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9" name="Verbinder: gewinkelt 126">
            <a:extLst>
              <a:ext uri="{FF2B5EF4-FFF2-40B4-BE49-F238E27FC236}">
                <a16:creationId xmlns:a16="http://schemas.microsoft.com/office/drawing/2014/main" id="{868DD8EB-636F-9323-7516-15B0596EA7B8}"/>
              </a:ext>
            </a:extLst>
          </p:cNvPr>
          <p:cNvCxnSpPr>
            <a:cxnSpLocks/>
            <a:stCxn id="63" idx="2"/>
            <a:endCxn id="61" idx="1"/>
          </p:cNvCxnSpPr>
          <p:nvPr/>
        </p:nvCxnSpPr>
        <p:spPr>
          <a:xfrm rot="16200000" flipH="1">
            <a:off x="5323168" y="5129400"/>
            <a:ext cx="26747" cy="204474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78" name="Group 140">
            <a:extLst>
              <a:ext uri="{FF2B5EF4-FFF2-40B4-BE49-F238E27FC236}">
                <a16:creationId xmlns:a16="http://schemas.microsoft.com/office/drawing/2014/main" id="{9B576DF5-7D86-AA11-0080-BA90DB39767D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1300168"/>
            <a:ext cx="1608138" cy="412750"/>
            <a:chOff x="3381" y="2592"/>
            <a:chExt cx="1013" cy="260"/>
          </a:xfrm>
        </p:grpSpPr>
        <p:sp>
          <p:nvSpPr>
            <p:cNvPr id="85" name="Text Box 141">
              <a:extLst>
                <a:ext uri="{FF2B5EF4-FFF2-40B4-BE49-F238E27FC236}">
                  <a16:creationId xmlns:a16="http://schemas.microsoft.com/office/drawing/2014/main" id="{3D1B46D2-744B-09F6-BB62-76FC9A78E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" y="2616"/>
              <a:ext cx="71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ab:Stream</a:t>
              </a:r>
            </a:p>
          </p:txBody>
        </p:sp>
        <p:sp>
          <p:nvSpPr>
            <p:cNvPr id="86" name="Rectangle 142">
              <a:extLst>
                <a:ext uri="{FF2B5EF4-FFF2-40B4-BE49-F238E27FC236}">
                  <a16:creationId xmlns:a16="http://schemas.microsoft.com/office/drawing/2014/main" id="{201AAF89-4F58-21C8-4D1C-66BFCFC68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88" name="Group 140">
            <a:extLst>
              <a:ext uri="{FF2B5EF4-FFF2-40B4-BE49-F238E27FC236}">
                <a16:creationId xmlns:a16="http://schemas.microsoft.com/office/drawing/2014/main" id="{50B82128-B2F7-B075-8A4C-C95C4CEBEB6B}"/>
              </a:ext>
            </a:extLst>
          </p:cNvPr>
          <p:cNvGrpSpPr>
            <a:grpSpLocks/>
          </p:cNvGrpSpPr>
          <p:nvPr/>
        </p:nvGrpSpPr>
        <p:grpSpPr bwMode="auto">
          <a:xfrm>
            <a:off x="549439" y="3521721"/>
            <a:ext cx="1608138" cy="412750"/>
            <a:chOff x="3381" y="2592"/>
            <a:chExt cx="1013" cy="260"/>
          </a:xfrm>
        </p:grpSpPr>
        <p:sp>
          <p:nvSpPr>
            <p:cNvPr id="95" name="Text Box 141">
              <a:extLst>
                <a:ext uri="{FF2B5EF4-FFF2-40B4-BE49-F238E27FC236}">
                  <a16:creationId xmlns:a16="http://schemas.microsoft.com/office/drawing/2014/main" id="{67A08043-01D8-CE78-D4EE-6C734A9EB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04" name="Rectangle 142">
              <a:extLst>
                <a:ext uri="{FF2B5EF4-FFF2-40B4-BE49-F238E27FC236}">
                  <a16:creationId xmlns:a16="http://schemas.microsoft.com/office/drawing/2014/main" id="{350E6068-0B2C-364A-FC59-074AF1E59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5" name="Group 140">
            <a:extLst>
              <a:ext uri="{FF2B5EF4-FFF2-40B4-BE49-F238E27FC236}">
                <a16:creationId xmlns:a16="http://schemas.microsoft.com/office/drawing/2014/main" id="{5426F574-C5EC-399F-1BB1-D3EA22544C5F}"/>
              </a:ext>
            </a:extLst>
          </p:cNvPr>
          <p:cNvGrpSpPr>
            <a:grpSpLocks/>
          </p:cNvGrpSpPr>
          <p:nvPr/>
        </p:nvGrpSpPr>
        <p:grpSpPr bwMode="auto">
          <a:xfrm>
            <a:off x="549439" y="2835371"/>
            <a:ext cx="1608138" cy="412750"/>
            <a:chOff x="3381" y="2592"/>
            <a:chExt cx="1013" cy="260"/>
          </a:xfrm>
        </p:grpSpPr>
        <p:sp>
          <p:nvSpPr>
            <p:cNvPr id="106" name="Text Box 141">
              <a:extLst>
                <a:ext uri="{FF2B5EF4-FFF2-40B4-BE49-F238E27FC236}">
                  <a16:creationId xmlns:a16="http://schemas.microsoft.com/office/drawing/2014/main" id="{F06B9CB9-CE3D-EC08-8F1F-D534F92C2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08" name="Rectangle 142">
              <a:extLst>
                <a:ext uri="{FF2B5EF4-FFF2-40B4-BE49-F238E27FC236}">
                  <a16:creationId xmlns:a16="http://schemas.microsoft.com/office/drawing/2014/main" id="{55E2C20F-E0C2-C967-1C85-5465ECFEA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" name="Group 140">
            <a:extLst>
              <a:ext uri="{FF2B5EF4-FFF2-40B4-BE49-F238E27FC236}">
                <a16:creationId xmlns:a16="http://schemas.microsoft.com/office/drawing/2014/main" id="{7F7E0B3D-3AEF-9A18-DD7B-6329E577AB6B}"/>
              </a:ext>
            </a:extLst>
          </p:cNvPr>
          <p:cNvGrpSpPr>
            <a:grpSpLocks/>
          </p:cNvGrpSpPr>
          <p:nvPr/>
        </p:nvGrpSpPr>
        <p:grpSpPr bwMode="auto">
          <a:xfrm>
            <a:off x="949871" y="1513725"/>
            <a:ext cx="1608138" cy="412750"/>
            <a:chOff x="3381" y="2592"/>
            <a:chExt cx="1013" cy="260"/>
          </a:xfrm>
        </p:grpSpPr>
        <p:sp>
          <p:nvSpPr>
            <p:cNvPr id="110" name="Text Box 141">
              <a:extLst>
                <a:ext uri="{FF2B5EF4-FFF2-40B4-BE49-F238E27FC236}">
                  <a16:creationId xmlns:a16="http://schemas.microsoft.com/office/drawing/2014/main" id="{D44B1439-C48A-C16D-AA39-09DE0718B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11" name="Rectangle 142">
              <a:extLst>
                <a:ext uri="{FF2B5EF4-FFF2-40B4-BE49-F238E27FC236}">
                  <a16:creationId xmlns:a16="http://schemas.microsoft.com/office/drawing/2014/main" id="{40E03B1D-5C20-3925-18F9-8B49C4F17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" name="AutoShape 50">
            <a:extLst>
              <a:ext uri="{FF2B5EF4-FFF2-40B4-BE49-F238E27FC236}">
                <a16:creationId xmlns:a16="http://schemas.microsoft.com/office/drawing/2014/main" id="{79557560-8DDB-52F3-B01C-D7D167F6D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371" y="2440237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3" name="AutoShape 50">
            <a:extLst>
              <a:ext uri="{FF2B5EF4-FFF2-40B4-BE49-F238E27FC236}">
                <a16:creationId xmlns:a16="http://schemas.microsoft.com/office/drawing/2014/main" id="{8525D9EE-F364-38BC-B2EA-04EE8EAC1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371" y="4081769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" name="AutoShape 50">
            <a:extLst>
              <a:ext uri="{FF2B5EF4-FFF2-40B4-BE49-F238E27FC236}">
                <a16:creationId xmlns:a16="http://schemas.microsoft.com/office/drawing/2014/main" id="{975D31BD-C6D4-9144-2659-384C39F3C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83" y="1454863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17" name="Verbinder: gewinkelt 126">
            <a:extLst>
              <a:ext uri="{FF2B5EF4-FFF2-40B4-BE49-F238E27FC236}">
                <a16:creationId xmlns:a16="http://schemas.microsoft.com/office/drawing/2014/main" id="{6013BC41-6BD4-1FCA-6B52-E1C1C4B8DAD8}"/>
              </a:ext>
            </a:extLst>
          </p:cNvPr>
          <p:cNvCxnSpPr>
            <a:cxnSpLocks/>
            <a:stCxn id="116" idx="2"/>
            <a:endCxn id="111" idx="1"/>
          </p:cNvCxnSpPr>
          <p:nvPr/>
        </p:nvCxnSpPr>
        <p:spPr>
          <a:xfrm rot="16200000" flipH="1">
            <a:off x="804684" y="1574912"/>
            <a:ext cx="12825" cy="277550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955D9AEC-52C5-BA09-C2E6-5711C806EFFA}"/>
              </a:ext>
            </a:extLst>
          </p:cNvPr>
          <p:cNvCxnSpPr>
            <a:cxnSpLocks/>
            <a:stCxn id="112" idx="2"/>
            <a:endCxn id="108" idx="0"/>
          </p:cNvCxnSpPr>
          <p:nvPr/>
        </p:nvCxnSpPr>
        <p:spPr>
          <a:xfrm flipH="1">
            <a:off x="1353508" y="2692649"/>
            <a:ext cx="1" cy="1427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7520DF90-E7C6-87EA-B505-0BB6C01AF8BE}"/>
              </a:ext>
            </a:extLst>
          </p:cNvPr>
          <p:cNvCxnSpPr>
            <a:cxnSpLocks/>
            <a:stCxn id="113" idx="0"/>
            <a:endCxn id="104" idx="2"/>
          </p:cNvCxnSpPr>
          <p:nvPr/>
        </p:nvCxnSpPr>
        <p:spPr>
          <a:xfrm flipH="1" flipV="1">
            <a:off x="1353508" y="3934471"/>
            <a:ext cx="1" cy="14729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C04F75F9-1830-9806-D3F2-8FE9AC003147}"/>
              </a:ext>
            </a:extLst>
          </p:cNvPr>
          <p:cNvGrpSpPr/>
          <p:nvPr/>
        </p:nvGrpSpPr>
        <p:grpSpPr>
          <a:xfrm>
            <a:off x="102028" y="1033904"/>
            <a:ext cx="1608138" cy="412750"/>
            <a:chOff x="477989" y="1048316"/>
            <a:chExt cx="1608138" cy="412750"/>
          </a:xfrm>
        </p:grpSpPr>
        <p:sp>
          <p:nvSpPr>
            <p:cNvPr id="6" name="Text Box 141">
              <a:extLst>
                <a:ext uri="{FF2B5EF4-FFF2-40B4-BE49-F238E27FC236}">
                  <a16:creationId xmlns:a16="http://schemas.microsoft.com/office/drawing/2014/main" id="{738BCFEA-E1EA-99C7-CDB4-D0E4EC123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002" y="1086416"/>
              <a:ext cx="1152525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F:Function</a:t>
              </a:r>
            </a:p>
          </p:txBody>
        </p:sp>
        <p:sp>
          <p:nvSpPr>
            <p:cNvPr id="8" name="Rectangle 142">
              <a:extLst>
                <a:ext uri="{FF2B5EF4-FFF2-40B4-BE49-F238E27FC236}">
                  <a16:creationId xmlns:a16="http://schemas.microsoft.com/office/drawing/2014/main" id="{E86FB0F4-6437-C074-10A9-8AFE1DBA6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989" y="1048316"/>
              <a:ext cx="1608138" cy="412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567D4C3C-4663-9A63-6C73-9B9105A6B3D8}"/>
                </a:ext>
              </a:extLst>
            </p:cNvPr>
            <p:cNvSpPr/>
            <p:nvPr/>
          </p:nvSpPr>
          <p:spPr bwMode="auto">
            <a:xfrm>
              <a:off x="1849120" y="108204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C7521A57-45D7-3E12-56EF-0F4FE0DBC2AB}"/>
                </a:ext>
              </a:extLst>
            </p:cNvPr>
            <p:cNvSpPr/>
            <p:nvPr/>
          </p:nvSpPr>
          <p:spPr bwMode="auto">
            <a:xfrm>
              <a:off x="1849120" y="129458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B427BB2F-B4C3-3D4F-F295-496B8FCB9BF0}"/>
              </a:ext>
            </a:extLst>
          </p:cNvPr>
          <p:cNvGrpSpPr/>
          <p:nvPr/>
        </p:nvGrpSpPr>
        <p:grpSpPr>
          <a:xfrm>
            <a:off x="549439" y="4346643"/>
            <a:ext cx="1609433" cy="412750"/>
            <a:chOff x="925400" y="4041015"/>
            <a:chExt cx="1609433" cy="412750"/>
          </a:xfrm>
        </p:grpSpPr>
        <p:grpSp>
          <p:nvGrpSpPr>
            <p:cNvPr id="154" name="Group 140">
              <a:extLst>
                <a:ext uri="{FF2B5EF4-FFF2-40B4-BE49-F238E27FC236}">
                  <a16:creationId xmlns:a16="http://schemas.microsoft.com/office/drawing/2014/main" id="{A40F5A39-ADB9-E917-65CE-8946DF27BA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400" y="4041015"/>
              <a:ext cx="1608138" cy="412750"/>
              <a:chOff x="3381" y="2592"/>
              <a:chExt cx="1013" cy="260"/>
            </a:xfrm>
          </p:grpSpPr>
          <p:sp>
            <p:nvSpPr>
              <p:cNvPr id="155" name="Text Box 141">
                <a:extLst>
                  <a:ext uri="{FF2B5EF4-FFF2-40B4-BE49-F238E27FC236}">
                    <a16:creationId xmlns:a16="http://schemas.microsoft.com/office/drawing/2014/main" id="{FA30B2D9-6A14-7763-3F18-FD9714B6A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616"/>
                <a:ext cx="7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H:Function</a:t>
                </a:r>
              </a:p>
            </p:txBody>
          </p:sp>
          <p:sp>
            <p:nvSpPr>
              <p:cNvPr id="156" name="Rectangle 142">
                <a:extLst>
                  <a:ext uri="{FF2B5EF4-FFF2-40B4-BE49-F238E27FC236}">
                    <a16:creationId xmlns:a16="http://schemas.microsoft.com/office/drawing/2014/main" id="{6E794CC0-2DBA-0CB3-57D7-CD48CE78F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ABE49EFC-81D8-D982-F78E-7A018A7AB266}"/>
                </a:ext>
              </a:extLst>
            </p:cNvPr>
            <p:cNvSpPr/>
            <p:nvPr/>
          </p:nvSpPr>
          <p:spPr bwMode="auto">
            <a:xfrm>
              <a:off x="2298613" y="4081379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D703DE3D-155E-9F5D-B5B7-3D60EB1E3CC3}"/>
                </a:ext>
              </a:extLst>
            </p:cNvPr>
            <p:cNvSpPr/>
            <p:nvPr/>
          </p:nvSpPr>
          <p:spPr bwMode="auto">
            <a:xfrm>
              <a:off x="2298613" y="429392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7672395A-D655-9F26-F25D-B2672DE864E6}"/>
              </a:ext>
            </a:extLst>
          </p:cNvPr>
          <p:cNvGrpSpPr/>
          <p:nvPr/>
        </p:nvGrpSpPr>
        <p:grpSpPr>
          <a:xfrm>
            <a:off x="549439" y="2013517"/>
            <a:ext cx="1608654" cy="412750"/>
            <a:chOff x="925400" y="2027929"/>
            <a:chExt cx="1608654" cy="412750"/>
          </a:xfrm>
        </p:grpSpPr>
        <p:grpSp>
          <p:nvGrpSpPr>
            <p:cNvPr id="150" name="Group 140">
              <a:extLst>
                <a:ext uri="{FF2B5EF4-FFF2-40B4-BE49-F238E27FC236}">
                  <a16:creationId xmlns:a16="http://schemas.microsoft.com/office/drawing/2014/main" id="{3CFE91B6-EA76-72C8-5749-831F67AA5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400" y="2027929"/>
              <a:ext cx="1608138" cy="412750"/>
              <a:chOff x="3381" y="2592"/>
              <a:chExt cx="1013" cy="260"/>
            </a:xfrm>
          </p:grpSpPr>
          <p:sp>
            <p:nvSpPr>
              <p:cNvPr id="151" name="Text Box 141">
                <a:extLst>
                  <a:ext uri="{FF2B5EF4-FFF2-40B4-BE49-F238E27FC236}">
                    <a16:creationId xmlns:a16="http://schemas.microsoft.com/office/drawing/2014/main" id="{41CBCD28-9704-B2C8-0EEA-357FD16FF4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616"/>
                <a:ext cx="7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G:Function</a:t>
                </a:r>
              </a:p>
            </p:txBody>
          </p:sp>
          <p:sp>
            <p:nvSpPr>
              <p:cNvPr id="152" name="Rectangle 142">
                <a:extLst>
                  <a:ext uri="{FF2B5EF4-FFF2-40B4-BE49-F238E27FC236}">
                    <a16:creationId xmlns:a16="http://schemas.microsoft.com/office/drawing/2014/main" id="{3DAD01A5-1056-AF5D-FF91-48E408E56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F7E17A83-0DDC-AC98-F18A-4D0CB306E2A1}"/>
                </a:ext>
              </a:extLst>
            </p:cNvPr>
            <p:cNvSpPr/>
            <p:nvPr/>
          </p:nvSpPr>
          <p:spPr bwMode="auto">
            <a:xfrm>
              <a:off x="2297834" y="2065433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AAE33E52-6855-0101-FC2A-09874165A4BA}"/>
                </a:ext>
              </a:extLst>
            </p:cNvPr>
            <p:cNvSpPr/>
            <p:nvPr/>
          </p:nvSpPr>
          <p:spPr bwMode="auto">
            <a:xfrm>
              <a:off x="2297834" y="2277974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</p:grpSp>
      <p:cxnSp>
        <p:nvCxnSpPr>
          <p:cNvPr id="153" name="Verbinder: gewinkelt 126">
            <a:extLst>
              <a:ext uri="{FF2B5EF4-FFF2-40B4-BE49-F238E27FC236}">
                <a16:creationId xmlns:a16="http://schemas.microsoft.com/office/drawing/2014/main" id="{6C2A50D7-148C-8857-75D2-DC8CA3468173}"/>
              </a:ext>
            </a:extLst>
          </p:cNvPr>
          <p:cNvCxnSpPr>
            <a:cxnSpLocks/>
            <a:stCxn id="144" idx="3"/>
            <a:endCxn id="173" idx="1"/>
          </p:cNvCxnSpPr>
          <p:nvPr/>
        </p:nvCxnSpPr>
        <p:spPr>
          <a:xfrm>
            <a:off x="2158093" y="2114016"/>
            <a:ext cx="576264" cy="105876"/>
          </a:xfrm>
          <a:prstGeom prst="bentConnector3">
            <a:avLst>
              <a:gd name="adj1" fmla="val 6652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65" name="Group 140">
            <a:extLst>
              <a:ext uri="{FF2B5EF4-FFF2-40B4-BE49-F238E27FC236}">
                <a16:creationId xmlns:a16="http://schemas.microsoft.com/office/drawing/2014/main" id="{E15C76AD-A297-F991-7C01-A0C71E88D14A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3059714"/>
            <a:ext cx="1608138" cy="412750"/>
            <a:chOff x="3381" y="2592"/>
            <a:chExt cx="1013" cy="260"/>
          </a:xfrm>
        </p:grpSpPr>
        <p:sp>
          <p:nvSpPr>
            <p:cNvPr id="166" name="Text Box 141">
              <a:extLst>
                <a:ext uri="{FF2B5EF4-FFF2-40B4-BE49-F238E27FC236}">
                  <a16:creationId xmlns:a16="http://schemas.microsoft.com/office/drawing/2014/main" id="{6EC36D36-21D0-11C5-8EF1-B7AB6AEF8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2616"/>
              <a:ext cx="706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cg:Stream</a:t>
              </a:r>
            </a:p>
          </p:txBody>
        </p:sp>
        <p:sp>
          <p:nvSpPr>
            <p:cNvPr id="167" name="Rectangle 142">
              <a:extLst>
                <a:ext uri="{FF2B5EF4-FFF2-40B4-BE49-F238E27FC236}">
                  <a16:creationId xmlns:a16="http://schemas.microsoft.com/office/drawing/2014/main" id="{3BFF7DE9-47D5-59FA-7F0A-2953C4158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169" name="Group 140">
            <a:extLst>
              <a:ext uri="{FF2B5EF4-FFF2-40B4-BE49-F238E27FC236}">
                <a16:creationId xmlns:a16="http://schemas.microsoft.com/office/drawing/2014/main" id="{75A64567-8CD5-3548-E28C-1F7EB0906069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5535299"/>
            <a:ext cx="1608138" cy="412750"/>
            <a:chOff x="3381" y="2592"/>
            <a:chExt cx="1013" cy="260"/>
          </a:xfrm>
        </p:grpSpPr>
        <p:sp>
          <p:nvSpPr>
            <p:cNvPr id="170" name="Text Box 141">
              <a:extLst>
                <a:ext uri="{FF2B5EF4-FFF2-40B4-BE49-F238E27FC236}">
                  <a16:creationId xmlns:a16="http://schemas.microsoft.com/office/drawing/2014/main" id="{68BC0225-279A-FFD3-7542-3B2FD70E2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5" y="2616"/>
              <a:ext cx="67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fh:Stream</a:t>
              </a:r>
            </a:p>
          </p:txBody>
        </p:sp>
        <p:sp>
          <p:nvSpPr>
            <p:cNvPr id="171" name="Rectangle 142">
              <a:extLst>
                <a:ext uri="{FF2B5EF4-FFF2-40B4-BE49-F238E27FC236}">
                  <a16:creationId xmlns:a16="http://schemas.microsoft.com/office/drawing/2014/main" id="{F1BD2686-9B38-18D6-FAD2-A59FB71B8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cxnSp>
        <p:nvCxnSpPr>
          <p:cNvPr id="175" name="Verbinder: gewinkelt 126">
            <a:extLst>
              <a:ext uri="{FF2B5EF4-FFF2-40B4-BE49-F238E27FC236}">
                <a16:creationId xmlns:a16="http://schemas.microsoft.com/office/drawing/2014/main" id="{0574FB78-AC88-D296-3832-F421D924F09A}"/>
              </a:ext>
            </a:extLst>
          </p:cNvPr>
          <p:cNvCxnSpPr>
            <a:cxnSpLocks/>
            <a:stCxn id="179" idx="3"/>
            <a:endCxn id="86" idx="1"/>
          </p:cNvCxnSpPr>
          <p:nvPr/>
        </p:nvCxnSpPr>
        <p:spPr>
          <a:xfrm flipV="1">
            <a:off x="4340827" y="1506543"/>
            <a:ext cx="754520" cy="610279"/>
          </a:xfrm>
          <a:prstGeom prst="bentConnector3">
            <a:avLst>
              <a:gd name="adj1" fmla="val 1364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77188EAB-7A0C-9CC3-18FD-85E475FC7F3B}"/>
              </a:ext>
            </a:extLst>
          </p:cNvPr>
          <p:cNvGrpSpPr/>
          <p:nvPr/>
        </p:nvGrpSpPr>
        <p:grpSpPr>
          <a:xfrm>
            <a:off x="2734357" y="2013517"/>
            <a:ext cx="1608138" cy="412750"/>
            <a:chOff x="3110318" y="2027929"/>
            <a:chExt cx="1608138" cy="412750"/>
          </a:xfrm>
        </p:grpSpPr>
        <p:grpSp>
          <p:nvGrpSpPr>
            <p:cNvPr id="168" name="Group 140">
              <a:extLst>
                <a:ext uri="{FF2B5EF4-FFF2-40B4-BE49-F238E27FC236}">
                  <a16:creationId xmlns:a16="http://schemas.microsoft.com/office/drawing/2014/main" id="{CD864ACF-4CD5-A5A5-A44D-B4998944F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2027929"/>
              <a:ext cx="1608138" cy="412750"/>
              <a:chOff x="3381" y="2592"/>
              <a:chExt cx="1013" cy="260"/>
            </a:xfrm>
          </p:grpSpPr>
          <p:sp>
            <p:nvSpPr>
              <p:cNvPr id="172" name="Text Box 141">
                <a:extLst>
                  <a:ext uri="{FF2B5EF4-FFF2-40B4-BE49-F238E27FC236}">
                    <a16:creationId xmlns:a16="http://schemas.microsoft.com/office/drawing/2014/main" id="{AFF1DC53-6A21-34BE-6CCE-8570B2523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7" y="2616"/>
                <a:ext cx="55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a:Inport</a:t>
                </a:r>
              </a:p>
            </p:txBody>
          </p:sp>
          <p:sp>
            <p:nvSpPr>
              <p:cNvPr id="173" name="Rectangle 142">
                <a:extLst>
                  <a:ext uri="{FF2B5EF4-FFF2-40B4-BE49-F238E27FC236}">
                    <a16:creationId xmlns:a16="http://schemas.microsoft.com/office/drawing/2014/main" id="{C77D4CE4-CCA1-8600-9891-73464E222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9" name="Rechteck 178">
              <a:extLst>
                <a:ext uri="{FF2B5EF4-FFF2-40B4-BE49-F238E27FC236}">
                  <a16:creationId xmlns:a16="http://schemas.microsoft.com/office/drawing/2014/main" id="{25EB1EB3-F1D2-3E21-7626-C77800D73D16}"/>
                </a:ext>
              </a:extLst>
            </p:cNvPr>
            <p:cNvSpPr/>
            <p:nvPr/>
          </p:nvSpPr>
          <p:spPr bwMode="auto">
            <a:xfrm>
              <a:off x="4480568" y="2068239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80" name="Rechteck 179">
              <a:extLst>
                <a:ext uri="{FF2B5EF4-FFF2-40B4-BE49-F238E27FC236}">
                  <a16:creationId xmlns:a16="http://schemas.microsoft.com/office/drawing/2014/main" id="{F16A9641-F661-D760-32B9-3D76DAED6406}"/>
                </a:ext>
              </a:extLst>
            </p:cNvPr>
            <p:cNvSpPr/>
            <p:nvPr/>
          </p:nvSpPr>
          <p:spPr bwMode="auto">
            <a:xfrm>
              <a:off x="4480568" y="228078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0AA37C3A-E3E2-ECFA-615C-5F078E4CDDB5}"/>
              </a:ext>
            </a:extLst>
          </p:cNvPr>
          <p:cNvGrpSpPr/>
          <p:nvPr/>
        </p:nvGrpSpPr>
        <p:grpSpPr>
          <a:xfrm>
            <a:off x="2734357" y="2536615"/>
            <a:ext cx="1608138" cy="412750"/>
            <a:chOff x="3110318" y="2551027"/>
            <a:chExt cx="1608138" cy="412750"/>
          </a:xfrm>
        </p:grpSpPr>
        <p:grpSp>
          <p:nvGrpSpPr>
            <p:cNvPr id="174" name="Group 140">
              <a:extLst>
                <a:ext uri="{FF2B5EF4-FFF2-40B4-BE49-F238E27FC236}">
                  <a16:creationId xmlns:a16="http://schemas.microsoft.com/office/drawing/2014/main" id="{26AE5296-5C6B-3310-C8D8-9EF17A31E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2551027"/>
              <a:ext cx="1608138" cy="412750"/>
              <a:chOff x="3381" y="2592"/>
              <a:chExt cx="1013" cy="260"/>
            </a:xfrm>
          </p:grpSpPr>
          <p:sp>
            <p:nvSpPr>
              <p:cNvPr id="181" name="Text Box 141">
                <a:extLst>
                  <a:ext uri="{FF2B5EF4-FFF2-40B4-BE49-F238E27FC236}">
                    <a16:creationId xmlns:a16="http://schemas.microsoft.com/office/drawing/2014/main" id="{71C43ACA-479A-DEA0-4EF3-95ED94F2E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0" y="2616"/>
                <a:ext cx="64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c:Outport</a:t>
                </a:r>
              </a:p>
            </p:txBody>
          </p:sp>
          <p:sp>
            <p:nvSpPr>
              <p:cNvPr id="182" name="Rectangle 142">
                <a:extLst>
                  <a:ext uri="{FF2B5EF4-FFF2-40B4-BE49-F238E27FC236}">
                    <a16:creationId xmlns:a16="http://schemas.microsoft.com/office/drawing/2014/main" id="{7034A55D-8997-D387-BC75-82E836B16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8" name="Rechteck 187">
              <a:extLst>
                <a:ext uri="{FF2B5EF4-FFF2-40B4-BE49-F238E27FC236}">
                  <a16:creationId xmlns:a16="http://schemas.microsoft.com/office/drawing/2014/main" id="{751A8AF0-6D88-8AA2-9557-6F2C06181FD2}"/>
                </a:ext>
              </a:extLst>
            </p:cNvPr>
            <p:cNvSpPr/>
            <p:nvPr/>
          </p:nvSpPr>
          <p:spPr bwMode="auto">
            <a:xfrm>
              <a:off x="4475887" y="258565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89" name="Rechteck 188">
              <a:extLst>
                <a:ext uri="{FF2B5EF4-FFF2-40B4-BE49-F238E27FC236}">
                  <a16:creationId xmlns:a16="http://schemas.microsoft.com/office/drawing/2014/main" id="{C529B839-E1E6-86F3-72B1-725D09F1F701}"/>
                </a:ext>
              </a:extLst>
            </p:cNvPr>
            <p:cNvSpPr/>
            <p:nvPr/>
          </p:nvSpPr>
          <p:spPr bwMode="auto">
            <a:xfrm>
              <a:off x="4475887" y="279819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1CC90ACB-1B73-467F-E36C-C4EEF5C2848B}"/>
              </a:ext>
            </a:extLst>
          </p:cNvPr>
          <p:cNvGrpSpPr/>
          <p:nvPr/>
        </p:nvGrpSpPr>
        <p:grpSpPr>
          <a:xfrm>
            <a:off x="2734357" y="3059714"/>
            <a:ext cx="1608138" cy="412750"/>
            <a:chOff x="3110318" y="3074126"/>
            <a:chExt cx="1608138" cy="412750"/>
          </a:xfrm>
        </p:grpSpPr>
        <p:grpSp>
          <p:nvGrpSpPr>
            <p:cNvPr id="183" name="Group 140">
              <a:extLst>
                <a:ext uri="{FF2B5EF4-FFF2-40B4-BE49-F238E27FC236}">
                  <a16:creationId xmlns:a16="http://schemas.microsoft.com/office/drawing/2014/main" id="{C115E254-536E-A317-DF7B-710460E17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3074126"/>
              <a:ext cx="1608138" cy="412750"/>
              <a:chOff x="3381" y="2592"/>
              <a:chExt cx="1013" cy="260"/>
            </a:xfrm>
          </p:grpSpPr>
          <p:sp>
            <p:nvSpPr>
              <p:cNvPr id="184" name="Text Box 141">
                <a:extLst>
                  <a:ext uri="{FF2B5EF4-FFF2-40B4-BE49-F238E27FC236}">
                    <a16:creationId xmlns:a16="http://schemas.microsoft.com/office/drawing/2014/main" id="{DFD8B7F5-574F-FB23-CA5D-AE94DECC2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616"/>
                <a:ext cx="657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d:Outport</a:t>
                </a:r>
              </a:p>
            </p:txBody>
          </p:sp>
          <p:sp>
            <p:nvSpPr>
              <p:cNvPr id="185" name="Rectangle 142">
                <a:extLst>
                  <a:ext uri="{FF2B5EF4-FFF2-40B4-BE49-F238E27FC236}">
                    <a16:creationId xmlns:a16="http://schemas.microsoft.com/office/drawing/2014/main" id="{8D5E6C46-23DE-384E-17FB-1D923563E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0" name="Rechteck 189">
              <a:extLst>
                <a:ext uri="{FF2B5EF4-FFF2-40B4-BE49-F238E27FC236}">
                  <a16:creationId xmlns:a16="http://schemas.microsoft.com/office/drawing/2014/main" id="{F0841523-3F5E-499F-4D5E-3D69DD08FD1E}"/>
                </a:ext>
              </a:extLst>
            </p:cNvPr>
            <p:cNvSpPr/>
            <p:nvPr/>
          </p:nvSpPr>
          <p:spPr bwMode="auto">
            <a:xfrm>
              <a:off x="4475887" y="311118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91" name="Rechteck 190">
              <a:extLst>
                <a:ext uri="{FF2B5EF4-FFF2-40B4-BE49-F238E27FC236}">
                  <a16:creationId xmlns:a16="http://schemas.microsoft.com/office/drawing/2014/main" id="{42B68009-12D3-D64E-592C-B50D3D0D208D}"/>
                </a:ext>
              </a:extLst>
            </p:cNvPr>
            <p:cNvSpPr/>
            <p:nvPr/>
          </p:nvSpPr>
          <p:spPr bwMode="auto">
            <a:xfrm>
              <a:off x="4475887" y="332372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1" name="Gruppieren 200">
            <a:extLst>
              <a:ext uri="{FF2B5EF4-FFF2-40B4-BE49-F238E27FC236}">
                <a16:creationId xmlns:a16="http://schemas.microsoft.com/office/drawing/2014/main" id="{D0D77F38-EFBB-532F-8DA5-337C6E48536F}"/>
              </a:ext>
            </a:extLst>
          </p:cNvPr>
          <p:cNvGrpSpPr/>
          <p:nvPr/>
        </p:nvGrpSpPr>
        <p:grpSpPr>
          <a:xfrm>
            <a:off x="2734357" y="4865365"/>
            <a:ext cx="1608774" cy="412750"/>
            <a:chOff x="3110318" y="4879777"/>
            <a:chExt cx="1608774" cy="412750"/>
          </a:xfrm>
        </p:grpSpPr>
        <p:grpSp>
          <p:nvGrpSpPr>
            <p:cNvPr id="197" name="Group 140">
              <a:extLst>
                <a:ext uri="{FF2B5EF4-FFF2-40B4-BE49-F238E27FC236}">
                  <a16:creationId xmlns:a16="http://schemas.microsoft.com/office/drawing/2014/main" id="{8704B5A7-D5CA-62E6-5B0E-D875B760F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4879777"/>
              <a:ext cx="1608138" cy="412750"/>
              <a:chOff x="3381" y="2592"/>
              <a:chExt cx="1013" cy="260"/>
            </a:xfrm>
          </p:grpSpPr>
          <p:sp>
            <p:nvSpPr>
              <p:cNvPr id="198" name="Text Box 141">
                <a:extLst>
                  <a:ext uri="{FF2B5EF4-FFF2-40B4-BE49-F238E27FC236}">
                    <a16:creationId xmlns:a16="http://schemas.microsoft.com/office/drawing/2014/main" id="{02B483D5-F446-1B25-1CB3-41687BB254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2616"/>
                <a:ext cx="62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f:Outport</a:t>
                </a:r>
              </a:p>
            </p:txBody>
          </p:sp>
          <p:sp>
            <p:nvSpPr>
              <p:cNvPr id="199" name="Rectangle 142">
                <a:extLst>
                  <a:ext uri="{FF2B5EF4-FFF2-40B4-BE49-F238E27FC236}">
                    <a16:creationId xmlns:a16="http://schemas.microsoft.com/office/drawing/2014/main" id="{8FFB8BC5-1BAC-B1ED-48B5-5E8D5296F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3EA62541-70E6-FBD3-A233-888ACC989D22}"/>
                </a:ext>
              </a:extLst>
            </p:cNvPr>
            <p:cNvSpPr/>
            <p:nvPr/>
          </p:nvSpPr>
          <p:spPr bwMode="auto">
            <a:xfrm>
              <a:off x="4482872" y="491574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93" name="Rechteck 192">
              <a:extLst>
                <a:ext uri="{FF2B5EF4-FFF2-40B4-BE49-F238E27FC236}">
                  <a16:creationId xmlns:a16="http://schemas.microsoft.com/office/drawing/2014/main" id="{5F7735DC-C626-ECCC-5A51-82D68265E528}"/>
                </a:ext>
              </a:extLst>
            </p:cNvPr>
            <p:cNvSpPr/>
            <p:nvPr/>
          </p:nvSpPr>
          <p:spPr bwMode="auto">
            <a:xfrm>
              <a:off x="4482872" y="512828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8" name="Gruppieren 207">
            <a:extLst>
              <a:ext uri="{FF2B5EF4-FFF2-40B4-BE49-F238E27FC236}">
                <a16:creationId xmlns:a16="http://schemas.microsoft.com/office/drawing/2014/main" id="{B1B2AD24-5534-13A3-374E-B8ED4674E9FB}"/>
              </a:ext>
            </a:extLst>
          </p:cNvPr>
          <p:cNvGrpSpPr/>
          <p:nvPr/>
        </p:nvGrpSpPr>
        <p:grpSpPr>
          <a:xfrm>
            <a:off x="2734357" y="4346643"/>
            <a:ext cx="1608138" cy="412750"/>
            <a:chOff x="3110318" y="4361055"/>
            <a:chExt cx="1608138" cy="412750"/>
          </a:xfrm>
        </p:grpSpPr>
        <p:grpSp>
          <p:nvGrpSpPr>
            <p:cNvPr id="194" name="Group 140">
              <a:extLst>
                <a:ext uri="{FF2B5EF4-FFF2-40B4-BE49-F238E27FC236}">
                  <a16:creationId xmlns:a16="http://schemas.microsoft.com/office/drawing/2014/main" id="{5F7E4DDA-2D49-72CE-B6F5-9FD65CE77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4361055"/>
              <a:ext cx="1608138" cy="412750"/>
              <a:chOff x="3381" y="2592"/>
              <a:chExt cx="1013" cy="260"/>
            </a:xfrm>
          </p:grpSpPr>
          <p:sp>
            <p:nvSpPr>
              <p:cNvPr id="195" name="Text Box 141">
                <a:extLst>
                  <a:ext uri="{FF2B5EF4-FFF2-40B4-BE49-F238E27FC236}">
                    <a16:creationId xmlns:a16="http://schemas.microsoft.com/office/drawing/2014/main" id="{75C647DB-D611-1CA1-1650-EB36E177E4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7" y="2616"/>
                <a:ext cx="55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e:Inport</a:t>
                </a:r>
              </a:p>
            </p:txBody>
          </p:sp>
          <p:sp>
            <p:nvSpPr>
              <p:cNvPr id="196" name="Rectangle 142">
                <a:extLst>
                  <a:ext uri="{FF2B5EF4-FFF2-40B4-BE49-F238E27FC236}">
                    <a16:creationId xmlns:a16="http://schemas.microsoft.com/office/drawing/2014/main" id="{2B192D8A-FBFD-6710-128B-EF6D679D0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" name="Rechteck 204">
              <a:extLst>
                <a:ext uri="{FF2B5EF4-FFF2-40B4-BE49-F238E27FC236}">
                  <a16:creationId xmlns:a16="http://schemas.microsoft.com/office/drawing/2014/main" id="{61CE9758-D116-2D87-7BF9-6B5ECD0DCE74}"/>
                </a:ext>
              </a:extLst>
            </p:cNvPr>
            <p:cNvSpPr/>
            <p:nvPr/>
          </p:nvSpPr>
          <p:spPr bwMode="auto">
            <a:xfrm>
              <a:off x="4479697" y="4397866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207" name="Rechteck 206">
              <a:extLst>
                <a:ext uri="{FF2B5EF4-FFF2-40B4-BE49-F238E27FC236}">
                  <a16:creationId xmlns:a16="http://schemas.microsoft.com/office/drawing/2014/main" id="{B71CFD19-390F-B74C-FE16-71557AFA19DC}"/>
                </a:ext>
              </a:extLst>
            </p:cNvPr>
            <p:cNvSpPr/>
            <p:nvPr/>
          </p:nvSpPr>
          <p:spPr bwMode="auto">
            <a:xfrm>
              <a:off x="4479697" y="4610407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C64D4BA1-D8C3-944D-AF9F-EEDF889C3B05}"/>
              </a:ext>
            </a:extLst>
          </p:cNvPr>
          <p:cNvCxnSpPr>
            <a:cxnSpLocks/>
            <a:stCxn id="173" idx="3"/>
            <a:endCxn id="14" idx="1"/>
          </p:cNvCxnSpPr>
          <p:nvPr/>
        </p:nvCxnSpPr>
        <p:spPr>
          <a:xfrm>
            <a:off x="4342495" y="2219892"/>
            <a:ext cx="75285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7" name="Verbinder: gewinkelt 126">
            <a:extLst>
              <a:ext uri="{FF2B5EF4-FFF2-40B4-BE49-F238E27FC236}">
                <a16:creationId xmlns:a16="http://schemas.microsoft.com/office/drawing/2014/main" id="{CC2B0FC5-BB35-EB40-9441-B55DE829779D}"/>
              </a:ext>
            </a:extLst>
          </p:cNvPr>
          <p:cNvCxnSpPr>
            <a:cxnSpLocks/>
            <a:stCxn id="191" idx="3"/>
            <a:endCxn id="39" idx="1"/>
          </p:cNvCxnSpPr>
          <p:nvPr/>
        </p:nvCxnSpPr>
        <p:spPr>
          <a:xfrm>
            <a:off x="4336146" y="3372305"/>
            <a:ext cx="759201" cy="866433"/>
          </a:xfrm>
          <a:prstGeom prst="bentConnector3">
            <a:avLst>
              <a:gd name="adj1" fmla="val 1386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48" name="Verbinder: gewinkelt 126">
            <a:extLst>
              <a:ext uri="{FF2B5EF4-FFF2-40B4-BE49-F238E27FC236}">
                <a16:creationId xmlns:a16="http://schemas.microsoft.com/office/drawing/2014/main" id="{A76335E0-06A8-39E5-2493-1913685F2289}"/>
              </a:ext>
            </a:extLst>
          </p:cNvPr>
          <p:cNvCxnSpPr>
            <a:cxnSpLocks/>
            <a:stCxn id="196" idx="3"/>
            <a:endCxn id="232" idx="1"/>
          </p:cNvCxnSpPr>
          <p:nvPr/>
        </p:nvCxnSpPr>
        <p:spPr>
          <a:xfrm flipV="1">
            <a:off x="4342495" y="4342101"/>
            <a:ext cx="752852" cy="210917"/>
          </a:xfrm>
          <a:prstGeom prst="bentConnector3">
            <a:avLst>
              <a:gd name="adj1" fmla="val 149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2" name="Verbinder: gewinkelt 126">
            <a:extLst>
              <a:ext uri="{FF2B5EF4-FFF2-40B4-BE49-F238E27FC236}">
                <a16:creationId xmlns:a16="http://schemas.microsoft.com/office/drawing/2014/main" id="{2EBB27BC-0809-D94D-C45A-9ABC2FD90021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4342495" y="4751700"/>
            <a:ext cx="752852" cy="187405"/>
          </a:xfrm>
          <a:prstGeom prst="bentConnector3">
            <a:avLst>
              <a:gd name="adj1" fmla="val 149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5" name="Verbinder: gewinkelt 126">
            <a:extLst>
              <a:ext uri="{FF2B5EF4-FFF2-40B4-BE49-F238E27FC236}">
                <a16:creationId xmlns:a16="http://schemas.microsoft.com/office/drawing/2014/main" id="{C6E4D753-952E-E8E7-0411-17C7954C6941}"/>
              </a:ext>
            </a:extLst>
          </p:cNvPr>
          <p:cNvCxnSpPr>
            <a:cxnSpLocks/>
            <a:stCxn id="193" idx="3"/>
            <a:endCxn id="171" idx="1"/>
          </p:cNvCxnSpPr>
          <p:nvPr/>
        </p:nvCxnSpPr>
        <p:spPr>
          <a:xfrm>
            <a:off x="4343131" y="5176865"/>
            <a:ext cx="752216" cy="564809"/>
          </a:xfrm>
          <a:prstGeom prst="bentConnector3">
            <a:avLst>
              <a:gd name="adj1" fmla="val 1623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8" name="Verbinder: gewinkelt 126">
            <a:extLst>
              <a:ext uri="{FF2B5EF4-FFF2-40B4-BE49-F238E27FC236}">
                <a16:creationId xmlns:a16="http://schemas.microsoft.com/office/drawing/2014/main" id="{1DC08D05-3EA1-530C-7CC9-7BEF4842A334}"/>
              </a:ext>
            </a:extLst>
          </p:cNvPr>
          <p:cNvCxnSpPr>
            <a:cxnSpLocks/>
            <a:stCxn id="171" idx="3"/>
            <a:endCxn id="42" idx="3"/>
          </p:cNvCxnSpPr>
          <p:nvPr/>
        </p:nvCxnSpPr>
        <p:spPr>
          <a:xfrm flipV="1">
            <a:off x="6703485" y="4751700"/>
            <a:ext cx="12700" cy="989974"/>
          </a:xfrm>
          <a:prstGeom prst="bentConnector3">
            <a:avLst>
              <a:gd name="adj1" fmla="val 36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268" name="Group 140">
            <a:extLst>
              <a:ext uri="{FF2B5EF4-FFF2-40B4-BE49-F238E27FC236}">
                <a16:creationId xmlns:a16="http://schemas.microsoft.com/office/drawing/2014/main" id="{77D5ED0E-3797-06D4-537A-C460468BC181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3548434"/>
            <a:ext cx="1608138" cy="412750"/>
            <a:chOff x="3381" y="2592"/>
            <a:chExt cx="1013" cy="260"/>
          </a:xfrm>
        </p:grpSpPr>
        <p:sp>
          <p:nvSpPr>
            <p:cNvPr id="269" name="Text Box 141">
              <a:extLst>
                <a:ext uri="{FF2B5EF4-FFF2-40B4-BE49-F238E27FC236}">
                  <a16:creationId xmlns:a16="http://schemas.microsoft.com/office/drawing/2014/main" id="{D8135184-B1EF-BB61-92DA-C6E68B8CD4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7" y="2616"/>
              <a:ext cx="71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de:Stream</a:t>
              </a:r>
            </a:p>
          </p:txBody>
        </p:sp>
        <p:sp>
          <p:nvSpPr>
            <p:cNvPr id="270" name="Rectangle 142">
              <a:extLst>
                <a:ext uri="{FF2B5EF4-FFF2-40B4-BE49-F238E27FC236}">
                  <a16:creationId xmlns:a16="http://schemas.microsoft.com/office/drawing/2014/main" id="{9C851DF3-1890-669C-5D53-B298525C7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cxnSp>
        <p:nvCxnSpPr>
          <p:cNvPr id="272" name="Verbinder: gewinkelt 126">
            <a:extLst>
              <a:ext uri="{FF2B5EF4-FFF2-40B4-BE49-F238E27FC236}">
                <a16:creationId xmlns:a16="http://schemas.microsoft.com/office/drawing/2014/main" id="{FAD118F0-11A4-910D-C603-C97D0E067EC2}"/>
              </a:ext>
            </a:extLst>
          </p:cNvPr>
          <p:cNvCxnSpPr>
            <a:cxnSpLocks/>
            <a:stCxn id="182" idx="3"/>
            <a:endCxn id="167" idx="1"/>
          </p:cNvCxnSpPr>
          <p:nvPr/>
        </p:nvCxnSpPr>
        <p:spPr>
          <a:xfrm>
            <a:off x="4342495" y="2742990"/>
            <a:ext cx="752852" cy="523099"/>
          </a:xfrm>
          <a:prstGeom prst="bentConnector3">
            <a:avLst>
              <a:gd name="adj1" fmla="val 7294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5" name="Verbinder: gewinkelt 126">
            <a:extLst>
              <a:ext uri="{FF2B5EF4-FFF2-40B4-BE49-F238E27FC236}">
                <a16:creationId xmlns:a16="http://schemas.microsoft.com/office/drawing/2014/main" id="{096E876C-E96E-65E9-EC9A-206BD5AE2D3B}"/>
              </a:ext>
            </a:extLst>
          </p:cNvPr>
          <p:cNvCxnSpPr>
            <a:cxnSpLocks/>
            <a:stCxn id="185" idx="3"/>
            <a:endCxn id="270" idx="1"/>
          </p:cNvCxnSpPr>
          <p:nvPr/>
        </p:nvCxnSpPr>
        <p:spPr>
          <a:xfrm>
            <a:off x="4342495" y="3266089"/>
            <a:ext cx="752852" cy="488720"/>
          </a:xfrm>
          <a:prstGeom prst="bentConnector3">
            <a:avLst>
              <a:gd name="adj1" fmla="val 2166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280" name="Gruppieren 279">
            <a:extLst>
              <a:ext uri="{FF2B5EF4-FFF2-40B4-BE49-F238E27FC236}">
                <a16:creationId xmlns:a16="http://schemas.microsoft.com/office/drawing/2014/main" id="{B6985607-3D5F-A99E-C987-30805F8D432A}"/>
              </a:ext>
            </a:extLst>
          </p:cNvPr>
          <p:cNvGrpSpPr/>
          <p:nvPr/>
        </p:nvGrpSpPr>
        <p:grpSpPr>
          <a:xfrm>
            <a:off x="5095347" y="4032363"/>
            <a:ext cx="1608138" cy="412750"/>
            <a:chOff x="5471308" y="4046775"/>
            <a:chExt cx="1608138" cy="412750"/>
          </a:xfrm>
        </p:grpSpPr>
        <p:grpSp>
          <p:nvGrpSpPr>
            <p:cNvPr id="244" name="Gruppieren 243">
              <a:extLst>
                <a:ext uri="{FF2B5EF4-FFF2-40B4-BE49-F238E27FC236}">
                  <a16:creationId xmlns:a16="http://schemas.microsoft.com/office/drawing/2014/main" id="{7285ADCA-B4BC-12AF-3311-D33AFBC3C28D}"/>
                </a:ext>
              </a:extLst>
            </p:cNvPr>
            <p:cNvGrpSpPr/>
            <p:nvPr/>
          </p:nvGrpSpPr>
          <p:grpSpPr>
            <a:xfrm>
              <a:off x="5471308" y="4046775"/>
              <a:ext cx="1608138" cy="412750"/>
              <a:chOff x="5471308" y="3717591"/>
              <a:chExt cx="1608138" cy="412750"/>
            </a:xfrm>
          </p:grpSpPr>
          <p:grpSp>
            <p:nvGrpSpPr>
              <p:cNvPr id="36" name="Group 140">
                <a:extLst>
                  <a:ext uri="{FF2B5EF4-FFF2-40B4-BE49-F238E27FC236}">
                    <a16:creationId xmlns:a16="http://schemas.microsoft.com/office/drawing/2014/main" id="{A0858AE6-14AB-D271-E928-3B9CDE90CD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1308" y="3717591"/>
                <a:ext cx="1608138" cy="412750"/>
                <a:chOff x="3381" y="2592"/>
                <a:chExt cx="1013" cy="260"/>
              </a:xfrm>
            </p:grpSpPr>
            <p:sp>
              <p:nvSpPr>
                <p:cNvPr id="37" name="Text Box 141">
                  <a:extLst>
                    <a:ext uri="{FF2B5EF4-FFF2-40B4-BE49-F238E27FC236}">
                      <a16:creationId xmlns:a16="http://schemas.microsoft.com/office/drawing/2014/main" id="{32B97C8F-AF10-E82F-0235-1197AC813D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6" y="2616"/>
                  <a:ext cx="677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altLang="de-DE" sz="1600" u="sng" noProof="1"/>
                    <a:t>float:Type</a:t>
                  </a:r>
                </a:p>
              </p:txBody>
            </p:sp>
            <p:sp>
              <p:nvSpPr>
                <p:cNvPr id="39" name="Rectangle 142">
                  <a:extLst>
                    <a:ext uri="{FF2B5EF4-FFF2-40B4-BE49-F238E27FC236}">
                      <a16:creationId xmlns:a16="http://schemas.microsoft.com/office/drawing/2014/main" id="{44AA518A-7EAA-25DD-3B50-D97AD44FE8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1" y="2592"/>
                  <a:ext cx="1013" cy="26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noProof="1"/>
                </a:p>
              </p:txBody>
            </p:sp>
          </p:grpSp>
          <p:sp>
            <p:nvSpPr>
              <p:cNvPr id="231" name="Rechteck 230">
                <a:extLst>
                  <a:ext uri="{FF2B5EF4-FFF2-40B4-BE49-F238E27FC236}">
                    <a16:creationId xmlns:a16="http://schemas.microsoft.com/office/drawing/2014/main" id="{14760B5C-AEEC-E7B1-AAF3-55548731E975}"/>
                  </a:ext>
                </a:extLst>
              </p:cNvPr>
              <p:cNvSpPr/>
              <p:nvPr/>
            </p:nvSpPr>
            <p:spPr bwMode="auto">
              <a:xfrm>
                <a:off x="5471308" y="3751793"/>
                <a:ext cx="236220" cy="125990"/>
              </a:xfrm>
              <a:prstGeom prst="rect">
                <a:avLst/>
              </a:prstGeom>
              <a:noFill/>
              <a:ln w="9525">
                <a:noFill/>
                <a:round/>
                <a:headEnd type="none" w="sm" len="sm"/>
                <a:tailEnd type="arrow" w="med" len="med"/>
              </a:ln>
            </p:spPr>
            <p:txBody>
              <a:bodyPr wrap="none" rtlCol="0" anchor="ctr"/>
              <a:lstStyle/>
              <a:p>
                <a:pPr algn="l"/>
                <a:endParaRPr lang="en-US" noProof="1"/>
              </a:p>
            </p:txBody>
          </p:sp>
          <p:sp>
            <p:nvSpPr>
              <p:cNvPr id="232" name="Rechteck 231">
                <a:extLst>
                  <a:ext uri="{FF2B5EF4-FFF2-40B4-BE49-F238E27FC236}">
                    <a16:creationId xmlns:a16="http://schemas.microsoft.com/office/drawing/2014/main" id="{B0C4DCEA-5EC0-D7CF-928D-A4558A3B0168}"/>
                  </a:ext>
                </a:extLst>
              </p:cNvPr>
              <p:cNvSpPr/>
              <p:nvPr/>
            </p:nvSpPr>
            <p:spPr bwMode="auto">
              <a:xfrm>
                <a:off x="5471308" y="3964334"/>
                <a:ext cx="236220" cy="125990"/>
              </a:xfrm>
              <a:prstGeom prst="rect">
                <a:avLst/>
              </a:prstGeom>
              <a:noFill/>
              <a:ln w="9525">
                <a:noFill/>
                <a:round/>
                <a:headEnd type="none" w="sm" len="sm"/>
                <a:tailEnd type="arrow" w="med" len="med"/>
              </a:ln>
            </p:spPr>
            <p:txBody>
              <a:bodyPr wrap="none" rtlCol="0" anchor="ctr"/>
              <a:lstStyle/>
              <a:p>
                <a:pPr algn="l"/>
                <a:endParaRPr lang="en-US" noProof="1"/>
              </a:p>
            </p:txBody>
          </p:sp>
        </p:grpSp>
        <p:sp>
          <p:nvSpPr>
            <p:cNvPr id="278" name="Rechteck 277">
              <a:extLst>
                <a:ext uri="{FF2B5EF4-FFF2-40B4-BE49-F238E27FC236}">
                  <a16:creationId xmlns:a16="http://schemas.microsoft.com/office/drawing/2014/main" id="{48751B37-653C-532D-E597-2341BA99247B}"/>
                </a:ext>
              </a:extLst>
            </p:cNvPr>
            <p:cNvSpPr/>
            <p:nvPr/>
          </p:nvSpPr>
          <p:spPr bwMode="auto">
            <a:xfrm>
              <a:off x="6841990" y="408197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noProof="1"/>
            </a:p>
          </p:txBody>
        </p:sp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956ECA7D-935B-F24F-7BF4-CA813581378B}"/>
                </a:ext>
              </a:extLst>
            </p:cNvPr>
            <p:cNvSpPr/>
            <p:nvPr/>
          </p:nvSpPr>
          <p:spPr bwMode="auto">
            <a:xfrm>
              <a:off x="6841990" y="429451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noProof="1"/>
            </a:p>
          </p:txBody>
        </p:sp>
      </p:grpSp>
      <p:cxnSp>
        <p:nvCxnSpPr>
          <p:cNvPr id="282" name="Verbinder: gewinkelt 126">
            <a:extLst>
              <a:ext uri="{FF2B5EF4-FFF2-40B4-BE49-F238E27FC236}">
                <a16:creationId xmlns:a16="http://schemas.microsoft.com/office/drawing/2014/main" id="{97954924-5146-9277-2E84-35D1E747623F}"/>
              </a:ext>
            </a:extLst>
          </p:cNvPr>
          <p:cNvCxnSpPr>
            <a:cxnSpLocks/>
            <a:stCxn id="270" idx="3"/>
            <a:endCxn id="278" idx="3"/>
          </p:cNvCxnSpPr>
          <p:nvPr/>
        </p:nvCxnSpPr>
        <p:spPr>
          <a:xfrm flipH="1">
            <a:off x="6702249" y="3754809"/>
            <a:ext cx="1236" cy="375745"/>
          </a:xfrm>
          <a:prstGeom prst="bentConnector3">
            <a:avLst>
              <a:gd name="adj1" fmla="val -1849514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99" name="Rechteck 298">
            <a:extLst>
              <a:ext uri="{FF2B5EF4-FFF2-40B4-BE49-F238E27FC236}">
                <a16:creationId xmlns:a16="http://schemas.microsoft.com/office/drawing/2014/main" id="{FDDC1CE6-9E23-39E4-DC53-9F82DE9BAEB2}"/>
              </a:ext>
            </a:extLst>
          </p:cNvPr>
          <p:cNvSpPr/>
          <p:nvPr/>
        </p:nvSpPr>
        <p:spPr bwMode="auto">
          <a:xfrm>
            <a:off x="4537799" y="1459582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0" name="Rechteck 299">
            <a:extLst>
              <a:ext uri="{FF2B5EF4-FFF2-40B4-BE49-F238E27FC236}">
                <a16:creationId xmlns:a16="http://schemas.microsoft.com/office/drawing/2014/main" id="{BBFF39DD-D21C-3045-137E-B0293DBD1DAE}"/>
              </a:ext>
            </a:extLst>
          </p:cNvPr>
          <p:cNvSpPr/>
          <p:nvPr/>
        </p:nvSpPr>
        <p:spPr bwMode="auto">
          <a:xfrm>
            <a:off x="4667385" y="1459581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2" name="Rechteck 301">
            <a:extLst>
              <a:ext uri="{FF2B5EF4-FFF2-40B4-BE49-F238E27FC236}">
                <a16:creationId xmlns:a16="http://schemas.microsoft.com/office/drawing/2014/main" id="{D6DE8885-C32F-9CF4-D060-C8F504BF8F78}"/>
              </a:ext>
            </a:extLst>
          </p:cNvPr>
          <p:cNvSpPr/>
          <p:nvPr/>
        </p:nvSpPr>
        <p:spPr bwMode="auto">
          <a:xfrm>
            <a:off x="4535309" y="217619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3" name="Rechteck 302">
            <a:extLst>
              <a:ext uri="{FF2B5EF4-FFF2-40B4-BE49-F238E27FC236}">
                <a16:creationId xmlns:a16="http://schemas.microsoft.com/office/drawing/2014/main" id="{E6F6AA86-1FE9-1E5F-7AE7-A5DE20818D43}"/>
              </a:ext>
            </a:extLst>
          </p:cNvPr>
          <p:cNvSpPr/>
          <p:nvPr/>
        </p:nvSpPr>
        <p:spPr bwMode="auto">
          <a:xfrm>
            <a:off x="4664895" y="2176195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4" name="Rechteck 303">
            <a:extLst>
              <a:ext uri="{FF2B5EF4-FFF2-40B4-BE49-F238E27FC236}">
                <a16:creationId xmlns:a16="http://schemas.microsoft.com/office/drawing/2014/main" id="{5513AFFE-618F-4ED0-186D-25E3A3A7F5D4}"/>
              </a:ext>
            </a:extLst>
          </p:cNvPr>
          <p:cNvSpPr/>
          <p:nvPr/>
        </p:nvSpPr>
        <p:spPr bwMode="auto">
          <a:xfrm>
            <a:off x="4669088" y="3713539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6" name="Rechteck 305">
            <a:extLst>
              <a:ext uri="{FF2B5EF4-FFF2-40B4-BE49-F238E27FC236}">
                <a16:creationId xmlns:a16="http://schemas.microsoft.com/office/drawing/2014/main" id="{E1275849-D489-F5DF-9F20-720136D1BB19}"/>
              </a:ext>
            </a:extLst>
          </p:cNvPr>
          <p:cNvSpPr/>
          <p:nvPr/>
        </p:nvSpPr>
        <p:spPr bwMode="auto">
          <a:xfrm>
            <a:off x="4667923" y="4189520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7" name="Rechteck 306">
            <a:extLst>
              <a:ext uri="{FF2B5EF4-FFF2-40B4-BE49-F238E27FC236}">
                <a16:creationId xmlns:a16="http://schemas.microsoft.com/office/drawing/2014/main" id="{007DCCC4-872C-6DBE-A585-3AEA18E767C8}"/>
              </a:ext>
            </a:extLst>
          </p:cNvPr>
          <p:cNvSpPr/>
          <p:nvPr/>
        </p:nvSpPr>
        <p:spPr bwMode="auto">
          <a:xfrm>
            <a:off x="4665862" y="4297578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B55A44AE-2E9C-EF84-41FB-A7117A873C4F}"/>
              </a:ext>
            </a:extLst>
          </p:cNvPr>
          <p:cNvSpPr/>
          <p:nvPr/>
        </p:nvSpPr>
        <p:spPr bwMode="auto">
          <a:xfrm>
            <a:off x="4668267" y="269530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9" name="Rechteck 308">
            <a:extLst>
              <a:ext uri="{FF2B5EF4-FFF2-40B4-BE49-F238E27FC236}">
                <a16:creationId xmlns:a16="http://schemas.microsoft.com/office/drawing/2014/main" id="{8CB59345-4529-F52D-B40A-A9E50A4D97CD}"/>
              </a:ext>
            </a:extLst>
          </p:cNvPr>
          <p:cNvSpPr/>
          <p:nvPr/>
        </p:nvSpPr>
        <p:spPr bwMode="auto">
          <a:xfrm>
            <a:off x="4666206" y="2803365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F0BD019D-9ECF-AD65-0CD3-C7B1D024C655}"/>
              </a:ext>
            </a:extLst>
          </p:cNvPr>
          <p:cNvSpPr/>
          <p:nvPr/>
        </p:nvSpPr>
        <p:spPr bwMode="auto">
          <a:xfrm>
            <a:off x="4664895" y="470465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15" name="Verbinder: gewinkelt 126">
            <a:extLst>
              <a:ext uri="{FF2B5EF4-FFF2-40B4-BE49-F238E27FC236}">
                <a16:creationId xmlns:a16="http://schemas.microsoft.com/office/drawing/2014/main" id="{0D3A3CA0-75FB-DE18-D56E-2F8B2EB6E061}"/>
              </a:ext>
            </a:extLst>
          </p:cNvPr>
          <p:cNvCxnSpPr>
            <a:cxnSpLocks/>
            <a:stCxn id="8" idx="3"/>
            <a:endCxn id="188" idx="3"/>
          </p:cNvCxnSpPr>
          <p:nvPr/>
        </p:nvCxnSpPr>
        <p:spPr>
          <a:xfrm>
            <a:off x="1710166" y="1240279"/>
            <a:ext cx="2625980" cy="1393954"/>
          </a:xfrm>
          <a:prstGeom prst="bentConnector3">
            <a:avLst>
              <a:gd name="adj1" fmla="val 1087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8" name="Verbinder: gewinkelt 126">
            <a:extLst>
              <a:ext uri="{FF2B5EF4-FFF2-40B4-BE49-F238E27FC236}">
                <a16:creationId xmlns:a16="http://schemas.microsoft.com/office/drawing/2014/main" id="{DF8A46C7-E817-DE8D-3FEC-D99BD0D11905}"/>
              </a:ext>
            </a:extLst>
          </p:cNvPr>
          <p:cNvCxnSpPr>
            <a:cxnSpLocks/>
            <a:stCxn id="131" idx="3"/>
            <a:endCxn id="199" idx="3"/>
          </p:cNvCxnSpPr>
          <p:nvPr/>
        </p:nvCxnSpPr>
        <p:spPr>
          <a:xfrm>
            <a:off x="1709379" y="1130623"/>
            <a:ext cx="2633116" cy="3941117"/>
          </a:xfrm>
          <a:prstGeom prst="bentConnector3">
            <a:avLst>
              <a:gd name="adj1" fmla="val 1133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11" name="Textfeld 44">
            <a:extLst>
              <a:ext uri="{FF2B5EF4-FFF2-40B4-BE49-F238E27FC236}">
                <a16:creationId xmlns:a16="http://schemas.microsoft.com/office/drawing/2014/main" id="{7C401DF7-8664-926C-7134-97BE48620A4E}"/>
              </a:ext>
            </a:extLst>
          </p:cNvPr>
          <p:cNvSpPr txBox="1"/>
          <p:nvPr/>
        </p:nvSpPr>
        <p:spPr>
          <a:xfrm>
            <a:off x="2658715" y="1387508"/>
            <a:ext cx="861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shared </a:t>
            </a:r>
            <a:b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port</a:t>
            </a:r>
          </a:p>
        </p:txBody>
      </p:sp>
      <p:sp>
        <p:nvSpPr>
          <p:cNvPr id="313" name="Freihandform: Form 312">
            <a:extLst>
              <a:ext uri="{FF2B5EF4-FFF2-40B4-BE49-F238E27FC236}">
                <a16:creationId xmlns:a16="http://schemas.microsoft.com/office/drawing/2014/main" id="{7D406555-B2A3-16DD-E3F3-724111FF0EA2}"/>
              </a:ext>
            </a:extLst>
          </p:cNvPr>
          <p:cNvSpPr/>
          <p:nvPr/>
        </p:nvSpPr>
        <p:spPr bwMode="auto">
          <a:xfrm>
            <a:off x="2543103" y="1929297"/>
            <a:ext cx="198120" cy="159560"/>
          </a:xfrm>
          <a:custGeom>
            <a:avLst/>
            <a:gdLst>
              <a:gd name="connsiteX0" fmla="*/ 198120 w 198120"/>
              <a:gd name="connsiteY0" fmla="*/ 0 h 228600"/>
              <a:gd name="connsiteX1" fmla="*/ 144780 w 198120"/>
              <a:gd name="connsiteY1" fmla="*/ 121920 h 228600"/>
              <a:gd name="connsiteX2" fmla="*/ 0 w 19812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28600">
                <a:moveTo>
                  <a:pt x="198120" y="0"/>
                </a:moveTo>
                <a:cubicBezTo>
                  <a:pt x="187960" y="41910"/>
                  <a:pt x="177800" y="83820"/>
                  <a:pt x="144780" y="121920"/>
                </a:cubicBezTo>
                <a:cubicBezTo>
                  <a:pt x="111760" y="160020"/>
                  <a:pt x="55880" y="194310"/>
                  <a:pt x="0" y="2286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Freihandform: Form 313">
            <a:extLst>
              <a:ext uri="{FF2B5EF4-FFF2-40B4-BE49-F238E27FC236}">
                <a16:creationId xmlns:a16="http://schemas.microsoft.com/office/drawing/2014/main" id="{9951C5D9-8D44-26E1-C210-8589D160E590}"/>
              </a:ext>
            </a:extLst>
          </p:cNvPr>
          <p:cNvSpPr/>
          <p:nvPr/>
        </p:nvSpPr>
        <p:spPr bwMode="auto">
          <a:xfrm>
            <a:off x="3242334" y="1703335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Textfeld 44">
            <a:extLst>
              <a:ext uri="{FF2B5EF4-FFF2-40B4-BE49-F238E27FC236}">
                <a16:creationId xmlns:a16="http://schemas.microsoft.com/office/drawing/2014/main" id="{DF971B77-3DBC-3AB3-D82C-F0A260980D8F}"/>
              </a:ext>
            </a:extLst>
          </p:cNvPr>
          <p:cNvSpPr txBox="1"/>
          <p:nvPr/>
        </p:nvSpPr>
        <p:spPr>
          <a:xfrm>
            <a:off x="2404028" y="3544785"/>
            <a:ext cx="1137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“normal” channel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16" name="Freihandform: Form 315">
            <a:extLst>
              <a:ext uri="{FF2B5EF4-FFF2-40B4-BE49-F238E27FC236}">
                <a16:creationId xmlns:a16="http://schemas.microsoft.com/office/drawing/2014/main" id="{4F819656-9CCF-7961-EA85-60640FA200E1}"/>
              </a:ext>
            </a:extLst>
          </p:cNvPr>
          <p:cNvSpPr/>
          <p:nvPr/>
        </p:nvSpPr>
        <p:spPr bwMode="auto">
          <a:xfrm>
            <a:off x="3243312" y="3825512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Textfeld 44">
            <a:extLst>
              <a:ext uri="{FF2B5EF4-FFF2-40B4-BE49-F238E27FC236}">
                <a16:creationId xmlns:a16="http://schemas.microsoft.com/office/drawing/2014/main" id="{18E34259-C1E8-5019-8BE8-EE4A39521DC3}"/>
              </a:ext>
            </a:extLst>
          </p:cNvPr>
          <p:cNvSpPr txBox="1"/>
          <p:nvPr/>
        </p:nvSpPr>
        <p:spPr>
          <a:xfrm>
            <a:off x="5264045" y="1661567"/>
            <a:ext cx="1402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same type</a:t>
            </a:r>
          </a:p>
        </p:txBody>
      </p:sp>
      <p:sp>
        <p:nvSpPr>
          <p:cNvPr id="320" name="Freihandform: Form 319">
            <a:extLst>
              <a:ext uri="{FF2B5EF4-FFF2-40B4-BE49-F238E27FC236}">
                <a16:creationId xmlns:a16="http://schemas.microsoft.com/office/drawing/2014/main" id="{DE5590E7-D97A-5180-2BA9-7B89EE2F4CB3}"/>
              </a:ext>
            </a:extLst>
          </p:cNvPr>
          <p:cNvSpPr/>
          <p:nvPr/>
        </p:nvSpPr>
        <p:spPr bwMode="auto">
          <a:xfrm>
            <a:off x="4901184" y="1789851"/>
            <a:ext cx="402336" cy="410805"/>
          </a:xfrm>
          <a:custGeom>
            <a:avLst/>
            <a:gdLst>
              <a:gd name="connsiteX0" fmla="*/ 402336 w 402336"/>
              <a:gd name="connsiteY0" fmla="*/ 63333 h 410805"/>
              <a:gd name="connsiteX1" fmla="*/ 97536 w 402336"/>
              <a:gd name="connsiteY1" fmla="*/ 26757 h 410805"/>
              <a:gd name="connsiteX2" fmla="*/ 0 w 402336"/>
              <a:gd name="connsiteY2" fmla="*/ 410805 h 41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336" h="410805">
                <a:moveTo>
                  <a:pt x="402336" y="63333"/>
                </a:moveTo>
                <a:cubicBezTo>
                  <a:pt x="283464" y="16089"/>
                  <a:pt x="164592" y="-31155"/>
                  <a:pt x="97536" y="26757"/>
                </a:cubicBezTo>
                <a:cubicBezTo>
                  <a:pt x="30480" y="84669"/>
                  <a:pt x="15240" y="247737"/>
                  <a:pt x="0" y="410805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Freihandform: Form 320">
            <a:extLst>
              <a:ext uri="{FF2B5EF4-FFF2-40B4-BE49-F238E27FC236}">
                <a16:creationId xmlns:a16="http://schemas.microsoft.com/office/drawing/2014/main" id="{3415FE13-0269-EC2A-30FD-AEA4A37B40E0}"/>
              </a:ext>
            </a:extLst>
          </p:cNvPr>
          <p:cNvSpPr/>
          <p:nvPr/>
        </p:nvSpPr>
        <p:spPr bwMode="auto">
          <a:xfrm>
            <a:off x="6321552" y="1816363"/>
            <a:ext cx="591312" cy="67301"/>
          </a:xfrm>
          <a:custGeom>
            <a:avLst/>
            <a:gdLst>
              <a:gd name="connsiteX0" fmla="*/ 0 w 591312"/>
              <a:gd name="connsiteY0" fmla="*/ 49013 h 67301"/>
              <a:gd name="connsiteX1" fmla="*/ 243840 w 591312"/>
              <a:gd name="connsiteY1" fmla="*/ 245 h 67301"/>
              <a:gd name="connsiteX2" fmla="*/ 591312 w 591312"/>
              <a:gd name="connsiteY2" fmla="*/ 67301 h 6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312" h="67301">
                <a:moveTo>
                  <a:pt x="0" y="49013"/>
                </a:moveTo>
                <a:cubicBezTo>
                  <a:pt x="72644" y="23105"/>
                  <a:pt x="145288" y="-2803"/>
                  <a:pt x="243840" y="245"/>
                </a:cubicBezTo>
                <a:cubicBezTo>
                  <a:pt x="342392" y="3293"/>
                  <a:pt x="466852" y="35297"/>
                  <a:pt x="591312" y="67301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Textfeld 169">
            <a:extLst>
              <a:ext uri="{FF2B5EF4-FFF2-40B4-BE49-F238E27FC236}">
                <a16:creationId xmlns:a16="http://schemas.microsoft.com/office/drawing/2014/main" id="{555D6EE3-49F1-B30F-8656-380310D0FD47}"/>
              </a:ext>
            </a:extLst>
          </p:cNvPr>
          <p:cNvSpPr txBox="1"/>
          <p:nvPr/>
        </p:nvSpPr>
        <p:spPr>
          <a:xfrm>
            <a:off x="449531" y="1647792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3" name="Textfeld 169">
            <a:extLst>
              <a:ext uri="{FF2B5EF4-FFF2-40B4-BE49-F238E27FC236}">
                <a16:creationId xmlns:a16="http://schemas.microsoft.com/office/drawing/2014/main" id="{567E4787-7F9D-8FEA-EB98-6E1CAECF6992}"/>
              </a:ext>
            </a:extLst>
          </p:cNvPr>
          <p:cNvSpPr txBox="1"/>
          <p:nvPr/>
        </p:nvSpPr>
        <p:spPr>
          <a:xfrm>
            <a:off x="1320774" y="2548708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4" name="Textfeld 169">
            <a:extLst>
              <a:ext uri="{FF2B5EF4-FFF2-40B4-BE49-F238E27FC236}">
                <a16:creationId xmlns:a16="http://schemas.microsoft.com/office/drawing/2014/main" id="{B0EAF131-699C-C36C-9861-D3F9AC7AE3CE}"/>
              </a:ext>
            </a:extLst>
          </p:cNvPr>
          <p:cNvSpPr txBox="1"/>
          <p:nvPr/>
        </p:nvSpPr>
        <p:spPr>
          <a:xfrm>
            <a:off x="1303179" y="3865489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7" name="Textfeld 44">
            <a:extLst>
              <a:ext uri="{FF2B5EF4-FFF2-40B4-BE49-F238E27FC236}">
                <a16:creationId xmlns:a16="http://schemas.microsoft.com/office/drawing/2014/main" id="{039F3778-3A6E-5584-1F15-71958FD66FFD}"/>
              </a:ext>
            </a:extLst>
          </p:cNvPr>
          <p:cNvSpPr txBox="1"/>
          <p:nvPr/>
        </p:nvSpPr>
        <p:spPr>
          <a:xfrm>
            <a:off x="6716185" y="4366103"/>
            <a:ext cx="966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no kind</a:t>
            </a:r>
          </a:p>
        </p:txBody>
      </p:sp>
      <p:sp>
        <p:nvSpPr>
          <p:cNvPr id="329" name="Freihandform: Form 328">
            <a:extLst>
              <a:ext uri="{FF2B5EF4-FFF2-40B4-BE49-F238E27FC236}">
                <a16:creationId xmlns:a16="http://schemas.microsoft.com/office/drawing/2014/main" id="{164458B7-8E79-A65E-C549-D3D33B17ECA6}"/>
              </a:ext>
            </a:extLst>
          </p:cNvPr>
          <p:cNvSpPr/>
          <p:nvPr/>
        </p:nvSpPr>
        <p:spPr bwMode="auto">
          <a:xfrm>
            <a:off x="6713220" y="4233364"/>
            <a:ext cx="381340" cy="220526"/>
          </a:xfrm>
          <a:custGeom>
            <a:avLst/>
            <a:gdLst>
              <a:gd name="connsiteX0" fmla="*/ 350520 w 381340"/>
              <a:gd name="connsiteY0" fmla="*/ 220526 h 220526"/>
              <a:gd name="connsiteX1" fmla="*/ 346710 w 381340"/>
              <a:gd name="connsiteY1" fmla="*/ 26216 h 220526"/>
              <a:gd name="connsiteX2" fmla="*/ 0 w 381340"/>
              <a:gd name="connsiteY2" fmla="*/ 7166 h 220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340" h="220526">
                <a:moveTo>
                  <a:pt x="350520" y="220526"/>
                </a:moveTo>
                <a:cubicBezTo>
                  <a:pt x="377825" y="141151"/>
                  <a:pt x="405130" y="61776"/>
                  <a:pt x="346710" y="26216"/>
                </a:cubicBezTo>
                <a:cubicBezTo>
                  <a:pt x="288290" y="-9344"/>
                  <a:pt x="144145" y="-1089"/>
                  <a:pt x="0" y="716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Rechteck 329">
            <a:extLst>
              <a:ext uri="{FF2B5EF4-FFF2-40B4-BE49-F238E27FC236}">
                <a16:creationId xmlns:a16="http://schemas.microsoft.com/office/drawing/2014/main" id="{3CFDAFFA-596F-A63F-5EA2-0635697F05C8}"/>
              </a:ext>
            </a:extLst>
          </p:cNvPr>
          <p:cNvSpPr/>
          <p:nvPr/>
        </p:nvSpPr>
        <p:spPr bwMode="auto">
          <a:xfrm rot="5400000">
            <a:off x="7049400" y="4295230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62" name="Verbinder: gewinkelt 126">
            <a:extLst>
              <a:ext uri="{FF2B5EF4-FFF2-40B4-BE49-F238E27FC236}">
                <a16:creationId xmlns:a16="http://schemas.microsoft.com/office/drawing/2014/main" id="{25E6DBFB-E070-834D-4EBB-5497F5E82349}"/>
              </a:ext>
            </a:extLst>
          </p:cNvPr>
          <p:cNvCxnSpPr>
            <a:cxnSpLocks/>
            <a:stCxn id="167" idx="3"/>
            <a:endCxn id="279" idx="3"/>
          </p:cNvCxnSpPr>
          <p:nvPr/>
        </p:nvCxnSpPr>
        <p:spPr>
          <a:xfrm flipH="1">
            <a:off x="6702249" y="3266089"/>
            <a:ext cx="1236" cy="1077006"/>
          </a:xfrm>
          <a:prstGeom prst="bentConnector3">
            <a:avLst>
              <a:gd name="adj1" fmla="val -3625048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1" name="Textfeld 44">
            <a:extLst>
              <a:ext uri="{FF2B5EF4-FFF2-40B4-BE49-F238E27FC236}">
                <a16:creationId xmlns:a16="http://schemas.microsoft.com/office/drawing/2014/main" id="{BADCC2AD-DC97-FC13-2467-A7D2D38E3D38}"/>
              </a:ext>
            </a:extLst>
          </p:cNvPr>
          <p:cNvSpPr txBox="1"/>
          <p:nvPr/>
        </p:nvSpPr>
        <p:spPr>
          <a:xfrm>
            <a:off x="6739672" y="2200656"/>
            <a:ext cx="11175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l/s&lt;float&gt;</a:t>
            </a:r>
          </a:p>
        </p:txBody>
      </p:sp>
      <p:sp>
        <p:nvSpPr>
          <p:cNvPr id="332" name="Freihandform: Form 331">
            <a:extLst>
              <a:ext uri="{FF2B5EF4-FFF2-40B4-BE49-F238E27FC236}">
                <a16:creationId xmlns:a16="http://schemas.microsoft.com/office/drawing/2014/main" id="{D5841DFD-D663-6507-A92D-638CA9CF9017}"/>
              </a:ext>
            </a:extLst>
          </p:cNvPr>
          <p:cNvSpPr/>
          <p:nvPr/>
        </p:nvSpPr>
        <p:spPr bwMode="auto">
          <a:xfrm>
            <a:off x="6710770" y="2067957"/>
            <a:ext cx="381340" cy="220526"/>
          </a:xfrm>
          <a:custGeom>
            <a:avLst/>
            <a:gdLst>
              <a:gd name="connsiteX0" fmla="*/ 350520 w 381340"/>
              <a:gd name="connsiteY0" fmla="*/ 220526 h 220526"/>
              <a:gd name="connsiteX1" fmla="*/ 346710 w 381340"/>
              <a:gd name="connsiteY1" fmla="*/ 26216 h 220526"/>
              <a:gd name="connsiteX2" fmla="*/ 0 w 381340"/>
              <a:gd name="connsiteY2" fmla="*/ 7166 h 220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340" h="220526">
                <a:moveTo>
                  <a:pt x="350520" y="220526"/>
                </a:moveTo>
                <a:cubicBezTo>
                  <a:pt x="377825" y="141151"/>
                  <a:pt x="405130" y="61776"/>
                  <a:pt x="346710" y="26216"/>
                </a:cubicBezTo>
                <a:cubicBezTo>
                  <a:pt x="288290" y="-9344"/>
                  <a:pt x="144145" y="-1089"/>
                  <a:pt x="0" y="7166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Rechteck 332">
            <a:extLst>
              <a:ext uri="{FF2B5EF4-FFF2-40B4-BE49-F238E27FC236}">
                <a16:creationId xmlns:a16="http://schemas.microsoft.com/office/drawing/2014/main" id="{3BBDEF33-E5E0-751C-146A-171D00AA0886}"/>
              </a:ext>
            </a:extLst>
          </p:cNvPr>
          <p:cNvSpPr/>
          <p:nvPr/>
        </p:nvSpPr>
        <p:spPr bwMode="auto">
          <a:xfrm>
            <a:off x="6904909" y="201909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65" name="Verbinder: gewinkelt 126">
            <a:extLst>
              <a:ext uri="{FF2B5EF4-FFF2-40B4-BE49-F238E27FC236}">
                <a16:creationId xmlns:a16="http://schemas.microsoft.com/office/drawing/2014/main" id="{A829BCB9-F369-7C30-15A6-2CAFC3EE0E94}"/>
              </a:ext>
            </a:extLst>
          </p:cNvPr>
          <p:cNvCxnSpPr>
            <a:cxnSpLocks/>
            <a:stCxn id="86" idx="3"/>
            <a:endCxn id="14" idx="3"/>
          </p:cNvCxnSpPr>
          <p:nvPr/>
        </p:nvCxnSpPr>
        <p:spPr>
          <a:xfrm>
            <a:off x="6703485" y="1506543"/>
            <a:ext cx="12700" cy="713349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73" name="AutoShape 40">
            <a:extLst>
              <a:ext uri="{FF2B5EF4-FFF2-40B4-BE49-F238E27FC236}">
                <a16:creationId xmlns:a16="http://schemas.microsoft.com/office/drawing/2014/main" id="{585DBA82-9D87-B1EB-CA3E-35DA5E9D61F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614662" y="3351726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CD</a:t>
            </a:r>
          </a:p>
        </p:txBody>
      </p:sp>
      <p:pic>
        <p:nvPicPr>
          <p:cNvPr id="510" name="Grafik 509">
            <a:extLst>
              <a:ext uri="{FF2B5EF4-FFF2-40B4-BE49-F238E27FC236}">
                <a16:creationId xmlns:a16="http://schemas.microsoft.com/office/drawing/2014/main" id="{98D29839-857D-97C1-D0F6-0E0237DA1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003" y="3379716"/>
            <a:ext cx="4653968" cy="256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8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9BF9D21-14D3-B113-7DA4-43C50D5CE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MA2Fenix</a:t>
            </a:r>
          </a:p>
        </p:txBody>
      </p:sp>
    </p:spTree>
    <p:extLst>
      <p:ext uri="{BB962C8B-B14F-4D97-AF65-F5344CB8AC3E}">
        <p14:creationId xmlns:p14="http://schemas.microsoft.com/office/powerpoint/2010/main" val="18315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feld 169">
            <a:extLst>
              <a:ext uri="{FF2B5EF4-FFF2-40B4-BE49-F238E27FC236}">
                <a16:creationId xmlns:a16="http://schemas.microsoft.com/office/drawing/2014/main" id="{544756ED-B840-C025-3A4C-68E29AE63FA0}"/>
              </a:ext>
            </a:extLst>
          </p:cNvPr>
          <p:cNvSpPr txBox="1"/>
          <p:nvPr/>
        </p:nvSpPr>
        <p:spPr>
          <a:xfrm>
            <a:off x="5398069" y="4168112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</p:txBody>
      </p:sp>
      <p:sp>
        <p:nvSpPr>
          <p:cNvPr id="111" name="Textfeld 169">
            <a:extLst>
              <a:ext uri="{FF2B5EF4-FFF2-40B4-BE49-F238E27FC236}">
                <a16:creationId xmlns:a16="http://schemas.microsoft.com/office/drawing/2014/main" id="{45D6BDE6-289B-2D23-835E-AC7D0CA2EF04}"/>
              </a:ext>
            </a:extLst>
          </p:cNvPr>
          <p:cNvSpPr txBox="1"/>
          <p:nvPr/>
        </p:nvSpPr>
        <p:spPr>
          <a:xfrm>
            <a:off x="5819997" y="4170374"/>
            <a:ext cx="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2472BEB-1624-80A2-0806-D1BFE12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CD4Function2Fenix</a:t>
            </a:r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E6D7175A-5FFA-CA72-4D0C-436B010B5E4D}"/>
              </a:ext>
            </a:extLst>
          </p:cNvPr>
          <p:cNvGrpSpPr/>
          <p:nvPr/>
        </p:nvGrpSpPr>
        <p:grpSpPr>
          <a:xfrm>
            <a:off x="5151175" y="3482805"/>
            <a:ext cx="1353657" cy="412750"/>
            <a:chOff x="7497215" y="4334214"/>
            <a:chExt cx="1414463" cy="412750"/>
          </a:xfrm>
        </p:grpSpPr>
        <p:grpSp>
          <p:nvGrpSpPr>
            <p:cNvPr id="85" name="Group 87">
              <a:extLst>
                <a:ext uri="{FF2B5EF4-FFF2-40B4-BE49-F238E27FC236}">
                  <a16:creationId xmlns:a16="http://schemas.microsoft.com/office/drawing/2014/main" id="{08879DE1-631C-B3E6-79A9-0BF722F6B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7215" y="4334214"/>
              <a:ext cx="1414463" cy="412750"/>
              <a:chOff x="3441" y="2592"/>
              <a:chExt cx="891" cy="260"/>
            </a:xfrm>
          </p:grpSpPr>
          <p:sp>
            <p:nvSpPr>
              <p:cNvPr id="87" name="Text Box 82">
                <a:extLst>
                  <a:ext uri="{FF2B5EF4-FFF2-40B4-BE49-F238E27FC236}">
                    <a16:creationId xmlns:a16="http://schemas.microsoft.com/office/drawing/2014/main" id="{CC66CF99-BB29-2EE8-6234-A661173090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4" y="2616"/>
                <a:ext cx="46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InPort</a:t>
                </a:r>
                <a:endPara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8" name="Rectangle 83">
                <a:extLst>
                  <a:ext uri="{FF2B5EF4-FFF2-40B4-BE49-F238E27FC236}">
                    <a16:creationId xmlns:a16="http://schemas.microsoft.com/office/drawing/2014/main" id="{183A5675-C351-2D8D-7F51-457DE51C9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86" name="Textfeld 169">
              <a:extLst>
                <a:ext uri="{FF2B5EF4-FFF2-40B4-BE49-F238E27FC236}">
                  <a16:creationId xmlns:a16="http://schemas.microsoft.com/office/drawing/2014/main" id="{B71A5076-E84E-8975-93B3-6862861D1C53}"/>
                </a:ext>
              </a:extLst>
            </p:cNvPr>
            <p:cNvSpPr txBox="1"/>
            <p:nvPr/>
          </p:nvSpPr>
          <p:spPr>
            <a:xfrm>
              <a:off x="8446813" y="4334624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20E5E315-5EC4-A924-2F47-D8E0B1C571D1}"/>
              </a:ext>
            </a:extLst>
          </p:cNvPr>
          <p:cNvGrpSpPr/>
          <p:nvPr/>
        </p:nvGrpSpPr>
        <p:grpSpPr>
          <a:xfrm>
            <a:off x="5147741" y="4430450"/>
            <a:ext cx="1357920" cy="412750"/>
            <a:chOff x="9978688" y="4334214"/>
            <a:chExt cx="1414463" cy="412750"/>
          </a:xfrm>
        </p:grpSpPr>
        <p:grpSp>
          <p:nvGrpSpPr>
            <p:cNvPr id="90" name="Group 87">
              <a:extLst>
                <a:ext uri="{FF2B5EF4-FFF2-40B4-BE49-F238E27FC236}">
                  <a16:creationId xmlns:a16="http://schemas.microsoft.com/office/drawing/2014/main" id="{E78A8A73-5FBD-78F1-1CD7-72D7C4018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8688" y="4334214"/>
              <a:ext cx="1414463" cy="412750"/>
              <a:chOff x="3441" y="2592"/>
              <a:chExt cx="891" cy="260"/>
            </a:xfrm>
          </p:grpSpPr>
          <p:sp>
            <p:nvSpPr>
              <p:cNvPr id="94" name="Text Box 82">
                <a:extLst>
                  <a:ext uri="{FF2B5EF4-FFF2-40B4-BE49-F238E27FC236}">
                    <a16:creationId xmlns:a16="http://schemas.microsoft.com/office/drawing/2014/main" id="{A0D32A82-610F-BB3D-5A3C-F59093EC15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4" y="2616"/>
                <a:ext cx="56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OutPort</a:t>
                </a:r>
                <a:endPara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98" name="Rectangle 83">
                <a:extLst>
                  <a:ext uri="{FF2B5EF4-FFF2-40B4-BE49-F238E27FC236}">
                    <a16:creationId xmlns:a16="http://schemas.microsoft.com/office/drawing/2014/main" id="{B68FA06F-4BE7-D52C-F927-B0BB2C0E3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91" name="Textfeld 169">
              <a:extLst>
                <a:ext uri="{FF2B5EF4-FFF2-40B4-BE49-F238E27FC236}">
                  <a16:creationId xmlns:a16="http://schemas.microsoft.com/office/drawing/2014/main" id="{FAE0DB3F-D9C9-DCD8-50E4-7F7ACFA3E93D}"/>
                </a:ext>
              </a:extLst>
            </p:cNvPr>
            <p:cNvSpPr txBox="1"/>
            <p:nvPr/>
          </p:nvSpPr>
          <p:spPr>
            <a:xfrm>
              <a:off x="10112009" y="4335290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grpSp>
        <p:nvGrpSpPr>
          <p:cNvPr id="130" name="Group 87">
            <a:extLst>
              <a:ext uri="{FF2B5EF4-FFF2-40B4-BE49-F238E27FC236}">
                <a16:creationId xmlns:a16="http://schemas.microsoft.com/office/drawing/2014/main" id="{C2C111F6-8533-1094-3AE6-5B4B711A78AA}"/>
              </a:ext>
            </a:extLst>
          </p:cNvPr>
          <p:cNvGrpSpPr>
            <a:grpSpLocks/>
          </p:cNvGrpSpPr>
          <p:nvPr/>
        </p:nvGrpSpPr>
        <p:grpSpPr bwMode="auto">
          <a:xfrm>
            <a:off x="7889888" y="4430450"/>
            <a:ext cx="1414463" cy="412750"/>
            <a:chOff x="3441" y="2592"/>
            <a:chExt cx="891" cy="260"/>
          </a:xfrm>
        </p:grpSpPr>
        <p:sp>
          <p:nvSpPr>
            <p:cNvPr id="131" name="Text Box 82">
              <a:extLst>
                <a:ext uri="{FF2B5EF4-FFF2-40B4-BE49-F238E27FC236}">
                  <a16:creationId xmlns:a16="http://schemas.microsoft.com/office/drawing/2014/main" id="{3BEE62D8-0955-E8FE-34F9-2559A3908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8" y="2616"/>
              <a:ext cx="374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Kind</a:t>
              </a:r>
            </a:p>
          </p:txBody>
        </p:sp>
        <p:sp>
          <p:nvSpPr>
            <p:cNvPr id="132" name="Rectangle 83">
              <a:extLst>
                <a:ext uri="{FF2B5EF4-FFF2-40B4-BE49-F238E27FC236}">
                  <a16:creationId xmlns:a16="http://schemas.microsoft.com/office/drawing/2014/main" id="{BDC23866-7E6E-7F91-9386-140010FC1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2592"/>
              <a:ext cx="891" cy="26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2" name="Verbinder: gewinkelt 87">
            <a:extLst>
              <a:ext uri="{FF2B5EF4-FFF2-40B4-BE49-F238E27FC236}">
                <a16:creationId xmlns:a16="http://schemas.microsoft.com/office/drawing/2014/main" id="{E78214E8-980F-73A0-1988-80B2005C57C1}"/>
              </a:ext>
            </a:extLst>
          </p:cNvPr>
          <p:cNvCxnSpPr>
            <a:cxnSpLocks/>
            <a:stCxn id="88" idx="3"/>
            <a:endCxn id="116" idx="3"/>
          </p:cNvCxnSpPr>
          <p:nvPr/>
        </p:nvCxnSpPr>
        <p:spPr>
          <a:xfrm flipV="1">
            <a:off x="6504832" y="3514055"/>
            <a:ext cx="281464" cy="17512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6" name="Verbinder: gewinkelt 87">
            <a:extLst>
              <a:ext uri="{FF2B5EF4-FFF2-40B4-BE49-F238E27FC236}">
                <a16:creationId xmlns:a16="http://schemas.microsoft.com/office/drawing/2014/main" id="{510E37C7-F6E9-F32D-26D2-97D83A40CB66}"/>
              </a:ext>
            </a:extLst>
          </p:cNvPr>
          <p:cNvCxnSpPr>
            <a:cxnSpLocks/>
            <a:stCxn id="98" idx="3"/>
            <a:endCxn id="116" idx="3"/>
          </p:cNvCxnSpPr>
          <p:nvPr/>
        </p:nvCxnSpPr>
        <p:spPr>
          <a:xfrm flipV="1">
            <a:off x="6505661" y="3514055"/>
            <a:ext cx="280635" cy="1122770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none" w="med" len="med"/>
          </a:ln>
        </p:spPr>
      </p:cxnSp>
      <p:cxnSp>
        <p:nvCxnSpPr>
          <p:cNvPr id="21" name="Verbinder: gewinkelt 87">
            <a:extLst>
              <a:ext uri="{FF2B5EF4-FFF2-40B4-BE49-F238E27FC236}">
                <a16:creationId xmlns:a16="http://schemas.microsoft.com/office/drawing/2014/main" id="{ACF79AE6-0C37-92CA-3E62-D662C3D6344B}"/>
              </a:ext>
            </a:extLst>
          </p:cNvPr>
          <p:cNvCxnSpPr>
            <a:cxnSpLocks/>
            <a:stCxn id="120" idx="2"/>
            <a:endCxn id="108" idx="1"/>
          </p:cNvCxnSpPr>
          <p:nvPr/>
        </p:nvCxnSpPr>
        <p:spPr>
          <a:xfrm rot="16200000" flipH="1">
            <a:off x="7359079" y="3165799"/>
            <a:ext cx="482588" cy="574264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F4C1D47-193E-F9D7-05CA-EB6617727CC6}"/>
              </a:ext>
            </a:extLst>
          </p:cNvPr>
          <p:cNvCxnSpPr>
            <a:cxnSpLocks/>
            <a:stCxn id="123" idx="2"/>
            <a:endCxn id="108" idx="0"/>
          </p:cNvCxnSpPr>
          <p:nvPr/>
        </p:nvCxnSpPr>
        <p:spPr>
          <a:xfrm>
            <a:off x="8594736" y="2168396"/>
            <a:ext cx="1" cy="131945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FD7B3C0-AE8C-95A0-8A04-F26B9239DD1B}"/>
              </a:ext>
            </a:extLst>
          </p:cNvPr>
          <p:cNvCxnSpPr>
            <a:cxnSpLocks/>
            <a:stCxn id="63" idx="0"/>
            <a:endCxn id="132" idx="0"/>
          </p:cNvCxnSpPr>
          <p:nvPr/>
        </p:nvCxnSpPr>
        <p:spPr>
          <a:xfrm>
            <a:off x="8594737" y="4159597"/>
            <a:ext cx="2383" cy="270853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1BF91FA5-D920-0099-1F3D-665E88A4BD7A}"/>
              </a:ext>
            </a:extLst>
          </p:cNvPr>
          <p:cNvCxnSpPr>
            <a:cxnSpLocks/>
            <a:stCxn id="98" idx="0"/>
            <a:endCxn id="88" idx="2"/>
          </p:cNvCxnSpPr>
          <p:nvPr/>
        </p:nvCxnSpPr>
        <p:spPr>
          <a:xfrm flipV="1">
            <a:off x="5826701" y="3895555"/>
            <a:ext cx="1303" cy="534895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06CF1CF-F314-C363-F4CB-09387A4773FB}"/>
              </a:ext>
            </a:extLst>
          </p:cNvPr>
          <p:cNvGrpSpPr/>
          <p:nvPr/>
        </p:nvGrpSpPr>
        <p:grpSpPr>
          <a:xfrm>
            <a:off x="3590636" y="1754155"/>
            <a:ext cx="1930787" cy="415732"/>
            <a:chOff x="5746196" y="1700350"/>
            <a:chExt cx="1930787" cy="415732"/>
          </a:xfrm>
        </p:grpSpPr>
        <p:cxnSp>
          <p:nvCxnSpPr>
            <p:cNvPr id="47" name="Verbinder: gewinkelt 87">
              <a:extLst>
                <a:ext uri="{FF2B5EF4-FFF2-40B4-BE49-F238E27FC236}">
                  <a16:creationId xmlns:a16="http://schemas.microsoft.com/office/drawing/2014/main" id="{9BD66F53-02F8-0245-5342-5DB7E16F73E5}"/>
                </a:ext>
              </a:extLst>
            </p:cNvPr>
            <p:cNvCxnSpPr>
              <a:cxnSpLocks/>
              <a:stCxn id="74" idx="2"/>
              <a:endCxn id="57" idx="0"/>
            </p:cNvCxnSpPr>
            <p:nvPr/>
          </p:nvCxnSpPr>
          <p:spPr>
            <a:xfrm rot="10800000" flipH="1">
              <a:off x="5746196" y="1700351"/>
              <a:ext cx="965428" cy="213027"/>
            </a:xfrm>
            <a:prstGeom prst="bentConnector4">
              <a:avLst>
                <a:gd name="adj1" fmla="val -19321"/>
                <a:gd name="adj2" fmla="val 20731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</p:spPr>
        </p:cxnSp>
        <p:sp>
          <p:nvSpPr>
            <p:cNvPr id="48" name="Text Box 82">
              <a:extLst>
                <a:ext uri="{FF2B5EF4-FFF2-40B4-BE49-F238E27FC236}">
                  <a16:creationId xmlns:a16="http://schemas.microsoft.com/office/drawing/2014/main" id="{2E6CCE68-4D26-3E46-3B4B-C83A7CA52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5055" y="1738450"/>
              <a:ext cx="969963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Function</a:t>
              </a:r>
            </a:p>
          </p:txBody>
        </p:sp>
        <p:sp>
          <p:nvSpPr>
            <p:cNvPr id="57" name="Rectangle 83">
              <a:extLst>
                <a:ext uri="{FF2B5EF4-FFF2-40B4-BE49-F238E27FC236}">
                  <a16:creationId xmlns:a16="http://schemas.microsoft.com/office/drawing/2014/main" id="{6C69CBA5-6820-2D85-A9E6-F0D687810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4392" y="1700350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4" name="AutoShape 50">
              <a:extLst>
                <a:ext uri="{FF2B5EF4-FFF2-40B4-BE49-F238E27FC236}">
                  <a16:creationId xmlns:a16="http://schemas.microsoft.com/office/drawing/2014/main" id="{4BCB37B3-246C-B80E-0B3B-27CE4BD5E8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788264" y="1787170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5" name="Textfeld 169">
              <a:extLst>
                <a:ext uri="{FF2B5EF4-FFF2-40B4-BE49-F238E27FC236}">
                  <a16:creationId xmlns:a16="http://schemas.microsoft.com/office/drawing/2014/main" id="{A742F8FD-B8DE-99D1-3A56-9FF3B4EC2CF2}"/>
                </a:ext>
              </a:extLst>
            </p:cNvPr>
            <p:cNvSpPr txBox="1"/>
            <p:nvPr/>
          </p:nvSpPr>
          <p:spPr>
            <a:xfrm>
              <a:off x="6283785" y="1895925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6" name="Textfeld 169">
              <a:extLst>
                <a:ext uri="{FF2B5EF4-FFF2-40B4-BE49-F238E27FC236}">
                  <a16:creationId xmlns:a16="http://schemas.microsoft.com/office/drawing/2014/main" id="{AA661F45-9377-AAD5-8921-3D60F173FBBC}"/>
                </a:ext>
              </a:extLst>
            </p:cNvPr>
            <p:cNvSpPr txBox="1"/>
            <p:nvPr/>
          </p:nvSpPr>
          <p:spPr>
            <a:xfrm>
              <a:off x="6847764" y="1900638"/>
              <a:ext cx="29835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8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81" name="AutoShape 50">
              <a:extLst>
                <a:ext uri="{FF2B5EF4-FFF2-40B4-BE49-F238E27FC236}">
                  <a16:creationId xmlns:a16="http://schemas.microsoft.com/office/drawing/2014/main" id="{7FBB79BE-5472-26D3-14BB-4674C5C0A1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466639" y="1782011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66" name="Textfeld 169">
            <a:extLst>
              <a:ext uri="{FF2B5EF4-FFF2-40B4-BE49-F238E27FC236}">
                <a16:creationId xmlns:a16="http://schemas.microsoft.com/office/drawing/2014/main" id="{7A66C475-C575-3B52-6A3D-CB34A715C6E5}"/>
              </a:ext>
            </a:extLst>
          </p:cNvPr>
          <p:cNvSpPr txBox="1"/>
          <p:nvPr/>
        </p:nvSpPr>
        <p:spPr>
          <a:xfrm>
            <a:off x="4549445" y="151901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68" name="Textfeld 169">
            <a:extLst>
              <a:ext uri="{FF2B5EF4-FFF2-40B4-BE49-F238E27FC236}">
                <a16:creationId xmlns:a16="http://schemas.microsoft.com/office/drawing/2014/main" id="{9282EF4C-19BB-40F8-96CB-B9980AB3981C}"/>
              </a:ext>
            </a:extLst>
          </p:cNvPr>
          <p:cNvSpPr txBox="1"/>
          <p:nvPr/>
        </p:nvSpPr>
        <p:spPr>
          <a:xfrm>
            <a:off x="7317331" y="1942938"/>
            <a:ext cx="5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state</a:t>
            </a:r>
          </a:p>
        </p:txBody>
      </p:sp>
      <p:sp>
        <p:nvSpPr>
          <p:cNvPr id="69" name="Textfeld 169">
            <a:extLst>
              <a:ext uri="{FF2B5EF4-FFF2-40B4-BE49-F238E27FC236}">
                <a16:creationId xmlns:a16="http://schemas.microsoft.com/office/drawing/2014/main" id="{C360610D-FC9F-4055-0CFF-58ECA127EB77}"/>
              </a:ext>
            </a:extLst>
          </p:cNvPr>
          <p:cNvSpPr txBox="1"/>
          <p:nvPr/>
        </p:nvSpPr>
        <p:spPr>
          <a:xfrm>
            <a:off x="7603998" y="168770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5B3519F-5A9B-181D-818C-0019A1D6B38B}"/>
              </a:ext>
            </a:extLst>
          </p:cNvPr>
          <p:cNvGrpSpPr/>
          <p:nvPr/>
        </p:nvGrpSpPr>
        <p:grpSpPr>
          <a:xfrm>
            <a:off x="7889888" y="1755646"/>
            <a:ext cx="1410052" cy="412750"/>
            <a:chOff x="6133049" y="1935065"/>
            <a:chExt cx="1410052" cy="412750"/>
          </a:xfrm>
        </p:grpSpPr>
        <p:sp>
          <p:nvSpPr>
            <p:cNvPr id="121" name="Text Box 82">
              <a:extLst>
                <a:ext uri="{FF2B5EF4-FFF2-40B4-BE49-F238E27FC236}">
                  <a16:creationId xmlns:a16="http://schemas.microsoft.com/office/drawing/2014/main" id="{DB97B62D-7852-1951-5753-9C8B3D4A7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3753" y="1973165"/>
              <a:ext cx="84670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Stream</a:t>
              </a:r>
            </a:p>
          </p:txBody>
        </p:sp>
        <p:sp>
          <p:nvSpPr>
            <p:cNvPr id="123" name="Rectangle 83">
              <a:extLst>
                <a:ext uri="{FF2B5EF4-FFF2-40B4-BE49-F238E27FC236}">
                  <a16:creationId xmlns:a16="http://schemas.microsoft.com/office/drawing/2014/main" id="{BF5759FB-D2C0-3651-529A-95B580D8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3049" y="1935065"/>
              <a:ext cx="1409695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4" name="Textfeld 169">
              <a:extLst>
                <a:ext uri="{FF2B5EF4-FFF2-40B4-BE49-F238E27FC236}">
                  <a16:creationId xmlns:a16="http://schemas.microsoft.com/office/drawing/2014/main" id="{67432E70-327C-5769-D573-FF8AA74DAFF9}"/>
                </a:ext>
              </a:extLst>
            </p:cNvPr>
            <p:cNvSpPr txBox="1"/>
            <p:nvPr/>
          </p:nvSpPr>
          <p:spPr>
            <a:xfrm>
              <a:off x="6329512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5" name="Textfeld 169">
              <a:extLst>
                <a:ext uri="{FF2B5EF4-FFF2-40B4-BE49-F238E27FC236}">
                  <a16:creationId xmlns:a16="http://schemas.microsoft.com/office/drawing/2014/main" id="{C8B76388-0F8E-C1DE-3B10-A902B3179C02}"/>
                </a:ext>
              </a:extLst>
            </p:cNvPr>
            <p:cNvSpPr txBox="1"/>
            <p:nvPr/>
          </p:nvSpPr>
          <p:spPr>
            <a:xfrm>
              <a:off x="7035803" y="1935116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9" name="Textfeld 169">
              <a:extLst>
                <a:ext uri="{FF2B5EF4-FFF2-40B4-BE49-F238E27FC236}">
                  <a16:creationId xmlns:a16="http://schemas.microsoft.com/office/drawing/2014/main" id="{5C9F63D6-6797-9E22-329B-792FA6544F76}"/>
                </a:ext>
              </a:extLst>
            </p:cNvPr>
            <p:cNvSpPr txBox="1"/>
            <p:nvPr/>
          </p:nvSpPr>
          <p:spPr>
            <a:xfrm>
              <a:off x="6231404" y="2189581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0" name="Textfeld 169">
              <a:extLst>
                <a:ext uri="{FF2B5EF4-FFF2-40B4-BE49-F238E27FC236}">
                  <a16:creationId xmlns:a16="http://schemas.microsoft.com/office/drawing/2014/main" id="{95D28428-8C6A-10F6-4129-8E98A8E7D605}"/>
                </a:ext>
              </a:extLst>
            </p:cNvPr>
            <p:cNvSpPr txBox="1"/>
            <p:nvPr/>
          </p:nvSpPr>
          <p:spPr>
            <a:xfrm>
              <a:off x="7244743" y="1984753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71" name="Textfeld 169">
              <a:extLst>
                <a:ext uri="{FF2B5EF4-FFF2-40B4-BE49-F238E27FC236}">
                  <a16:creationId xmlns:a16="http://schemas.microsoft.com/office/drawing/2014/main" id="{70AB998D-93B2-4237-B4A2-12065D6F97BE}"/>
                </a:ext>
              </a:extLst>
            </p:cNvPr>
            <p:cNvSpPr txBox="1"/>
            <p:nvPr/>
          </p:nvSpPr>
          <p:spPr>
            <a:xfrm>
              <a:off x="7244743" y="216331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04" name="Textfeld 169">
            <a:extLst>
              <a:ext uri="{FF2B5EF4-FFF2-40B4-BE49-F238E27FC236}">
                <a16:creationId xmlns:a16="http://schemas.microsoft.com/office/drawing/2014/main" id="{5BC84E8F-A35F-A352-1E52-E02675B7D1FB}"/>
              </a:ext>
            </a:extLst>
          </p:cNvPr>
          <p:cNvSpPr txBox="1"/>
          <p:nvPr/>
        </p:nvSpPr>
        <p:spPr>
          <a:xfrm>
            <a:off x="4880582" y="370287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5" name="Textfeld 169">
            <a:extLst>
              <a:ext uri="{FF2B5EF4-FFF2-40B4-BE49-F238E27FC236}">
                <a16:creationId xmlns:a16="http://schemas.microsoft.com/office/drawing/2014/main" id="{702B0F8E-D738-AD6F-1862-AD36BE633553}"/>
              </a:ext>
            </a:extLst>
          </p:cNvPr>
          <p:cNvSpPr txBox="1"/>
          <p:nvPr/>
        </p:nvSpPr>
        <p:spPr>
          <a:xfrm>
            <a:off x="4823936" y="431017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09" name="Textfeld 169">
            <a:extLst>
              <a:ext uri="{FF2B5EF4-FFF2-40B4-BE49-F238E27FC236}">
                <a16:creationId xmlns:a16="http://schemas.microsoft.com/office/drawing/2014/main" id="{76D7673B-AF82-00F2-8198-406F547CA2EA}"/>
              </a:ext>
            </a:extLst>
          </p:cNvPr>
          <p:cNvSpPr txBox="1"/>
          <p:nvPr/>
        </p:nvSpPr>
        <p:spPr>
          <a:xfrm>
            <a:off x="5507499" y="3851342"/>
            <a:ext cx="328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</a:p>
        </p:txBody>
      </p:sp>
      <p:sp>
        <p:nvSpPr>
          <p:cNvPr id="110" name="Textfeld 169">
            <a:extLst>
              <a:ext uri="{FF2B5EF4-FFF2-40B4-BE49-F238E27FC236}">
                <a16:creationId xmlns:a16="http://schemas.microsoft.com/office/drawing/2014/main" id="{DB071100-D853-40E9-1BD9-36E255024260}"/>
              </a:ext>
            </a:extLst>
          </p:cNvPr>
          <p:cNvSpPr txBox="1"/>
          <p:nvPr/>
        </p:nvSpPr>
        <p:spPr>
          <a:xfrm>
            <a:off x="5788133" y="3901509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75561C5-77E1-02C4-9FE4-EDB9F8608322}"/>
              </a:ext>
            </a:extLst>
          </p:cNvPr>
          <p:cNvGrpSpPr/>
          <p:nvPr/>
        </p:nvGrpSpPr>
        <p:grpSpPr>
          <a:xfrm>
            <a:off x="6079066" y="2801364"/>
            <a:ext cx="1415104" cy="712691"/>
            <a:chOff x="4164286" y="2980783"/>
            <a:chExt cx="1415104" cy="712691"/>
          </a:xfrm>
        </p:grpSpPr>
        <p:grpSp>
          <p:nvGrpSpPr>
            <p:cNvPr id="115" name="Group 87">
              <a:extLst>
                <a:ext uri="{FF2B5EF4-FFF2-40B4-BE49-F238E27FC236}">
                  <a16:creationId xmlns:a16="http://schemas.microsoft.com/office/drawing/2014/main" id="{9235F5D3-5A12-B93E-A970-0DFF85250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4286" y="2980783"/>
              <a:ext cx="1414463" cy="412750"/>
              <a:chOff x="3441" y="2592"/>
              <a:chExt cx="891" cy="260"/>
            </a:xfrm>
          </p:grpSpPr>
          <p:sp>
            <p:nvSpPr>
              <p:cNvPr id="117" name="Text Box 82">
                <a:extLst>
                  <a:ext uri="{FF2B5EF4-FFF2-40B4-BE49-F238E27FC236}">
                    <a16:creationId xmlns:a16="http://schemas.microsoft.com/office/drawing/2014/main" id="{6364B172-4927-CA14-8041-03FD85DB2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8" y="2616"/>
                <a:ext cx="354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de-DE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rPr>
                  <a:t>Port</a:t>
                </a:r>
              </a:p>
            </p:txBody>
          </p:sp>
          <p:sp>
            <p:nvSpPr>
              <p:cNvPr id="118" name="Rectangle 83">
                <a:extLst>
                  <a:ext uri="{FF2B5EF4-FFF2-40B4-BE49-F238E27FC236}">
                    <a16:creationId xmlns:a16="http://schemas.microsoft.com/office/drawing/2014/main" id="{ABA119B7-07A6-01C7-76FA-824327710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1" y="2592"/>
                <a:ext cx="891" cy="260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116" name="AutoShape 37">
              <a:extLst>
                <a:ext uri="{FF2B5EF4-FFF2-40B4-BE49-F238E27FC236}">
                  <a16:creationId xmlns:a16="http://schemas.microsoft.com/office/drawing/2014/main" id="{5708A57A-2241-BE1F-2238-61CC9652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116" y="3402961"/>
              <a:ext cx="304800" cy="29051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13" name="Textfeld 169">
              <a:extLst>
                <a:ext uri="{FF2B5EF4-FFF2-40B4-BE49-F238E27FC236}">
                  <a16:creationId xmlns:a16="http://schemas.microsoft.com/office/drawing/2014/main" id="{3FDBF117-AC16-0CE1-E857-A2C897DBAF22}"/>
                </a:ext>
              </a:extLst>
            </p:cNvPr>
            <p:cNvSpPr txBox="1"/>
            <p:nvPr/>
          </p:nvSpPr>
          <p:spPr>
            <a:xfrm>
              <a:off x="5281032" y="300462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  <p:sp>
          <p:nvSpPr>
            <p:cNvPr id="120" name="Textfeld 169">
              <a:extLst>
                <a:ext uri="{FF2B5EF4-FFF2-40B4-BE49-F238E27FC236}">
                  <a16:creationId xmlns:a16="http://schemas.microsoft.com/office/drawing/2014/main" id="{62505F43-22F5-C76F-72BD-A546837054CE}"/>
                </a:ext>
              </a:extLst>
            </p:cNvPr>
            <p:cNvSpPr txBox="1"/>
            <p:nvPr/>
          </p:nvSpPr>
          <p:spPr>
            <a:xfrm>
              <a:off x="5249282" y="3237168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35" name="Textfeld 169">
            <a:extLst>
              <a:ext uri="{FF2B5EF4-FFF2-40B4-BE49-F238E27FC236}">
                <a16:creationId xmlns:a16="http://schemas.microsoft.com/office/drawing/2014/main" id="{7F28EFBB-45F7-626C-3B51-7E592B2F483A}"/>
              </a:ext>
            </a:extLst>
          </p:cNvPr>
          <p:cNvSpPr txBox="1"/>
          <p:nvPr/>
        </p:nvSpPr>
        <p:spPr>
          <a:xfrm>
            <a:off x="8081921" y="2211276"/>
            <a:ext cx="489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</a:rPr>
              <a:t>0..1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B7C03D2D-AC68-2259-7EE6-C3530266FFF7}"/>
              </a:ext>
            </a:extLst>
          </p:cNvPr>
          <p:cNvGrpSpPr/>
          <p:nvPr/>
        </p:nvGrpSpPr>
        <p:grpSpPr>
          <a:xfrm>
            <a:off x="7887505" y="3487850"/>
            <a:ext cx="1414463" cy="671747"/>
            <a:chOff x="6130666" y="3341842"/>
            <a:chExt cx="1414463" cy="671747"/>
          </a:xfrm>
        </p:grpSpPr>
        <p:sp>
          <p:nvSpPr>
            <p:cNvPr id="107" name="Text Box 82">
              <a:extLst>
                <a:ext uri="{FF2B5EF4-FFF2-40B4-BE49-F238E27FC236}">
                  <a16:creationId xmlns:a16="http://schemas.microsoft.com/office/drawing/2014/main" id="{89B7DD98-5465-6A8B-D0B9-3D672639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1191" y="3379942"/>
              <a:ext cx="62865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Type</a:t>
              </a:r>
            </a:p>
          </p:txBody>
        </p:sp>
        <p:sp>
          <p:nvSpPr>
            <p:cNvPr id="108" name="Rectangle 83">
              <a:extLst>
                <a:ext uri="{FF2B5EF4-FFF2-40B4-BE49-F238E27FC236}">
                  <a16:creationId xmlns:a16="http://schemas.microsoft.com/office/drawing/2014/main" id="{6344571D-9725-529C-61F1-398BAB5C6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0666" y="3341842"/>
              <a:ext cx="1414463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3" name="AutoShape 50">
              <a:extLst>
                <a:ext uri="{FF2B5EF4-FFF2-40B4-BE49-F238E27FC236}">
                  <a16:creationId xmlns:a16="http://schemas.microsoft.com/office/drawing/2014/main" id="{66FEB1FD-044A-6BAA-171B-172122658B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53761" y="3761177"/>
              <a:ext cx="168275" cy="252412"/>
            </a:xfrm>
            <a:prstGeom prst="diamond">
              <a:avLst/>
            </a:prstGeom>
            <a:solidFill>
              <a:sysClr val="windowText" lastClr="000000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6" name="Textfeld 169">
              <a:extLst>
                <a:ext uri="{FF2B5EF4-FFF2-40B4-BE49-F238E27FC236}">
                  <a16:creationId xmlns:a16="http://schemas.microsoft.com/office/drawing/2014/main" id="{3B1220EA-3474-1410-3E4B-D09C4774D7C4}"/>
                </a:ext>
              </a:extLst>
            </p:cNvPr>
            <p:cNvSpPr txBox="1"/>
            <p:nvPr/>
          </p:nvSpPr>
          <p:spPr>
            <a:xfrm>
              <a:off x="7172157" y="3602244"/>
              <a:ext cx="298358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400" dirty="0">
                  <a:solidFill>
                    <a:prstClr val="black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rPr>
                <a:t> </a:t>
              </a:r>
            </a:p>
          </p:txBody>
        </p:sp>
      </p:grpSp>
      <p:sp>
        <p:nvSpPr>
          <p:cNvPr id="174" name="Textfeld 169">
            <a:extLst>
              <a:ext uri="{FF2B5EF4-FFF2-40B4-BE49-F238E27FC236}">
                <a16:creationId xmlns:a16="http://schemas.microsoft.com/office/drawing/2014/main" id="{F8379769-3C79-2C5E-AD2F-30A7EAEB5323}"/>
              </a:ext>
            </a:extLst>
          </p:cNvPr>
          <p:cNvSpPr txBox="1"/>
          <p:nvPr/>
        </p:nvSpPr>
        <p:spPr>
          <a:xfrm>
            <a:off x="7604930" y="342940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5" name="Textfeld 169">
            <a:extLst>
              <a:ext uri="{FF2B5EF4-FFF2-40B4-BE49-F238E27FC236}">
                <a16:creationId xmlns:a16="http://schemas.microsoft.com/office/drawing/2014/main" id="{86C41B41-D4C4-E842-32F0-98AD32F355D9}"/>
              </a:ext>
            </a:extLst>
          </p:cNvPr>
          <p:cNvSpPr txBox="1"/>
          <p:nvPr/>
        </p:nvSpPr>
        <p:spPr>
          <a:xfrm>
            <a:off x="8541946" y="323088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177" name="Textfeld 169">
            <a:extLst>
              <a:ext uri="{FF2B5EF4-FFF2-40B4-BE49-F238E27FC236}">
                <a16:creationId xmlns:a16="http://schemas.microsoft.com/office/drawing/2014/main" id="{EFE19DE9-0B1E-4076-A166-58225CAFF176}"/>
              </a:ext>
            </a:extLst>
          </p:cNvPr>
          <p:cNvSpPr txBox="1"/>
          <p:nvPr/>
        </p:nvSpPr>
        <p:spPr>
          <a:xfrm>
            <a:off x="8589005" y="4155610"/>
            <a:ext cx="6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178" name="Textfeld 169">
            <a:extLst>
              <a:ext uri="{FF2B5EF4-FFF2-40B4-BE49-F238E27FC236}">
                <a16:creationId xmlns:a16="http://schemas.microsoft.com/office/drawing/2014/main" id="{7B494332-8610-3D5B-6FB4-4DBD6CABC7E6}"/>
              </a:ext>
            </a:extLst>
          </p:cNvPr>
          <p:cNvSpPr txBox="1"/>
          <p:nvPr/>
        </p:nvSpPr>
        <p:spPr>
          <a:xfrm>
            <a:off x="7267799" y="3168201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79" name="Textfeld 169">
            <a:extLst>
              <a:ext uri="{FF2B5EF4-FFF2-40B4-BE49-F238E27FC236}">
                <a16:creationId xmlns:a16="http://schemas.microsoft.com/office/drawing/2014/main" id="{48661ED5-BA68-EBF3-8607-19C54C044862}"/>
              </a:ext>
            </a:extLst>
          </p:cNvPr>
          <p:cNvSpPr txBox="1"/>
          <p:nvPr/>
        </p:nvSpPr>
        <p:spPr>
          <a:xfrm>
            <a:off x="8560996" y="2240645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5" name="Content Placeholder 131">
            <a:extLst>
              <a:ext uri="{FF2B5EF4-FFF2-40B4-BE49-F238E27FC236}">
                <a16:creationId xmlns:a16="http://schemas.microsoft.com/office/drawing/2014/main" id="{89ECDBD6-824D-5B6E-472C-B1A0051378B3}"/>
              </a:ext>
            </a:extLst>
          </p:cNvPr>
          <p:cNvSpPr txBox="1">
            <a:spLocks/>
          </p:cNvSpPr>
          <p:nvPr/>
        </p:nvSpPr>
        <p:spPr>
          <a:xfrm>
            <a:off x="384000" y="1236273"/>
            <a:ext cx="5957577" cy="4385455"/>
          </a:xfrm>
          <a:prstGeom prst="rect">
            <a:avLst/>
          </a:prstGeom>
        </p:spPr>
        <p:txBody>
          <a:bodyPr lIns="0" tIns="0" rIns="0" bIns="0"/>
          <a:lstStyle>
            <a:lvl1pPr marL="2159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rebuchet MS" panose="020B0603020202020204" pitchFamily="34" charset="0"/>
            </a:endParaRPr>
          </a:p>
          <a:p>
            <a:r>
              <a:rPr lang="en-US" dirty="0">
                <a:latin typeface="+mj-lt"/>
              </a:rPr>
              <a:t>Each port is known by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its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name</a:t>
            </a:r>
            <a:r>
              <a:rPr lang="en-US" dirty="0">
                <a:latin typeface="+mj-lt"/>
              </a:rPr>
              <a:t> attribute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Problem: shared ports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lead to loss of port names</a:t>
            </a:r>
          </a:p>
          <a:p>
            <a:pPr marL="0" indent="0">
              <a:buNone/>
            </a:pPr>
            <a:endParaRPr lang="en-US" dirty="0">
              <a:solidFill>
                <a:srgbClr val="00549F"/>
              </a:solidFill>
              <a:latin typeface="Trebuchet MS" panose="020B0603020202020204" pitchFamily="34" charset="0"/>
            </a:endParaRPr>
          </a:p>
          <a:p>
            <a:r>
              <a:rPr lang="en-US" dirty="0">
                <a:latin typeface="+mj-lt"/>
              </a:rPr>
              <a:t>Solution: use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qualified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+mj-lt"/>
              </a:rPr>
              <a:t>	association </a:t>
            </a:r>
            <a:r>
              <a:rPr lang="en-US" dirty="0">
                <a:latin typeface="+mj-lt"/>
              </a:rPr>
              <a:t>of type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String </a:t>
            </a:r>
            <a:r>
              <a:rPr lang="en-US" dirty="0">
                <a:latin typeface="+mj-lt"/>
              </a:rPr>
              <a:t>to encode port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name	in its respective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	function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6140065-CE66-A407-2068-6AF03E2AE1F4}"/>
              </a:ext>
            </a:extLst>
          </p:cNvPr>
          <p:cNvSpPr/>
          <p:nvPr/>
        </p:nvSpPr>
        <p:spPr bwMode="auto">
          <a:xfrm>
            <a:off x="4254449" y="2745028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A5F2A3F-B659-2B1D-A0DA-98B6129E794F}"/>
              </a:ext>
            </a:extLst>
          </p:cNvPr>
          <p:cNvSpPr/>
          <p:nvPr/>
        </p:nvSpPr>
        <p:spPr bwMode="auto">
          <a:xfrm>
            <a:off x="4814260" y="2670908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5" name="Verbinder: gewinkelt 87">
            <a:extLst>
              <a:ext uri="{FF2B5EF4-FFF2-40B4-BE49-F238E27FC236}">
                <a16:creationId xmlns:a16="http://schemas.microsoft.com/office/drawing/2014/main" id="{7B30A56A-863D-F485-DE66-7EE3C1D1DBB8}"/>
              </a:ext>
            </a:extLst>
          </p:cNvPr>
          <p:cNvCxnSpPr>
            <a:cxnSpLocks/>
            <a:stCxn id="46" idx="2"/>
            <a:endCxn id="88" idx="1"/>
          </p:cNvCxnSpPr>
          <p:nvPr/>
        </p:nvCxnSpPr>
        <p:spPr>
          <a:xfrm rot="16200000" flipH="1">
            <a:off x="4445665" y="2983670"/>
            <a:ext cx="1229718" cy="181302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406CA2DA-F89E-2944-77D8-AE0C78C3EFEA}"/>
              </a:ext>
            </a:extLst>
          </p:cNvPr>
          <p:cNvSpPr/>
          <p:nvPr/>
        </p:nvSpPr>
        <p:spPr bwMode="auto">
          <a:xfrm>
            <a:off x="8109794" y="2637248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27" name="Verbinder: gewinkelt 87">
            <a:extLst>
              <a:ext uri="{FF2B5EF4-FFF2-40B4-BE49-F238E27FC236}">
                <a16:creationId xmlns:a16="http://schemas.microsoft.com/office/drawing/2014/main" id="{86D099F0-2225-F6F5-AF06-B3681D86A972}"/>
              </a:ext>
            </a:extLst>
          </p:cNvPr>
          <p:cNvCxnSpPr>
            <a:cxnSpLocks/>
            <a:stCxn id="113" idx="3"/>
            <a:endCxn id="129" idx="2"/>
          </p:cNvCxnSpPr>
          <p:nvPr/>
        </p:nvCxnSpPr>
        <p:spPr>
          <a:xfrm flipV="1">
            <a:off x="7494170" y="2164050"/>
            <a:ext cx="643252" cy="7381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CE70D65-9980-87B3-AB46-055BC15D88BF}"/>
              </a:ext>
            </a:extLst>
          </p:cNvPr>
          <p:cNvCxnSpPr>
            <a:cxnSpLocks/>
            <a:stCxn id="81" idx="2"/>
            <a:endCxn id="123" idx="1"/>
          </p:cNvCxnSpPr>
          <p:nvPr/>
        </p:nvCxnSpPr>
        <p:spPr>
          <a:xfrm flipV="1">
            <a:off x="5521423" y="1962021"/>
            <a:ext cx="2368465" cy="1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50" name="Rechteck 49">
            <a:extLst>
              <a:ext uri="{FF2B5EF4-FFF2-40B4-BE49-F238E27FC236}">
                <a16:creationId xmlns:a16="http://schemas.microsoft.com/office/drawing/2014/main" id="{61E045BE-5F3A-DD85-9FFA-838FC1BD1095}"/>
              </a:ext>
            </a:extLst>
          </p:cNvPr>
          <p:cNvSpPr/>
          <p:nvPr/>
        </p:nvSpPr>
        <p:spPr bwMode="auto">
          <a:xfrm>
            <a:off x="4467960" y="4614109"/>
            <a:ext cx="89545" cy="45719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18" name="Verbinder: gewinkelt 87">
            <a:extLst>
              <a:ext uri="{FF2B5EF4-FFF2-40B4-BE49-F238E27FC236}">
                <a16:creationId xmlns:a16="http://schemas.microsoft.com/office/drawing/2014/main" id="{FB09C0AE-45B7-FED5-8D63-694C9B96404C}"/>
              </a:ext>
            </a:extLst>
          </p:cNvPr>
          <p:cNvCxnSpPr>
            <a:cxnSpLocks/>
            <a:stCxn id="51" idx="2"/>
            <a:endCxn id="98" idx="1"/>
          </p:cNvCxnSpPr>
          <p:nvPr/>
        </p:nvCxnSpPr>
        <p:spPr>
          <a:xfrm rot="16200000" flipH="1">
            <a:off x="3558509" y="3047592"/>
            <a:ext cx="2177363" cy="1001102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7" name="Textfeld 169">
            <a:extLst>
              <a:ext uri="{FF2B5EF4-FFF2-40B4-BE49-F238E27FC236}">
                <a16:creationId xmlns:a16="http://schemas.microsoft.com/office/drawing/2014/main" id="{9A197C56-2A62-BFEA-3D56-7E227E92CF2D}"/>
              </a:ext>
            </a:extLst>
          </p:cNvPr>
          <p:cNvSpPr txBox="1"/>
          <p:nvPr/>
        </p:nvSpPr>
        <p:spPr>
          <a:xfrm>
            <a:off x="3440899" y="1498553"/>
            <a:ext cx="115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 err="1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subFunction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" name="Textfeld 169">
            <a:extLst>
              <a:ext uri="{FF2B5EF4-FFF2-40B4-BE49-F238E27FC236}">
                <a16:creationId xmlns:a16="http://schemas.microsoft.com/office/drawing/2014/main" id="{76358726-B9EA-2259-A6EA-ECE926CA7162}"/>
              </a:ext>
            </a:extLst>
          </p:cNvPr>
          <p:cNvSpPr txBox="1"/>
          <p:nvPr/>
        </p:nvSpPr>
        <p:spPr>
          <a:xfrm>
            <a:off x="7488767" y="2656079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20" name="Textfeld 169">
            <a:extLst>
              <a:ext uri="{FF2B5EF4-FFF2-40B4-BE49-F238E27FC236}">
                <a16:creationId xmlns:a16="http://schemas.microsoft.com/office/drawing/2014/main" id="{D1BDEFD5-3A84-A1D5-7DC7-E0A2C95F40C3}"/>
              </a:ext>
            </a:extLst>
          </p:cNvPr>
          <p:cNvSpPr txBox="1"/>
          <p:nvPr/>
        </p:nvSpPr>
        <p:spPr>
          <a:xfrm>
            <a:off x="3096967" y="1938180"/>
            <a:ext cx="685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owner</a:t>
            </a:r>
          </a:p>
        </p:txBody>
      </p:sp>
      <p:sp>
        <p:nvSpPr>
          <p:cNvPr id="9" name="Textfeld 169">
            <a:extLst>
              <a:ext uri="{FF2B5EF4-FFF2-40B4-BE49-F238E27FC236}">
                <a16:creationId xmlns:a16="http://schemas.microsoft.com/office/drawing/2014/main" id="{78DB2BED-590F-B354-6578-B31F72EA8760}"/>
              </a:ext>
            </a:extLst>
          </p:cNvPr>
          <p:cNvSpPr txBox="1"/>
          <p:nvPr/>
        </p:nvSpPr>
        <p:spPr>
          <a:xfrm>
            <a:off x="5408700" y="1687700"/>
            <a:ext cx="48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0..1</a:t>
            </a:r>
          </a:p>
        </p:txBody>
      </p:sp>
      <p:sp>
        <p:nvSpPr>
          <p:cNvPr id="45" name="Textfeld 169">
            <a:extLst>
              <a:ext uri="{FF2B5EF4-FFF2-40B4-BE49-F238E27FC236}">
                <a16:creationId xmlns:a16="http://schemas.microsoft.com/office/drawing/2014/main" id="{A40781D8-17F1-A6E8-DE28-CDDA763B4BAD}"/>
              </a:ext>
            </a:extLst>
          </p:cNvPr>
          <p:cNvSpPr txBox="1"/>
          <p:nvPr/>
        </p:nvSpPr>
        <p:spPr>
          <a:xfrm>
            <a:off x="9153982" y="2136299"/>
            <a:ext cx="29835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46" name="Rectangle 83">
            <a:extLst>
              <a:ext uri="{FF2B5EF4-FFF2-40B4-BE49-F238E27FC236}">
                <a16:creationId xmlns:a16="http://schemas.microsoft.com/office/drawing/2014/main" id="{A524E138-AA0D-71C4-B9DA-AE3E0F752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709" y="2160810"/>
            <a:ext cx="596328" cy="298652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black"/>
                </a:solidFill>
              </a:rPr>
              <a:t>String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" name="Rectangle 83">
            <a:extLst>
              <a:ext uri="{FF2B5EF4-FFF2-40B4-BE49-F238E27FC236}">
                <a16:creationId xmlns:a16="http://schemas.microsoft.com/office/drawing/2014/main" id="{7F1569AF-F28B-2C2C-3EA1-0FD2CB4C9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475" y="2160810"/>
            <a:ext cx="596328" cy="298652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black"/>
                </a:solidFill>
              </a:rPr>
              <a:t>String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4ABB525-A3B1-1B8B-8CEF-87B13EDEEF0A}"/>
              </a:ext>
            </a:extLst>
          </p:cNvPr>
          <p:cNvSpPr/>
          <p:nvPr/>
        </p:nvSpPr>
        <p:spPr bwMode="auto">
          <a:xfrm rot="2413287">
            <a:off x="4110454" y="3248964"/>
            <a:ext cx="67646" cy="129702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54" name="Freihandform: Form 53">
            <a:extLst>
              <a:ext uri="{FF2B5EF4-FFF2-40B4-BE49-F238E27FC236}">
                <a16:creationId xmlns:a16="http://schemas.microsoft.com/office/drawing/2014/main" id="{40AB19D5-0A93-C547-6D9D-F240CDE7D1F2}"/>
              </a:ext>
            </a:extLst>
          </p:cNvPr>
          <p:cNvSpPr/>
          <p:nvPr/>
        </p:nvSpPr>
        <p:spPr bwMode="auto">
          <a:xfrm rot="18440148">
            <a:off x="3526452" y="2859213"/>
            <a:ext cx="1118109" cy="407308"/>
          </a:xfrm>
          <a:custGeom>
            <a:avLst/>
            <a:gdLst>
              <a:gd name="connsiteX0" fmla="*/ 0 w 1089660"/>
              <a:gd name="connsiteY0" fmla="*/ 369570 h 391125"/>
              <a:gd name="connsiteX1" fmla="*/ 864870 w 1089660"/>
              <a:gd name="connsiteY1" fmla="*/ 350520 h 391125"/>
              <a:gd name="connsiteX2" fmla="*/ 1089660 w 1089660"/>
              <a:gd name="connsiteY2" fmla="*/ 0 h 39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660" h="391125">
                <a:moveTo>
                  <a:pt x="0" y="369570"/>
                </a:moveTo>
                <a:cubicBezTo>
                  <a:pt x="341630" y="390842"/>
                  <a:pt x="683260" y="412115"/>
                  <a:pt x="864870" y="350520"/>
                </a:cubicBezTo>
                <a:cubicBezTo>
                  <a:pt x="1046480" y="288925"/>
                  <a:pt x="1068070" y="144462"/>
                  <a:pt x="10896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ihandform: Form 58">
            <a:extLst>
              <a:ext uri="{FF2B5EF4-FFF2-40B4-BE49-F238E27FC236}">
                <a16:creationId xmlns:a16="http://schemas.microsoft.com/office/drawing/2014/main" id="{AAEA8621-0527-04F7-B986-F2F04BF1C8E7}"/>
              </a:ext>
            </a:extLst>
          </p:cNvPr>
          <p:cNvSpPr/>
          <p:nvPr/>
        </p:nvSpPr>
        <p:spPr bwMode="auto">
          <a:xfrm rot="19695704">
            <a:off x="4036317" y="2713396"/>
            <a:ext cx="940636" cy="348319"/>
          </a:xfrm>
          <a:custGeom>
            <a:avLst/>
            <a:gdLst>
              <a:gd name="connsiteX0" fmla="*/ 0 w 1089660"/>
              <a:gd name="connsiteY0" fmla="*/ 369570 h 391125"/>
              <a:gd name="connsiteX1" fmla="*/ 864870 w 1089660"/>
              <a:gd name="connsiteY1" fmla="*/ 350520 h 391125"/>
              <a:gd name="connsiteX2" fmla="*/ 1089660 w 1089660"/>
              <a:gd name="connsiteY2" fmla="*/ 0 h 39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9660" h="391125">
                <a:moveTo>
                  <a:pt x="0" y="369570"/>
                </a:moveTo>
                <a:cubicBezTo>
                  <a:pt x="341630" y="390842"/>
                  <a:pt x="683260" y="412115"/>
                  <a:pt x="864870" y="350520"/>
                </a:cubicBezTo>
                <a:cubicBezTo>
                  <a:pt x="1046480" y="288925"/>
                  <a:pt x="1068070" y="144462"/>
                  <a:pt x="10896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feld 44">
            <a:extLst>
              <a:ext uri="{FF2B5EF4-FFF2-40B4-BE49-F238E27FC236}">
                <a16:creationId xmlns:a16="http://schemas.microsoft.com/office/drawing/2014/main" id="{298C50EF-6325-2BF4-042B-6B0A084A2631}"/>
              </a:ext>
            </a:extLst>
          </p:cNvPr>
          <p:cNvSpPr txBox="1"/>
          <p:nvPr/>
        </p:nvSpPr>
        <p:spPr>
          <a:xfrm>
            <a:off x="2954289" y="3609752"/>
            <a:ext cx="1305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q</a:t>
            </a: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ualifier encodes port name</a:t>
            </a:r>
          </a:p>
        </p:txBody>
      </p:sp>
      <p:cxnSp>
        <p:nvCxnSpPr>
          <p:cNvPr id="61" name="Verbinder: gewinkelt 87">
            <a:extLst>
              <a:ext uri="{FF2B5EF4-FFF2-40B4-BE49-F238E27FC236}">
                <a16:creationId xmlns:a16="http://schemas.microsoft.com/office/drawing/2014/main" id="{82973707-50A3-5B70-0362-C91ABC693C3B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9295391" y="2155889"/>
            <a:ext cx="1262584" cy="84307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62" name="Text Box 82">
            <a:extLst>
              <a:ext uri="{FF2B5EF4-FFF2-40B4-BE49-F238E27FC236}">
                <a16:creationId xmlns:a16="http://schemas.microsoft.com/office/drawing/2014/main" id="{2B53F16C-C804-513C-C13F-3DB7C1A09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8240" y="1858836"/>
            <a:ext cx="129073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Observation</a:t>
            </a:r>
          </a:p>
        </p:txBody>
      </p:sp>
      <p:sp>
        <p:nvSpPr>
          <p:cNvPr id="64" name="Rectangle 83">
            <a:extLst>
              <a:ext uri="{FF2B5EF4-FFF2-40B4-BE49-F238E27FC236}">
                <a16:creationId xmlns:a16="http://schemas.microsoft.com/office/drawing/2014/main" id="{3333FD24-1CD9-C4D3-3CA8-5444B4E17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8763" y="1850692"/>
            <a:ext cx="1409694" cy="412750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5" name="Textfeld 169">
            <a:extLst>
              <a:ext uri="{FF2B5EF4-FFF2-40B4-BE49-F238E27FC236}">
                <a16:creationId xmlns:a16="http://schemas.microsoft.com/office/drawing/2014/main" id="{5C484641-2722-D4C5-E5EA-D24199F27C4A}"/>
              </a:ext>
            </a:extLst>
          </p:cNvPr>
          <p:cNvSpPr txBox="1"/>
          <p:nvPr/>
        </p:nvSpPr>
        <p:spPr>
          <a:xfrm>
            <a:off x="10560833" y="1871380"/>
            <a:ext cx="29835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661E010D-59EF-CD02-8B9D-316CA3CE8E13}"/>
              </a:ext>
            </a:extLst>
          </p:cNvPr>
          <p:cNvCxnSpPr>
            <a:cxnSpLocks/>
            <a:stCxn id="64" idx="2"/>
            <a:endCxn id="78" idx="0"/>
          </p:cNvCxnSpPr>
          <p:nvPr/>
        </p:nvCxnSpPr>
        <p:spPr>
          <a:xfrm flipH="1">
            <a:off x="11262822" y="2263442"/>
            <a:ext cx="788" cy="529144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29AE6982-3B59-0860-EB4A-0FFCA576C478}"/>
              </a:ext>
            </a:extLst>
          </p:cNvPr>
          <p:cNvGrpSpPr/>
          <p:nvPr/>
        </p:nvGrpSpPr>
        <p:grpSpPr>
          <a:xfrm>
            <a:off x="10557975" y="2792586"/>
            <a:ext cx="1409694" cy="412750"/>
            <a:chOff x="8871299" y="3365841"/>
            <a:chExt cx="1409694" cy="412750"/>
          </a:xfrm>
        </p:grpSpPr>
        <p:sp>
          <p:nvSpPr>
            <p:cNvPr id="77" name="Text Box 82">
              <a:extLst>
                <a:ext uri="{FF2B5EF4-FFF2-40B4-BE49-F238E27FC236}">
                  <a16:creationId xmlns:a16="http://schemas.microsoft.com/office/drawing/2014/main" id="{1CCC913B-0F6F-A4DF-F64D-F80DB22B5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2523" y="3389041"/>
              <a:ext cx="70724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Value</a:t>
              </a:r>
            </a:p>
          </p:txBody>
        </p:sp>
        <p:sp>
          <p:nvSpPr>
            <p:cNvPr id="78" name="Rectangle 83">
              <a:extLst>
                <a:ext uri="{FF2B5EF4-FFF2-40B4-BE49-F238E27FC236}">
                  <a16:creationId xmlns:a16="http://schemas.microsoft.com/office/drawing/2014/main" id="{B519FEE9-F188-8BCC-7418-74F1BCA0D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1299" y="3365841"/>
              <a:ext cx="1409694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79" name="Verbinder: gewinkelt 87">
            <a:extLst>
              <a:ext uri="{FF2B5EF4-FFF2-40B4-BE49-F238E27FC236}">
                <a16:creationId xmlns:a16="http://schemas.microsoft.com/office/drawing/2014/main" id="{E9AA8F2A-9D0C-DAA9-4770-436463188B26}"/>
              </a:ext>
            </a:extLst>
          </p:cNvPr>
          <p:cNvCxnSpPr>
            <a:cxnSpLocks/>
            <a:stCxn id="78" idx="2"/>
          </p:cNvCxnSpPr>
          <p:nvPr/>
        </p:nvCxnSpPr>
        <p:spPr>
          <a:xfrm rot="5400000">
            <a:off x="9988154" y="2514602"/>
            <a:ext cx="583935" cy="1965403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80" name="Textfeld 169">
            <a:extLst>
              <a:ext uri="{FF2B5EF4-FFF2-40B4-BE49-F238E27FC236}">
                <a16:creationId xmlns:a16="http://schemas.microsoft.com/office/drawing/2014/main" id="{2424910E-D3F2-7AD3-6224-236EE5F346BD}"/>
              </a:ext>
            </a:extLst>
          </p:cNvPr>
          <p:cNvSpPr txBox="1"/>
          <p:nvPr/>
        </p:nvSpPr>
        <p:spPr>
          <a:xfrm>
            <a:off x="9348684" y="2745135"/>
            <a:ext cx="123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*</a:t>
            </a:r>
            <a:br>
              <a:rPr lang="en-US" sz="1400" dirty="0">
                <a:solidFill>
                  <a:prstClr val="black"/>
                </a:solidFill>
              </a:rPr>
            </a:br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sp>
        <p:nvSpPr>
          <p:cNvPr id="82" name="Textfeld 169">
            <a:extLst>
              <a:ext uri="{FF2B5EF4-FFF2-40B4-BE49-F238E27FC236}">
                <a16:creationId xmlns:a16="http://schemas.microsoft.com/office/drawing/2014/main" id="{C16B7F89-94CC-85B1-1FD7-E84805F8B423}"/>
              </a:ext>
            </a:extLst>
          </p:cNvPr>
          <p:cNvSpPr txBox="1"/>
          <p:nvPr/>
        </p:nvSpPr>
        <p:spPr>
          <a:xfrm>
            <a:off x="10314323" y="2491634"/>
            <a:ext cx="969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400" dirty="0">
                <a:solidFill>
                  <a:prstClr val="black"/>
                </a:solidFill>
              </a:rPr>
              <a:t>{ordered}</a:t>
            </a:r>
          </a:p>
        </p:txBody>
      </p: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9A03C5DA-3FCA-7A85-A0D9-698D9C08585F}"/>
              </a:ext>
            </a:extLst>
          </p:cNvPr>
          <p:cNvCxnSpPr>
            <a:cxnSpLocks/>
            <a:stCxn id="65" idx="1"/>
          </p:cNvCxnSpPr>
          <p:nvPr/>
        </p:nvCxnSpPr>
        <p:spPr>
          <a:xfrm flipH="1" flipV="1">
            <a:off x="9295391" y="1946844"/>
            <a:ext cx="1265442" cy="1480"/>
          </a:xfrm>
          <a:prstGeom prst="straightConnector1">
            <a:avLst/>
          </a:prstGeom>
          <a:noFill/>
          <a:ln w="9525">
            <a:solidFill>
              <a:sysClr val="windowText" lastClr="000000"/>
            </a:solidFill>
            <a:round/>
            <a:headEnd type="triangle"/>
            <a:tailEnd type="triangle" w="med" len="med"/>
          </a:ln>
        </p:spPr>
      </p:cxnSp>
      <p:sp>
        <p:nvSpPr>
          <p:cNvPr id="92" name="Textfeld 169">
            <a:extLst>
              <a:ext uri="{FF2B5EF4-FFF2-40B4-BE49-F238E27FC236}">
                <a16:creationId xmlns:a16="http://schemas.microsoft.com/office/drawing/2014/main" id="{F1E3A670-2B3E-7AED-D381-15D1D075CAA3}"/>
              </a:ext>
            </a:extLst>
          </p:cNvPr>
          <p:cNvSpPr txBox="1"/>
          <p:nvPr/>
        </p:nvSpPr>
        <p:spPr>
          <a:xfrm>
            <a:off x="9255019" y="3506273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93" name="Textfeld 169">
            <a:extLst>
              <a:ext uri="{FF2B5EF4-FFF2-40B4-BE49-F238E27FC236}">
                <a16:creationId xmlns:a16="http://schemas.microsoft.com/office/drawing/2014/main" id="{0F685555-4A11-F2FF-6F9B-A282A4BF60D1}"/>
              </a:ext>
            </a:extLst>
          </p:cNvPr>
          <p:cNvSpPr txBox="1"/>
          <p:nvPr/>
        </p:nvSpPr>
        <p:spPr>
          <a:xfrm>
            <a:off x="11240909" y="3154340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5" name="Textfeld 169">
            <a:extLst>
              <a:ext uri="{FF2B5EF4-FFF2-40B4-BE49-F238E27FC236}">
                <a16:creationId xmlns:a16="http://schemas.microsoft.com/office/drawing/2014/main" id="{7CDF5D1B-A4AE-BED6-59E0-DB83A802485D}"/>
              </a:ext>
            </a:extLst>
          </p:cNvPr>
          <p:cNvSpPr txBox="1"/>
          <p:nvPr/>
        </p:nvSpPr>
        <p:spPr>
          <a:xfrm>
            <a:off x="11240908" y="2191168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6" name="Textfeld 169">
            <a:extLst>
              <a:ext uri="{FF2B5EF4-FFF2-40B4-BE49-F238E27FC236}">
                <a16:creationId xmlns:a16="http://schemas.microsoft.com/office/drawing/2014/main" id="{B656FC3A-4CE3-B2A8-3942-C7A44DCF226F}"/>
              </a:ext>
            </a:extLst>
          </p:cNvPr>
          <p:cNvSpPr txBox="1"/>
          <p:nvPr/>
        </p:nvSpPr>
        <p:spPr>
          <a:xfrm>
            <a:off x="11240909" y="2542387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97" name="Textfeld 169">
            <a:extLst>
              <a:ext uri="{FF2B5EF4-FFF2-40B4-BE49-F238E27FC236}">
                <a16:creationId xmlns:a16="http://schemas.microsoft.com/office/drawing/2014/main" id="{99A74C94-3D9E-81DF-E9E7-119EBF24868D}"/>
              </a:ext>
            </a:extLst>
          </p:cNvPr>
          <p:cNvSpPr txBox="1"/>
          <p:nvPr/>
        </p:nvSpPr>
        <p:spPr>
          <a:xfrm>
            <a:off x="9318950" y="1696954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</a:p>
        </p:txBody>
      </p:sp>
      <p:sp>
        <p:nvSpPr>
          <p:cNvPr id="99" name="Textfeld 169">
            <a:extLst>
              <a:ext uri="{FF2B5EF4-FFF2-40B4-BE49-F238E27FC236}">
                <a16:creationId xmlns:a16="http://schemas.microsoft.com/office/drawing/2014/main" id="{DBE5F7AE-C8C7-7FF7-4709-22B061B2BB92}"/>
              </a:ext>
            </a:extLst>
          </p:cNvPr>
          <p:cNvSpPr txBox="1"/>
          <p:nvPr/>
        </p:nvSpPr>
        <p:spPr>
          <a:xfrm>
            <a:off x="10293159" y="1773926"/>
            <a:ext cx="264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EB953870-5EEB-C70D-C0A4-E563E9FFB683}"/>
              </a:ext>
            </a:extLst>
          </p:cNvPr>
          <p:cNvSpPr txBox="1"/>
          <p:nvPr/>
        </p:nvSpPr>
        <p:spPr>
          <a:xfrm>
            <a:off x="9976155" y="957753"/>
            <a:ext cx="136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i="1" dirty="0">
                <a:solidFill>
                  <a:srgbClr val="00549F"/>
                </a:solidFill>
                <a:latin typeface="Trebuchet MS" panose="020B0603020202020204" pitchFamily="34" charset="0"/>
              </a:rPr>
              <a:t>Monitoring</a:t>
            </a:r>
            <a:endParaRPr lang="de-DE" dirty="0"/>
          </a:p>
        </p:txBody>
      </p:sp>
      <p:sp>
        <p:nvSpPr>
          <p:cNvPr id="103" name="AutoShape 40">
            <a:extLst>
              <a:ext uri="{FF2B5EF4-FFF2-40B4-BE49-F238E27FC236}">
                <a16:creationId xmlns:a16="http://schemas.microsoft.com/office/drawing/2014/main" id="{7AA34319-669B-2D17-EA88-4345BB74258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50971" y="1024695"/>
            <a:ext cx="423156" cy="211578"/>
          </a:xfrm>
          <a:prstGeom prst="foldedCorner">
            <a:avLst>
              <a:gd name="adj" fmla="val 27606"/>
            </a:avLst>
          </a:prstGeom>
          <a:solidFill>
            <a:sysClr val="window" lastClr="FFFFFF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CD</a:t>
            </a:r>
          </a:p>
        </p:txBody>
      </p:sp>
      <p:sp>
        <p:nvSpPr>
          <p:cNvPr id="112" name="Freihandform: Form 111">
            <a:extLst>
              <a:ext uri="{FF2B5EF4-FFF2-40B4-BE49-F238E27FC236}">
                <a16:creationId xmlns:a16="http://schemas.microsoft.com/office/drawing/2014/main" id="{CF1A6057-759E-B040-49CD-24A5F3394E14}"/>
              </a:ext>
            </a:extLst>
          </p:cNvPr>
          <p:cNvSpPr/>
          <p:nvPr/>
        </p:nvSpPr>
        <p:spPr bwMode="auto">
          <a:xfrm rot="21216338">
            <a:off x="9584124" y="962752"/>
            <a:ext cx="2194361" cy="3291840"/>
          </a:xfrm>
          <a:custGeom>
            <a:avLst/>
            <a:gdLst>
              <a:gd name="connsiteX0" fmla="*/ 631568 w 2194361"/>
              <a:gd name="connsiteY0" fmla="*/ 0 h 3291840"/>
              <a:gd name="connsiteX1" fmla="*/ 49677 w 2194361"/>
              <a:gd name="connsiteY1" fmla="*/ 1413163 h 3291840"/>
              <a:gd name="connsiteX2" fmla="*/ 274121 w 2194361"/>
              <a:gd name="connsiteY2" fmla="*/ 2493818 h 3291840"/>
              <a:gd name="connsiteX3" fmla="*/ 2194361 w 2194361"/>
              <a:gd name="connsiteY3" fmla="*/ 3291840 h 329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361" h="3291840">
                <a:moveTo>
                  <a:pt x="631568" y="0"/>
                </a:moveTo>
                <a:cubicBezTo>
                  <a:pt x="370409" y="498763"/>
                  <a:pt x="109251" y="997527"/>
                  <a:pt x="49677" y="1413163"/>
                </a:cubicBezTo>
                <a:cubicBezTo>
                  <a:pt x="-9897" y="1828799"/>
                  <a:pt x="-83326" y="2180705"/>
                  <a:pt x="274121" y="2493818"/>
                </a:cubicBezTo>
                <a:cubicBezTo>
                  <a:pt x="631568" y="2806931"/>
                  <a:pt x="1412964" y="3049385"/>
                  <a:pt x="2194361" y="329184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dash"/>
            <a:round/>
            <a:headEnd type="none" w="sm" len="sm"/>
            <a:tailEnd type="none" w="med" len="med"/>
          </a:ln>
        </p:spPr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86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Verbinder: gewinkelt 126">
            <a:extLst>
              <a:ext uri="{FF2B5EF4-FFF2-40B4-BE49-F238E27FC236}">
                <a16:creationId xmlns:a16="http://schemas.microsoft.com/office/drawing/2014/main" id="{CC2B0FC5-BB35-EB40-9441-B55DE829779D}"/>
              </a:ext>
            </a:extLst>
          </p:cNvPr>
          <p:cNvCxnSpPr>
            <a:cxnSpLocks/>
            <a:stCxn id="191" idx="3"/>
            <a:endCxn id="39" idx="1"/>
          </p:cNvCxnSpPr>
          <p:nvPr/>
        </p:nvCxnSpPr>
        <p:spPr>
          <a:xfrm flipV="1">
            <a:off x="4336146" y="3210563"/>
            <a:ext cx="759201" cy="228417"/>
          </a:xfrm>
          <a:prstGeom prst="bentConnector3">
            <a:avLst>
              <a:gd name="adj1" fmla="val 5752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84" name="Rechteck 483">
            <a:extLst>
              <a:ext uri="{FF2B5EF4-FFF2-40B4-BE49-F238E27FC236}">
                <a16:creationId xmlns:a16="http://schemas.microsoft.com/office/drawing/2014/main" id="{1F4B6CBF-D6F7-160A-C7FB-19D9E2648B9D}"/>
              </a:ext>
            </a:extLst>
          </p:cNvPr>
          <p:cNvSpPr/>
          <p:nvPr/>
        </p:nvSpPr>
        <p:spPr bwMode="auto">
          <a:xfrm>
            <a:off x="4654113" y="338934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48" name="Verbinder: gewinkelt 126">
            <a:extLst>
              <a:ext uri="{FF2B5EF4-FFF2-40B4-BE49-F238E27FC236}">
                <a16:creationId xmlns:a16="http://schemas.microsoft.com/office/drawing/2014/main" id="{A76335E0-06A8-39E5-2493-1913685F2289}"/>
              </a:ext>
            </a:extLst>
          </p:cNvPr>
          <p:cNvCxnSpPr>
            <a:cxnSpLocks/>
            <a:stCxn id="196" idx="3"/>
            <a:endCxn id="232" idx="1"/>
          </p:cNvCxnSpPr>
          <p:nvPr/>
        </p:nvCxnSpPr>
        <p:spPr>
          <a:xfrm flipV="1">
            <a:off x="4342495" y="3313926"/>
            <a:ext cx="752852" cy="1305767"/>
          </a:xfrm>
          <a:prstGeom prst="bentConnector3">
            <a:avLst>
              <a:gd name="adj1" fmla="val 7150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83" name="Rechteck 482">
            <a:extLst>
              <a:ext uri="{FF2B5EF4-FFF2-40B4-BE49-F238E27FC236}">
                <a16:creationId xmlns:a16="http://schemas.microsoft.com/office/drawing/2014/main" id="{93F97076-E814-8A16-5C7A-9F0E95D5A397}"/>
              </a:ext>
            </a:extLst>
          </p:cNvPr>
          <p:cNvSpPr/>
          <p:nvPr/>
        </p:nvSpPr>
        <p:spPr bwMode="auto">
          <a:xfrm>
            <a:off x="4653961" y="4566642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45" name="Verbinder: gewinkelt 126">
            <a:extLst>
              <a:ext uri="{FF2B5EF4-FFF2-40B4-BE49-F238E27FC236}">
                <a16:creationId xmlns:a16="http://schemas.microsoft.com/office/drawing/2014/main" id="{9B3BB713-CDC6-34C4-338E-34D340C080EC}"/>
              </a:ext>
            </a:extLst>
          </p:cNvPr>
          <p:cNvCxnSpPr>
            <a:cxnSpLocks/>
            <a:stCxn id="189" idx="3"/>
            <a:endCxn id="231" idx="1"/>
          </p:cNvCxnSpPr>
          <p:nvPr/>
        </p:nvCxnSpPr>
        <p:spPr>
          <a:xfrm>
            <a:off x="4336146" y="2913449"/>
            <a:ext cx="759201" cy="187936"/>
          </a:xfrm>
          <a:prstGeom prst="bentConnector3">
            <a:avLst>
              <a:gd name="adj1" fmla="val 7258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5" name="Rechteck 304">
            <a:extLst>
              <a:ext uri="{FF2B5EF4-FFF2-40B4-BE49-F238E27FC236}">
                <a16:creationId xmlns:a16="http://schemas.microsoft.com/office/drawing/2014/main" id="{B121B567-3942-9004-3D40-41BBA67F92D6}"/>
              </a:ext>
            </a:extLst>
          </p:cNvPr>
          <p:cNvSpPr/>
          <p:nvPr/>
        </p:nvSpPr>
        <p:spPr bwMode="auto">
          <a:xfrm rot="5400000">
            <a:off x="4802484" y="3776403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224" name="Textfeld 169">
            <a:extLst>
              <a:ext uri="{FF2B5EF4-FFF2-40B4-BE49-F238E27FC236}">
                <a16:creationId xmlns:a16="http://schemas.microsoft.com/office/drawing/2014/main" id="{FBE7F8F2-3CDB-F794-90D3-C3115C22EF53}"/>
              </a:ext>
            </a:extLst>
          </p:cNvPr>
          <p:cNvSpPr txBox="1"/>
          <p:nvPr/>
        </p:nvSpPr>
        <p:spPr>
          <a:xfrm>
            <a:off x="3488956" y="4132070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</a:t>
            </a:r>
          </a:p>
        </p:txBody>
      </p:sp>
      <p:sp>
        <p:nvSpPr>
          <p:cNvPr id="225" name="Textfeld 169">
            <a:extLst>
              <a:ext uri="{FF2B5EF4-FFF2-40B4-BE49-F238E27FC236}">
                <a16:creationId xmlns:a16="http://schemas.microsoft.com/office/drawing/2014/main" id="{BD408BDA-0891-B4A7-5E61-FF58BBA96045}"/>
              </a:ext>
            </a:extLst>
          </p:cNvPr>
          <p:cNvSpPr txBox="1"/>
          <p:nvPr/>
        </p:nvSpPr>
        <p:spPr>
          <a:xfrm>
            <a:off x="3488957" y="3520604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out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66F73B-7FFD-AA6B-520B-D7CE6896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CD4Function2Fenix </a:t>
            </a:r>
            <a:r>
              <a:rPr lang="de-DE" dirty="0" err="1"/>
              <a:t>Example</a:t>
            </a:r>
            <a:endParaRPr lang="de-DE" dirty="0"/>
          </a:p>
        </p:txBody>
      </p:sp>
      <p:sp>
        <p:nvSpPr>
          <p:cNvPr id="52" name="AutoShape 50">
            <a:extLst>
              <a:ext uri="{FF2B5EF4-FFF2-40B4-BE49-F238E27FC236}">
                <a16:creationId xmlns:a16="http://schemas.microsoft.com/office/drawing/2014/main" id="{2689F7A2-0FDA-A390-6393-280C7A521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15" y="1521538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07" name="Verbinder: gewinkelt 126">
            <a:extLst>
              <a:ext uri="{FF2B5EF4-FFF2-40B4-BE49-F238E27FC236}">
                <a16:creationId xmlns:a16="http://schemas.microsoft.com/office/drawing/2014/main" id="{2B330A06-71BC-C704-DB37-9DBF68EE666D}"/>
              </a:ext>
            </a:extLst>
          </p:cNvPr>
          <p:cNvCxnSpPr>
            <a:cxnSpLocks/>
            <a:stCxn id="52" idx="2"/>
            <a:endCxn id="152" idx="1"/>
          </p:cNvCxnSpPr>
          <p:nvPr/>
        </p:nvCxnSpPr>
        <p:spPr>
          <a:xfrm rot="16200000" flipH="1">
            <a:off x="197238" y="1934365"/>
            <a:ext cx="512617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D5E0A6EF-69DC-4E33-D654-A4FF0EA65638}"/>
              </a:ext>
            </a:extLst>
          </p:cNvPr>
          <p:cNvGrpSpPr/>
          <p:nvPr/>
        </p:nvGrpSpPr>
        <p:grpSpPr>
          <a:xfrm>
            <a:off x="7652688" y="1031563"/>
            <a:ext cx="4245198" cy="1942009"/>
            <a:chOff x="7780197" y="3118762"/>
            <a:chExt cx="4245198" cy="1942009"/>
          </a:xfrm>
        </p:grpSpPr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E35D8789-056C-0CCF-15AC-A784F9DB5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499" y="3118762"/>
              <a:ext cx="4029362" cy="1942009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lvl="0"/>
              <a:r>
                <a:rPr lang="en-US" sz="1600" dirty="0">
                  <a:solidFill>
                    <a:srgbClr val="000000"/>
                  </a:solidFill>
                </a:rPr>
                <a:t>F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0C1CDB0-A162-9852-4D54-89C73D316DBA}"/>
                </a:ext>
              </a:extLst>
            </p:cNvPr>
            <p:cNvGrpSpPr/>
            <p:nvPr/>
          </p:nvGrpSpPr>
          <p:grpSpPr>
            <a:xfrm>
              <a:off x="8815914" y="3367363"/>
              <a:ext cx="1071989" cy="919048"/>
              <a:chOff x="5433573" y="2209305"/>
              <a:chExt cx="1071989" cy="919048"/>
            </a:xfrm>
          </p:grpSpPr>
          <p:sp>
            <p:nvSpPr>
              <p:cNvPr id="5" name="Rectangle 27">
                <a:extLst>
                  <a:ext uri="{FF2B5EF4-FFF2-40B4-BE49-F238E27FC236}">
                    <a16:creationId xmlns:a16="http://schemas.microsoft.com/office/drawing/2014/main" id="{6C5577BA-1A28-656A-A16A-861C732AA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384" y="2209305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7" name="Rechteck 64">
                <a:extLst>
                  <a:ext uri="{FF2B5EF4-FFF2-40B4-BE49-F238E27FC236}">
                    <a16:creationId xmlns:a16="http://schemas.microsoft.com/office/drawing/2014/main" id="{7CAD9612-7189-9619-D770-AAC86C3B9F22}"/>
                  </a:ext>
                </a:extLst>
              </p:cNvPr>
              <p:cNvSpPr/>
              <p:nvPr/>
            </p:nvSpPr>
            <p:spPr>
              <a:xfrm>
                <a:off x="5433573" y="256082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9" name="Rechteck 66">
                <a:extLst>
                  <a:ext uri="{FF2B5EF4-FFF2-40B4-BE49-F238E27FC236}">
                    <a16:creationId xmlns:a16="http://schemas.microsoft.com/office/drawing/2014/main" id="{BD7D162F-1017-8255-B5C5-2C7520B9E36E}"/>
                  </a:ext>
                </a:extLst>
              </p:cNvPr>
              <p:cNvSpPr/>
              <p:nvPr/>
            </p:nvSpPr>
            <p:spPr>
              <a:xfrm>
                <a:off x="6289562" y="237747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12" name="Rechteck 71">
                <a:extLst>
                  <a:ext uri="{FF2B5EF4-FFF2-40B4-BE49-F238E27FC236}">
                    <a16:creationId xmlns:a16="http://schemas.microsoft.com/office/drawing/2014/main" id="{F36A44C2-EEC8-80F7-52A6-6B3D502238DD}"/>
                  </a:ext>
                </a:extLst>
              </p:cNvPr>
              <p:cNvSpPr/>
              <p:nvPr/>
            </p:nvSpPr>
            <p:spPr>
              <a:xfrm>
                <a:off x="6289562" y="2758461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cxnSp>
          <p:nvCxnSpPr>
            <p:cNvPr id="22" name="Gerade Verbindung mit Pfeil 63">
              <a:extLst>
                <a:ext uri="{FF2B5EF4-FFF2-40B4-BE49-F238E27FC236}">
                  <a16:creationId xmlns:a16="http://schemas.microsoft.com/office/drawing/2014/main" id="{D39678FC-62FB-4B8A-1960-511240C95AA6}"/>
                </a:ext>
              </a:extLst>
            </p:cNvPr>
            <p:cNvCxnSpPr>
              <a:cxnSpLocks/>
              <a:stCxn id="24" idx="3"/>
              <a:endCxn id="35" idx="1"/>
            </p:cNvCxnSpPr>
            <p:nvPr/>
          </p:nvCxnSpPr>
          <p:spPr>
            <a:xfrm>
              <a:off x="11612003" y="4484043"/>
              <a:ext cx="1973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AB752EF-A7E6-D54D-FE84-FA9FF3869AEC}"/>
                </a:ext>
              </a:extLst>
            </p:cNvPr>
            <p:cNvGrpSpPr/>
            <p:nvPr/>
          </p:nvGrpSpPr>
          <p:grpSpPr>
            <a:xfrm>
              <a:off x="10537587" y="4024519"/>
              <a:ext cx="1074416" cy="919048"/>
              <a:chOff x="7591431" y="2820281"/>
              <a:chExt cx="1074416" cy="919048"/>
            </a:xfrm>
          </p:grpSpPr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4560859C-94D1-C1A6-6D08-FFC5CEF4C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431" y="2820281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23" name="Rechteck 64">
                <a:extLst>
                  <a:ext uri="{FF2B5EF4-FFF2-40B4-BE49-F238E27FC236}">
                    <a16:creationId xmlns:a16="http://schemas.microsoft.com/office/drawing/2014/main" id="{AA6335BC-55C3-26BE-FCDB-EAE62E647F7B}"/>
                  </a:ext>
                </a:extLst>
              </p:cNvPr>
              <p:cNvSpPr/>
              <p:nvPr/>
            </p:nvSpPr>
            <p:spPr>
              <a:xfrm>
                <a:off x="7591431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24" name="Rechteck 66">
                <a:extLst>
                  <a:ext uri="{FF2B5EF4-FFF2-40B4-BE49-F238E27FC236}">
                    <a16:creationId xmlns:a16="http://schemas.microsoft.com/office/drawing/2014/main" id="{09FBF61C-7369-2045-13E3-CF481DE31A28}"/>
                  </a:ext>
                </a:extLst>
              </p:cNvPr>
              <p:cNvSpPr/>
              <p:nvPr/>
            </p:nvSpPr>
            <p:spPr>
              <a:xfrm>
                <a:off x="8449847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32" name="Rechteck 64">
              <a:extLst>
                <a:ext uri="{FF2B5EF4-FFF2-40B4-BE49-F238E27FC236}">
                  <a16:creationId xmlns:a16="http://schemas.microsoft.com/office/drawing/2014/main" id="{6C711B4E-B4DE-5C84-0EA9-5F579AAF9C44}"/>
                </a:ext>
              </a:extLst>
            </p:cNvPr>
            <p:cNvSpPr/>
            <p:nvPr/>
          </p:nvSpPr>
          <p:spPr>
            <a:xfrm>
              <a:off x="7780197" y="3818198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Rechteck 64">
              <a:extLst>
                <a:ext uri="{FF2B5EF4-FFF2-40B4-BE49-F238E27FC236}">
                  <a16:creationId xmlns:a16="http://schemas.microsoft.com/office/drawing/2014/main" id="{13C68ECD-C8EF-264A-CB42-325003CBEA80}"/>
                </a:ext>
              </a:extLst>
            </p:cNvPr>
            <p:cNvSpPr/>
            <p:nvPr/>
          </p:nvSpPr>
          <p:spPr>
            <a:xfrm>
              <a:off x="11809394" y="4376043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9403DEB-F64C-9D87-AC65-7D0152B9C313}"/>
                </a:ext>
              </a:extLst>
            </p:cNvPr>
            <p:cNvCxnSpPr>
              <a:stCxn id="32" idx="3"/>
              <a:endCxn id="7" idx="1"/>
            </p:cNvCxnSpPr>
            <p:nvPr/>
          </p:nvCxnSpPr>
          <p:spPr>
            <a:xfrm flipV="1">
              <a:off x="7996197" y="3826887"/>
              <a:ext cx="819717" cy="9931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7ECC7113-487B-52F5-BC32-DCC0BB80E283}"/>
                </a:ext>
              </a:extLst>
            </p:cNvPr>
            <p:cNvCxnSpPr>
              <a:cxnSpLocks/>
              <a:stCxn id="12" idx="3"/>
              <a:endCxn id="23" idx="1"/>
            </p:cNvCxnSpPr>
            <p:nvPr/>
          </p:nvCxnSpPr>
          <p:spPr>
            <a:xfrm>
              <a:off x="9887903" y="4024519"/>
              <a:ext cx="649684" cy="4595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hteck 64">
              <a:extLst>
                <a:ext uri="{FF2B5EF4-FFF2-40B4-BE49-F238E27FC236}">
                  <a16:creationId xmlns:a16="http://schemas.microsoft.com/office/drawing/2014/main" id="{9828DAB6-939D-31E6-2238-D96A2C4DFCD0}"/>
                </a:ext>
              </a:extLst>
            </p:cNvPr>
            <p:cNvSpPr/>
            <p:nvPr/>
          </p:nvSpPr>
          <p:spPr>
            <a:xfrm>
              <a:off x="11809395" y="3535537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60" name="Gerade Verbindung mit Pfeil 63">
              <a:extLst>
                <a:ext uri="{FF2B5EF4-FFF2-40B4-BE49-F238E27FC236}">
                  <a16:creationId xmlns:a16="http://schemas.microsoft.com/office/drawing/2014/main" id="{6EE080D8-F8C2-5F70-56F6-A1B3E3408AB7}"/>
                </a:ext>
              </a:extLst>
            </p:cNvPr>
            <p:cNvCxnSpPr>
              <a:cxnSpLocks/>
              <a:stCxn id="9" idx="3"/>
              <a:endCxn id="59" idx="1"/>
            </p:cNvCxnSpPr>
            <p:nvPr/>
          </p:nvCxnSpPr>
          <p:spPr>
            <a:xfrm>
              <a:off x="9887903" y="3643537"/>
              <a:ext cx="1921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8" name="AutoShape 40">
            <a:extLst>
              <a:ext uri="{FF2B5EF4-FFF2-40B4-BE49-F238E27FC236}">
                <a16:creationId xmlns:a16="http://schemas.microsoft.com/office/drawing/2014/main" id="{62AA2151-551F-78E9-2306-9F1DA2667EE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528094" y="1132593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OD</a:t>
            </a:r>
          </a:p>
        </p:txBody>
      </p:sp>
      <p:cxnSp>
        <p:nvCxnSpPr>
          <p:cNvPr id="159" name="Verbinder: gewinkelt 126">
            <a:extLst>
              <a:ext uri="{FF2B5EF4-FFF2-40B4-BE49-F238E27FC236}">
                <a16:creationId xmlns:a16="http://schemas.microsoft.com/office/drawing/2014/main" id="{030D9945-9019-551D-A4FE-41A4CEB027E5}"/>
              </a:ext>
            </a:extLst>
          </p:cNvPr>
          <p:cNvCxnSpPr>
            <a:cxnSpLocks/>
            <a:stCxn id="52" idx="2"/>
            <a:endCxn id="156" idx="1"/>
          </p:cNvCxnSpPr>
          <p:nvPr/>
        </p:nvCxnSpPr>
        <p:spPr>
          <a:xfrm rot="16200000" flipH="1">
            <a:off x="-969325" y="3100928"/>
            <a:ext cx="2845743" cy="191786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6" name="Verbinder: gewinkelt 126">
            <a:extLst>
              <a:ext uri="{FF2B5EF4-FFF2-40B4-BE49-F238E27FC236}">
                <a16:creationId xmlns:a16="http://schemas.microsoft.com/office/drawing/2014/main" id="{E2566A95-82D2-F965-D04D-290B087347F7}"/>
              </a:ext>
            </a:extLst>
          </p:cNvPr>
          <p:cNvCxnSpPr>
            <a:cxnSpLocks/>
            <a:stCxn id="15" idx="3"/>
            <a:endCxn id="173" idx="0"/>
          </p:cNvCxnSpPr>
          <p:nvPr/>
        </p:nvCxnSpPr>
        <p:spPr>
          <a:xfrm>
            <a:off x="1940884" y="1438170"/>
            <a:ext cx="1597542" cy="642022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3" name="Verbinder: gewinkelt 126">
            <a:extLst>
              <a:ext uri="{FF2B5EF4-FFF2-40B4-BE49-F238E27FC236}">
                <a16:creationId xmlns:a16="http://schemas.microsoft.com/office/drawing/2014/main" id="{4DF13B7E-4514-8D41-9DA8-0E4C0E478315}"/>
              </a:ext>
            </a:extLst>
          </p:cNvPr>
          <p:cNvCxnSpPr>
            <a:cxnSpLocks/>
            <a:stCxn id="470" idx="3"/>
            <a:endCxn id="182" idx="1"/>
          </p:cNvCxnSpPr>
          <p:nvPr/>
        </p:nvCxnSpPr>
        <p:spPr>
          <a:xfrm>
            <a:off x="2393730" y="2419802"/>
            <a:ext cx="340627" cy="3898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6" name="Verbinder: gewinkelt 126">
            <a:extLst>
              <a:ext uri="{FF2B5EF4-FFF2-40B4-BE49-F238E27FC236}">
                <a16:creationId xmlns:a16="http://schemas.microsoft.com/office/drawing/2014/main" id="{6947B75E-65FC-6B59-2E5E-5444ADBE4623}"/>
              </a:ext>
            </a:extLst>
          </p:cNvPr>
          <p:cNvCxnSpPr>
            <a:cxnSpLocks/>
            <a:stCxn id="467" idx="3"/>
            <a:endCxn id="185" idx="1"/>
          </p:cNvCxnSpPr>
          <p:nvPr/>
        </p:nvCxnSpPr>
        <p:spPr>
          <a:xfrm>
            <a:off x="2166222" y="2571211"/>
            <a:ext cx="568135" cy="761553"/>
          </a:xfrm>
          <a:prstGeom prst="bentConnector3">
            <a:avLst>
              <a:gd name="adj1" fmla="val 2652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D249D6FD-E908-5FD4-5540-CD465918A1A9}"/>
              </a:ext>
            </a:extLst>
          </p:cNvPr>
          <p:cNvCxnSpPr>
            <a:cxnSpLocks/>
            <a:stCxn id="460" idx="3"/>
          </p:cNvCxnSpPr>
          <p:nvPr/>
        </p:nvCxnSpPr>
        <p:spPr>
          <a:xfrm>
            <a:off x="2390062" y="4492165"/>
            <a:ext cx="34959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2" name="Verbinder: gewinkelt 126">
            <a:extLst>
              <a:ext uri="{FF2B5EF4-FFF2-40B4-BE49-F238E27FC236}">
                <a16:creationId xmlns:a16="http://schemas.microsoft.com/office/drawing/2014/main" id="{CBAC3719-C914-7B30-F071-E2C362759D40}"/>
              </a:ext>
            </a:extLst>
          </p:cNvPr>
          <p:cNvCxnSpPr>
            <a:cxnSpLocks/>
            <a:stCxn id="461" idx="3"/>
            <a:endCxn id="199" idx="1"/>
          </p:cNvCxnSpPr>
          <p:nvPr/>
        </p:nvCxnSpPr>
        <p:spPr>
          <a:xfrm>
            <a:off x="2392028" y="4752773"/>
            <a:ext cx="342329" cy="3856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1" name="Gerade Verbindung mit Pfeil 220">
            <a:extLst>
              <a:ext uri="{FF2B5EF4-FFF2-40B4-BE49-F238E27FC236}">
                <a16:creationId xmlns:a16="http://schemas.microsoft.com/office/drawing/2014/main" id="{E8B8C5DB-9C17-FDC3-1B1F-671C5B66F4AE}"/>
              </a:ext>
            </a:extLst>
          </p:cNvPr>
          <p:cNvCxnSpPr>
            <a:cxnSpLocks/>
            <a:stCxn id="196" idx="0"/>
            <a:endCxn id="185" idx="2"/>
          </p:cNvCxnSpPr>
          <p:nvPr/>
        </p:nvCxnSpPr>
        <p:spPr>
          <a:xfrm flipV="1">
            <a:off x="3538426" y="3539139"/>
            <a:ext cx="0" cy="87417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triangle" w="med" len="med"/>
          </a:ln>
        </p:spPr>
      </p:cxnSp>
      <p:sp>
        <p:nvSpPr>
          <p:cNvPr id="2" name="AutoShape 40">
            <a:extLst>
              <a:ext uri="{FF2B5EF4-FFF2-40B4-BE49-F238E27FC236}">
                <a16:creationId xmlns:a16="http://schemas.microsoft.com/office/drawing/2014/main" id="{613EB7B1-7430-36AF-4E6F-3B631DF293A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72916" y="1090866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MA</a:t>
            </a:r>
          </a:p>
        </p:txBody>
      </p:sp>
      <p:grpSp>
        <p:nvGrpSpPr>
          <p:cNvPr id="11" name="Group 140">
            <a:extLst>
              <a:ext uri="{FF2B5EF4-FFF2-40B4-BE49-F238E27FC236}">
                <a16:creationId xmlns:a16="http://schemas.microsoft.com/office/drawing/2014/main" id="{30F46719-0869-216D-93CB-A6AC12BAD1D3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2080192"/>
            <a:ext cx="1608138" cy="412750"/>
            <a:chOff x="3381" y="2592"/>
            <a:chExt cx="1013" cy="260"/>
          </a:xfrm>
        </p:grpSpPr>
        <p:sp>
          <p:nvSpPr>
            <p:cNvPr id="13" name="Text Box 141">
              <a:extLst>
                <a:ext uri="{FF2B5EF4-FFF2-40B4-BE49-F238E27FC236}">
                  <a16:creationId xmlns:a16="http://schemas.microsoft.com/office/drawing/2014/main" id="{71909902-00E5-B8BB-8C30-F391C162C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616"/>
              <a:ext cx="5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int:Type</a:t>
              </a:r>
            </a:p>
          </p:txBody>
        </p:sp>
        <p:sp>
          <p:nvSpPr>
            <p:cNvPr id="14" name="Rectangle 142">
              <a:extLst>
                <a:ext uri="{FF2B5EF4-FFF2-40B4-BE49-F238E27FC236}">
                  <a16:creationId xmlns:a16="http://schemas.microsoft.com/office/drawing/2014/main" id="{49935D48-C897-1EEC-0787-020268F51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sp>
        <p:nvSpPr>
          <p:cNvPr id="16" name="Textfeld 44">
            <a:extLst>
              <a:ext uri="{FF2B5EF4-FFF2-40B4-BE49-F238E27FC236}">
                <a16:creationId xmlns:a16="http://schemas.microsoft.com/office/drawing/2014/main" id="{A528B237-6005-6A10-C164-A5EE806104D5}"/>
              </a:ext>
            </a:extLst>
          </p:cNvPr>
          <p:cNvSpPr txBox="1"/>
          <p:nvPr/>
        </p:nvSpPr>
        <p:spPr>
          <a:xfrm>
            <a:off x="10947286" y="3028664"/>
            <a:ext cx="100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double</a:t>
            </a:r>
          </a:p>
        </p:txBody>
      </p:sp>
      <p:sp>
        <p:nvSpPr>
          <p:cNvPr id="17" name="Textfeld 44">
            <a:extLst>
              <a:ext uri="{FF2B5EF4-FFF2-40B4-BE49-F238E27FC236}">
                <a16:creationId xmlns:a16="http://schemas.microsoft.com/office/drawing/2014/main" id="{6A28862B-ACF8-2857-881E-13AB96E76909}"/>
              </a:ext>
            </a:extLst>
          </p:cNvPr>
          <p:cNvSpPr txBox="1"/>
          <p:nvPr/>
        </p:nvSpPr>
        <p:spPr>
          <a:xfrm>
            <a:off x="7924006" y="1239134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int</a:t>
            </a:r>
          </a:p>
        </p:txBody>
      </p:sp>
      <p:sp>
        <p:nvSpPr>
          <p:cNvPr id="18" name="Textfeld 44">
            <a:extLst>
              <a:ext uri="{FF2B5EF4-FFF2-40B4-BE49-F238E27FC236}">
                <a16:creationId xmlns:a16="http://schemas.microsoft.com/office/drawing/2014/main" id="{5BBCA4C7-F3BD-F883-8F54-7E45D9884471}"/>
              </a:ext>
            </a:extLst>
          </p:cNvPr>
          <p:cNvSpPr txBox="1"/>
          <p:nvPr/>
        </p:nvSpPr>
        <p:spPr>
          <a:xfrm>
            <a:off x="9291238" y="2494543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Float</a:t>
            </a:r>
          </a:p>
        </p:txBody>
      </p:sp>
      <p:sp>
        <p:nvSpPr>
          <p:cNvPr id="19" name="Textfeld 44">
            <a:extLst>
              <a:ext uri="{FF2B5EF4-FFF2-40B4-BE49-F238E27FC236}">
                <a16:creationId xmlns:a16="http://schemas.microsoft.com/office/drawing/2014/main" id="{CC8DECB8-3E7F-8AB8-9596-BDBDB73CAF75}"/>
              </a:ext>
            </a:extLst>
          </p:cNvPr>
          <p:cNvSpPr txBox="1"/>
          <p:nvPr/>
        </p:nvSpPr>
        <p:spPr>
          <a:xfrm>
            <a:off x="10280497" y="1130036"/>
            <a:ext cx="81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Float</a:t>
            </a: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AC91D182-D705-2398-CB97-7ACF6725003F}"/>
              </a:ext>
            </a:extLst>
          </p:cNvPr>
          <p:cNvSpPr/>
          <p:nvPr/>
        </p:nvSpPr>
        <p:spPr bwMode="auto">
          <a:xfrm>
            <a:off x="7907974" y="1544519"/>
            <a:ext cx="198120" cy="228600"/>
          </a:xfrm>
          <a:custGeom>
            <a:avLst/>
            <a:gdLst>
              <a:gd name="connsiteX0" fmla="*/ 198120 w 198120"/>
              <a:gd name="connsiteY0" fmla="*/ 0 h 228600"/>
              <a:gd name="connsiteX1" fmla="*/ 144780 w 198120"/>
              <a:gd name="connsiteY1" fmla="*/ 121920 h 228600"/>
              <a:gd name="connsiteX2" fmla="*/ 0 w 19812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28600">
                <a:moveTo>
                  <a:pt x="198120" y="0"/>
                </a:moveTo>
                <a:cubicBezTo>
                  <a:pt x="187960" y="41910"/>
                  <a:pt x="177800" y="83820"/>
                  <a:pt x="144780" y="121920"/>
                </a:cubicBezTo>
                <a:cubicBezTo>
                  <a:pt x="111760" y="160020"/>
                  <a:pt x="55880" y="194310"/>
                  <a:pt x="0" y="2286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7BE0ECD7-9DEE-CF8A-E096-7A24D1AAB12C}"/>
              </a:ext>
            </a:extLst>
          </p:cNvPr>
          <p:cNvSpPr/>
          <p:nvPr/>
        </p:nvSpPr>
        <p:spPr bwMode="auto">
          <a:xfrm>
            <a:off x="8395654" y="1529279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FDF91A8C-7E54-4456-9113-DB007F7DEA1C}"/>
              </a:ext>
            </a:extLst>
          </p:cNvPr>
          <p:cNvSpPr/>
          <p:nvPr/>
        </p:nvSpPr>
        <p:spPr bwMode="auto">
          <a:xfrm>
            <a:off x="9782494" y="1354019"/>
            <a:ext cx="541020" cy="114300"/>
          </a:xfrm>
          <a:custGeom>
            <a:avLst/>
            <a:gdLst>
              <a:gd name="connsiteX0" fmla="*/ 541020 w 541020"/>
              <a:gd name="connsiteY0" fmla="*/ 0 h 114300"/>
              <a:gd name="connsiteX1" fmla="*/ 236220 w 541020"/>
              <a:gd name="connsiteY1" fmla="*/ 22860 h 114300"/>
              <a:gd name="connsiteX2" fmla="*/ 0 w 54102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1020" h="114300">
                <a:moveTo>
                  <a:pt x="541020" y="0"/>
                </a:moveTo>
                <a:cubicBezTo>
                  <a:pt x="433705" y="1905"/>
                  <a:pt x="326390" y="3810"/>
                  <a:pt x="236220" y="22860"/>
                </a:cubicBezTo>
                <a:cubicBezTo>
                  <a:pt x="146050" y="41910"/>
                  <a:pt x="73025" y="78105"/>
                  <a:pt x="0" y="1143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0744F670-239B-4317-A1BA-871A080B0B4A}"/>
              </a:ext>
            </a:extLst>
          </p:cNvPr>
          <p:cNvSpPr/>
          <p:nvPr/>
        </p:nvSpPr>
        <p:spPr bwMode="auto">
          <a:xfrm>
            <a:off x="10864534" y="1315919"/>
            <a:ext cx="815340" cy="129540"/>
          </a:xfrm>
          <a:custGeom>
            <a:avLst/>
            <a:gdLst>
              <a:gd name="connsiteX0" fmla="*/ 0 w 815340"/>
              <a:gd name="connsiteY0" fmla="*/ 0 h 129540"/>
              <a:gd name="connsiteX1" fmla="*/ 533400 w 815340"/>
              <a:gd name="connsiteY1" fmla="*/ 38100 h 129540"/>
              <a:gd name="connsiteX2" fmla="*/ 815340 w 815340"/>
              <a:gd name="connsiteY2" fmla="*/ 129540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5340" h="129540">
                <a:moveTo>
                  <a:pt x="0" y="0"/>
                </a:moveTo>
                <a:cubicBezTo>
                  <a:pt x="198755" y="8255"/>
                  <a:pt x="397510" y="16510"/>
                  <a:pt x="533400" y="38100"/>
                </a:cubicBezTo>
                <a:cubicBezTo>
                  <a:pt x="669290" y="59690"/>
                  <a:pt x="742315" y="94615"/>
                  <a:pt x="815340" y="12954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94A6E433-0ACF-1CA4-86C4-23B4B8F58029}"/>
              </a:ext>
            </a:extLst>
          </p:cNvPr>
          <p:cNvSpPr/>
          <p:nvPr/>
        </p:nvSpPr>
        <p:spPr bwMode="auto">
          <a:xfrm>
            <a:off x="9683434" y="2039819"/>
            <a:ext cx="215116" cy="533400"/>
          </a:xfrm>
          <a:custGeom>
            <a:avLst/>
            <a:gdLst>
              <a:gd name="connsiteX0" fmla="*/ 0 w 215116"/>
              <a:gd name="connsiteY0" fmla="*/ 533400 h 533400"/>
              <a:gd name="connsiteX1" fmla="*/ 213360 w 215116"/>
              <a:gd name="connsiteY1" fmla="*/ 297180 h 533400"/>
              <a:gd name="connsiteX2" fmla="*/ 83820 w 215116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116" h="533400">
                <a:moveTo>
                  <a:pt x="0" y="533400"/>
                </a:moveTo>
                <a:cubicBezTo>
                  <a:pt x="99695" y="459740"/>
                  <a:pt x="199390" y="386080"/>
                  <a:pt x="213360" y="297180"/>
                </a:cubicBezTo>
                <a:cubicBezTo>
                  <a:pt x="227330" y="208280"/>
                  <a:pt x="155575" y="104140"/>
                  <a:pt x="8382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2C6D928F-AFBC-277E-E31B-70DC50179272}"/>
              </a:ext>
            </a:extLst>
          </p:cNvPr>
          <p:cNvSpPr/>
          <p:nvPr/>
        </p:nvSpPr>
        <p:spPr bwMode="auto">
          <a:xfrm>
            <a:off x="9904414" y="2535119"/>
            <a:ext cx="518160" cy="144780"/>
          </a:xfrm>
          <a:custGeom>
            <a:avLst/>
            <a:gdLst>
              <a:gd name="connsiteX0" fmla="*/ 0 w 518160"/>
              <a:gd name="connsiteY0" fmla="*/ 144780 h 144780"/>
              <a:gd name="connsiteX1" fmla="*/ 396240 w 518160"/>
              <a:gd name="connsiteY1" fmla="*/ 106680 h 144780"/>
              <a:gd name="connsiteX2" fmla="*/ 518160 w 518160"/>
              <a:gd name="connsiteY2" fmla="*/ 0 h 14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8160" h="144780">
                <a:moveTo>
                  <a:pt x="0" y="144780"/>
                </a:moveTo>
                <a:cubicBezTo>
                  <a:pt x="154940" y="137795"/>
                  <a:pt x="309880" y="130810"/>
                  <a:pt x="396240" y="106680"/>
                </a:cubicBezTo>
                <a:cubicBezTo>
                  <a:pt x="482600" y="82550"/>
                  <a:pt x="500380" y="41275"/>
                  <a:pt x="51816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02F10A9B-800D-1858-FBE6-FE560D65E860}"/>
              </a:ext>
            </a:extLst>
          </p:cNvPr>
          <p:cNvSpPr/>
          <p:nvPr/>
        </p:nvSpPr>
        <p:spPr bwMode="auto">
          <a:xfrm>
            <a:off x="11481754" y="2519879"/>
            <a:ext cx="70606" cy="548640"/>
          </a:xfrm>
          <a:custGeom>
            <a:avLst/>
            <a:gdLst>
              <a:gd name="connsiteX0" fmla="*/ 45720 w 70606"/>
              <a:gd name="connsiteY0" fmla="*/ 548640 h 548640"/>
              <a:gd name="connsiteX1" fmla="*/ 68580 w 70606"/>
              <a:gd name="connsiteY1" fmla="*/ 144780 h 548640"/>
              <a:gd name="connsiteX2" fmla="*/ 0 w 70606"/>
              <a:gd name="connsiteY2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606" h="548640">
                <a:moveTo>
                  <a:pt x="45720" y="548640"/>
                </a:moveTo>
                <a:cubicBezTo>
                  <a:pt x="60960" y="392430"/>
                  <a:pt x="76200" y="236220"/>
                  <a:pt x="68580" y="144780"/>
                </a:cubicBezTo>
                <a:cubicBezTo>
                  <a:pt x="60960" y="53340"/>
                  <a:pt x="30480" y="26670"/>
                  <a:pt x="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FAD98A37-9C0D-3C88-BF02-A20E1C1DEB42}"/>
              </a:ext>
            </a:extLst>
          </p:cNvPr>
          <p:cNvSpPr/>
          <p:nvPr/>
        </p:nvSpPr>
        <p:spPr bwMode="auto">
          <a:xfrm>
            <a:off x="11634154" y="2512259"/>
            <a:ext cx="106680" cy="563880"/>
          </a:xfrm>
          <a:custGeom>
            <a:avLst/>
            <a:gdLst>
              <a:gd name="connsiteX0" fmla="*/ 0 w 106680"/>
              <a:gd name="connsiteY0" fmla="*/ 563880 h 563880"/>
              <a:gd name="connsiteX1" fmla="*/ 83820 w 106680"/>
              <a:gd name="connsiteY1" fmla="*/ 205740 h 563880"/>
              <a:gd name="connsiteX2" fmla="*/ 106680 w 106680"/>
              <a:gd name="connsiteY2" fmla="*/ 0 h 56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680" h="563880">
                <a:moveTo>
                  <a:pt x="0" y="563880"/>
                </a:moveTo>
                <a:cubicBezTo>
                  <a:pt x="33020" y="431800"/>
                  <a:pt x="66040" y="299720"/>
                  <a:pt x="83820" y="205740"/>
                </a:cubicBezTo>
                <a:cubicBezTo>
                  <a:pt x="101600" y="111760"/>
                  <a:pt x="104140" y="55880"/>
                  <a:pt x="106680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140">
            <a:extLst>
              <a:ext uri="{FF2B5EF4-FFF2-40B4-BE49-F238E27FC236}">
                <a16:creationId xmlns:a16="http://schemas.microsoft.com/office/drawing/2014/main" id="{42FBC61F-90A4-809F-B9B3-A12B3970DB7B}"/>
              </a:ext>
            </a:extLst>
          </p:cNvPr>
          <p:cNvGrpSpPr>
            <a:grpSpLocks/>
          </p:cNvGrpSpPr>
          <p:nvPr/>
        </p:nvGrpSpPr>
        <p:grpSpPr bwMode="auto">
          <a:xfrm>
            <a:off x="5095347" y="4612000"/>
            <a:ext cx="1608138" cy="412750"/>
            <a:chOff x="3381" y="2592"/>
            <a:chExt cx="1013" cy="260"/>
          </a:xfrm>
        </p:grpSpPr>
        <p:sp>
          <p:nvSpPr>
            <p:cNvPr id="41" name="Text Box 141">
              <a:extLst>
                <a:ext uri="{FF2B5EF4-FFF2-40B4-BE49-F238E27FC236}">
                  <a16:creationId xmlns:a16="http://schemas.microsoft.com/office/drawing/2014/main" id="{988FC40F-5956-E8A9-0D32-C0A7A977A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6" y="2616"/>
              <a:ext cx="81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noProof="1"/>
                <a:t>double:Type</a:t>
              </a:r>
            </a:p>
          </p:txBody>
        </p:sp>
        <p:sp>
          <p:nvSpPr>
            <p:cNvPr id="42" name="Rectangle 142">
              <a:extLst>
                <a:ext uri="{FF2B5EF4-FFF2-40B4-BE49-F238E27FC236}">
                  <a16:creationId xmlns:a16="http://schemas.microsoft.com/office/drawing/2014/main" id="{8EE2197B-7E09-E980-2DE6-D1C3F732D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noProof="1"/>
            </a:p>
          </p:txBody>
        </p:sp>
      </p:grpSp>
      <p:grpSp>
        <p:nvGrpSpPr>
          <p:cNvPr id="88" name="Group 140">
            <a:extLst>
              <a:ext uri="{FF2B5EF4-FFF2-40B4-BE49-F238E27FC236}">
                <a16:creationId xmlns:a16="http://schemas.microsoft.com/office/drawing/2014/main" id="{50B82128-B2F7-B075-8A4C-C95C4CEBEB6B}"/>
              </a:ext>
            </a:extLst>
          </p:cNvPr>
          <p:cNvGrpSpPr>
            <a:grpSpLocks/>
          </p:cNvGrpSpPr>
          <p:nvPr/>
        </p:nvGrpSpPr>
        <p:grpSpPr bwMode="auto">
          <a:xfrm>
            <a:off x="549439" y="3588396"/>
            <a:ext cx="1608138" cy="412750"/>
            <a:chOff x="3381" y="2592"/>
            <a:chExt cx="1013" cy="260"/>
          </a:xfrm>
        </p:grpSpPr>
        <p:sp>
          <p:nvSpPr>
            <p:cNvPr id="95" name="Text Box 141">
              <a:extLst>
                <a:ext uri="{FF2B5EF4-FFF2-40B4-BE49-F238E27FC236}">
                  <a16:creationId xmlns:a16="http://schemas.microsoft.com/office/drawing/2014/main" id="{67A08043-01D8-CE78-D4EE-6C734A9EB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04" name="Rectangle 142">
              <a:extLst>
                <a:ext uri="{FF2B5EF4-FFF2-40B4-BE49-F238E27FC236}">
                  <a16:creationId xmlns:a16="http://schemas.microsoft.com/office/drawing/2014/main" id="{350E6068-0B2C-364A-FC59-074AF1E59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5" name="Group 140">
            <a:extLst>
              <a:ext uri="{FF2B5EF4-FFF2-40B4-BE49-F238E27FC236}">
                <a16:creationId xmlns:a16="http://schemas.microsoft.com/office/drawing/2014/main" id="{5426F574-C5EC-399F-1BB1-D3EA22544C5F}"/>
              </a:ext>
            </a:extLst>
          </p:cNvPr>
          <p:cNvGrpSpPr>
            <a:grpSpLocks/>
          </p:cNvGrpSpPr>
          <p:nvPr/>
        </p:nvGrpSpPr>
        <p:grpSpPr bwMode="auto">
          <a:xfrm>
            <a:off x="549439" y="2902046"/>
            <a:ext cx="1608138" cy="412750"/>
            <a:chOff x="3381" y="2592"/>
            <a:chExt cx="1013" cy="260"/>
          </a:xfrm>
        </p:grpSpPr>
        <p:sp>
          <p:nvSpPr>
            <p:cNvPr id="106" name="Text Box 141">
              <a:extLst>
                <a:ext uri="{FF2B5EF4-FFF2-40B4-BE49-F238E27FC236}">
                  <a16:creationId xmlns:a16="http://schemas.microsoft.com/office/drawing/2014/main" id="{F06B9CB9-CE3D-EC08-8F1F-D534F92C2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08" name="Rectangle 142">
              <a:extLst>
                <a:ext uri="{FF2B5EF4-FFF2-40B4-BE49-F238E27FC236}">
                  <a16:creationId xmlns:a16="http://schemas.microsoft.com/office/drawing/2014/main" id="{55E2C20F-E0C2-C967-1C85-5465ECFEA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" name="Group 140">
            <a:extLst>
              <a:ext uri="{FF2B5EF4-FFF2-40B4-BE49-F238E27FC236}">
                <a16:creationId xmlns:a16="http://schemas.microsoft.com/office/drawing/2014/main" id="{7F7E0B3D-3AEF-9A18-DD7B-6329E577AB6B}"/>
              </a:ext>
            </a:extLst>
          </p:cNvPr>
          <p:cNvGrpSpPr>
            <a:grpSpLocks/>
          </p:cNvGrpSpPr>
          <p:nvPr/>
        </p:nvGrpSpPr>
        <p:grpSpPr bwMode="auto">
          <a:xfrm>
            <a:off x="949871" y="1580400"/>
            <a:ext cx="1608138" cy="412750"/>
            <a:chOff x="3381" y="2592"/>
            <a:chExt cx="1013" cy="260"/>
          </a:xfrm>
        </p:grpSpPr>
        <p:sp>
          <p:nvSpPr>
            <p:cNvPr id="110" name="Text Box 141">
              <a:extLst>
                <a:ext uri="{FF2B5EF4-FFF2-40B4-BE49-F238E27FC236}">
                  <a16:creationId xmlns:a16="http://schemas.microsoft.com/office/drawing/2014/main" id="{D44B1439-C48A-C16D-AA39-09DE0718B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2616"/>
              <a:ext cx="57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:Stream</a:t>
              </a:r>
            </a:p>
          </p:txBody>
        </p:sp>
        <p:sp>
          <p:nvSpPr>
            <p:cNvPr id="111" name="Rectangle 142">
              <a:extLst>
                <a:ext uri="{FF2B5EF4-FFF2-40B4-BE49-F238E27FC236}">
                  <a16:creationId xmlns:a16="http://schemas.microsoft.com/office/drawing/2014/main" id="{40E03B1D-5C20-3925-18F9-8B49C4F17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592"/>
              <a:ext cx="1013" cy="2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" name="AutoShape 50">
            <a:extLst>
              <a:ext uri="{FF2B5EF4-FFF2-40B4-BE49-F238E27FC236}">
                <a16:creationId xmlns:a16="http://schemas.microsoft.com/office/drawing/2014/main" id="{79557560-8DDB-52F3-B01C-D7D167F6D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371" y="2506912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3" name="AutoShape 50">
            <a:extLst>
              <a:ext uri="{FF2B5EF4-FFF2-40B4-BE49-F238E27FC236}">
                <a16:creationId xmlns:a16="http://schemas.microsoft.com/office/drawing/2014/main" id="{8525D9EE-F364-38BC-B2EA-04EE8EAC1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371" y="4148444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" name="AutoShape 50">
            <a:extLst>
              <a:ext uri="{FF2B5EF4-FFF2-40B4-BE49-F238E27FC236}">
                <a16:creationId xmlns:a16="http://schemas.microsoft.com/office/drawing/2014/main" id="{975D31BD-C6D4-9144-2659-384C39F3C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83" y="1521538"/>
            <a:ext cx="168275" cy="252412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cxnSp>
        <p:nvCxnSpPr>
          <p:cNvPr id="117" name="Verbinder: gewinkelt 126">
            <a:extLst>
              <a:ext uri="{FF2B5EF4-FFF2-40B4-BE49-F238E27FC236}">
                <a16:creationId xmlns:a16="http://schemas.microsoft.com/office/drawing/2014/main" id="{6013BC41-6BD4-1FCA-6B52-E1C1C4B8DAD8}"/>
              </a:ext>
            </a:extLst>
          </p:cNvPr>
          <p:cNvCxnSpPr>
            <a:cxnSpLocks/>
            <a:stCxn id="116" idx="2"/>
            <a:endCxn id="111" idx="1"/>
          </p:cNvCxnSpPr>
          <p:nvPr/>
        </p:nvCxnSpPr>
        <p:spPr>
          <a:xfrm rot="16200000" flipH="1">
            <a:off x="804684" y="1641587"/>
            <a:ext cx="12825" cy="277550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955D9AEC-52C5-BA09-C2E6-5711C806EFFA}"/>
              </a:ext>
            </a:extLst>
          </p:cNvPr>
          <p:cNvCxnSpPr>
            <a:cxnSpLocks/>
            <a:stCxn id="112" idx="2"/>
            <a:endCxn id="108" idx="0"/>
          </p:cNvCxnSpPr>
          <p:nvPr/>
        </p:nvCxnSpPr>
        <p:spPr>
          <a:xfrm flipH="1">
            <a:off x="1353508" y="2759324"/>
            <a:ext cx="1" cy="14272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7520DF90-E7C6-87EA-B505-0BB6C01AF8BE}"/>
              </a:ext>
            </a:extLst>
          </p:cNvPr>
          <p:cNvCxnSpPr>
            <a:cxnSpLocks/>
            <a:stCxn id="113" idx="0"/>
            <a:endCxn id="104" idx="2"/>
          </p:cNvCxnSpPr>
          <p:nvPr/>
        </p:nvCxnSpPr>
        <p:spPr>
          <a:xfrm flipH="1" flipV="1">
            <a:off x="1353508" y="4001146"/>
            <a:ext cx="1" cy="14729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C04F75F9-1830-9806-D3F2-8FE9AC003147}"/>
              </a:ext>
            </a:extLst>
          </p:cNvPr>
          <p:cNvGrpSpPr/>
          <p:nvPr/>
        </p:nvGrpSpPr>
        <p:grpSpPr>
          <a:xfrm>
            <a:off x="102028" y="1100579"/>
            <a:ext cx="1608138" cy="412750"/>
            <a:chOff x="477989" y="1048316"/>
            <a:chExt cx="1608138" cy="412750"/>
          </a:xfrm>
        </p:grpSpPr>
        <p:sp>
          <p:nvSpPr>
            <p:cNvPr id="6" name="Text Box 141">
              <a:extLst>
                <a:ext uri="{FF2B5EF4-FFF2-40B4-BE49-F238E27FC236}">
                  <a16:creationId xmlns:a16="http://schemas.microsoft.com/office/drawing/2014/main" id="{738BCFEA-E1EA-99C7-CDB4-D0E4EC123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825" y="1086416"/>
              <a:ext cx="11528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de-DE" sz="1600" u="sng" dirty="0"/>
                <a:t>F:Function</a:t>
              </a:r>
            </a:p>
          </p:txBody>
        </p:sp>
        <p:sp>
          <p:nvSpPr>
            <p:cNvPr id="8" name="Rectangle 142">
              <a:extLst>
                <a:ext uri="{FF2B5EF4-FFF2-40B4-BE49-F238E27FC236}">
                  <a16:creationId xmlns:a16="http://schemas.microsoft.com/office/drawing/2014/main" id="{E86FB0F4-6437-C074-10A9-8AFE1DBA6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989" y="1048316"/>
              <a:ext cx="1608138" cy="4127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567D4C3C-4663-9A63-6C73-9B9105A6B3D8}"/>
                </a:ext>
              </a:extLst>
            </p:cNvPr>
            <p:cNvSpPr/>
            <p:nvPr/>
          </p:nvSpPr>
          <p:spPr bwMode="auto">
            <a:xfrm>
              <a:off x="1849120" y="108204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C7521A57-45D7-3E12-56EF-0F4FE0DBC2AB}"/>
                </a:ext>
              </a:extLst>
            </p:cNvPr>
            <p:cNvSpPr/>
            <p:nvPr/>
          </p:nvSpPr>
          <p:spPr bwMode="auto">
            <a:xfrm>
              <a:off x="1849120" y="129458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B427BB2F-B4C3-3D4F-F295-496B8FCB9BF0}"/>
              </a:ext>
            </a:extLst>
          </p:cNvPr>
          <p:cNvGrpSpPr/>
          <p:nvPr/>
        </p:nvGrpSpPr>
        <p:grpSpPr>
          <a:xfrm>
            <a:off x="549439" y="4413318"/>
            <a:ext cx="1609433" cy="412750"/>
            <a:chOff x="925400" y="4041015"/>
            <a:chExt cx="1609433" cy="412750"/>
          </a:xfrm>
        </p:grpSpPr>
        <p:grpSp>
          <p:nvGrpSpPr>
            <p:cNvPr id="154" name="Group 140">
              <a:extLst>
                <a:ext uri="{FF2B5EF4-FFF2-40B4-BE49-F238E27FC236}">
                  <a16:creationId xmlns:a16="http://schemas.microsoft.com/office/drawing/2014/main" id="{A40F5A39-ADB9-E917-65CE-8946DF27BA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400" y="4041015"/>
              <a:ext cx="1608138" cy="412750"/>
              <a:chOff x="3381" y="2592"/>
              <a:chExt cx="1013" cy="260"/>
            </a:xfrm>
          </p:grpSpPr>
          <p:sp>
            <p:nvSpPr>
              <p:cNvPr id="155" name="Text Box 141">
                <a:extLst>
                  <a:ext uri="{FF2B5EF4-FFF2-40B4-BE49-F238E27FC236}">
                    <a16:creationId xmlns:a16="http://schemas.microsoft.com/office/drawing/2014/main" id="{FA30B2D9-6A14-7763-3F18-FD9714B6A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2" y="2616"/>
                <a:ext cx="7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H:Function</a:t>
                </a:r>
              </a:p>
            </p:txBody>
          </p:sp>
          <p:sp>
            <p:nvSpPr>
              <p:cNvPr id="156" name="Rectangle 142">
                <a:extLst>
                  <a:ext uri="{FF2B5EF4-FFF2-40B4-BE49-F238E27FC236}">
                    <a16:creationId xmlns:a16="http://schemas.microsoft.com/office/drawing/2014/main" id="{6E794CC0-2DBA-0CB3-57D7-CD48CE78F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ABE49EFC-81D8-D982-F78E-7A018A7AB266}"/>
                </a:ext>
              </a:extLst>
            </p:cNvPr>
            <p:cNvSpPr/>
            <p:nvPr/>
          </p:nvSpPr>
          <p:spPr bwMode="auto">
            <a:xfrm>
              <a:off x="2298613" y="4081379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D703DE3D-155E-9F5D-B5B7-3D60EB1E3CC3}"/>
                </a:ext>
              </a:extLst>
            </p:cNvPr>
            <p:cNvSpPr/>
            <p:nvPr/>
          </p:nvSpPr>
          <p:spPr bwMode="auto">
            <a:xfrm>
              <a:off x="2298613" y="429392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</p:grpSp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7672395A-D655-9F26-F25D-B2672DE864E6}"/>
              </a:ext>
            </a:extLst>
          </p:cNvPr>
          <p:cNvGrpSpPr/>
          <p:nvPr/>
        </p:nvGrpSpPr>
        <p:grpSpPr>
          <a:xfrm>
            <a:off x="549439" y="2080192"/>
            <a:ext cx="1608654" cy="412750"/>
            <a:chOff x="925400" y="2027929"/>
            <a:chExt cx="1608654" cy="412750"/>
          </a:xfrm>
        </p:grpSpPr>
        <p:grpSp>
          <p:nvGrpSpPr>
            <p:cNvPr id="150" name="Group 140">
              <a:extLst>
                <a:ext uri="{FF2B5EF4-FFF2-40B4-BE49-F238E27FC236}">
                  <a16:creationId xmlns:a16="http://schemas.microsoft.com/office/drawing/2014/main" id="{3CFE91B6-EA76-72C8-5749-831F67AA5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400" y="2027929"/>
              <a:ext cx="1608138" cy="412750"/>
              <a:chOff x="3381" y="2592"/>
              <a:chExt cx="1013" cy="260"/>
            </a:xfrm>
          </p:grpSpPr>
          <p:sp>
            <p:nvSpPr>
              <p:cNvPr id="151" name="Text Box 141">
                <a:extLst>
                  <a:ext uri="{FF2B5EF4-FFF2-40B4-BE49-F238E27FC236}">
                    <a16:creationId xmlns:a16="http://schemas.microsoft.com/office/drawing/2014/main" id="{41CBCD28-9704-B2C8-0EEA-357FD16FF4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0" y="2616"/>
                <a:ext cx="74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G:Function</a:t>
                </a:r>
              </a:p>
            </p:txBody>
          </p:sp>
          <p:sp>
            <p:nvSpPr>
              <p:cNvPr id="152" name="Rectangle 142">
                <a:extLst>
                  <a:ext uri="{FF2B5EF4-FFF2-40B4-BE49-F238E27FC236}">
                    <a16:creationId xmlns:a16="http://schemas.microsoft.com/office/drawing/2014/main" id="{3DAD01A5-1056-AF5D-FF91-48E408E56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F7E17A83-0DDC-AC98-F18A-4D0CB306E2A1}"/>
                </a:ext>
              </a:extLst>
            </p:cNvPr>
            <p:cNvSpPr/>
            <p:nvPr/>
          </p:nvSpPr>
          <p:spPr bwMode="auto">
            <a:xfrm>
              <a:off x="2297834" y="2065433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45" name="Rechteck 144">
              <a:extLst>
                <a:ext uri="{FF2B5EF4-FFF2-40B4-BE49-F238E27FC236}">
                  <a16:creationId xmlns:a16="http://schemas.microsoft.com/office/drawing/2014/main" id="{AAE33E52-6855-0101-FC2A-09874165A4BA}"/>
                </a:ext>
              </a:extLst>
            </p:cNvPr>
            <p:cNvSpPr/>
            <p:nvPr/>
          </p:nvSpPr>
          <p:spPr bwMode="auto">
            <a:xfrm>
              <a:off x="2297834" y="2277974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</p:grpSp>
      <p:cxnSp>
        <p:nvCxnSpPr>
          <p:cNvPr id="153" name="Verbinder: gewinkelt 126">
            <a:extLst>
              <a:ext uri="{FF2B5EF4-FFF2-40B4-BE49-F238E27FC236}">
                <a16:creationId xmlns:a16="http://schemas.microsoft.com/office/drawing/2014/main" id="{6C2A50D7-148C-8857-75D2-DC8CA3468173}"/>
              </a:ext>
            </a:extLst>
          </p:cNvPr>
          <p:cNvCxnSpPr>
            <a:cxnSpLocks/>
            <a:stCxn id="465" idx="3"/>
            <a:endCxn id="173" idx="1"/>
          </p:cNvCxnSpPr>
          <p:nvPr/>
        </p:nvCxnSpPr>
        <p:spPr>
          <a:xfrm>
            <a:off x="2394366" y="2152629"/>
            <a:ext cx="339991" cy="1339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77188EAB-7A0C-9CC3-18FD-85E475FC7F3B}"/>
              </a:ext>
            </a:extLst>
          </p:cNvPr>
          <p:cNvGrpSpPr/>
          <p:nvPr/>
        </p:nvGrpSpPr>
        <p:grpSpPr>
          <a:xfrm>
            <a:off x="2734357" y="2080192"/>
            <a:ext cx="1608138" cy="412750"/>
            <a:chOff x="3110318" y="2027929"/>
            <a:chExt cx="1608138" cy="412750"/>
          </a:xfrm>
        </p:grpSpPr>
        <p:grpSp>
          <p:nvGrpSpPr>
            <p:cNvPr id="168" name="Group 140">
              <a:extLst>
                <a:ext uri="{FF2B5EF4-FFF2-40B4-BE49-F238E27FC236}">
                  <a16:creationId xmlns:a16="http://schemas.microsoft.com/office/drawing/2014/main" id="{CD864ACF-4CD5-A5A5-A44D-B4998944FD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2027929"/>
              <a:ext cx="1608138" cy="412750"/>
              <a:chOff x="3381" y="2592"/>
              <a:chExt cx="1013" cy="260"/>
            </a:xfrm>
          </p:grpSpPr>
          <p:sp>
            <p:nvSpPr>
              <p:cNvPr id="172" name="Text Box 141">
                <a:extLst>
                  <a:ext uri="{FF2B5EF4-FFF2-40B4-BE49-F238E27FC236}">
                    <a16:creationId xmlns:a16="http://schemas.microsoft.com/office/drawing/2014/main" id="{AFF1DC53-6A21-34BE-6CCE-8570B2523C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7" y="2616"/>
                <a:ext cx="55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a:Inport</a:t>
                </a:r>
              </a:p>
            </p:txBody>
          </p:sp>
          <p:sp>
            <p:nvSpPr>
              <p:cNvPr id="173" name="Rectangle 142">
                <a:extLst>
                  <a:ext uri="{FF2B5EF4-FFF2-40B4-BE49-F238E27FC236}">
                    <a16:creationId xmlns:a16="http://schemas.microsoft.com/office/drawing/2014/main" id="{C77D4CE4-CCA1-8600-9891-73464E222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9" name="Rechteck 178">
              <a:extLst>
                <a:ext uri="{FF2B5EF4-FFF2-40B4-BE49-F238E27FC236}">
                  <a16:creationId xmlns:a16="http://schemas.microsoft.com/office/drawing/2014/main" id="{25EB1EB3-F1D2-3E21-7626-C77800D73D16}"/>
                </a:ext>
              </a:extLst>
            </p:cNvPr>
            <p:cNvSpPr/>
            <p:nvPr/>
          </p:nvSpPr>
          <p:spPr bwMode="auto">
            <a:xfrm>
              <a:off x="4480568" y="2068239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80" name="Rechteck 179">
              <a:extLst>
                <a:ext uri="{FF2B5EF4-FFF2-40B4-BE49-F238E27FC236}">
                  <a16:creationId xmlns:a16="http://schemas.microsoft.com/office/drawing/2014/main" id="{F16A9641-F661-D760-32B9-3D76DAED6406}"/>
                </a:ext>
              </a:extLst>
            </p:cNvPr>
            <p:cNvSpPr/>
            <p:nvPr/>
          </p:nvSpPr>
          <p:spPr bwMode="auto">
            <a:xfrm>
              <a:off x="4480568" y="228078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4" name="Gruppieren 203">
            <a:extLst>
              <a:ext uri="{FF2B5EF4-FFF2-40B4-BE49-F238E27FC236}">
                <a16:creationId xmlns:a16="http://schemas.microsoft.com/office/drawing/2014/main" id="{0AA37C3A-E3E2-ECFA-615C-5F078E4CDDB5}"/>
              </a:ext>
            </a:extLst>
          </p:cNvPr>
          <p:cNvGrpSpPr/>
          <p:nvPr/>
        </p:nvGrpSpPr>
        <p:grpSpPr>
          <a:xfrm>
            <a:off x="2734357" y="2603290"/>
            <a:ext cx="1608138" cy="412750"/>
            <a:chOff x="3110318" y="2551027"/>
            <a:chExt cx="1608138" cy="412750"/>
          </a:xfrm>
        </p:grpSpPr>
        <p:grpSp>
          <p:nvGrpSpPr>
            <p:cNvPr id="174" name="Group 140">
              <a:extLst>
                <a:ext uri="{FF2B5EF4-FFF2-40B4-BE49-F238E27FC236}">
                  <a16:creationId xmlns:a16="http://schemas.microsoft.com/office/drawing/2014/main" id="{26AE5296-5C6B-3310-C8D8-9EF17A31E8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2551027"/>
              <a:ext cx="1608138" cy="412750"/>
              <a:chOff x="3381" y="2592"/>
              <a:chExt cx="1013" cy="260"/>
            </a:xfrm>
          </p:grpSpPr>
          <p:sp>
            <p:nvSpPr>
              <p:cNvPr id="181" name="Text Box 141">
                <a:extLst>
                  <a:ext uri="{FF2B5EF4-FFF2-40B4-BE49-F238E27FC236}">
                    <a16:creationId xmlns:a16="http://schemas.microsoft.com/office/drawing/2014/main" id="{71C43ACA-479A-DEA0-4EF3-95ED94F2E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0" y="2616"/>
                <a:ext cx="64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c:Outport</a:t>
                </a:r>
              </a:p>
            </p:txBody>
          </p:sp>
          <p:sp>
            <p:nvSpPr>
              <p:cNvPr id="182" name="Rectangle 142">
                <a:extLst>
                  <a:ext uri="{FF2B5EF4-FFF2-40B4-BE49-F238E27FC236}">
                    <a16:creationId xmlns:a16="http://schemas.microsoft.com/office/drawing/2014/main" id="{7034A55D-8997-D387-BC75-82E836B16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8" name="Rechteck 187">
              <a:extLst>
                <a:ext uri="{FF2B5EF4-FFF2-40B4-BE49-F238E27FC236}">
                  <a16:creationId xmlns:a16="http://schemas.microsoft.com/office/drawing/2014/main" id="{751A8AF0-6D88-8AA2-9557-6F2C06181FD2}"/>
                </a:ext>
              </a:extLst>
            </p:cNvPr>
            <p:cNvSpPr/>
            <p:nvPr/>
          </p:nvSpPr>
          <p:spPr bwMode="auto">
            <a:xfrm>
              <a:off x="4475887" y="2585650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89" name="Rechteck 188">
              <a:extLst>
                <a:ext uri="{FF2B5EF4-FFF2-40B4-BE49-F238E27FC236}">
                  <a16:creationId xmlns:a16="http://schemas.microsoft.com/office/drawing/2014/main" id="{C529B839-E1E6-86F3-72B1-725D09F1F701}"/>
                </a:ext>
              </a:extLst>
            </p:cNvPr>
            <p:cNvSpPr/>
            <p:nvPr/>
          </p:nvSpPr>
          <p:spPr bwMode="auto">
            <a:xfrm>
              <a:off x="4475887" y="279819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1CC90ACB-1B73-467F-E36C-C4EEF5C2848B}"/>
              </a:ext>
            </a:extLst>
          </p:cNvPr>
          <p:cNvGrpSpPr/>
          <p:nvPr/>
        </p:nvGrpSpPr>
        <p:grpSpPr>
          <a:xfrm>
            <a:off x="2734357" y="3126389"/>
            <a:ext cx="1608138" cy="412750"/>
            <a:chOff x="3110318" y="3074126"/>
            <a:chExt cx="1608138" cy="412750"/>
          </a:xfrm>
        </p:grpSpPr>
        <p:grpSp>
          <p:nvGrpSpPr>
            <p:cNvPr id="183" name="Group 140">
              <a:extLst>
                <a:ext uri="{FF2B5EF4-FFF2-40B4-BE49-F238E27FC236}">
                  <a16:creationId xmlns:a16="http://schemas.microsoft.com/office/drawing/2014/main" id="{C115E254-536E-A317-DF7B-710460E17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3074126"/>
              <a:ext cx="1608138" cy="412750"/>
              <a:chOff x="3381" y="2592"/>
              <a:chExt cx="1013" cy="260"/>
            </a:xfrm>
          </p:grpSpPr>
          <p:sp>
            <p:nvSpPr>
              <p:cNvPr id="184" name="Text Box 141">
                <a:extLst>
                  <a:ext uri="{FF2B5EF4-FFF2-40B4-BE49-F238E27FC236}">
                    <a16:creationId xmlns:a16="http://schemas.microsoft.com/office/drawing/2014/main" id="{DFD8B7F5-574F-FB23-CA5D-AE94DECC2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616"/>
                <a:ext cx="657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d:Outport</a:t>
                </a:r>
              </a:p>
            </p:txBody>
          </p:sp>
          <p:sp>
            <p:nvSpPr>
              <p:cNvPr id="185" name="Rectangle 142">
                <a:extLst>
                  <a:ext uri="{FF2B5EF4-FFF2-40B4-BE49-F238E27FC236}">
                    <a16:creationId xmlns:a16="http://schemas.microsoft.com/office/drawing/2014/main" id="{8D5E6C46-23DE-384E-17FB-1D923563E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0" name="Rechteck 189">
              <a:extLst>
                <a:ext uri="{FF2B5EF4-FFF2-40B4-BE49-F238E27FC236}">
                  <a16:creationId xmlns:a16="http://schemas.microsoft.com/office/drawing/2014/main" id="{F0841523-3F5E-499F-4D5E-3D69DD08FD1E}"/>
                </a:ext>
              </a:extLst>
            </p:cNvPr>
            <p:cNvSpPr/>
            <p:nvPr/>
          </p:nvSpPr>
          <p:spPr bwMode="auto">
            <a:xfrm>
              <a:off x="4475887" y="311118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91" name="Rechteck 190">
              <a:extLst>
                <a:ext uri="{FF2B5EF4-FFF2-40B4-BE49-F238E27FC236}">
                  <a16:creationId xmlns:a16="http://schemas.microsoft.com/office/drawing/2014/main" id="{42B68009-12D3-D64E-592C-B50D3D0D208D}"/>
                </a:ext>
              </a:extLst>
            </p:cNvPr>
            <p:cNvSpPr/>
            <p:nvPr/>
          </p:nvSpPr>
          <p:spPr bwMode="auto">
            <a:xfrm>
              <a:off x="4475887" y="332372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1" name="Gruppieren 200">
            <a:extLst>
              <a:ext uri="{FF2B5EF4-FFF2-40B4-BE49-F238E27FC236}">
                <a16:creationId xmlns:a16="http://schemas.microsoft.com/office/drawing/2014/main" id="{D0D77F38-EFBB-532F-8DA5-337C6E48536F}"/>
              </a:ext>
            </a:extLst>
          </p:cNvPr>
          <p:cNvGrpSpPr/>
          <p:nvPr/>
        </p:nvGrpSpPr>
        <p:grpSpPr>
          <a:xfrm>
            <a:off x="2734357" y="4932040"/>
            <a:ext cx="1608774" cy="412750"/>
            <a:chOff x="3110318" y="4879777"/>
            <a:chExt cx="1608774" cy="412750"/>
          </a:xfrm>
        </p:grpSpPr>
        <p:grpSp>
          <p:nvGrpSpPr>
            <p:cNvPr id="197" name="Group 140">
              <a:extLst>
                <a:ext uri="{FF2B5EF4-FFF2-40B4-BE49-F238E27FC236}">
                  <a16:creationId xmlns:a16="http://schemas.microsoft.com/office/drawing/2014/main" id="{8704B5A7-D5CA-62E6-5B0E-D875B760F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4879777"/>
              <a:ext cx="1608138" cy="412750"/>
              <a:chOff x="3381" y="2592"/>
              <a:chExt cx="1013" cy="260"/>
            </a:xfrm>
          </p:grpSpPr>
          <p:sp>
            <p:nvSpPr>
              <p:cNvPr id="198" name="Text Box 141">
                <a:extLst>
                  <a:ext uri="{FF2B5EF4-FFF2-40B4-BE49-F238E27FC236}">
                    <a16:creationId xmlns:a16="http://schemas.microsoft.com/office/drawing/2014/main" id="{02B483D5-F446-1B25-1CB3-41687BB254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4" y="2616"/>
                <a:ext cx="62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f:Outport</a:t>
                </a:r>
              </a:p>
            </p:txBody>
          </p:sp>
          <p:sp>
            <p:nvSpPr>
              <p:cNvPr id="199" name="Rectangle 142">
                <a:extLst>
                  <a:ext uri="{FF2B5EF4-FFF2-40B4-BE49-F238E27FC236}">
                    <a16:creationId xmlns:a16="http://schemas.microsoft.com/office/drawing/2014/main" id="{8FFB8BC5-1BAC-B1ED-48B5-5E8D5296F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2" name="Rechteck 191">
              <a:extLst>
                <a:ext uri="{FF2B5EF4-FFF2-40B4-BE49-F238E27FC236}">
                  <a16:creationId xmlns:a16="http://schemas.microsoft.com/office/drawing/2014/main" id="{3EA62541-70E6-FBD3-A233-888ACC989D22}"/>
                </a:ext>
              </a:extLst>
            </p:cNvPr>
            <p:cNvSpPr/>
            <p:nvPr/>
          </p:nvSpPr>
          <p:spPr bwMode="auto">
            <a:xfrm>
              <a:off x="4482872" y="491574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193" name="Rechteck 192">
              <a:extLst>
                <a:ext uri="{FF2B5EF4-FFF2-40B4-BE49-F238E27FC236}">
                  <a16:creationId xmlns:a16="http://schemas.microsoft.com/office/drawing/2014/main" id="{5F7735DC-C626-ECCC-5A51-82D68265E528}"/>
                </a:ext>
              </a:extLst>
            </p:cNvPr>
            <p:cNvSpPr/>
            <p:nvPr/>
          </p:nvSpPr>
          <p:spPr bwMode="auto">
            <a:xfrm>
              <a:off x="4482872" y="512828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grpSp>
        <p:nvGrpSpPr>
          <p:cNvPr id="208" name="Gruppieren 207">
            <a:extLst>
              <a:ext uri="{FF2B5EF4-FFF2-40B4-BE49-F238E27FC236}">
                <a16:creationId xmlns:a16="http://schemas.microsoft.com/office/drawing/2014/main" id="{B1B2AD24-5534-13A3-374E-B8ED4674E9FB}"/>
              </a:ext>
            </a:extLst>
          </p:cNvPr>
          <p:cNvGrpSpPr/>
          <p:nvPr/>
        </p:nvGrpSpPr>
        <p:grpSpPr>
          <a:xfrm>
            <a:off x="2734357" y="4413318"/>
            <a:ext cx="1608138" cy="412750"/>
            <a:chOff x="3110318" y="4361055"/>
            <a:chExt cx="1608138" cy="412750"/>
          </a:xfrm>
        </p:grpSpPr>
        <p:grpSp>
          <p:nvGrpSpPr>
            <p:cNvPr id="194" name="Group 140">
              <a:extLst>
                <a:ext uri="{FF2B5EF4-FFF2-40B4-BE49-F238E27FC236}">
                  <a16:creationId xmlns:a16="http://schemas.microsoft.com/office/drawing/2014/main" id="{5F7E4DDA-2D49-72CE-B6F5-9FD65CE77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0318" y="4361055"/>
              <a:ext cx="1608138" cy="412750"/>
              <a:chOff x="3381" y="2592"/>
              <a:chExt cx="1013" cy="260"/>
            </a:xfrm>
          </p:grpSpPr>
          <p:sp>
            <p:nvSpPr>
              <p:cNvPr id="195" name="Text Box 141">
                <a:extLst>
                  <a:ext uri="{FF2B5EF4-FFF2-40B4-BE49-F238E27FC236}">
                    <a16:creationId xmlns:a16="http://schemas.microsoft.com/office/drawing/2014/main" id="{75C647DB-D611-1CA1-1650-EB36E177E4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7" y="2616"/>
                <a:ext cx="556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de-DE" sz="1600" u="sng" dirty="0"/>
                  <a:t>e:Inport</a:t>
                </a:r>
              </a:p>
            </p:txBody>
          </p:sp>
          <p:sp>
            <p:nvSpPr>
              <p:cNvPr id="196" name="Rectangle 142">
                <a:extLst>
                  <a:ext uri="{FF2B5EF4-FFF2-40B4-BE49-F238E27FC236}">
                    <a16:creationId xmlns:a16="http://schemas.microsoft.com/office/drawing/2014/main" id="{2B192D8A-FBFD-6710-128B-EF6D679D0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1" y="2592"/>
                <a:ext cx="1013" cy="2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5" name="Rechteck 204">
              <a:extLst>
                <a:ext uri="{FF2B5EF4-FFF2-40B4-BE49-F238E27FC236}">
                  <a16:creationId xmlns:a16="http://schemas.microsoft.com/office/drawing/2014/main" id="{61CE9758-D116-2D87-7BF9-6B5ECD0DCE74}"/>
                </a:ext>
              </a:extLst>
            </p:cNvPr>
            <p:cNvSpPr/>
            <p:nvPr/>
          </p:nvSpPr>
          <p:spPr bwMode="auto">
            <a:xfrm>
              <a:off x="4479697" y="4397866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/>
            </a:p>
          </p:txBody>
        </p:sp>
        <p:sp>
          <p:nvSpPr>
            <p:cNvPr id="207" name="Rechteck 206">
              <a:extLst>
                <a:ext uri="{FF2B5EF4-FFF2-40B4-BE49-F238E27FC236}">
                  <a16:creationId xmlns:a16="http://schemas.microsoft.com/office/drawing/2014/main" id="{B71CFD19-390F-B74C-FE16-71557AFA19DC}"/>
                </a:ext>
              </a:extLst>
            </p:cNvPr>
            <p:cNvSpPr/>
            <p:nvPr/>
          </p:nvSpPr>
          <p:spPr bwMode="auto">
            <a:xfrm>
              <a:off x="4479697" y="4610407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dirty="0"/>
            </a:p>
          </p:txBody>
        </p:sp>
      </p:grp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C64D4BA1-D8C3-944D-AF9F-EEDF889C3B05}"/>
              </a:ext>
            </a:extLst>
          </p:cNvPr>
          <p:cNvCxnSpPr>
            <a:cxnSpLocks/>
            <a:stCxn id="173" idx="3"/>
            <a:endCxn id="14" idx="1"/>
          </p:cNvCxnSpPr>
          <p:nvPr/>
        </p:nvCxnSpPr>
        <p:spPr>
          <a:xfrm>
            <a:off x="4342495" y="2286567"/>
            <a:ext cx="75285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2" name="Verbinder: gewinkelt 126">
            <a:extLst>
              <a:ext uri="{FF2B5EF4-FFF2-40B4-BE49-F238E27FC236}">
                <a16:creationId xmlns:a16="http://schemas.microsoft.com/office/drawing/2014/main" id="{2EBB27BC-0809-D94D-C45A-9ABC2FD90021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4342495" y="4818375"/>
            <a:ext cx="752852" cy="187405"/>
          </a:xfrm>
          <a:prstGeom prst="bentConnector3">
            <a:avLst>
              <a:gd name="adj1" fmla="val 149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280" name="Gruppieren 279">
            <a:extLst>
              <a:ext uri="{FF2B5EF4-FFF2-40B4-BE49-F238E27FC236}">
                <a16:creationId xmlns:a16="http://schemas.microsoft.com/office/drawing/2014/main" id="{B6985607-3D5F-A99E-C987-30805F8D432A}"/>
              </a:ext>
            </a:extLst>
          </p:cNvPr>
          <p:cNvGrpSpPr/>
          <p:nvPr/>
        </p:nvGrpSpPr>
        <p:grpSpPr>
          <a:xfrm>
            <a:off x="5095347" y="3004188"/>
            <a:ext cx="1608138" cy="412750"/>
            <a:chOff x="5471308" y="4046775"/>
            <a:chExt cx="1608138" cy="412750"/>
          </a:xfrm>
        </p:grpSpPr>
        <p:grpSp>
          <p:nvGrpSpPr>
            <p:cNvPr id="244" name="Gruppieren 243">
              <a:extLst>
                <a:ext uri="{FF2B5EF4-FFF2-40B4-BE49-F238E27FC236}">
                  <a16:creationId xmlns:a16="http://schemas.microsoft.com/office/drawing/2014/main" id="{7285ADCA-B4BC-12AF-3311-D33AFBC3C28D}"/>
                </a:ext>
              </a:extLst>
            </p:cNvPr>
            <p:cNvGrpSpPr/>
            <p:nvPr/>
          </p:nvGrpSpPr>
          <p:grpSpPr>
            <a:xfrm>
              <a:off x="5471308" y="4046775"/>
              <a:ext cx="1608138" cy="412750"/>
              <a:chOff x="5471308" y="3717591"/>
              <a:chExt cx="1608138" cy="412750"/>
            </a:xfrm>
          </p:grpSpPr>
          <p:grpSp>
            <p:nvGrpSpPr>
              <p:cNvPr id="36" name="Group 140">
                <a:extLst>
                  <a:ext uri="{FF2B5EF4-FFF2-40B4-BE49-F238E27FC236}">
                    <a16:creationId xmlns:a16="http://schemas.microsoft.com/office/drawing/2014/main" id="{A0858AE6-14AB-D271-E928-3B9CDE90CD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71308" y="3717591"/>
                <a:ext cx="1608138" cy="412750"/>
                <a:chOff x="3381" y="2592"/>
                <a:chExt cx="1013" cy="260"/>
              </a:xfrm>
            </p:grpSpPr>
            <p:sp>
              <p:nvSpPr>
                <p:cNvPr id="37" name="Text Box 141">
                  <a:extLst>
                    <a:ext uri="{FF2B5EF4-FFF2-40B4-BE49-F238E27FC236}">
                      <a16:creationId xmlns:a16="http://schemas.microsoft.com/office/drawing/2014/main" id="{32B97C8F-AF10-E82F-0235-1197AC813D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46" y="2616"/>
                  <a:ext cx="677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altLang="de-DE" sz="1600" u="sng" noProof="1"/>
                    <a:t>float:Type</a:t>
                  </a:r>
                </a:p>
              </p:txBody>
            </p:sp>
            <p:sp>
              <p:nvSpPr>
                <p:cNvPr id="39" name="Rectangle 142">
                  <a:extLst>
                    <a:ext uri="{FF2B5EF4-FFF2-40B4-BE49-F238E27FC236}">
                      <a16:creationId xmlns:a16="http://schemas.microsoft.com/office/drawing/2014/main" id="{44AA518A-7EAA-25DD-3B50-D97AD44FE8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81" y="2592"/>
                  <a:ext cx="1013" cy="26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noProof="1"/>
                </a:p>
              </p:txBody>
            </p:sp>
          </p:grpSp>
          <p:sp>
            <p:nvSpPr>
              <p:cNvPr id="231" name="Rechteck 230">
                <a:extLst>
                  <a:ext uri="{FF2B5EF4-FFF2-40B4-BE49-F238E27FC236}">
                    <a16:creationId xmlns:a16="http://schemas.microsoft.com/office/drawing/2014/main" id="{14760B5C-AEEC-E7B1-AAF3-55548731E975}"/>
                  </a:ext>
                </a:extLst>
              </p:cNvPr>
              <p:cNvSpPr/>
              <p:nvPr/>
            </p:nvSpPr>
            <p:spPr bwMode="auto">
              <a:xfrm>
                <a:off x="5471308" y="3751793"/>
                <a:ext cx="236220" cy="125990"/>
              </a:xfrm>
              <a:prstGeom prst="rect">
                <a:avLst/>
              </a:prstGeom>
              <a:noFill/>
              <a:ln w="9525">
                <a:noFill/>
                <a:round/>
                <a:headEnd type="none" w="sm" len="sm"/>
                <a:tailEnd type="arrow" w="med" len="med"/>
              </a:ln>
            </p:spPr>
            <p:txBody>
              <a:bodyPr wrap="none" rtlCol="0" anchor="ctr"/>
              <a:lstStyle/>
              <a:p>
                <a:pPr algn="l"/>
                <a:endParaRPr lang="en-US" noProof="1"/>
              </a:p>
            </p:txBody>
          </p:sp>
          <p:sp>
            <p:nvSpPr>
              <p:cNvPr id="232" name="Rechteck 231">
                <a:extLst>
                  <a:ext uri="{FF2B5EF4-FFF2-40B4-BE49-F238E27FC236}">
                    <a16:creationId xmlns:a16="http://schemas.microsoft.com/office/drawing/2014/main" id="{B0C4DCEA-5EC0-D7CF-928D-A4558A3B0168}"/>
                  </a:ext>
                </a:extLst>
              </p:cNvPr>
              <p:cNvSpPr/>
              <p:nvPr/>
            </p:nvSpPr>
            <p:spPr bwMode="auto">
              <a:xfrm>
                <a:off x="5471308" y="3964334"/>
                <a:ext cx="236220" cy="125990"/>
              </a:xfrm>
              <a:prstGeom prst="rect">
                <a:avLst/>
              </a:prstGeom>
              <a:noFill/>
              <a:ln w="9525">
                <a:noFill/>
                <a:round/>
                <a:headEnd type="none" w="sm" len="sm"/>
                <a:tailEnd type="arrow" w="med" len="med"/>
              </a:ln>
            </p:spPr>
            <p:txBody>
              <a:bodyPr wrap="none" rtlCol="0" anchor="ctr"/>
              <a:lstStyle/>
              <a:p>
                <a:pPr algn="l"/>
                <a:endParaRPr lang="en-US" noProof="1"/>
              </a:p>
            </p:txBody>
          </p:sp>
        </p:grpSp>
        <p:sp>
          <p:nvSpPr>
            <p:cNvPr id="278" name="Rechteck 277">
              <a:extLst>
                <a:ext uri="{FF2B5EF4-FFF2-40B4-BE49-F238E27FC236}">
                  <a16:creationId xmlns:a16="http://schemas.microsoft.com/office/drawing/2014/main" id="{48751B37-653C-532D-E597-2341BA99247B}"/>
                </a:ext>
              </a:extLst>
            </p:cNvPr>
            <p:cNvSpPr/>
            <p:nvPr/>
          </p:nvSpPr>
          <p:spPr bwMode="auto">
            <a:xfrm>
              <a:off x="6841990" y="4081971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noProof="1"/>
            </a:p>
          </p:txBody>
        </p:sp>
        <p:sp>
          <p:nvSpPr>
            <p:cNvPr id="279" name="Rechteck 278">
              <a:extLst>
                <a:ext uri="{FF2B5EF4-FFF2-40B4-BE49-F238E27FC236}">
                  <a16:creationId xmlns:a16="http://schemas.microsoft.com/office/drawing/2014/main" id="{956ECA7D-935B-F24F-7BF4-CA813581378B}"/>
                </a:ext>
              </a:extLst>
            </p:cNvPr>
            <p:cNvSpPr/>
            <p:nvPr/>
          </p:nvSpPr>
          <p:spPr bwMode="auto">
            <a:xfrm>
              <a:off x="6841990" y="4294512"/>
              <a:ext cx="236220" cy="125990"/>
            </a:xfrm>
            <a:prstGeom prst="rect">
              <a:avLst/>
            </a:prstGeom>
            <a:noFill/>
            <a:ln w="9525">
              <a:noFill/>
              <a:round/>
              <a:headEnd type="none" w="sm" len="sm"/>
              <a:tailEnd type="arrow" w="med" len="med"/>
            </a:ln>
          </p:spPr>
          <p:txBody>
            <a:bodyPr wrap="none" rtlCol="0" anchor="ctr"/>
            <a:lstStyle/>
            <a:p>
              <a:pPr algn="l"/>
              <a:endParaRPr lang="en-US" noProof="1"/>
            </a:p>
          </p:txBody>
        </p:sp>
      </p:grpSp>
      <p:sp>
        <p:nvSpPr>
          <p:cNvPr id="299" name="Rechteck 298">
            <a:extLst>
              <a:ext uri="{FF2B5EF4-FFF2-40B4-BE49-F238E27FC236}">
                <a16:creationId xmlns:a16="http://schemas.microsoft.com/office/drawing/2014/main" id="{FDDC1CE6-9E23-39E4-DC53-9F82DE9BAEB2}"/>
              </a:ext>
            </a:extLst>
          </p:cNvPr>
          <p:cNvSpPr/>
          <p:nvPr/>
        </p:nvSpPr>
        <p:spPr bwMode="auto">
          <a:xfrm>
            <a:off x="4537799" y="1526257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0" name="Rechteck 299">
            <a:extLst>
              <a:ext uri="{FF2B5EF4-FFF2-40B4-BE49-F238E27FC236}">
                <a16:creationId xmlns:a16="http://schemas.microsoft.com/office/drawing/2014/main" id="{BBFF39DD-D21C-3045-137E-B0293DBD1DAE}"/>
              </a:ext>
            </a:extLst>
          </p:cNvPr>
          <p:cNvSpPr/>
          <p:nvPr/>
        </p:nvSpPr>
        <p:spPr bwMode="auto">
          <a:xfrm>
            <a:off x="4667385" y="1526256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2" name="Rechteck 301">
            <a:extLst>
              <a:ext uri="{FF2B5EF4-FFF2-40B4-BE49-F238E27FC236}">
                <a16:creationId xmlns:a16="http://schemas.microsoft.com/office/drawing/2014/main" id="{D6DE8885-C32F-9CF4-D060-C8F504BF8F78}"/>
              </a:ext>
            </a:extLst>
          </p:cNvPr>
          <p:cNvSpPr/>
          <p:nvPr/>
        </p:nvSpPr>
        <p:spPr bwMode="auto">
          <a:xfrm>
            <a:off x="4535309" y="2242871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3" name="Rechteck 302">
            <a:extLst>
              <a:ext uri="{FF2B5EF4-FFF2-40B4-BE49-F238E27FC236}">
                <a16:creationId xmlns:a16="http://schemas.microsoft.com/office/drawing/2014/main" id="{E6F6AA86-1FE9-1E5F-7AE7-A5DE20818D43}"/>
              </a:ext>
            </a:extLst>
          </p:cNvPr>
          <p:cNvSpPr/>
          <p:nvPr/>
        </p:nvSpPr>
        <p:spPr bwMode="auto">
          <a:xfrm>
            <a:off x="4664895" y="2242870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4" name="Rechteck 303">
            <a:extLst>
              <a:ext uri="{FF2B5EF4-FFF2-40B4-BE49-F238E27FC236}">
                <a16:creationId xmlns:a16="http://schemas.microsoft.com/office/drawing/2014/main" id="{5513AFFE-618F-4ED0-186D-25E3A3A7F5D4}"/>
              </a:ext>
            </a:extLst>
          </p:cNvPr>
          <p:cNvSpPr/>
          <p:nvPr/>
        </p:nvSpPr>
        <p:spPr bwMode="auto">
          <a:xfrm>
            <a:off x="4669088" y="3780214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6" name="Rechteck 305">
            <a:extLst>
              <a:ext uri="{FF2B5EF4-FFF2-40B4-BE49-F238E27FC236}">
                <a16:creationId xmlns:a16="http://schemas.microsoft.com/office/drawing/2014/main" id="{E1275849-D489-F5DF-9F20-720136D1BB19}"/>
              </a:ext>
            </a:extLst>
          </p:cNvPr>
          <p:cNvSpPr/>
          <p:nvPr/>
        </p:nvSpPr>
        <p:spPr bwMode="auto">
          <a:xfrm>
            <a:off x="4667923" y="4256195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7" name="Rechteck 306">
            <a:extLst>
              <a:ext uri="{FF2B5EF4-FFF2-40B4-BE49-F238E27FC236}">
                <a16:creationId xmlns:a16="http://schemas.microsoft.com/office/drawing/2014/main" id="{007DCCC4-872C-6DBE-A585-3AEA18E767C8}"/>
              </a:ext>
            </a:extLst>
          </p:cNvPr>
          <p:cNvSpPr/>
          <p:nvPr/>
        </p:nvSpPr>
        <p:spPr bwMode="auto">
          <a:xfrm>
            <a:off x="4665862" y="4364253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8" name="Rechteck 307">
            <a:extLst>
              <a:ext uri="{FF2B5EF4-FFF2-40B4-BE49-F238E27FC236}">
                <a16:creationId xmlns:a16="http://schemas.microsoft.com/office/drawing/2014/main" id="{B55A44AE-2E9C-EF84-41FB-A7117A873C4F}"/>
              </a:ext>
            </a:extLst>
          </p:cNvPr>
          <p:cNvSpPr/>
          <p:nvPr/>
        </p:nvSpPr>
        <p:spPr bwMode="auto">
          <a:xfrm>
            <a:off x="4668267" y="2761982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09" name="Rechteck 308">
            <a:extLst>
              <a:ext uri="{FF2B5EF4-FFF2-40B4-BE49-F238E27FC236}">
                <a16:creationId xmlns:a16="http://schemas.microsoft.com/office/drawing/2014/main" id="{8CB59345-4529-F52D-B40A-A9E50A4D97CD}"/>
              </a:ext>
            </a:extLst>
          </p:cNvPr>
          <p:cNvSpPr/>
          <p:nvPr/>
        </p:nvSpPr>
        <p:spPr bwMode="auto">
          <a:xfrm>
            <a:off x="4666206" y="2870040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10" name="Rechteck 309">
            <a:extLst>
              <a:ext uri="{FF2B5EF4-FFF2-40B4-BE49-F238E27FC236}">
                <a16:creationId xmlns:a16="http://schemas.microsoft.com/office/drawing/2014/main" id="{F0BD019D-9ECF-AD65-0CD3-C7B1D024C655}"/>
              </a:ext>
            </a:extLst>
          </p:cNvPr>
          <p:cNvSpPr/>
          <p:nvPr/>
        </p:nvSpPr>
        <p:spPr bwMode="auto">
          <a:xfrm>
            <a:off x="4664895" y="4771332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cxnSp>
        <p:nvCxnSpPr>
          <p:cNvPr id="215" name="Verbinder: gewinkelt 126">
            <a:extLst>
              <a:ext uri="{FF2B5EF4-FFF2-40B4-BE49-F238E27FC236}">
                <a16:creationId xmlns:a16="http://schemas.microsoft.com/office/drawing/2014/main" id="{0D3A3CA0-75FB-DE18-D56E-2F8B2EB6E061}"/>
              </a:ext>
            </a:extLst>
          </p:cNvPr>
          <p:cNvCxnSpPr>
            <a:cxnSpLocks/>
            <a:stCxn id="50" idx="3"/>
            <a:endCxn id="188" idx="3"/>
          </p:cNvCxnSpPr>
          <p:nvPr/>
        </p:nvCxnSpPr>
        <p:spPr>
          <a:xfrm>
            <a:off x="1949495" y="1186015"/>
            <a:ext cx="2386651" cy="1514893"/>
          </a:xfrm>
          <a:prstGeom prst="bentConnector3">
            <a:avLst>
              <a:gd name="adj1" fmla="val 109578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8" name="Verbinder: gewinkelt 126">
            <a:extLst>
              <a:ext uri="{FF2B5EF4-FFF2-40B4-BE49-F238E27FC236}">
                <a16:creationId xmlns:a16="http://schemas.microsoft.com/office/drawing/2014/main" id="{DF8A46C7-E817-DE8D-3FEC-D99BD0D11905}"/>
              </a:ext>
            </a:extLst>
          </p:cNvPr>
          <p:cNvCxnSpPr>
            <a:cxnSpLocks/>
            <a:stCxn id="450" idx="3"/>
            <a:endCxn id="199" idx="3"/>
          </p:cNvCxnSpPr>
          <p:nvPr/>
        </p:nvCxnSpPr>
        <p:spPr>
          <a:xfrm>
            <a:off x="1718284" y="1031563"/>
            <a:ext cx="2624211" cy="4106852"/>
          </a:xfrm>
          <a:prstGeom prst="bentConnector3">
            <a:avLst>
              <a:gd name="adj1" fmla="val 11306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11" name="Textfeld 44">
            <a:extLst>
              <a:ext uri="{FF2B5EF4-FFF2-40B4-BE49-F238E27FC236}">
                <a16:creationId xmlns:a16="http://schemas.microsoft.com/office/drawing/2014/main" id="{7C401DF7-8664-926C-7134-97BE48620A4E}"/>
              </a:ext>
            </a:extLst>
          </p:cNvPr>
          <p:cNvSpPr txBox="1"/>
          <p:nvPr/>
        </p:nvSpPr>
        <p:spPr>
          <a:xfrm>
            <a:off x="2658715" y="1454183"/>
            <a:ext cx="861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shared </a:t>
            </a:r>
            <a:b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port</a:t>
            </a:r>
          </a:p>
        </p:txBody>
      </p:sp>
      <p:sp>
        <p:nvSpPr>
          <p:cNvPr id="313" name="Freihandform: Form 312">
            <a:extLst>
              <a:ext uri="{FF2B5EF4-FFF2-40B4-BE49-F238E27FC236}">
                <a16:creationId xmlns:a16="http://schemas.microsoft.com/office/drawing/2014/main" id="{7D406555-B2A3-16DD-E3F3-724111FF0EA2}"/>
              </a:ext>
            </a:extLst>
          </p:cNvPr>
          <p:cNvSpPr/>
          <p:nvPr/>
        </p:nvSpPr>
        <p:spPr bwMode="auto">
          <a:xfrm>
            <a:off x="2543103" y="1995972"/>
            <a:ext cx="198120" cy="159560"/>
          </a:xfrm>
          <a:custGeom>
            <a:avLst/>
            <a:gdLst>
              <a:gd name="connsiteX0" fmla="*/ 198120 w 198120"/>
              <a:gd name="connsiteY0" fmla="*/ 0 h 228600"/>
              <a:gd name="connsiteX1" fmla="*/ 144780 w 198120"/>
              <a:gd name="connsiteY1" fmla="*/ 121920 h 228600"/>
              <a:gd name="connsiteX2" fmla="*/ 0 w 198120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28600">
                <a:moveTo>
                  <a:pt x="198120" y="0"/>
                </a:moveTo>
                <a:cubicBezTo>
                  <a:pt x="187960" y="41910"/>
                  <a:pt x="177800" y="83820"/>
                  <a:pt x="144780" y="121920"/>
                </a:cubicBezTo>
                <a:cubicBezTo>
                  <a:pt x="111760" y="160020"/>
                  <a:pt x="55880" y="194310"/>
                  <a:pt x="0" y="22860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Freihandform: Form 313">
            <a:extLst>
              <a:ext uri="{FF2B5EF4-FFF2-40B4-BE49-F238E27FC236}">
                <a16:creationId xmlns:a16="http://schemas.microsoft.com/office/drawing/2014/main" id="{9951C5D9-8D44-26E1-C210-8589D160E590}"/>
              </a:ext>
            </a:extLst>
          </p:cNvPr>
          <p:cNvSpPr/>
          <p:nvPr/>
        </p:nvSpPr>
        <p:spPr bwMode="auto">
          <a:xfrm>
            <a:off x="3242334" y="1770010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Textfeld 44">
            <a:extLst>
              <a:ext uri="{FF2B5EF4-FFF2-40B4-BE49-F238E27FC236}">
                <a16:creationId xmlns:a16="http://schemas.microsoft.com/office/drawing/2014/main" id="{DF971B77-3DBC-3AB3-D82C-F0A260980D8F}"/>
              </a:ext>
            </a:extLst>
          </p:cNvPr>
          <p:cNvSpPr txBox="1"/>
          <p:nvPr/>
        </p:nvSpPr>
        <p:spPr>
          <a:xfrm>
            <a:off x="2404028" y="3611460"/>
            <a:ext cx="1137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“normal” channel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16" name="Freihandform: Form 315">
            <a:extLst>
              <a:ext uri="{FF2B5EF4-FFF2-40B4-BE49-F238E27FC236}">
                <a16:creationId xmlns:a16="http://schemas.microsoft.com/office/drawing/2014/main" id="{4F819656-9CCF-7961-EA85-60640FA200E1}"/>
              </a:ext>
            </a:extLst>
          </p:cNvPr>
          <p:cNvSpPr/>
          <p:nvPr/>
        </p:nvSpPr>
        <p:spPr bwMode="auto">
          <a:xfrm>
            <a:off x="3243312" y="3892187"/>
            <a:ext cx="259080" cy="140040"/>
          </a:xfrm>
          <a:custGeom>
            <a:avLst/>
            <a:gdLst>
              <a:gd name="connsiteX0" fmla="*/ 0 w 259080"/>
              <a:gd name="connsiteY0" fmla="*/ 0 h 140040"/>
              <a:gd name="connsiteX1" fmla="*/ 76200 w 259080"/>
              <a:gd name="connsiteY1" fmla="*/ 121920 h 140040"/>
              <a:gd name="connsiteX2" fmla="*/ 259080 w 259080"/>
              <a:gd name="connsiteY2" fmla="*/ 137160 h 1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080" h="140040">
                <a:moveTo>
                  <a:pt x="0" y="0"/>
                </a:moveTo>
                <a:cubicBezTo>
                  <a:pt x="16510" y="49530"/>
                  <a:pt x="33020" y="99060"/>
                  <a:pt x="76200" y="121920"/>
                </a:cubicBezTo>
                <a:cubicBezTo>
                  <a:pt x="119380" y="144780"/>
                  <a:pt x="189230" y="140970"/>
                  <a:pt x="259080" y="13716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none" w="sm" len="sm"/>
            <a:tailEnd type="arrow" w="med" len="me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Textfeld 169">
            <a:extLst>
              <a:ext uri="{FF2B5EF4-FFF2-40B4-BE49-F238E27FC236}">
                <a16:creationId xmlns:a16="http://schemas.microsoft.com/office/drawing/2014/main" id="{555D6EE3-49F1-B30F-8656-380310D0FD47}"/>
              </a:ext>
            </a:extLst>
          </p:cNvPr>
          <p:cNvSpPr txBox="1"/>
          <p:nvPr/>
        </p:nvSpPr>
        <p:spPr>
          <a:xfrm>
            <a:off x="449531" y="1714467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3" name="Textfeld 169">
            <a:extLst>
              <a:ext uri="{FF2B5EF4-FFF2-40B4-BE49-F238E27FC236}">
                <a16:creationId xmlns:a16="http://schemas.microsoft.com/office/drawing/2014/main" id="{567E4787-7F9D-8FEA-EB98-6E1CAECF6992}"/>
              </a:ext>
            </a:extLst>
          </p:cNvPr>
          <p:cNvSpPr txBox="1"/>
          <p:nvPr/>
        </p:nvSpPr>
        <p:spPr>
          <a:xfrm>
            <a:off x="1320774" y="2615383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24" name="Textfeld 169">
            <a:extLst>
              <a:ext uri="{FF2B5EF4-FFF2-40B4-BE49-F238E27FC236}">
                <a16:creationId xmlns:a16="http://schemas.microsoft.com/office/drawing/2014/main" id="{B0EAF131-699C-C36C-9861-D3F9AC7AE3CE}"/>
              </a:ext>
            </a:extLst>
          </p:cNvPr>
          <p:cNvSpPr txBox="1"/>
          <p:nvPr/>
        </p:nvSpPr>
        <p:spPr>
          <a:xfrm>
            <a:off x="1303179" y="3932164"/>
            <a:ext cx="569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state</a:t>
            </a:r>
          </a:p>
        </p:txBody>
      </p:sp>
      <p:sp>
        <p:nvSpPr>
          <p:cNvPr id="330" name="Rechteck 329">
            <a:extLst>
              <a:ext uri="{FF2B5EF4-FFF2-40B4-BE49-F238E27FC236}">
                <a16:creationId xmlns:a16="http://schemas.microsoft.com/office/drawing/2014/main" id="{3CFDAFFA-596F-A63F-5EA2-0635697F05C8}"/>
              </a:ext>
            </a:extLst>
          </p:cNvPr>
          <p:cNvSpPr/>
          <p:nvPr/>
        </p:nvSpPr>
        <p:spPr bwMode="auto">
          <a:xfrm rot="5400000">
            <a:off x="7049399" y="3267055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333" name="Rechteck 332">
            <a:extLst>
              <a:ext uri="{FF2B5EF4-FFF2-40B4-BE49-F238E27FC236}">
                <a16:creationId xmlns:a16="http://schemas.microsoft.com/office/drawing/2014/main" id="{3BBDEF33-E5E0-751C-146A-171D00AA0886}"/>
              </a:ext>
            </a:extLst>
          </p:cNvPr>
          <p:cNvSpPr/>
          <p:nvPr/>
        </p:nvSpPr>
        <p:spPr bwMode="auto">
          <a:xfrm>
            <a:off x="6904909" y="2085771"/>
            <a:ext cx="54339" cy="9374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none" w="sm" len="sm"/>
            <a:tailEnd type="arrow" w="med" len="med"/>
          </a:ln>
        </p:spPr>
        <p:txBody>
          <a:bodyPr wrap="none" rtlCol="0" anchor="ctr"/>
          <a:lstStyle/>
          <a:p>
            <a:pPr algn="l"/>
            <a:endParaRPr lang="en-US"/>
          </a:p>
        </p:txBody>
      </p:sp>
      <p:sp>
        <p:nvSpPr>
          <p:cNvPr id="473" name="AutoShape 40">
            <a:extLst>
              <a:ext uri="{FF2B5EF4-FFF2-40B4-BE49-F238E27FC236}">
                <a16:creationId xmlns:a16="http://schemas.microsoft.com/office/drawing/2014/main" id="{585DBA82-9D87-B1EB-CA3E-35DA5E9D61F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08922" y="3342201"/>
            <a:ext cx="423156" cy="211578"/>
          </a:xfrm>
          <a:prstGeom prst="foldedCorner">
            <a:avLst>
              <a:gd name="adj" fmla="val 27606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 anchorCtr="1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0" hangingPunct="0">
              <a:lnSpc>
                <a:spcPct val="70000"/>
              </a:lnSpc>
            </a:pPr>
            <a:r>
              <a:rPr lang="en-US" altLang="de-DE" sz="1000" dirty="0"/>
              <a:t>CD</a:t>
            </a:r>
          </a:p>
        </p:txBody>
      </p:sp>
      <p:sp>
        <p:nvSpPr>
          <p:cNvPr id="15" name="Rectangle 142">
            <a:extLst>
              <a:ext uri="{FF2B5EF4-FFF2-40B4-BE49-F238E27FC236}">
                <a16:creationId xmlns:a16="http://schemas.microsoft.com/office/drawing/2014/main" id="{9D605BB2-79E9-C21C-177E-1BD41EC63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0287" y="1361130"/>
            <a:ext cx="230597" cy="1540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“a”</a:t>
            </a:r>
          </a:p>
        </p:txBody>
      </p:sp>
      <p:sp>
        <p:nvSpPr>
          <p:cNvPr id="50" name="Rectangle 142">
            <a:extLst>
              <a:ext uri="{FF2B5EF4-FFF2-40B4-BE49-F238E27FC236}">
                <a16:creationId xmlns:a16="http://schemas.microsoft.com/office/drawing/2014/main" id="{DD82B9F8-1592-9B56-7B18-3EB0C8D23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898" y="1108975"/>
            <a:ext cx="230597" cy="1540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“g”</a:t>
            </a:r>
          </a:p>
        </p:txBody>
      </p:sp>
      <p:sp>
        <p:nvSpPr>
          <p:cNvPr id="450" name="Rectangle 142">
            <a:extLst>
              <a:ext uri="{FF2B5EF4-FFF2-40B4-BE49-F238E27FC236}">
                <a16:creationId xmlns:a16="http://schemas.microsoft.com/office/drawing/2014/main" id="{1311E489-EE16-E616-4ECD-81D4BDAA2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687" y="954523"/>
            <a:ext cx="230597" cy="1540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“h”</a:t>
            </a:r>
          </a:p>
        </p:txBody>
      </p:sp>
      <p:sp>
        <p:nvSpPr>
          <p:cNvPr id="460" name="Rectangle 142">
            <a:extLst>
              <a:ext uri="{FF2B5EF4-FFF2-40B4-BE49-F238E27FC236}">
                <a16:creationId xmlns:a16="http://schemas.microsoft.com/office/drawing/2014/main" id="{81D18EC8-435B-5FDD-3EC2-45FCFBA3D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465" y="4415125"/>
            <a:ext cx="230597" cy="1540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“e”</a:t>
            </a:r>
          </a:p>
        </p:txBody>
      </p:sp>
      <p:sp>
        <p:nvSpPr>
          <p:cNvPr id="461" name="Rectangle 142">
            <a:extLst>
              <a:ext uri="{FF2B5EF4-FFF2-40B4-BE49-F238E27FC236}">
                <a16:creationId xmlns:a16="http://schemas.microsoft.com/office/drawing/2014/main" id="{6126BB0B-BCFD-09B6-8AC7-5C4574C39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1431" y="4675733"/>
            <a:ext cx="230597" cy="1540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“f”</a:t>
            </a:r>
          </a:p>
        </p:txBody>
      </p:sp>
      <p:sp>
        <p:nvSpPr>
          <p:cNvPr id="465" name="Rectangle 142">
            <a:extLst>
              <a:ext uri="{FF2B5EF4-FFF2-40B4-BE49-F238E27FC236}">
                <a16:creationId xmlns:a16="http://schemas.microsoft.com/office/drawing/2014/main" id="{89FC98B5-2ECB-22A2-70CB-BDD42D455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9" y="2075589"/>
            <a:ext cx="230597" cy="1540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“b”</a:t>
            </a:r>
          </a:p>
        </p:txBody>
      </p:sp>
      <p:sp>
        <p:nvSpPr>
          <p:cNvPr id="467" name="Rectangle 142">
            <a:extLst>
              <a:ext uri="{FF2B5EF4-FFF2-40B4-BE49-F238E27FC236}">
                <a16:creationId xmlns:a16="http://schemas.microsoft.com/office/drawing/2014/main" id="{1399E681-C516-6BC8-D2F0-A54EE24D4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625" y="2494171"/>
            <a:ext cx="230597" cy="1540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“d”</a:t>
            </a:r>
          </a:p>
        </p:txBody>
      </p:sp>
      <p:sp>
        <p:nvSpPr>
          <p:cNvPr id="470" name="Rectangle 142">
            <a:extLst>
              <a:ext uri="{FF2B5EF4-FFF2-40B4-BE49-F238E27FC236}">
                <a16:creationId xmlns:a16="http://schemas.microsoft.com/office/drawing/2014/main" id="{BFCD676C-ED2A-7EBD-27F8-5A7F6C91C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133" y="2342762"/>
            <a:ext cx="230597" cy="1540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“c”</a:t>
            </a:r>
          </a:p>
        </p:txBody>
      </p:sp>
      <p:pic>
        <p:nvPicPr>
          <p:cNvPr id="77" name="Grafik 76">
            <a:extLst>
              <a:ext uri="{FF2B5EF4-FFF2-40B4-BE49-F238E27FC236}">
                <a16:creationId xmlns:a16="http://schemas.microsoft.com/office/drawing/2014/main" id="{28EE4C8B-9003-1096-37C9-8E3137E72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495" y="3438980"/>
            <a:ext cx="4942016" cy="250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8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14F2C1D-8C0D-4121-8456-9BAA90390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MA2Fenix </a:t>
            </a:r>
            <a:r>
              <a:rPr lang="de-DE" dirty="0" err="1"/>
              <a:t>Example</a:t>
            </a:r>
            <a:r>
              <a:rPr lang="de-DE" dirty="0"/>
              <a:t> Model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3D33C6B9-75E8-44F4-8390-61DE8401E2D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71" y="2166150"/>
            <a:ext cx="5743494" cy="2828885"/>
          </a:xfrm>
        </p:spPr>
      </p:pic>
      <p:sp>
        <p:nvSpPr>
          <p:cNvPr id="7" name="Text Box 3">
            <a:extLst>
              <a:ext uri="{FF2B5EF4-FFF2-40B4-BE49-F238E27FC236}">
                <a16:creationId xmlns:a16="http://schemas.microsoft.com/office/drawing/2014/main" id="{37D76BCE-DCE0-4F3E-A353-C5EC801CD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94" y="1008266"/>
            <a:ext cx="4887449" cy="48013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port in int 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</a:t>
            </a:r>
            <a:r>
              <a:rPr lang="en-US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G g1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H h1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…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G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b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out </a:t>
            </a:r>
            <a:r>
              <a:rPr lang="en-US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H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856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2BEDB1-5ED7-4959-AC6C-376E63CC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MA2Fenix (CD)</a:t>
            </a: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B4E090EA-C08F-46D0-8B3E-4EB9A9161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0395" y="1008266"/>
            <a:ext cx="4887449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Function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{}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class G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Function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{}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class H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Function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{}</a:t>
            </a:r>
          </a:p>
        </p:txBody>
      </p:sp>
      <p:sp>
        <p:nvSpPr>
          <p:cNvPr id="16" name="AutoShape 40">
            <a:extLst>
              <a:ext uri="{FF2B5EF4-FFF2-40B4-BE49-F238E27FC236}">
                <a16:creationId xmlns:a16="http://schemas.microsoft.com/office/drawing/2014/main" id="{E262E0D5-8439-4C07-A6F6-83404947D80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420157" y="1008266"/>
            <a:ext cx="597687" cy="3218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CD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5392E314-6915-46D2-81B1-D7D993C70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94" y="1008266"/>
            <a:ext cx="4887449" cy="48013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port in int 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</a:t>
            </a:r>
            <a:r>
              <a:rPr lang="en-US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G g1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H h1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…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G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b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out </a:t>
            </a:r>
            <a:r>
              <a:rPr lang="en-US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c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H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3" name="AutoShape 40">
            <a:extLst>
              <a:ext uri="{FF2B5EF4-FFF2-40B4-BE49-F238E27FC236}">
                <a16:creationId xmlns:a16="http://schemas.microsoft.com/office/drawing/2014/main" id="{0C0D5D2F-57EA-4CD2-B971-1E755762620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967156" y="1008266"/>
            <a:ext cx="597687" cy="3218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6949785-1A87-4529-9B44-9C23E72BEFE8}"/>
              </a:ext>
            </a:extLst>
          </p:cNvPr>
          <p:cNvCxnSpPr>
            <a:cxnSpLocks/>
          </p:cNvCxnSpPr>
          <p:nvPr/>
        </p:nvCxnSpPr>
        <p:spPr>
          <a:xfrm>
            <a:off x="6289040" y="977786"/>
            <a:ext cx="0" cy="4833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B82F374-0B82-4718-BC4D-1F3E2EB0CEC1}"/>
              </a:ext>
            </a:extLst>
          </p:cNvPr>
          <p:cNvCxnSpPr>
            <a:cxnSpLocks/>
          </p:cNvCxnSpPr>
          <p:nvPr/>
        </p:nvCxnSpPr>
        <p:spPr>
          <a:xfrm>
            <a:off x="6380480" y="977786"/>
            <a:ext cx="0" cy="4833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205C8E9F-5707-42DC-A4B9-2391D324E7F4}"/>
              </a:ext>
            </a:extLst>
          </p:cNvPr>
          <p:cNvSpPr/>
          <p:nvPr/>
        </p:nvSpPr>
        <p:spPr>
          <a:xfrm>
            <a:off x="6149340" y="3147578"/>
            <a:ext cx="580867" cy="543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284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2BEDB1-5ED7-4959-AC6C-376E63CC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MA2Fenix (OD) - </a:t>
            </a:r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B4E090EA-C08F-46D0-8B3E-4EB9A9161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831" y="1157358"/>
            <a:ext cx="5428199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 : F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name = “</a:t>
            </a:r>
            <a:r>
              <a:rPr lang="en-US" sz="1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f$g1 : G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name = “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g1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f$h1 : H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name = “</a:t>
            </a:r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h1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link f (owner) -&gt; (subfunction) g1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400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link f (owner) -&gt; (subfunction) h1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400" b="1" dirty="0">
              <a:solidFill>
                <a:schemeClr val="accent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AutoShape 40">
            <a:extLst>
              <a:ext uri="{FF2B5EF4-FFF2-40B4-BE49-F238E27FC236}">
                <a16:creationId xmlns:a16="http://schemas.microsoft.com/office/drawing/2014/main" id="{E262E0D5-8439-4C07-A6F6-83404947D80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51095" y="1157358"/>
            <a:ext cx="572935" cy="263943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OD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5392E314-6915-46D2-81B1-D7D993C70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80" y="1162328"/>
            <a:ext cx="4868641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port in int a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</a:t>
            </a:r>
            <a:r>
              <a:rPr lang="en-US" sz="16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h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G g1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H h1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a -&gt; g1.b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g1.c -&gt;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g1.d -&gt; h1.e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h1.f -&gt; h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b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out </a:t>
            </a:r>
            <a:r>
              <a:rPr lang="en-US" sz="16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c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H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out int 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3" name="AutoShape 40">
            <a:extLst>
              <a:ext uri="{FF2B5EF4-FFF2-40B4-BE49-F238E27FC236}">
                <a16:creationId xmlns:a16="http://schemas.microsoft.com/office/drawing/2014/main" id="{0C0D5D2F-57EA-4CD2-B971-1E755762620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54537" y="1161110"/>
            <a:ext cx="597687" cy="3218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6949785-1A87-4529-9B44-9C23E72BEFE8}"/>
              </a:ext>
            </a:extLst>
          </p:cNvPr>
          <p:cNvCxnSpPr>
            <a:cxnSpLocks/>
          </p:cNvCxnSpPr>
          <p:nvPr/>
        </p:nvCxnSpPr>
        <p:spPr>
          <a:xfrm>
            <a:off x="5816930" y="1032453"/>
            <a:ext cx="0" cy="4833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B82F374-0B82-4718-BC4D-1F3E2EB0CEC1}"/>
              </a:ext>
            </a:extLst>
          </p:cNvPr>
          <p:cNvCxnSpPr>
            <a:cxnSpLocks/>
          </p:cNvCxnSpPr>
          <p:nvPr/>
        </p:nvCxnSpPr>
        <p:spPr>
          <a:xfrm>
            <a:off x="5908370" y="1032453"/>
            <a:ext cx="0" cy="4833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205C8E9F-5707-42DC-A4B9-2391D324E7F4}"/>
              </a:ext>
            </a:extLst>
          </p:cNvPr>
          <p:cNvSpPr/>
          <p:nvPr/>
        </p:nvSpPr>
        <p:spPr>
          <a:xfrm>
            <a:off x="5677230" y="3202245"/>
            <a:ext cx="580867" cy="543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247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2BEDB1-5ED7-4959-AC6C-376E63CC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MA2Fenix (OD) – Ports &amp; </a:t>
            </a:r>
            <a:r>
              <a:rPr lang="de-DE" dirty="0" err="1"/>
              <a:t>Associations</a:t>
            </a:r>
            <a:endParaRPr lang="de-DE" dirty="0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B4E090EA-C08F-46D0-8B3E-4EB9A9161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831" y="1157358"/>
            <a:ext cx="5428199" cy="37548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f$a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OutPort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{}</a:t>
            </a:r>
          </a:p>
          <a:p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f$g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OutPort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{}</a:t>
            </a:r>
          </a:p>
          <a:p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f$h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OutPort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f$g1$d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OutPort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f$h1$e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OutPort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{}</a:t>
            </a:r>
          </a:p>
          <a:p>
            <a:endParaRPr lang="en-US" sz="1400" b="1" dirty="0">
              <a:solidFill>
                <a:schemeClr val="accent5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1400" b="1" dirty="0">
              <a:solidFill>
                <a:schemeClr val="accent5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 [“a”] -&gt;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f$a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 [“g”] -&gt;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 [“h”] -&gt;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link f$g1 [“b”] -&gt; </a:t>
            </a:r>
            <a:r>
              <a:rPr lang="en-US" sz="14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f$a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link f$g1 [“c”] -&gt; </a:t>
            </a:r>
            <a:r>
              <a:rPr lang="en-US" sz="14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f$g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f$g1 [“d”] -&gt; f$g1$d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f$h1 [“e”] -&gt; f$h1$e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link f$h1 [“f”] -&gt; </a:t>
            </a:r>
            <a:r>
              <a:rPr lang="en-US" sz="14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f$h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sz="1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link f$g1$d (out) &lt;-&gt; (in) f$h1$e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6" name="AutoShape 40">
            <a:extLst>
              <a:ext uri="{FF2B5EF4-FFF2-40B4-BE49-F238E27FC236}">
                <a16:creationId xmlns:a16="http://schemas.microsoft.com/office/drawing/2014/main" id="{E262E0D5-8439-4C07-A6F6-83404947D80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51095" y="1157358"/>
            <a:ext cx="572935" cy="263943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OD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5392E314-6915-46D2-81B1-D7D993C70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80" y="1162328"/>
            <a:ext cx="4868641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port in int a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</a:t>
            </a:r>
            <a:r>
              <a:rPr lang="en-US" sz="16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h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G g1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H h1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a -&gt; g1.b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g1.c -&gt;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g1.d -&gt; h1.e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h1.f -&gt; h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b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out </a:t>
            </a:r>
            <a:r>
              <a:rPr lang="en-US" sz="16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c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H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out int 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3" name="AutoShape 40">
            <a:extLst>
              <a:ext uri="{FF2B5EF4-FFF2-40B4-BE49-F238E27FC236}">
                <a16:creationId xmlns:a16="http://schemas.microsoft.com/office/drawing/2014/main" id="{0C0D5D2F-57EA-4CD2-B971-1E755762620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54537" y="1161110"/>
            <a:ext cx="597687" cy="3218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6949785-1A87-4529-9B44-9C23E72BEFE8}"/>
              </a:ext>
            </a:extLst>
          </p:cNvPr>
          <p:cNvCxnSpPr>
            <a:cxnSpLocks/>
          </p:cNvCxnSpPr>
          <p:nvPr/>
        </p:nvCxnSpPr>
        <p:spPr>
          <a:xfrm>
            <a:off x="5816930" y="1032453"/>
            <a:ext cx="0" cy="4833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B82F374-0B82-4718-BC4D-1F3E2EB0CEC1}"/>
              </a:ext>
            </a:extLst>
          </p:cNvPr>
          <p:cNvCxnSpPr>
            <a:cxnSpLocks/>
          </p:cNvCxnSpPr>
          <p:nvPr/>
        </p:nvCxnSpPr>
        <p:spPr>
          <a:xfrm>
            <a:off x="5908370" y="1032453"/>
            <a:ext cx="0" cy="4833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205C8E9F-5707-42DC-A4B9-2391D324E7F4}"/>
              </a:ext>
            </a:extLst>
          </p:cNvPr>
          <p:cNvSpPr/>
          <p:nvPr/>
        </p:nvSpPr>
        <p:spPr>
          <a:xfrm>
            <a:off x="5677230" y="3202245"/>
            <a:ext cx="580867" cy="543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908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2BEDB1-5ED7-4959-AC6C-376E63CC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MA2Fenix (OD) – Port </a:t>
            </a:r>
            <a:r>
              <a:rPr lang="de-DE" dirty="0" err="1"/>
              <a:t>Types</a:t>
            </a:r>
            <a:endParaRPr lang="de-DE" dirty="0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B4E090EA-C08F-46D0-8B3E-4EB9A9161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831" y="1157358"/>
            <a:ext cx="5428199" cy="33239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Type 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typeidentifier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: Type {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typeidentifier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“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r>
              <a:rPr lang="en-US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sz="1400" b="1" dirty="0">
              <a:solidFill>
                <a:schemeClr val="accent5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f$a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-&gt; 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f$g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-&gt;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f$h</a:t>
            </a:r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-&gt; 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f$g1$b -&gt; 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f$g1$c -&gt; </a:t>
            </a:r>
            <a:r>
              <a:rPr lang="en-US" sz="14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f$g1$d -&gt; 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1400" b="1" dirty="0">
              <a:solidFill>
                <a:schemeClr val="accent5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f$h1$e -&gt; 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link f$h1$f -&gt; int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6" name="AutoShape 40">
            <a:extLst>
              <a:ext uri="{FF2B5EF4-FFF2-40B4-BE49-F238E27FC236}">
                <a16:creationId xmlns:a16="http://schemas.microsoft.com/office/drawing/2014/main" id="{E262E0D5-8439-4C07-A6F6-83404947D80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51095" y="1157358"/>
            <a:ext cx="572935" cy="263943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OD</a:t>
            </a:r>
          </a:p>
        </p:txBody>
      </p:sp>
      <p:sp>
        <p:nvSpPr>
          <p:cNvPr id="21" name="Text Box 3">
            <a:extLst>
              <a:ext uri="{FF2B5EF4-FFF2-40B4-BE49-F238E27FC236}">
                <a16:creationId xmlns:a16="http://schemas.microsoft.com/office/drawing/2014/main" id="{5392E314-6915-46D2-81B1-D7D993C70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80" y="1162328"/>
            <a:ext cx="4868641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port in int a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</a:t>
            </a:r>
            <a:r>
              <a:rPr lang="en-US" sz="16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h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G g1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  H h1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a -&gt; g1.b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g1.c -&gt;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g1.d -&gt; h1.e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solidFill>
                  <a:schemeClr val="accent4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h1.f -&gt; h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b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out </a:t>
            </a:r>
            <a:r>
              <a:rPr lang="en-US" sz="1600" b="1" dirty="0" err="1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c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      out int 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component H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port in int 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out int 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16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3" name="AutoShape 40">
            <a:extLst>
              <a:ext uri="{FF2B5EF4-FFF2-40B4-BE49-F238E27FC236}">
                <a16:creationId xmlns:a16="http://schemas.microsoft.com/office/drawing/2014/main" id="{0C0D5D2F-57EA-4CD2-B971-1E755762620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754537" y="1161110"/>
            <a:ext cx="597687" cy="3218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6949785-1A87-4529-9B44-9C23E72BEFE8}"/>
              </a:ext>
            </a:extLst>
          </p:cNvPr>
          <p:cNvCxnSpPr>
            <a:cxnSpLocks/>
          </p:cNvCxnSpPr>
          <p:nvPr/>
        </p:nvCxnSpPr>
        <p:spPr>
          <a:xfrm>
            <a:off x="5816930" y="1032453"/>
            <a:ext cx="0" cy="4833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DB82F374-0B82-4718-BC4D-1F3E2EB0CEC1}"/>
              </a:ext>
            </a:extLst>
          </p:cNvPr>
          <p:cNvCxnSpPr>
            <a:cxnSpLocks/>
          </p:cNvCxnSpPr>
          <p:nvPr/>
        </p:nvCxnSpPr>
        <p:spPr>
          <a:xfrm>
            <a:off x="5908370" y="1032453"/>
            <a:ext cx="0" cy="4833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205C8E9F-5707-42DC-A4B9-2391D324E7F4}"/>
              </a:ext>
            </a:extLst>
          </p:cNvPr>
          <p:cNvSpPr/>
          <p:nvPr/>
        </p:nvSpPr>
        <p:spPr>
          <a:xfrm>
            <a:off x="5677230" y="3202245"/>
            <a:ext cx="580867" cy="543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245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rIf3yzQbGCpNu4CpwWtA"/>
</p:tagLst>
</file>

<file path=ppt/theme/theme1.xml><?xml version="1.0" encoding="utf-8"?>
<a:theme xmlns:a="http://schemas.openxmlformats.org/drawingml/2006/main" name="DesignSE">
  <a:themeElements>
    <a:clrScheme name="Editirmodus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339933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>
          <a:solidFill>
            <a:schemeClr val="tx2"/>
          </a:solidFill>
          <a:round/>
          <a:headEnd type="none" w="sm" len="sm"/>
          <a:tailEnd type="arrow" w="med" len="med"/>
        </a:ln>
      </a:spPr>
      <a:bodyPr wrap="none" anchor="ctr"/>
      <a:lstStyle>
        <a:defPPr algn="l">
          <a:defRPr/>
        </a:defPPr>
      </a:lstStyle>
    </a:spDef>
    <a:lnDef>
      <a:spPr>
        <a:ln w="9525">
          <a:solidFill>
            <a:schemeClr val="tx2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ditir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339933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Anzeige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C0C0C0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Druck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FFFFFF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</a:extraClrSchemeLst>
  <a:extLst>
    <a:ext uri="{05A4C25C-085E-4340-85A3-A5531E510DB2}">
      <thm15:themeFamily xmlns:thm15="http://schemas.microsoft.com/office/thememl/2012/main" name="DesignSE" id="{EAFC8903-E4B1-467C-960D-91660CE78A0A}" vid="{99D41127-BE3F-4F81-BB33-06BFE3C93068}"/>
    </a:ext>
  </a:extLst>
</a:theme>
</file>

<file path=ppt/theme/theme2.xml><?xml version="1.0" encoding="utf-8"?>
<a:theme xmlns:a="http://schemas.openxmlformats.org/drawingml/2006/main" name="1_DesignSE">
  <a:themeElements>
    <a:clrScheme name="Editirmodus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339933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00549F"/>
          </a:solidFill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itir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339933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Anzeige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C0C0C0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Druck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FFFFFF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</a:extraClrSchemeLst>
  <a:extLst>
    <a:ext uri="{05A4C25C-085E-4340-85A3-A5531E510DB2}">
      <thm15:themeFamily xmlns:thm15="http://schemas.microsoft.com/office/thememl/2012/main" name="DesignSE" id="{EAFC8903-E4B1-467C-960D-91660CE78A0A}" vid="{99D41127-BE3F-4F81-BB33-06BFE3C9306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3019</Words>
  <Application>Microsoft Office PowerPoint</Application>
  <PresentationFormat>Breitbild</PresentationFormat>
  <Paragraphs>1535</Paragraphs>
  <Slides>34</Slides>
  <Notes>12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5" baseType="lpstr">
      <vt:lpstr>ＭＳ Ｐゴシック</vt:lpstr>
      <vt:lpstr>Arial</vt:lpstr>
      <vt:lpstr>Calibri</vt:lpstr>
      <vt:lpstr>Courier New</vt:lpstr>
      <vt:lpstr>Symbol</vt:lpstr>
      <vt:lpstr>Times New Roman</vt:lpstr>
      <vt:lpstr>Trebuchet MS</vt:lpstr>
      <vt:lpstr>Wingdings</vt:lpstr>
      <vt:lpstr>DesignSE</vt:lpstr>
      <vt:lpstr>1_DesignSE</vt:lpstr>
      <vt:lpstr>think-cell Folie</vt:lpstr>
      <vt:lpstr>FunctionStructure Reference Model </vt:lpstr>
      <vt:lpstr>FunctionStructure : das Referenzmodell</vt:lpstr>
      <vt:lpstr>FunctionStructure</vt:lpstr>
      <vt:lpstr>FunctionStructure : the CD</vt:lpstr>
      <vt:lpstr>FunctionStructure : Streams</vt:lpstr>
      <vt:lpstr>FunctionStructure : Decomposition</vt:lpstr>
      <vt:lpstr>FunctionStructure : Top-Level-Function</vt:lpstr>
      <vt:lpstr>FunctionStructure + Monitoring Extension</vt:lpstr>
      <vt:lpstr>Examples</vt:lpstr>
      <vt:lpstr>Example system</vt:lpstr>
      <vt:lpstr>The Example System as an Instantiation of the Function Structure Model</vt:lpstr>
      <vt:lpstr>Connectors</vt:lpstr>
      <vt:lpstr>1. Connectors of the outer-most component</vt:lpstr>
      <vt:lpstr>2. Connector between sibling components</vt:lpstr>
      <vt:lpstr>3. Connector from outer- to sub-component</vt:lpstr>
      <vt:lpstr>4. Connector down the component hierarchy</vt:lpstr>
      <vt:lpstr>5. Connector up and down the component hierarchy</vt:lpstr>
      <vt:lpstr>6. Connector split</vt:lpstr>
      <vt:lpstr>7. Connector split from outer- to sub-components</vt:lpstr>
      <vt:lpstr>Example with Channels</vt:lpstr>
      <vt:lpstr>Alternative with Port Definition</vt:lpstr>
      <vt:lpstr>FunctionStructure Alternative with Port Definition</vt:lpstr>
      <vt:lpstr>FunctionStructure Alternative with Port Definition</vt:lpstr>
      <vt:lpstr>CD4Function with Port Definition</vt:lpstr>
      <vt:lpstr>CD4Function with Port Definition + Monitoring</vt:lpstr>
      <vt:lpstr>Example with Port Definition</vt:lpstr>
      <vt:lpstr>MA2Fenix</vt:lpstr>
      <vt:lpstr>CD4Function2Fenix</vt:lpstr>
      <vt:lpstr>CD4Function2Fenix Example</vt:lpstr>
      <vt:lpstr>MA2Fenix Example Model</vt:lpstr>
      <vt:lpstr>MA2Fenix (CD)</vt:lpstr>
      <vt:lpstr>MA2Fenix (OD) - Functions</vt:lpstr>
      <vt:lpstr>MA2Fenix (OD) – Ports &amp; Associations</vt:lpstr>
      <vt:lpstr>MA2Fenix (OD) – Port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Rumpe</cp:lastModifiedBy>
  <cp:revision>86</cp:revision>
  <cp:lastPrinted>2023-03-26T07:04:59Z</cp:lastPrinted>
  <dcterms:created xsi:type="dcterms:W3CDTF">2019-02-06T21:20:56Z</dcterms:created>
  <dcterms:modified xsi:type="dcterms:W3CDTF">2024-02-12T23:27:48Z</dcterms:modified>
</cp:coreProperties>
</file>